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vml" ContentType="application/vnd.openxmlformats-officedocument.vmlDrawi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notesSlides/notesSlide8.xml" ContentType="application/vnd.openxmlformats-officedocument.presentationml.notesSlide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notesSlides/notesSlide12.xml" ContentType="application/vnd.openxmlformats-officedocument.presentationml.notesSlide+xml"/>
  <Override PartName="/ppt/tags/tag8.xml" ContentType="application/vnd.openxmlformats-officedocument.presentationml.tags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tags/tag9.xml" ContentType="application/vnd.openxmlformats-officedocument.presentationml.tags+xml"/>
  <Override PartName="/ppt/notesSlides/notesSlide16.xml" ContentType="application/vnd.openxmlformats-officedocument.presentationml.notesSlide+xml"/>
  <Override PartName="/ppt/tags/tag10.xml" ContentType="application/vnd.openxmlformats-officedocument.presentationml.tags+xml"/>
  <Override PartName="/ppt/notesSlides/notesSlide17.xml" ContentType="application/vnd.openxmlformats-officedocument.presentationml.notesSlide+xml"/>
  <Override PartName="/ppt/tags/tag11.xml" ContentType="application/vnd.openxmlformats-officedocument.presentationml.tags+xml"/>
  <Override PartName="/ppt/notesSlides/notesSlide18.xml" ContentType="application/vnd.openxmlformats-officedocument.presentationml.notesSlide+xml"/>
  <Override PartName="/ppt/tags/tag12.xml" ContentType="application/vnd.openxmlformats-officedocument.presentationml.tags+xml"/>
  <Override PartName="/ppt/notesSlides/notesSlide19.xml" ContentType="application/vnd.openxmlformats-officedocument.presentationml.notesSlide+xml"/>
  <Override PartName="/ppt/tags/tag13.xml" ContentType="application/vnd.openxmlformats-officedocument.presentationml.tags+xml"/>
  <Override PartName="/ppt/notesSlides/notesSlide20.xml" ContentType="application/vnd.openxmlformats-officedocument.presentationml.notesSlide+xml"/>
  <Override PartName="/ppt/tags/tag14.xml" ContentType="application/vnd.openxmlformats-officedocument.presentationml.tags+xml"/>
  <Override PartName="/ppt/notesSlides/notesSlide21.xml" ContentType="application/vnd.openxmlformats-officedocument.presentationml.notesSlide+xml"/>
  <Override PartName="/ppt/tags/tag15.xml" ContentType="application/vnd.openxmlformats-officedocument.presentationml.tags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notesSlides/notesSlide24.xml" ContentType="application/vnd.openxmlformats-officedocument.presentationml.notesSlide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notesSlides/notesSlide25.xml" ContentType="application/vnd.openxmlformats-officedocument.presentationml.notesSlide+xml"/>
  <Override PartName="/ppt/tags/tag20.xml" ContentType="application/vnd.openxmlformats-officedocument.presentationml.tags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tags/tag21.xml" ContentType="application/vnd.openxmlformats-officedocument.presentationml.tags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notesSlides/notesSlide30.xml" ContentType="application/vnd.openxmlformats-officedocument.presentationml.notesSlide+xml"/>
  <Override PartName="/ppt/tags/tag24.xml" ContentType="application/vnd.openxmlformats-officedocument.presentationml.tags+xml"/>
  <Override PartName="/ppt/notesSlides/notesSlide31.xml" ContentType="application/vnd.openxmlformats-officedocument.presentationml.notesSlide+xml"/>
  <Override PartName="/ppt/tags/tag25.xml" ContentType="application/vnd.openxmlformats-officedocument.presentationml.tags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tags/tag26.xml" ContentType="application/vnd.openxmlformats-officedocument.presentationml.tags+xml"/>
  <Override PartName="/ppt/notesSlides/notesSlide35.xml" ContentType="application/vnd.openxmlformats-officedocument.presentationml.notesSlide+xml"/>
  <Override PartName="/ppt/tags/tag27.xml" ContentType="application/vnd.openxmlformats-officedocument.presentationml.tags+xml"/>
  <Override PartName="/ppt/notesSlides/notesSlide36.xml" ContentType="application/vnd.openxmlformats-officedocument.presentationml.notesSlide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tags/tag30.xml" ContentType="application/vnd.openxmlformats-officedocument.presentationml.tags+xml"/>
  <Override PartName="/ppt/notesSlides/notesSlide39.xml" ContentType="application/vnd.openxmlformats-officedocument.presentationml.notesSlide+xml"/>
  <Override PartName="/ppt/tags/tag31.xml" ContentType="application/vnd.openxmlformats-officedocument.presentationml.tags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tags/tag32.xml" ContentType="application/vnd.openxmlformats-officedocument.presentationml.tags+xml"/>
  <Override PartName="/ppt/notesSlides/notesSlide43.xml" ContentType="application/vnd.openxmlformats-officedocument.presentationml.notesSlide+xml"/>
  <Override PartName="/ppt/tags/tag33.xml" ContentType="application/vnd.openxmlformats-officedocument.presentationml.tags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tags/tag34.xml" ContentType="application/vnd.openxmlformats-officedocument.presentationml.tags+xml"/>
  <Override PartName="/ppt/notesSlides/notesSlide47.xml" ContentType="application/vnd.openxmlformats-officedocument.presentationml.notesSlide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notesSlides/notesSlide48.xml" ContentType="application/vnd.openxmlformats-officedocument.presentationml.notesSlide+xml"/>
  <Override PartName="/ppt/tags/tag37.xml" ContentType="application/vnd.openxmlformats-officedocument.presentationml.tags+xml"/>
  <Override PartName="/ppt/notesSlides/notesSlide49.xml" ContentType="application/vnd.openxmlformats-officedocument.presentationml.notesSlide+xml"/>
  <Override PartName="/ppt/tags/tag38.xml" ContentType="application/vnd.openxmlformats-officedocument.presentationml.tags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notesSlides/notesSlide52.xml" ContentType="application/vnd.openxmlformats-officedocument.presentationml.notesSlide+xml"/>
  <Override PartName="/ppt/tags/tag41.xml" ContentType="application/vnd.openxmlformats-officedocument.presentationml.tags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tags/tag42.xml" ContentType="application/vnd.openxmlformats-officedocument.presentationml.tags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tags/tag43.xml" ContentType="application/vnd.openxmlformats-officedocument.presentationml.tags+xml"/>
  <Override PartName="/ppt/notesSlides/notesSlide58.xml" ContentType="application/vnd.openxmlformats-officedocument.presentationml.notesSlide+xml"/>
  <Override PartName="/ppt/tags/tag44.xml" ContentType="application/vnd.openxmlformats-officedocument.presentationml.tags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tags/tag45.xml" ContentType="application/vnd.openxmlformats-officedocument.presentationml.tags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tags/tag46.xml" ContentType="application/vnd.openxmlformats-officedocument.presentationml.tags+xml"/>
  <Override PartName="/ppt/notesSlides/notesSlide65.xml" ContentType="application/vnd.openxmlformats-officedocument.presentationml.notesSlide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notesSlides/notesSlide66.xml" ContentType="application/vnd.openxmlformats-officedocument.presentationml.notesSlide+xml"/>
  <Override PartName="/ppt/tags/tag49.xml" ContentType="application/vnd.openxmlformats-officedocument.presentationml.tags+xml"/>
  <Override PartName="/ppt/notesSlides/notesSlide67.xml" ContentType="application/vnd.openxmlformats-officedocument.presentationml.notesSlide+xml"/>
  <Override PartName="/ppt/tags/tag50.xml" ContentType="application/vnd.openxmlformats-officedocument.presentationml.tags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tags/tag51.xml" ContentType="application/vnd.openxmlformats-officedocument.presentationml.tags+xml"/>
  <Override PartName="/ppt/notesSlides/notesSlide71.xml" ContentType="application/vnd.openxmlformats-officedocument.presentationml.notesSlide+xml"/>
  <Override PartName="/ppt/tags/tag52.xml" ContentType="application/vnd.openxmlformats-officedocument.presentationml.tags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tags/tag53.xml" ContentType="application/vnd.openxmlformats-officedocument.presentationml.tags+xml"/>
  <Override PartName="/ppt/notesSlides/notesSlide74.xml" ContentType="application/vnd.openxmlformats-officedocument.presentationml.notesSlide+xml"/>
  <Override PartName="/ppt/tags/tag54.xml" ContentType="application/vnd.openxmlformats-officedocument.presentationml.tags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tags/tag55.xml" ContentType="application/vnd.openxmlformats-officedocument.presentationml.tags+xml"/>
  <Override PartName="/ppt/notesSlides/notesSlide78.xml" ContentType="application/vnd.openxmlformats-officedocument.presentationml.notesSlide+xml"/>
  <Override PartName="/ppt/tags/tag56.xml" ContentType="application/vnd.openxmlformats-officedocument.presentationml.tags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tags/tag57.xml" ContentType="application/vnd.openxmlformats-officedocument.presentationml.tags+xml"/>
  <Override PartName="/ppt/notesSlides/notesSlide81.xml" ContentType="application/vnd.openxmlformats-officedocument.presentationml.notesSlide+xml"/>
  <Override PartName="/ppt/tags/tag58.xml" ContentType="application/vnd.openxmlformats-officedocument.presentationml.tags+xml"/>
  <Override PartName="/ppt/notesSlides/notesSlide82.xml" ContentType="application/vnd.openxmlformats-officedocument.presentationml.notesSlide+xml"/>
  <Override PartName="/ppt/tags/tag59.xml" ContentType="application/vnd.openxmlformats-officedocument.presentationml.tags+xml"/>
  <Override PartName="/ppt/notesSlides/notesSlide83.xml" ContentType="application/vnd.openxmlformats-officedocument.presentationml.notesSlide+xml"/>
  <Override PartName="/ppt/tags/tag60.xml" ContentType="application/vnd.openxmlformats-officedocument.presentationml.tags+xml"/>
  <Override PartName="/ppt/notesSlides/notesSlide84.xml" ContentType="application/vnd.openxmlformats-officedocument.presentationml.notesSlide+xml"/>
  <Override PartName="/ppt/tags/tag61.xml" ContentType="application/vnd.openxmlformats-officedocument.presentationml.tags+xml"/>
  <Override PartName="/ppt/notesSlides/notesSlide85.xml" ContentType="application/vnd.openxmlformats-officedocument.presentationml.notesSlide+xml"/>
  <Override PartName="/ppt/tags/tag62.xml" ContentType="application/vnd.openxmlformats-officedocument.presentationml.tags+xml"/>
  <Override PartName="/ppt/notesSlides/notesSlide86.xml" ContentType="application/vnd.openxmlformats-officedocument.presentationml.notesSlide+xml"/>
  <Override PartName="/ppt/tags/tag63.xml" ContentType="application/vnd.openxmlformats-officedocument.presentationml.tags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tags/tag64.xml" ContentType="application/vnd.openxmlformats-officedocument.presentationml.tags+xml"/>
  <Override PartName="/ppt/notesSlides/notesSlide89.xml" ContentType="application/vnd.openxmlformats-officedocument.presentationml.notesSlide+xml"/>
  <Override PartName="/ppt/tags/tag65.xml" ContentType="application/vnd.openxmlformats-officedocument.presentationml.tags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tags/tag66.xml" ContentType="application/vnd.openxmlformats-officedocument.presentationml.tags+xml"/>
  <Override PartName="/ppt/notesSlides/notesSlide92.xml" ContentType="application/vnd.openxmlformats-officedocument.presentationml.notesSlide+xml"/>
  <Override PartName="/ppt/tags/tag67.xml" ContentType="application/vnd.openxmlformats-officedocument.presentationml.tags+xml"/>
  <Override PartName="/ppt/notesSlides/notesSlide93.xml" ContentType="application/vnd.openxmlformats-officedocument.presentationml.notesSlide+xml"/>
  <Override PartName="/ppt/tags/tag68.xml" ContentType="application/vnd.openxmlformats-officedocument.presentationml.tags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tags/tag69.xml" ContentType="application/vnd.openxmlformats-officedocument.presentationml.tags+xml"/>
  <Override PartName="/ppt/notesSlides/notesSlide97.xml" ContentType="application/vnd.openxmlformats-officedocument.presentationml.notesSlide+xml"/>
  <Override PartName="/ppt/tags/tag70.xml" ContentType="application/vnd.openxmlformats-officedocument.presentationml.tags+xml"/>
  <Override PartName="/ppt/notesSlides/notesSlide98.xml" ContentType="application/vnd.openxmlformats-officedocument.presentationml.notesSlide+xml"/>
  <Override PartName="/ppt/tags/tag71.xml" ContentType="application/vnd.openxmlformats-officedocument.presentationml.tags+xml"/>
  <Override PartName="/ppt/notesSlides/notesSlide99.xml" ContentType="application/vnd.openxmlformats-officedocument.presentationml.notesSlide+xml"/>
  <Override PartName="/ppt/notesSlides/notesSlide100.xml" ContentType="application/vnd.openxmlformats-officedocument.presentationml.notesSlide+xml"/>
  <Override PartName="/ppt/tags/tag72.xml" ContentType="application/vnd.openxmlformats-officedocument.presentationml.tags+xml"/>
  <Override PartName="/ppt/notesSlides/notesSlide101.xml" ContentType="application/vnd.openxmlformats-officedocument.presentationml.notesSlide+xml"/>
  <Override PartName="/ppt/tags/tag73.xml" ContentType="application/vnd.openxmlformats-officedocument.presentationml.tags+xml"/>
  <Override PartName="/ppt/notesSlides/notesSlide102.xml" ContentType="application/vnd.openxmlformats-officedocument.presentationml.notesSlide+xml"/>
  <Override PartName="/ppt/notesSlides/notesSlide103.xml" ContentType="application/vnd.openxmlformats-officedocument.presentationml.notesSlide+xml"/>
  <Override PartName="/ppt/tags/tag74.xml" ContentType="application/vnd.openxmlformats-officedocument.presentationml.tags+xml"/>
  <Override PartName="/ppt/notesSlides/notesSlide104.xml" ContentType="application/vnd.openxmlformats-officedocument.presentationml.notesSlide+xml"/>
  <Override PartName="/ppt/tags/tag75.xml" ContentType="application/vnd.openxmlformats-officedocument.presentationml.tags+xml"/>
  <Override PartName="/ppt/notesSlides/notesSlide105.xml" ContentType="application/vnd.openxmlformats-officedocument.presentationml.notesSlide+xml"/>
  <Override PartName="/ppt/tags/tag76.xml" ContentType="application/vnd.openxmlformats-officedocument.presentationml.tags+xml"/>
  <Override PartName="/ppt/notesSlides/notesSlide106.xml" ContentType="application/vnd.openxmlformats-officedocument.presentationml.notesSlide+xml"/>
  <Override PartName="/ppt/tags/tag77.xml" ContentType="application/vnd.openxmlformats-officedocument.presentationml.tags+xml"/>
  <Override PartName="/ppt/notesSlides/notesSlide107.xml" ContentType="application/vnd.openxmlformats-officedocument.presentationml.notesSlide+xml"/>
  <Override PartName="/ppt/notesSlides/notesSlide108.xml" ContentType="application/vnd.openxmlformats-officedocument.presentationml.notesSlide+xml"/>
  <Override PartName="/ppt/notesSlides/notesSlide109.xml" ContentType="application/vnd.openxmlformats-officedocument.presentationml.notesSlide+xml"/>
  <Override PartName="/ppt/tags/tag78.xml" ContentType="application/vnd.openxmlformats-officedocument.presentationml.tags+xml"/>
  <Override PartName="/ppt/notesSlides/notesSlide110.xml" ContentType="application/vnd.openxmlformats-officedocument.presentationml.notesSlide+xml"/>
  <Override PartName="/ppt/tags/tag79.xml" ContentType="application/vnd.openxmlformats-officedocument.presentationml.tags+xml"/>
  <Override PartName="/ppt/notesSlides/notesSlide111.xml" ContentType="application/vnd.openxmlformats-officedocument.presentationml.notesSlide+xml"/>
  <Override PartName="/ppt/notesSlides/notesSlide112.xml" ContentType="application/vnd.openxmlformats-officedocument.presentationml.notesSlide+xml"/>
  <Override PartName="/ppt/notesSlides/notesSlide113.xml" ContentType="application/vnd.openxmlformats-officedocument.presentationml.notesSlide+xml"/>
  <Override PartName="/ppt/tags/tag80.xml" ContentType="application/vnd.openxmlformats-officedocument.presentationml.tags+xml"/>
  <Override PartName="/ppt/notesSlides/notesSlide114.xml" ContentType="application/vnd.openxmlformats-officedocument.presentationml.notesSlide+xml"/>
  <Override PartName="/ppt/tags/tag81.xml" ContentType="application/vnd.openxmlformats-officedocument.presentationml.tags+xml"/>
  <Override PartName="/ppt/notesSlides/notesSlide115.xml" ContentType="application/vnd.openxmlformats-officedocument.presentationml.notesSlide+xml"/>
  <Override PartName="/ppt/notesSlides/notesSlide116.xml" ContentType="application/vnd.openxmlformats-officedocument.presentationml.notesSlide+xml"/>
  <Override PartName="/ppt/notesSlides/notesSlide117.xml" ContentType="application/vnd.openxmlformats-officedocument.presentationml.notesSlide+xml"/>
  <Override PartName="/ppt/tags/tag82.xml" ContentType="application/vnd.openxmlformats-officedocument.presentationml.tags+xml"/>
  <Override PartName="/ppt/notesSlides/notesSlide118.xml" ContentType="application/vnd.openxmlformats-officedocument.presentationml.notesSlide+xml"/>
  <Override PartName="/ppt/tags/tag83.xml" ContentType="application/vnd.openxmlformats-officedocument.presentationml.tags+xml"/>
  <Override PartName="/ppt/notesSlides/notesSlide119.xml" ContentType="application/vnd.openxmlformats-officedocument.presentationml.notesSlide+xml"/>
  <Override PartName="/ppt/notesSlides/notesSlide120.xml" ContentType="application/vnd.openxmlformats-officedocument.presentationml.notesSlide+xml"/>
  <Override PartName="/ppt/notesSlides/notesSlide121.xml" ContentType="application/vnd.openxmlformats-officedocument.presentationml.notesSlide+xml"/>
  <Override PartName="/ppt/tags/tag84.xml" ContentType="application/vnd.openxmlformats-officedocument.presentationml.tags+xml"/>
  <Override PartName="/ppt/notesSlides/notesSlide122.xml" ContentType="application/vnd.openxmlformats-officedocument.presentationml.notesSlide+xml"/>
  <Override PartName="/ppt/tags/tag85.xml" ContentType="application/vnd.openxmlformats-officedocument.presentationml.tags+xml"/>
  <Override PartName="/ppt/notesSlides/notesSlide123.xml" ContentType="application/vnd.openxmlformats-officedocument.presentationml.notesSlide+xml"/>
  <Override PartName="/ppt/notesSlides/notesSlide124.xml" ContentType="application/vnd.openxmlformats-officedocument.presentationml.notesSlide+xml"/>
  <Override PartName="/ppt/tags/tag86.xml" ContentType="application/vnd.openxmlformats-officedocument.presentationml.tags+xml"/>
  <Override PartName="/ppt/notesSlides/notesSlide125.xml" ContentType="application/vnd.openxmlformats-officedocument.presentationml.notesSlide+xml"/>
  <Override PartName="/ppt/tags/tag87.xml" ContentType="application/vnd.openxmlformats-officedocument.presentationml.tags+xml"/>
  <Override PartName="/ppt/notesSlides/notesSlide126.xml" ContentType="application/vnd.openxmlformats-officedocument.presentationml.notesSlide+xml"/>
  <Override PartName="/ppt/notesSlides/notesSlide127.xml" ContentType="application/vnd.openxmlformats-officedocument.presentationml.notesSlide+xml"/>
  <Override PartName="/ppt/notesSlides/notesSlide128.xml" ContentType="application/vnd.openxmlformats-officedocument.presentationml.notesSlide+xml"/>
  <Override PartName="/ppt/tags/tag88.xml" ContentType="application/vnd.openxmlformats-officedocument.presentationml.tags+xml"/>
  <Override PartName="/ppt/notesSlides/notesSlide129.xml" ContentType="application/vnd.openxmlformats-officedocument.presentationml.notesSlide+xml"/>
  <Override PartName="/ppt/notesSlides/notesSlide130.xml" ContentType="application/vnd.openxmlformats-officedocument.presentationml.notesSlide+xml"/>
  <Override PartName="/ppt/notesSlides/notesSlide131.xml" ContentType="application/vnd.openxmlformats-officedocument.presentationml.notesSlide+xml"/>
  <Override PartName="/ppt/notesSlides/notesSlide132.xml" ContentType="application/vnd.openxmlformats-officedocument.presentationml.notesSlide+xml"/>
  <Override PartName="/ppt/notesSlides/notesSlide133.xml" ContentType="application/vnd.openxmlformats-officedocument.presentationml.notesSlide+xml"/>
  <Override PartName="/ppt/tags/tag89.xml" ContentType="application/vnd.openxmlformats-officedocument.presentationml.tags+xml"/>
  <Override PartName="/ppt/notesSlides/notesSlide134.xml" ContentType="application/vnd.openxmlformats-officedocument.presentationml.notesSlide+xml"/>
  <Override PartName="/ppt/tags/tag90.xml" ContentType="application/vnd.openxmlformats-officedocument.presentationml.tags+xml"/>
  <Override PartName="/ppt/notesSlides/notesSlide135.xml" ContentType="application/vnd.openxmlformats-officedocument.presentationml.notesSlide+xml"/>
  <Override PartName="/ppt/notesSlides/notesSlide136.xml" ContentType="application/vnd.openxmlformats-officedocument.presentationml.notesSlide+xml"/>
  <Override PartName="/ppt/notesSlides/notesSlide137.xml" ContentType="application/vnd.openxmlformats-officedocument.presentationml.notesSlide+xml"/>
  <Override PartName="/ppt/notesSlides/notesSlide138.xml" ContentType="application/vnd.openxmlformats-officedocument.presentationml.notesSlide+xml"/>
  <Override PartName="/ppt/tags/tag91.xml" ContentType="application/vnd.openxmlformats-officedocument.presentationml.tags+xml"/>
  <Override PartName="/ppt/notesSlides/notesSlide139.xml" ContentType="application/vnd.openxmlformats-officedocument.presentationml.notesSlide+xml"/>
  <Override PartName="/ppt/notesSlides/notesSlide140.xml" ContentType="application/vnd.openxmlformats-officedocument.presentationml.notesSlide+xml"/>
  <Override PartName="/ppt/tags/tag92.xml" ContentType="application/vnd.openxmlformats-officedocument.presentationml.tags+xml"/>
  <Override PartName="/ppt/notesSlides/notesSlide141.xml" ContentType="application/vnd.openxmlformats-officedocument.presentationml.notesSlide+xml"/>
  <Override PartName="/ppt/tags/tag93.xml" ContentType="application/vnd.openxmlformats-officedocument.presentationml.tags+xml"/>
  <Override PartName="/ppt/notesSlides/notesSlide142.xml" ContentType="application/vnd.openxmlformats-officedocument.presentationml.notesSlide+xml"/>
  <Override PartName="/ppt/notesSlides/notesSlide143.xml" ContentType="application/vnd.openxmlformats-officedocument.presentationml.notesSlide+xml"/>
  <Override PartName="/ppt/notesSlides/notesSlide144.xml" ContentType="application/vnd.openxmlformats-officedocument.presentationml.notesSlide+xml"/>
  <Override PartName="/ppt/notesSlides/notesSlide145.xml" ContentType="application/vnd.openxmlformats-officedocument.presentationml.notesSlide+xml"/>
  <Override PartName="/ppt/tags/tag94.xml" ContentType="application/vnd.openxmlformats-officedocument.presentationml.tags+xml"/>
  <Override PartName="/ppt/notesSlides/notesSlide146.xml" ContentType="application/vnd.openxmlformats-officedocument.presentationml.notesSlide+xml"/>
  <Override PartName="/ppt/notesSlides/notesSlide147.xml" ContentType="application/vnd.openxmlformats-officedocument.presentationml.notesSlide+xml"/>
  <Override PartName="/ppt/notesSlides/notesSlide14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7" r:id="rId2"/>
  </p:sldMasterIdLst>
  <p:notesMasterIdLst>
    <p:notesMasterId r:id="rId152"/>
  </p:notesMasterIdLst>
  <p:handoutMasterIdLst>
    <p:handoutMasterId r:id="rId153"/>
  </p:handoutMasterIdLst>
  <p:sldIdLst>
    <p:sldId id="3728" r:id="rId3"/>
    <p:sldId id="3729" r:id="rId4"/>
    <p:sldId id="3730" r:id="rId5"/>
    <p:sldId id="3731" r:id="rId6"/>
    <p:sldId id="3732" r:id="rId7"/>
    <p:sldId id="3733" r:id="rId8"/>
    <p:sldId id="3734" r:id="rId9"/>
    <p:sldId id="3735" r:id="rId10"/>
    <p:sldId id="3736" r:id="rId11"/>
    <p:sldId id="3737" r:id="rId12"/>
    <p:sldId id="3739" r:id="rId13"/>
    <p:sldId id="3740" r:id="rId14"/>
    <p:sldId id="3741" r:id="rId15"/>
    <p:sldId id="3742" r:id="rId16"/>
    <p:sldId id="3882" r:id="rId17"/>
    <p:sldId id="3743" r:id="rId18"/>
    <p:sldId id="3744" r:id="rId19"/>
    <p:sldId id="3745" r:id="rId20"/>
    <p:sldId id="3746" r:id="rId21"/>
    <p:sldId id="3747" r:id="rId22"/>
    <p:sldId id="3748" r:id="rId23"/>
    <p:sldId id="3749" r:id="rId24"/>
    <p:sldId id="3750" r:id="rId25"/>
    <p:sldId id="3751" r:id="rId26"/>
    <p:sldId id="3752" r:id="rId27"/>
    <p:sldId id="3753" r:id="rId28"/>
    <p:sldId id="3755" r:id="rId29"/>
    <p:sldId id="3756" r:id="rId30"/>
    <p:sldId id="3757" r:id="rId31"/>
    <p:sldId id="3758" r:id="rId32"/>
    <p:sldId id="3759" r:id="rId33"/>
    <p:sldId id="3760" r:id="rId34"/>
    <p:sldId id="3761" r:id="rId35"/>
    <p:sldId id="3762" r:id="rId36"/>
    <p:sldId id="3763" r:id="rId37"/>
    <p:sldId id="3764" r:id="rId38"/>
    <p:sldId id="3765" r:id="rId39"/>
    <p:sldId id="3766" r:id="rId40"/>
    <p:sldId id="3767" r:id="rId41"/>
    <p:sldId id="3768" r:id="rId42"/>
    <p:sldId id="3769" r:id="rId43"/>
    <p:sldId id="3770" r:id="rId44"/>
    <p:sldId id="3771" r:id="rId45"/>
    <p:sldId id="3772" r:id="rId46"/>
    <p:sldId id="3773" r:id="rId47"/>
    <p:sldId id="3774" r:id="rId48"/>
    <p:sldId id="3775" r:id="rId49"/>
    <p:sldId id="3776" r:id="rId50"/>
    <p:sldId id="3777" r:id="rId51"/>
    <p:sldId id="3778" r:id="rId52"/>
    <p:sldId id="3779" r:id="rId53"/>
    <p:sldId id="3780" r:id="rId54"/>
    <p:sldId id="3781" r:id="rId55"/>
    <p:sldId id="3782" r:id="rId56"/>
    <p:sldId id="3784" r:id="rId57"/>
    <p:sldId id="3785" r:id="rId58"/>
    <p:sldId id="3786" r:id="rId59"/>
    <p:sldId id="3787" r:id="rId60"/>
    <p:sldId id="3788" r:id="rId61"/>
    <p:sldId id="3789" r:id="rId62"/>
    <p:sldId id="3790" r:id="rId63"/>
    <p:sldId id="3793" r:id="rId64"/>
    <p:sldId id="3794" r:id="rId65"/>
    <p:sldId id="3795" r:id="rId66"/>
    <p:sldId id="3796" r:id="rId67"/>
    <p:sldId id="3797" r:id="rId68"/>
    <p:sldId id="3798" r:id="rId69"/>
    <p:sldId id="3799" r:id="rId70"/>
    <p:sldId id="3800" r:id="rId71"/>
    <p:sldId id="3802" r:id="rId72"/>
    <p:sldId id="3803" r:id="rId73"/>
    <p:sldId id="3804" r:id="rId74"/>
    <p:sldId id="3805" r:id="rId75"/>
    <p:sldId id="3806" r:id="rId76"/>
    <p:sldId id="3807" r:id="rId77"/>
    <p:sldId id="3808" r:id="rId78"/>
    <p:sldId id="3809" r:id="rId79"/>
    <p:sldId id="3810" r:id="rId80"/>
    <p:sldId id="3811" r:id="rId81"/>
    <p:sldId id="3812" r:id="rId82"/>
    <p:sldId id="3813" r:id="rId83"/>
    <p:sldId id="3814" r:id="rId84"/>
    <p:sldId id="3815" r:id="rId85"/>
    <p:sldId id="3816" r:id="rId86"/>
    <p:sldId id="3817" r:id="rId87"/>
    <p:sldId id="3818" r:id="rId88"/>
    <p:sldId id="3819" r:id="rId89"/>
    <p:sldId id="3820" r:id="rId90"/>
    <p:sldId id="3821" r:id="rId91"/>
    <p:sldId id="3822" r:id="rId92"/>
    <p:sldId id="3823" r:id="rId93"/>
    <p:sldId id="3824" r:id="rId94"/>
    <p:sldId id="3825" r:id="rId95"/>
    <p:sldId id="3826" r:id="rId96"/>
    <p:sldId id="3827" r:id="rId97"/>
    <p:sldId id="3828" r:id="rId98"/>
    <p:sldId id="3829" r:id="rId99"/>
    <p:sldId id="3830" r:id="rId100"/>
    <p:sldId id="3831" r:id="rId101"/>
    <p:sldId id="3832" r:id="rId102"/>
    <p:sldId id="3833" r:id="rId103"/>
    <p:sldId id="3834" r:id="rId104"/>
    <p:sldId id="3835" r:id="rId105"/>
    <p:sldId id="3836" r:id="rId106"/>
    <p:sldId id="3837" r:id="rId107"/>
    <p:sldId id="3838" r:id="rId108"/>
    <p:sldId id="3839" r:id="rId109"/>
    <p:sldId id="3840" r:id="rId110"/>
    <p:sldId id="3841" r:id="rId111"/>
    <p:sldId id="3842" r:id="rId112"/>
    <p:sldId id="3843" r:id="rId113"/>
    <p:sldId id="3844" r:id="rId114"/>
    <p:sldId id="3845" r:id="rId115"/>
    <p:sldId id="3846" r:id="rId116"/>
    <p:sldId id="3847" r:id="rId117"/>
    <p:sldId id="3848" r:id="rId118"/>
    <p:sldId id="3849" r:id="rId119"/>
    <p:sldId id="3850" r:id="rId120"/>
    <p:sldId id="3851" r:id="rId121"/>
    <p:sldId id="3852" r:id="rId122"/>
    <p:sldId id="3853" r:id="rId123"/>
    <p:sldId id="3854" r:id="rId124"/>
    <p:sldId id="3855" r:id="rId125"/>
    <p:sldId id="3856" r:id="rId126"/>
    <p:sldId id="3857" r:id="rId127"/>
    <p:sldId id="3858" r:id="rId128"/>
    <p:sldId id="3859" r:id="rId129"/>
    <p:sldId id="3860" r:id="rId130"/>
    <p:sldId id="3861" r:id="rId131"/>
    <p:sldId id="3862" r:id="rId132"/>
    <p:sldId id="3863" r:id="rId133"/>
    <p:sldId id="3864" r:id="rId134"/>
    <p:sldId id="3865" r:id="rId135"/>
    <p:sldId id="3866" r:id="rId136"/>
    <p:sldId id="3867" r:id="rId137"/>
    <p:sldId id="3868" r:id="rId138"/>
    <p:sldId id="3869" r:id="rId139"/>
    <p:sldId id="3870" r:id="rId140"/>
    <p:sldId id="3871" r:id="rId141"/>
    <p:sldId id="3872" r:id="rId142"/>
    <p:sldId id="3873" r:id="rId143"/>
    <p:sldId id="3874" r:id="rId144"/>
    <p:sldId id="3875" r:id="rId145"/>
    <p:sldId id="3876" r:id="rId146"/>
    <p:sldId id="3877" r:id="rId147"/>
    <p:sldId id="3878" r:id="rId148"/>
    <p:sldId id="3879" r:id="rId149"/>
    <p:sldId id="3880" r:id="rId150"/>
    <p:sldId id="326" r:id="rId151"/>
  </p:sldIdLst>
  <p:sldSz cx="12190413" cy="6859588"/>
  <p:notesSz cx="6858000" cy="9144000"/>
  <p:custDataLst>
    <p:tags r:id="rId154"/>
  </p:custDataLst>
  <p:defaultTextStyle>
    <a:defPPr>
      <a:defRPr lang="zh-CN"/>
    </a:defPPr>
    <a:lvl1pPr marL="0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609600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219200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1828800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2438400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3048000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3657600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4267200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4876800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360">
          <p15:clr>
            <a:srgbClr val="A4A3A4"/>
          </p15:clr>
        </p15:guide>
        <p15:guide id="2" pos="720">
          <p15:clr>
            <a:srgbClr val="A4A3A4"/>
          </p15:clr>
        </p15:guide>
        <p15:guide id="3" pos="6462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46">
          <p15:clr>
            <a:srgbClr val="A4A3A4"/>
          </p15:clr>
        </p15:guide>
        <p15:guide id="2" pos="2130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薛蒙蒙" initials="xmm" lastIdx="12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369B2"/>
    <a:srgbClr val="595959"/>
    <a:srgbClr val="FF0000"/>
    <a:srgbClr val="FFCA08"/>
    <a:srgbClr val="76C0DD"/>
    <a:srgbClr val="FAFAFA"/>
    <a:srgbClr val="F2F2F2"/>
    <a:srgbClr val="006BBC"/>
    <a:srgbClr val="0075CC"/>
    <a:srgbClr val="008DF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中度样式 2 - 强调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962" autoAdjust="0"/>
    <p:restoredTop sz="94660" autoAdjust="0"/>
  </p:normalViewPr>
  <p:slideViewPr>
    <p:cSldViewPr>
      <p:cViewPr varScale="1">
        <p:scale>
          <a:sx n="127" d="100"/>
          <a:sy n="127" d="100"/>
        </p:scale>
        <p:origin x="288" y="176"/>
      </p:cViewPr>
      <p:guideLst>
        <p:guide orient="horz" pos="2360"/>
        <p:guide pos="720"/>
        <p:guide pos="6462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86" d="100"/>
          <a:sy n="86" d="100"/>
        </p:scale>
        <p:origin x="-3810" y="-90"/>
      </p:cViewPr>
      <p:guideLst>
        <p:guide orient="horz" pos="3146"/>
        <p:guide pos="2130"/>
      </p:guideLst>
    </p:cSldViewPr>
  </p:notesViewPr>
  <p:gridSpacing cx="72000" cy="72000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slide" Target="slides/slide115.xml"/><Relationship Id="rId21" Type="http://schemas.openxmlformats.org/officeDocument/2006/relationships/slide" Target="slides/slide19.xml"/><Relationship Id="rId42" Type="http://schemas.openxmlformats.org/officeDocument/2006/relationships/slide" Target="slides/slide40.xml"/><Relationship Id="rId63" Type="http://schemas.openxmlformats.org/officeDocument/2006/relationships/slide" Target="slides/slide61.xml"/><Relationship Id="rId84" Type="http://schemas.openxmlformats.org/officeDocument/2006/relationships/slide" Target="slides/slide82.xml"/><Relationship Id="rId138" Type="http://schemas.openxmlformats.org/officeDocument/2006/relationships/slide" Target="slides/slide136.xml"/><Relationship Id="rId159" Type="http://schemas.openxmlformats.org/officeDocument/2006/relationships/tableStyles" Target="tableStyles.xml"/><Relationship Id="rId107" Type="http://schemas.openxmlformats.org/officeDocument/2006/relationships/slide" Target="slides/slide105.xml"/><Relationship Id="rId11" Type="http://schemas.openxmlformats.org/officeDocument/2006/relationships/slide" Target="slides/slide9.xml"/><Relationship Id="rId32" Type="http://schemas.openxmlformats.org/officeDocument/2006/relationships/slide" Target="slides/slide30.xml"/><Relationship Id="rId53" Type="http://schemas.openxmlformats.org/officeDocument/2006/relationships/slide" Target="slides/slide51.xml"/><Relationship Id="rId74" Type="http://schemas.openxmlformats.org/officeDocument/2006/relationships/slide" Target="slides/slide72.xml"/><Relationship Id="rId128" Type="http://schemas.openxmlformats.org/officeDocument/2006/relationships/slide" Target="slides/slide126.xml"/><Relationship Id="rId149" Type="http://schemas.openxmlformats.org/officeDocument/2006/relationships/slide" Target="slides/slide147.xml"/><Relationship Id="rId5" Type="http://schemas.openxmlformats.org/officeDocument/2006/relationships/slide" Target="slides/slide3.xml"/><Relationship Id="rId95" Type="http://schemas.openxmlformats.org/officeDocument/2006/relationships/slide" Target="slides/slide93.xml"/><Relationship Id="rId22" Type="http://schemas.openxmlformats.org/officeDocument/2006/relationships/slide" Target="slides/slide20.xml"/><Relationship Id="rId43" Type="http://schemas.openxmlformats.org/officeDocument/2006/relationships/slide" Target="slides/slide41.xml"/><Relationship Id="rId64" Type="http://schemas.openxmlformats.org/officeDocument/2006/relationships/slide" Target="slides/slide62.xml"/><Relationship Id="rId118" Type="http://schemas.openxmlformats.org/officeDocument/2006/relationships/slide" Target="slides/slide116.xml"/><Relationship Id="rId139" Type="http://schemas.openxmlformats.org/officeDocument/2006/relationships/slide" Target="slides/slide137.xml"/><Relationship Id="rId80" Type="http://schemas.openxmlformats.org/officeDocument/2006/relationships/slide" Target="slides/slide78.xml"/><Relationship Id="rId85" Type="http://schemas.openxmlformats.org/officeDocument/2006/relationships/slide" Target="slides/slide83.xml"/><Relationship Id="rId150" Type="http://schemas.openxmlformats.org/officeDocument/2006/relationships/slide" Target="slides/slide148.xml"/><Relationship Id="rId155" Type="http://schemas.openxmlformats.org/officeDocument/2006/relationships/commentAuthors" Target="commentAuthors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59" Type="http://schemas.openxmlformats.org/officeDocument/2006/relationships/slide" Target="slides/slide57.xml"/><Relationship Id="rId103" Type="http://schemas.openxmlformats.org/officeDocument/2006/relationships/slide" Target="slides/slide101.xml"/><Relationship Id="rId108" Type="http://schemas.openxmlformats.org/officeDocument/2006/relationships/slide" Target="slides/slide106.xml"/><Relationship Id="rId124" Type="http://schemas.openxmlformats.org/officeDocument/2006/relationships/slide" Target="slides/slide122.xml"/><Relationship Id="rId129" Type="http://schemas.openxmlformats.org/officeDocument/2006/relationships/slide" Target="slides/slide127.xml"/><Relationship Id="rId54" Type="http://schemas.openxmlformats.org/officeDocument/2006/relationships/slide" Target="slides/slide52.xml"/><Relationship Id="rId70" Type="http://schemas.openxmlformats.org/officeDocument/2006/relationships/slide" Target="slides/slide68.xml"/><Relationship Id="rId75" Type="http://schemas.openxmlformats.org/officeDocument/2006/relationships/slide" Target="slides/slide73.xml"/><Relationship Id="rId91" Type="http://schemas.openxmlformats.org/officeDocument/2006/relationships/slide" Target="slides/slide89.xml"/><Relationship Id="rId96" Type="http://schemas.openxmlformats.org/officeDocument/2006/relationships/slide" Target="slides/slide94.xml"/><Relationship Id="rId140" Type="http://schemas.openxmlformats.org/officeDocument/2006/relationships/slide" Target="slides/slide138.xml"/><Relationship Id="rId145" Type="http://schemas.openxmlformats.org/officeDocument/2006/relationships/slide" Target="slides/slide14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49" Type="http://schemas.openxmlformats.org/officeDocument/2006/relationships/slide" Target="slides/slide47.xml"/><Relationship Id="rId114" Type="http://schemas.openxmlformats.org/officeDocument/2006/relationships/slide" Target="slides/slide112.xml"/><Relationship Id="rId119" Type="http://schemas.openxmlformats.org/officeDocument/2006/relationships/slide" Target="slides/slide117.xml"/><Relationship Id="rId44" Type="http://schemas.openxmlformats.org/officeDocument/2006/relationships/slide" Target="slides/slide42.xml"/><Relationship Id="rId60" Type="http://schemas.openxmlformats.org/officeDocument/2006/relationships/slide" Target="slides/slide58.xml"/><Relationship Id="rId65" Type="http://schemas.openxmlformats.org/officeDocument/2006/relationships/slide" Target="slides/slide63.xml"/><Relationship Id="rId81" Type="http://schemas.openxmlformats.org/officeDocument/2006/relationships/slide" Target="slides/slide79.xml"/><Relationship Id="rId86" Type="http://schemas.openxmlformats.org/officeDocument/2006/relationships/slide" Target="slides/slide84.xml"/><Relationship Id="rId130" Type="http://schemas.openxmlformats.org/officeDocument/2006/relationships/slide" Target="slides/slide128.xml"/><Relationship Id="rId135" Type="http://schemas.openxmlformats.org/officeDocument/2006/relationships/slide" Target="slides/slide133.xml"/><Relationship Id="rId151" Type="http://schemas.openxmlformats.org/officeDocument/2006/relationships/slide" Target="slides/slide149.xml"/><Relationship Id="rId156" Type="http://schemas.openxmlformats.org/officeDocument/2006/relationships/presProps" Target="presProps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9" Type="http://schemas.openxmlformats.org/officeDocument/2006/relationships/slide" Target="slides/slide37.xml"/><Relationship Id="rId109" Type="http://schemas.openxmlformats.org/officeDocument/2006/relationships/slide" Target="slides/slide107.xml"/><Relationship Id="rId34" Type="http://schemas.openxmlformats.org/officeDocument/2006/relationships/slide" Target="slides/slide32.xml"/><Relationship Id="rId50" Type="http://schemas.openxmlformats.org/officeDocument/2006/relationships/slide" Target="slides/slide48.xml"/><Relationship Id="rId55" Type="http://schemas.openxmlformats.org/officeDocument/2006/relationships/slide" Target="slides/slide53.xml"/><Relationship Id="rId76" Type="http://schemas.openxmlformats.org/officeDocument/2006/relationships/slide" Target="slides/slide74.xml"/><Relationship Id="rId97" Type="http://schemas.openxmlformats.org/officeDocument/2006/relationships/slide" Target="slides/slide95.xml"/><Relationship Id="rId104" Type="http://schemas.openxmlformats.org/officeDocument/2006/relationships/slide" Target="slides/slide102.xml"/><Relationship Id="rId120" Type="http://schemas.openxmlformats.org/officeDocument/2006/relationships/slide" Target="slides/slide118.xml"/><Relationship Id="rId125" Type="http://schemas.openxmlformats.org/officeDocument/2006/relationships/slide" Target="slides/slide123.xml"/><Relationship Id="rId141" Type="http://schemas.openxmlformats.org/officeDocument/2006/relationships/slide" Target="slides/slide139.xml"/><Relationship Id="rId146" Type="http://schemas.openxmlformats.org/officeDocument/2006/relationships/slide" Target="slides/slide144.xml"/><Relationship Id="rId7" Type="http://schemas.openxmlformats.org/officeDocument/2006/relationships/slide" Target="slides/slide5.xml"/><Relationship Id="rId71" Type="http://schemas.openxmlformats.org/officeDocument/2006/relationships/slide" Target="slides/slide69.xml"/><Relationship Id="rId92" Type="http://schemas.openxmlformats.org/officeDocument/2006/relationships/slide" Target="slides/slide90.xml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27.xml"/><Relationship Id="rId24" Type="http://schemas.openxmlformats.org/officeDocument/2006/relationships/slide" Target="slides/slide22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66" Type="http://schemas.openxmlformats.org/officeDocument/2006/relationships/slide" Target="slides/slide64.xml"/><Relationship Id="rId87" Type="http://schemas.openxmlformats.org/officeDocument/2006/relationships/slide" Target="slides/slide85.xml"/><Relationship Id="rId110" Type="http://schemas.openxmlformats.org/officeDocument/2006/relationships/slide" Target="slides/slide108.xml"/><Relationship Id="rId115" Type="http://schemas.openxmlformats.org/officeDocument/2006/relationships/slide" Target="slides/slide113.xml"/><Relationship Id="rId131" Type="http://schemas.openxmlformats.org/officeDocument/2006/relationships/slide" Target="slides/slide129.xml"/><Relationship Id="rId136" Type="http://schemas.openxmlformats.org/officeDocument/2006/relationships/slide" Target="slides/slide134.xml"/><Relationship Id="rId157" Type="http://schemas.openxmlformats.org/officeDocument/2006/relationships/viewProps" Target="viewProps.xml"/><Relationship Id="rId61" Type="http://schemas.openxmlformats.org/officeDocument/2006/relationships/slide" Target="slides/slide59.xml"/><Relationship Id="rId82" Type="http://schemas.openxmlformats.org/officeDocument/2006/relationships/slide" Target="slides/slide80.xml"/><Relationship Id="rId152" Type="http://schemas.openxmlformats.org/officeDocument/2006/relationships/notesMaster" Target="notesMasters/notesMaster1.xml"/><Relationship Id="rId19" Type="http://schemas.openxmlformats.org/officeDocument/2006/relationships/slide" Target="slides/slide17.xml"/><Relationship Id="rId14" Type="http://schemas.openxmlformats.org/officeDocument/2006/relationships/slide" Target="slides/slide12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56" Type="http://schemas.openxmlformats.org/officeDocument/2006/relationships/slide" Target="slides/slide54.xml"/><Relationship Id="rId77" Type="http://schemas.openxmlformats.org/officeDocument/2006/relationships/slide" Target="slides/slide75.xml"/><Relationship Id="rId100" Type="http://schemas.openxmlformats.org/officeDocument/2006/relationships/slide" Target="slides/slide98.xml"/><Relationship Id="rId105" Type="http://schemas.openxmlformats.org/officeDocument/2006/relationships/slide" Target="slides/slide103.xml"/><Relationship Id="rId126" Type="http://schemas.openxmlformats.org/officeDocument/2006/relationships/slide" Target="slides/slide124.xml"/><Relationship Id="rId147" Type="http://schemas.openxmlformats.org/officeDocument/2006/relationships/slide" Target="slides/slide145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72" Type="http://schemas.openxmlformats.org/officeDocument/2006/relationships/slide" Target="slides/slide70.xml"/><Relationship Id="rId93" Type="http://schemas.openxmlformats.org/officeDocument/2006/relationships/slide" Target="slides/slide91.xml"/><Relationship Id="rId98" Type="http://schemas.openxmlformats.org/officeDocument/2006/relationships/slide" Target="slides/slide96.xml"/><Relationship Id="rId121" Type="http://schemas.openxmlformats.org/officeDocument/2006/relationships/slide" Target="slides/slide119.xml"/><Relationship Id="rId142" Type="http://schemas.openxmlformats.org/officeDocument/2006/relationships/slide" Target="slides/slide140.xml"/><Relationship Id="rId3" Type="http://schemas.openxmlformats.org/officeDocument/2006/relationships/slide" Target="slides/slide1.xml"/><Relationship Id="rId25" Type="http://schemas.openxmlformats.org/officeDocument/2006/relationships/slide" Target="slides/slide23.xml"/><Relationship Id="rId46" Type="http://schemas.openxmlformats.org/officeDocument/2006/relationships/slide" Target="slides/slide44.xml"/><Relationship Id="rId67" Type="http://schemas.openxmlformats.org/officeDocument/2006/relationships/slide" Target="slides/slide65.xml"/><Relationship Id="rId116" Type="http://schemas.openxmlformats.org/officeDocument/2006/relationships/slide" Target="slides/slide114.xml"/><Relationship Id="rId137" Type="http://schemas.openxmlformats.org/officeDocument/2006/relationships/slide" Target="slides/slide135.xml"/><Relationship Id="rId158" Type="http://schemas.openxmlformats.org/officeDocument/2006/relationships/theme" Target="theme/theme1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62" Type="http://schemas.openxmlformats.org/officeDocument/2006/relationships/slide" Target="slides/slide60.xml"/><Relationship Id="rId83" Type="http://schemas.openxmlformats.org/officeDocument/2006/relationships/slide" Target="slides/slide81.xml"/><Relationship Id="rId88" Type="http://schemas.openxmlformats.org/officeDocument/2006/relationships/slide" Target="slides/slide86.xml"/><Relationship Id="rId111" Type="http://schemas.openxmlformats.org/officeDocument/2006/relationships/slide" Target="slides/slide109.xml"/><Relationship Id="rId132" Type="http://schemas.openxmlformats.org/officeDocument/2006/relationships/slide" Target="slides/slide130.xml"/><Relationship Id="rId153" Type="http://schemas.openxmlformats.org/officeDocument/2006/relationships/handoutMaster" Target="handoutMasters/handoutMaster1.xml"/><Relationship Id="rId15" Type="http://schemas.openxmlformats.org/officeDocument/2006/relationships/slide" Target="slides/slide13.xml"/><Relationship Id="rId36" Type="http://schemas.openxmlformats.org/officeDocument/2006/relationships/slide" Target="slides/slide34.xml"/><Relationship Id="rId57" Type="http://schemas.openxmlformats.org/officeDocument/2006/relationships/slide" Target="slides/slide55.xml"/><Relationship Id="rId106" Type="http://schemas.openxmlformats.org/officeDocument/2006/relationships/slide" Target="slides/slide104.xml"/><Relationship Id="rId127" Type="http://schemas.openxmlformats.org/officeDocument/2006/relationships/slide" Target="slides/slide125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52" Type="http://schemas.openxmlformats.org/officeDocument/2006/relationships/slide" Target="slides/slide50.xml"/><Relationship Id="rId73" Type="http://schemas.openxmlformats.org/officeDocument/2006/relationships/slide" Target="slides/slide71.xml"/><Relationship Id="rId78" Type="http://schemas.openxmlformats.org/officeDocument/2006/relationships/slide" Target="slides/slide76.xml"/><Relationship Id="rId94" Type="http://schemas.openxmlformats.org/officeDocument/2006/relationships/slide" Target="slides/slide92.xml"/><Relationship Id="rId99" Type="http://schemas.openxmlformats.org/officeDocument/2006/relationships/slide" Target="slides/slide97.xml"/><Relationship Id="rId101" Type="http://schemas.openxmlformats.org/officeDocument/2006/relationships/slide" Target="slides/slide99.xml"/><Relationship Id="rId122" Type="http://schemas.openxmlformats.org/officeDocument/2006/relationships/slide" Target="slides/slide120.xml"/><Relationship Id="rId143" Type="http://schemas.openxmlformats.org/officeDocument/2006/relationships/slide" Target="slides/slide141.xml"/><Relationship Id="rId148" Type="http://schemas.openxmlformats.org/officeDocument/2006/relationships/slide" Target="slides/slide146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26" Type="http://schemas.openxmlformats.org/officeDocument/2006/relationships/slide" Target="slides/slide24.xml"/><Relationship Id="rId47" Type="http://schemas.openxmlformats.org/officeDocument/2006/relationships/slide" Target="slides/slide45.xml"/><Relationship Id="rId68" Type="http://schemas.openxmlformats.org/officeDocument/2006/relationships/slide" Target="slides/slide66.xml"/><Relationship Id="rId89" Type="http://schemas.openxmlformats.org/officeDocument/2006/relationships/slide" Target="slides/slide87.xml"/><Relationship Id="rId112" Type="http://schemas.openxmlformats.org/officeDocument/2006/relationships/slide" Target="slides/slide110.xml"/><Relationship Id="rId133" Type="http://schemas.openxmlformats.org/officeDocument/2006/relationships/slide" Target="slides/slide131.xml"/><Relationship Id="rId154" Type="http://schemas.openxmlformats.org/officeDocument/2006/relationships/tags" Target="tags/tag1.xml"/><Relationship Id="rId16" Type="http://schemas.openxmlformats.org/officeDocument/2006/relationships/slide" Target="slides/slide14.xml"/><Relationship Id="rId37" Type="http://schemas.openxmlformats.org/officeDocument/2006/relationships/slide" Target="slides/slide35.xml"/><Relationship Id="rId58" Type="http://schemas.openxmlformats.org/officeDocument/2006/relationships/slide" Target="slides/slide56.xml"/><Relationship Id="rId79" Type="http://schemas.openxmlformats.org/officeDocument/2006/relationships/slide" Target="slides/slide77.xml"/><Relationship Id="rId102" Type="http://schemas.openxmlformats.org/officeDocument/2006/relationships/slide" Target="slides/slide100.xml"/><Relationship Id="rId123" Type="http://schemas.openxmlformats.org/officeDocument/2006/relationships/slide" Target="slides/slide121.xml"/><Relationship Id="rId144" Type="http://schemas.openxmlformats.org/officeDocument/2006/relationships/slide" Target="slides/slide142.xml"/><Relationship Id="rId90" Type="http://schemas.openxmlformats.org/officeDocument/2006/relationships/slide" Target="slides/slide88.xml"/><Relationship Id="rId27" Type="http://schemas.openxmlformats.org/officeDocument/2006/relationships/slide" Target="slides/slide25.xml"/><Relationship Id="rId48" Type="http://schemas.openxmlformats.org/officeDocument/2006/relationships/slide" Target="slides/slide46.xml"/><Relationship Id="rId69" Type="http://schemas.openxmlformats.org/officeDocument/2006/relationships/slide" Target="slides/slide67.xml"/><Relationship Id="rId113" Type="http://schemas.openxmlformats.org/officeDocument/2006/relationships/slide" Target="slides/slide111.xml"/><Relationship Id="rId134" Type="http://schemas.openxmlformats.org/officeDocument/2006/relationships/slide" Target="slides/slide132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e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353A075-29DF-4CAE-8BA7-CDA0ED456C88}" type="datetimeFigureOut">
              <a:rPr lang="zh-CN" altLang="en-US" smtClean="0"/>
              <a:t>2025/11/22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E3924EE-29F1-4E68-A53A-86CBCBDF827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A2B73EA-EE91-4E33-A9C1-8BF5DD7139A2}" type="datetimeFigureOut">
              <a:rPr lang="zh-CN" altLang="en-US" smtClean="0"/>
              <a:t>2025/11/22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392B679-AE23-4750-8FB0-6513430B895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1pPr>
    <a:lvl2pPr marL="6096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2pPr>
    <a:lvl3pPr marL="12192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3pPr>
    <a:lvl4pPr marL="18288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4pPr>
    <a:lvl5pPr marL="24384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5pPr>
    <a:lvl6pPr marL="30480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76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72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68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4.xml"/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5.xml"/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6.xml"/><Relationship Id="rId1" Type="http://schemas.openxmlformats.org/officeDocument/2006/relationships/notesMaster" Target="../notesMasters/notesMaster1.xml"/></Relationships>
</file>

<file path=ppt/notesSlides/_rels/notesSlide8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7.xml"/><Relationship Id="rId1" Type="http://schemas.openxmlformats.org/officeDocument/2006/relationships/notesMaster" Target="../notesMasters/notesMaster1.xml"/></Relationships>
</file>

<file path=ppt/notesSlides/_rels/notesSlide8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8.xml"/><Relationship Id="rId1" Type="http://schemas.openxmlformats.org/officeDocument/2006/relationships/notesMaster" Target="../notesMasters/notesMaster1.xml"/></Relationships>
</file>

<file path=ppt/notesSlides/_rels/notesSlide8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9.xml"/><Relationship Id="rId1" Type="http://schemas.openxmlformats.org/officeDocument/2006/relationships/notesMaster" Target="../notesMasters/notesMaster1.xml"/></Relationships>
</file>

<file path=ppt/notesSlides/_rels/notesSlide8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0.xml"/><Relationship Id="rId1" Type="http://schemas.openxmlformats.org/officeDocument/2006/relationships/notesMaster" Target="../notesMasters/notesMaster1.xml"/></Relationships>
</file>

<file path=ppt/notesSlides/_rels/notesSlide9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1.xml"/><Relationship Id="rId1" Type="http://schemas.openxmlformats.org/officeDocument/2006/relationships/notesMaster" Target="../notesMasters/notesMaster1.xml"/></Relationships>
</file>

<file path=ppt/notesSlides/_rels/notesSlide9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2.xml"/><Relationship Id="rId1" Type="http://schemas.openxmlformats.org/officeDocument/2006/relationships/notesMaster" Target="../notesMasters/notesMaster1.xml"/></Relationships>
</file>

<file path=ppt/notesSlides/_rels/notesSlide9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3.xml"/><Relationship Id="rId1" Type="http://schemas.openxmlformats.org/officeDocument/2006/relationships/notesMaster" Target="../notesMasters/notesMaster1.xml"/></Relationships>
</file>

<file path=ppt/notesSlides/_rels/notesSlide9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4.xml"/><Relationship Id="rId1" Type="http://schemas.openxmlformats.org/officeDocument/2006/relationships/notesMaster" Target="../notesMasters/notesMaster1.xml"/></Relationships>
</file>

<file path=ppt/notesSlides/_rels/notesSlide9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5.xml"/><Relationship Id="rId1" Type="http://schemas.openxmlformats.org/officeDocument/2006/relationships/notesMaster" Target="../notesMasters/notesMaster1.xml"/></Relationships>
</file>

<file path=ppt/notesSlides/_rels/notesSlide9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6.xml"/><Relationship Id="rId1" Type="http://schemas.openxmlformats.org/officeDocument/2006/relationships/notesMaster" Target="../notesMasters/notesMaster1.xml"/></Relationships>
</file>

<file path=ppt/notesSlides/_rels/notesSlide9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7.xml"/><Relationship Id="rId1" Type="http://schemas.openxmlformats.org/officeDocument/2006/relationships/notesMaster" Target="../notesMasters/notesMaster1.xml"/></Relationships>
</file>

<file path=ppt/notesSlides/_rels/notesSlide9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8.xml"/><Relationship Id="rId1" Type="http://schemas.openxmlformats.org/officeDocument/2006/relationships/notesMaster" Target="../notesMasters/notesMaster1.xml"/></Relationships>
</file>

<file path=ppt/notesSlides/_rels/notesSlide9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9.xml"/><Relationship Id="rId1" Type="http://schemas.openxmlformats.org/officeDocument/2006/relationships/notesMaster" Target="../notesMasters/notesMaster1.xml"/></Relationships>
</file>

<file path=ppt/notesSlides/_rels/notesSlide9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0.xml"/><Relationship Id="rId1" Type="http://schemas.openxmlformats.org/officeDocument/2006/relationships/notesMaster" Target="../notesMasters/notesMaster1.xml"/></Relationships>
</file>

<file path=ppt/notesSlides/_rels/notesSlide10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1.xml"/><Relationship Id="rId1" Type="http://schemas.openxmlformats.org/officeDocument/2006/relationships/notesMaster" Target="../notesMasters/notesMaster1.xml"/></Relationships>
</file>

<file path=ppt/notesSlides/_rels/notesSlide10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2.xml"/><Relationship Id="rId1" Type="http://schemas.openxmlformats.org/officeDocument/2006/relationships/notesMaster" Target="../notesMasters/notesMaster1.xml"/></Relationships>
</file>

<file path=ppt/notesSlides/_rels/notesSlide10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3.xml"/><Relationship Id="rId1" Type="http://schemas.openxmlformats.org/officeDocument/2006/relationships/notesMaster" Target="../notesMasters/notesMaster1.xml"/></Relationships>
</file>

<file path=ppt/notesSlides/_rels/notesSlide10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4.xml"/><Relationship Id="rId1" Type="http://schemas.openxmlformats.org/officeDocument/2006/relationships/notesMaster" Target="../notesMasters/notesMaster1.xml"/></Relationships>
</file>

<file path=ppt/notesSlides/_rels/notesSlide10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5.xml"/><Relationship Id="rId1" Type="http://schemas.openxmlformats.org/officeDocument/2006/relationships/notesMaster" Target="../notesMasters/notesMaster1.xml"/></Relationships>
</file>

<file path=ppt/notesSlides/_rels/notesSlide10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6.xml"/><Relationship Id="rId1" Type="http://schemas.openxmlformats.org/officeDocument/2006/relationships/notesMaster" Target="../notesMasters/notesMaster1.xml"/></Relationships>
</file>

<file path=ppt/notesSlides/_rels/notesSlide10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7.xml"/><Relationship Id="rId1" Type="http://schemas.openxmlformats.org/officeDocument/2006/relationships/notesMaster" Target="../notesMasters/notesMaster1.xml"/></Relationships>
</file>

<file path=ppt/notesSlides/_rels/notesSlide10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8.xml"/><Relationship Id="rId1" Type="http://schemas.openxmlformats.org/officeDocument/2006/relationships/notesMaster" Target="../notesMasters/notesMaster1.xml"/></Relationships>
</file>

<file path=ppt/notesSlides/_rels/notesSlide10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9.xml"/><Relationship Id="rId1" Type="http://schemas.openxmlformats.org/officeDocument/2006/relationships/notesMaster" Target="../notesMasters/notesMaster1.xml"/></Relationships>
</file>

<file path=ppt/notesSlides/_rels/notesSlide10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0.xml"/><Relationship Id="rId1" Type="http://schemas.openxmlformats.org/officeDocument/2006/relationships/notesMaster" Target="../notesMasters/notesMaster1.xml"/></Relationships>
</file>

<file path=ppt/notesSlides/_rels/notesSlide1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1.xml"/><Relationship Id="rId1" Type="http://schemas.openxmlformats.org/officeDocument/2006/relationships/notesMaster" Target="../notesMasters/notesMaster1.xml"/></Relationships>
</file>

<file path=ppt/notesSlides/_rels/notesSlide1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2.xml"/><Relationship Id="rId1" Type="http://schemas.openxmlformats.org/officeDocument/2006/relationships/notesMaster" Target="../notesMasters/notesMaster1.xml"/></Relationships>
</file>

<file path=ppt/notesSlides/_rels/notesSlide1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3.xml"/><Relationship Id="rId1" Type="http://schemas.openxmlformats.org/officeDocument/2006/relationships/notesMaster" Target="../notesMasters/notesMaster1.xml"/></Relationships>
</file>

<file path=ppt/notesSlides/_rels/notesSlide1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4.xml"/><Relationship Id="rId1" Type="http://schemas.openxmlformats.org/officeDocument/2006/relationships/notesMaster" Target="../notesMasters/notesMaster1.xml"/></Relationships>
</file>

<file path=ppt/notesSlides/_rels/notesSlide1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5.xml"/><Relationship Id="rId1" Type="http://schemas.openxmlformats.org/officeDocument/2006/relationships/notesMaster" Target="../notesMasters/notesMaster1.xml"/></Relationships>
</file>

<file path=ppt/notesSlides/_rels/notesSlide1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6.xml"/><Relationship Id="rId1" Type="http://schemas.openxmlformats.org/officeDocument/2006/relationships/notesMaster" Target="../notesMasters/notesMaster1.xml"/></Relationships>
</file>

<file path=ppt/notesSlides/_rels/notesSlide1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7.xml"/><Relationship Id="rId1" Type="http://schemas.openxmlformats.org/officeDocument/2006/relationships/notesMaster" Target="../notesMasters/notesMaster1.xml"/></Relationships>
</file>

<file path=ppt/notesSlides/_rels/notesSlide1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8.xml"/><Relationship Id="rId1" Type="http://schemas.openxmlformats.org/officeDocument/2006/relationships/notesMaster" Target="../notesMasters/notesMaster1.xml"/></Relationships>
</file>

<file path=ppt/notesSlides/_rels/notesSlide1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9.xml"/><Relationship Id="rId1" Type="http://schemas.openxmlformats.org/officeDocument/2006/relationships/notesMaster" Target="../notesMasters/notesMaster1.xml"/></Relationships>
</file>

<file path=ppt/notesSlides/_rels/notesSlide1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0.xml"/><Relationship Id="rId1" Type="http://schemas.openxmlformats.org/officeDocument/2006/relationships/notesMaster" Target="../notesMasters/notesMaster1.xml"/></Relationships>
</file>

<file path=ppt/notesSlides/_rels/notesSlide1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1.xml"/><Relationship Id="rId1" Type="http://schemas.openxmlformats.org/officeDocument/2006/relationships/notesMaster" Target="../notesMasters/notesMaster1.xml"/></Relationships>
</file>

<file path=ppt/notesSlides/_rels/notesSlide1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2.xml"/><Relationship Id="rId1" Type="http://schemas.openxmlformats.org/officeDocument/2006/relationships/notesMaster" Target="../notesMasters/notesMaster1.xml"/></Relationships>
</file>

<file path=ppt/notesSlides/_rels/notesSlide1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3.xml"/><Relationship Id="rId1" Type="http://schemas.openxmlformats.org/officeDocument/2006/relationships/notesMaster" Target="../notesMasters/notesMaster1.xml"/></Relationships>
</file>

<file path=ppt/notesSlides/_rels/notesSlide1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4.xml"/><Relationship Id="rId1" Type="http://schemas.openxmlformats.org/officeDocument/2006/relationships/notesMaster" Target="../notesMasters/notesMaster1.xml"/></Relationships>
</file>

<file path=ppt/notesSlides/_rels/notesSlide1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5.xml"/><Relationship Id="rId1" Type="http://schemas.openxmlformats.org/officeDocument/2006/relationships/notesMaster" Target="../notesMasters/notesMaster1.xml"/></Relationships>
</file>

<file path=ppt/notesSlides/_rels/notesSlide1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6.xml"/><Relationship Id="rId1" Type="http://schemas.openxmlformats.org/officeDocument/2006/relationships/notesMaster" Target="../notesMasters/notesMaster1.xml"/></Relationships>
</file>

<file path=ppt/notesSlides/_rels/notesSlide1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7.xml"/><Relationship Id="rId1" Type="http://schemas.openxmlformats.org/officeDocument/2006/relationships/notesMaster" Target="../notesMasters/notesMaster1.xml"/></Relationships>
</file>

<file path=ppt/notesSlides/_rels/notesSlide1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8.xml"/><Relationship Id="rId1" Type="http://schemas.openxmlformats.org/officeDocument/2006/relationships/notesMaster" Target="../notesMasters/notesMaster1.xml"/></Relationships>
</file>

<file path=ppt/notesSlides/_rels/notesSlide1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9.xml"/><Relationship Id="rId1" Type="http://schemas.openxmlformats.org/officeDocument/2006/relationships/notesMaster" Target="../notesMasters/notesMaster1.xml"/></Relationships>
</file>

<file path=ppt/notesSlides/_rels/notesSlide1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0.xml"/><Relationship Id="rId1" Type="http://schemas.openxmlformats.org/officeDocument/2006/relationships/notesMaster" Target="../notesMasters/notesMaster1.xml"/></Relationships>
</file>

<file path=ppt/notesSlides/_rels/notesSlide1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1.xml"/><Relationship Id="rId1" Type="http://schemas.openxmlformats.org/officeDocument/2006/relationships/notesMaster" Target="../notesMasters/notesMaster1.xml"/></Relationships>
</file>

<file path=ppt/notesSlides/_rels/notesSlide1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2.xml"/><Relationship Id="rId1" Type="http://schemas.openxmlformats.org/officeDocument/2006/relationships/notesMaster" Target="../notesMasters/notesMaster1.xml"/></Relationships>
</file>

<file path=ppt/notesSlides/_rels/notesSlide1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3.xml"/><Relationship Id="rId1" Type="http://schemas.openxmlformats.org/officeDocument/2006/relationships/notesMaster" Target="../notesMasters/notesMaster1.xml"/></Relationships>
</file>

<file path=ppt/notesSlides/_rels/notesSlide1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4.xml"/><Relationship Id="rId1" Type="http://schemas.openxmlformats.org/officeDocument/2006/relationships/notesMaster" Target="../notesMasters/notesMaster1.xml"/></Relationships>
</file>

<file path=ppt/notesSlides/_rels/notesSlide1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5.xml"/><Relationship Id="rId1" Type="http://schemas.openxmlformats.org/officeDocument/2006/relationships/notesMaster" Target="../notesMasters/notesMaster1.xml"/></Relationships>
</file>

<file path=ppt/notesSlides/_rels/notesSlide1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6.xml"/><Relationship Id="rId1" Type="http://schemas.openxmlformats.org/officeDocument/2006/relationships/notesMaster" Target="../notesMasters/notesMaster1.xml"/></Relationships>
</file>

<file path=ppt/notesSlides/_rels/notesSlide1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7.xml"/><Relationship Id="rId1" Type="http://schemas.openxmlformats.org/officeDocument/2006/relationships/notesMaster" Target="../notesMasters/notesMaster1.xml"/></Relationships>
</file>

<file path=ppt/notesSlides/_rels/notesSlide1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8.xml"/><Relationship Id="rId1" Type="http://schemas.openxmlformats.org/officeDocument/2006/relationships/notesMaster" Target="../notesMasters/notesMaster1.xml"/></Relationships>
</file>

<file path=ppt/notesSlides/_rels/notesSlide1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9.xml"/><Relationship Id="rId1" Type="http://schemas.openxmlformats.org/officeDocument/2006/relationships/notesMaster" Target="../notesMasters/notesMaster1.xml"/></Relationships>
</file>

<file path=ppt/notesSlides/_rels/notesSlide1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0.xml"/><Relationship Id="rId1" Type="http://schemas.openxmlformats.org/officeDocument/2006/relationships/notesMaster" Target="../notesMasters/notesMaster1.xml"/></Relationships>
</file>

<file path=ppt/notesSlides/_rels/notesSlide1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1.xml"/><Relationship Id="rId1" Type="http://schemas.openxmlformats.org/officeDocument/2006/relationships/notesMaster" Target="../notesMasters/notesMaster1.xml"/></Relationships>
</file>

<file path=ppt/notesSlides/_rels/notesSlide1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2.xml"/><Relationship Id="rId1" Type="http://schemas.openxmlformats.org/officeDocument/2006/relationships/notesMaster" Target="../notesMasters/notesMaster1.xml"/></Relationships>
</file>

<file path=ppt/notesSlides/_rels/notesSlide1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3.xml"/><Relationship Id="rId1" Type="http://schemas.openxmlformats.org/officeDocument/2006/relationships/notesMaster" Target="../notesMasters/notesMaster1.xml"/></Relationships>
</file>

<file path=ppt/notesSlides/_rels/notesSlide1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4.xml"/><Relationship Id="rId1" Type="http://schemas.openxmlformats.org/officeDocument/2006/relationships/notesMaster" Target="../notesMasters/notesMaster1.xml"/></Relationships>
</file>

<file path=ppt/notesSlides/_rels/notesSlide1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5.xml"/><Relationship Id="rId1" Type="http://schemas.openxmlformats.org/officeDocument/2006/relationships/notesMaster" Target="../notesMasters/notesMaster1.xml"/></Relationships>
</file>

<file path=ppt/notesSlides/_rels/notesSlide1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6.xml"/><Relationship Id="rId1" Type="http://schemas.openxmlformats.org/officeDocument/2006/relationships/notesMaster" Target="../notesMasters/notesMaster1.xml"/></Relationships>
</file>

<file path=ppt/notesSlides/_rels/notesSlide1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7.xml"/><Relationship Id="rId1" Type="http://schemas.openxmlformats.org/officeDocument/2006/relationships/notesMaster" Target="../notesMasters/notesMaster1.xml"/></Relationships>
</file>

<file path=ppt/notesSlides/_rels/notesSlide1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8.xml"/><Relationship Id="rId1" Type="http://schemas.openxmlformats.org/officeDocument/2006/relationships/notesMaster" Target="../notesMasters/notesMaster1.xml"/></Relationships>
</file>

<file path=ppt/notesSlides/_rels/notesSlide1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4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5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6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7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8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9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10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11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12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13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14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16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17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18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19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20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21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22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23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24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25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26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27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28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29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30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31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32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33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34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35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36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37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38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39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40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41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42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43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44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45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46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47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48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49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50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51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52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53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54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55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56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57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58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59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60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61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62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63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64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65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66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67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68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69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70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71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72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73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74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75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76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77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78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79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80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81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82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83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84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85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86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87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88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89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90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91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92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93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94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95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96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97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98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99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100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101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102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103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104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105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106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0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107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0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108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0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109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0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110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111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112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113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114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115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116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117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118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119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120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121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122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123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124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125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126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127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128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129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130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131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132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133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134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135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136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137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138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139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140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141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142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143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144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145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146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147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148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149</a:t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669777" y="2309308"/>
            <a:ext cx="10850541" cy="899333"/>
          </a:xfrm>
        </p:spPr>
        <p:txBody>
          <a:bodyPr lIns="101600" tIns="38100" rIns="25400" bIns="38100" anchor="t" anchorCtr="0">
            <a:noAutofit/>
          </a:bodyPr>
          <a:lstStyle>
            <a:lvl1pPr algn="ctr">
              <a:defRPr sz="5400" b="0" spc="600">
                <a:effectLst/>
                <a:latin typeface="+mn-ea"/>
                <a:ea typeface="+mn-ea"/>
              </a:defRPr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669820" y="3566185"/>
            <a:ext cx="10850454" cy="801518"/>
          </a:xfrm>
        </p:spPr>
        <p:txBody>
          <a:bodyPr lIns="101600" tIns="38100" rIns="76200" bIns="38100" anchor="ctr" anchorCtr="0">
            <a:noAutofit/>
          </a:bodyPr>
          <a:lstStyle>
            <a:lvl1pPr marL="0" indent="0" algn="ctr" eaLnBrk="1" fontAlgn="auto" latinLnBrk="0" hangingPunct="1">
              <a:lnSpc>
                <a:spcPct val="100000"/>
              </a:lnSpc>
              <a:buNone/>
              <a:defRPr sz="2400" u="none" strike="noStrike" kern="1200" cap="none" spc="200" normalizeH="0" baseline="0">
                <a:solidFill>
                  <a:schemeClr val="tx1"/>
                </a:solidFill>
                <a:uFillTx/>
                <a:latin typeface="+mn-ea"/>
                <a:ea typeface="+mn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5365" indent="0" algn="ctr">
              <a:buNone/>
              <a:defRPr sz="1600"/>
            </a:lvl6pPr>
            <a:lvl7pPr marL="2742565" indent="0" algn="ctr">
              <a:buNone/>
              <a:defRPr sz="1600"/>
            </a:lvl7pPr>
            <a:lvl8pPr marL="3199765" indent="0" algn="ctr">
              <a:buNone/>
              <a:defRPr sz="1600"/>
            </a:lvl8pPr>
            <a:lvl9pPr marL="3656965" indent="0" algn="ctr">
              <a:buNone/>
              <a:defRPr sz="1600"/>
            </a:lvl9pPr>
          </a:lstStyle>
          <a:p>
            <a:r>
              <a:rPr lang="zh-CN" altLang="en-US" dirty="0"/>
              <a:t>单击此处编辑副标题</a:t>
            </a:r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正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69777" y="581333"/>
            <a:ext cx="10850541" cy="64812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2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idx="1" hasCustomPrompt="1"/>
          </p:nvPr>
        </p:nvSpPr>
        <p:spPr>
          <a:xfrm>
            <a:off x="669820" y="1508404"/>
            <a:ext cx="10850454" cy="4750044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zh-CN" altLang="en-US" dirty="0"/>
              <a:t>单击此处编辑正文</a:t>
            </a:r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标题与图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5" name="标题 4"/>
          <p:cNvSpPr>
            <a:spLocks noGrp="1"/>
          </p:cNvSpPr>
          <p:nvPr>
            <p:ph type="title" hasCustomPrompt="1"/>
          </p:nvPr>
        </p:nvSpPr>
        <p:spPr>
          <a:xfrm>
            <a:off x="839974" y="727845"/>
            <a:ext cx="3931306" cy="1115266"/>
          </a:xfrm>
        </p:spPr>
        <p:txBody>
          <a:bodyPr anchor="ctr" anchorCtr="0"/>
          <a:lstStyle>
            <a:lvl1pPr>
              <a:defRPr sz="320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单击此处编辑标题</a:t>
            </a:r>
          </a:p>
        </p:txBody>
      </p:sp>
      <p:sp>
        <p:nvSpPr>
          <p:cNvPr id="6" name="内容占位符 5"/>
          <p:cNvSpPr>
            <a:spLocks noGrp="1"/>
          </p:cNvSpPr>
          <p:nvPr>
            <p:ph idx="1" hasCustomPrompt="1"/>
          </p:nvPr>
        </p:nvSpPr>
        <p:spPr>
          <a:xfrm>
            <a:off x="5137617" y="727845"/>
            <a:ext cx="6171235" cy="5404215"/>
          </a:xfrm>
        </p:spPr>
        <p:txBody>
          <a:bodyPr/>
          <a:lstStyle>
            <a:lvl1pPr>
              <a:defRPr sz="2400">
                <a:latin typeface="+mn-ea"/>
                <a:ea typeface="+mn-ea"/>
              </a:defRPr>
            </a:lvl1pPr>
            <a:lvl2pPr marL="457200" indent="0">
              <a:buNone/>
              <a:defRPr sz="2400">
                <a:latin typeface="+mn-ea"/>
                <a:ea typeface="+mn-ea"/>
              </a:defRPr>
            </a:lvl2pPr>
            <a:lvl3pPr>
              <a:defRPr sz="2400">
                <a:latin typeface="+mn-ea"/>
                <a:ea typeface="+mn-ea"/>
              </a:defRPr>
            </a:lvl3pPr>
            <a:lvl4pPr>
              <a:defRPr sz="2400">
                <a:latin typeface="+mn-ea"/>
                <a:ea typeface="+mn-ea"/>
              </a:defRPr>
            </a:lvl4pPr>
            <a:lvl5pPr>
              <a:defRPr sz="2400">
                <a:latin typeface="+mn-ea"/>
                <a:ea typeface="+mn-ea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单击此处编辑正文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sz="half" idx="2" hasCustomPrompt="1"/>
          </p:nvPr>
        </p:nvSpPr>
        <p:spPr>
          <a:xfrm>
            <a:off x="839974" y="2240060"/>
            <a:ext cx="3931306" cy="3892636"/>
          </a:xfrm>
        </p:spPr>
        <p:txBody>
          <a:bodyPr/>
          <a:lstStyle>
            <a:lvl1pPr marL="342900" indent="-342900">
              <a:buFont typeface="Arial" panose="020B0604020202020204" pitchFamily="34" charset="0"/>
              <a:buChar char="•"/>
              <a:defRPr sz="2400">
                <a:latin typeface="+mn-ea"/>
                <a:ea typeface="+mn-ea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5365" indent="0">
              <a:buNone/>
              <a:defRPr sz="1000"/>
            </a:lvl6pPr>
            <a:lvl7pPr marL="2742565" indent="0">
              <a:buNone/>
              <a:defRPr sz="1000"/>
            </a:lvl7pPr>
            <a:lvl8pPr marL="3199765" indent="0">
              <a:buNone/>
              <a:defRPr sz="1000"/>
            </a:lvl8pPr>
            <a:lvl9pPr marL="3656965" indent="0">
              <a:buNone/>
              <a:defRPr sz="1000"/>
            </a:lvl9pPr>
          </a:lstStyle>
          <a:p>
            <a:pPr lvl="0"/>
            <a:r>
              <a:rPr lang="zh-CN" altLang="en-US"/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注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FABC47A4-756D-490B-A52F-7D9E2C9FC05F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 hasCustomPrompt="1"/>
          </p:nvPr>
        </p:nvSpPr>
        <p:spPr>
          <a:xfrm>
            <a:off x="669820" y="5606183"/>
            <a:ext cx="10850454" cy="558268"/>
          </a:xfrm>
        </p:spPr>
        <p:txBody>
          <a:bodyPr/>
          <a:lstStyle>
            <a:lvl1pPr>
              <a:defRPr b="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单击此处编辑正文</a:t>
            </a:r>
          </a:p>
        </p:txBody>
      </p:sp>
      <p:sp>
        <p:nvSpPr>
          <p:cNvPr id="8" name="内容占位符 7"/>
          <p:cNvSpPr>
            <a:spLocks noGrp="1"/>
          </p:cNvSpPr>
          <p:nvPr>
            <p:ph idx="1" hasCustomPrompt="1"/>
          </p:nvPr>
        </p:nvSpPr>
        <p:spPr>
          <a:xfrm>
            <a:off x="669820" y="641469"/>
            <a:ext cx="10850454" cy="4556969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457200" marR="0" lvl="1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tabLst>
                <a:tab pos="1609725" algn="l"/>
              </a:tabLst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2056765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单张大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idx="1" hasCustomPrompt="1"/>
          </p:nvPr>
        </p:nvSpPr>
        <p:spPr>
          <a:xfrm>
            <a:off x="0" y="0"/>
            <a:ext cx="12194539" cy="6869432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457200" marR="0" lvl="1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tabLst>
                <a:tab pos="1609725" algn="l"/>
              </a:tabLst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2056765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联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" name="内容占位符 1"/>
          <p:cNvSpPr>
            <a:spLocks noGrp="1"/>
          </p:cNvSpPr>
          <p:nvPr>
            <p:ph sz="half" idx="2" hasCustomPrompt="1"/>
          </p:nvPr>
        </p:nvSpPr>
        <p:spPr>
          <a:xfrm>
            <a:off x="467922" y="565255"/>
            <a:ext cx="5399196" cy="5728760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2056765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half" idx="13" hasCustomPrompt="1"/>
          </p:nvPr>
        </p:nvSpPr>
        <p:spPr>
          <a:xfrm>
            <a:off x="6286787" y="565255"/>
            <a:ext cx="5399196" cy="5728760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2056765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</a:t>
            </a:r>
            <a:r>
              <a:rPr>
                <a:sym typeface="+mn-ea"/>
              </a:rPr>
              <a:t>正文</a:t>
            </a:r>
            <a:endParaRPr dirty="0">
              <a:sym typeface="+mn-ea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69777" y="623706"/>
            <a:ext cx="10850541" cy="899333"/>
          </a:xfrm>
        </p:spPr>
        <p:txBody>
          <a:bodyPr vert="horz" lIns="101600" tIns="38100" rIns="25400" bIns="38100" rtlCol="0" anchor="ctr" anchorCtr="0">
            <a:no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None/>
              <a:defRPr kumimoji="0" lang="zh-CN" altLang="en-US" sz="3200" b="0" i="0" u="none" strike="noStrike" kern="1200" cap="none" spc="600" normalizeH="0" baseline="0" noProof="1" dirty="0">
                <a:solidFill>
                  <a:schemeClr val="tx1"/>
                </a:solidFill>
                <a:effectLst/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组合 41"/>
          <p:cNvGrpSpPr/>
          <p:nvPr userDrawn="1"/>
        </p:nvGrpSpPr>
        <p:grpSpPr>
          <a:xfrm>
            <a:off x="0" y="2202951"/>
            <a:ext cx="12190413" cy="2420263"/>
            <a:chOff x="170694" y="177982"/>
            <a:chExt cx="3936004" cy="781165"/>
          </a:xfrm>
        </p:grpSpPr>
        <p:sp>
          <p:nvSpPr>
            <p:cNvPr id="44" name="等腰三角形 43"/>
            <p:cNvSpPr/>
            <p:nvPr/>
          </p:nvSpPr>
          <p:spPr>
            <a:xfrm>
              <a:off x="1233863" y="177982"/>
              <a:ext cx="355284" cy="356514"/>
            </a:xfrm>
            <a:prstGeom prst="triangle">
              <a:avLst/>
            </a:prstGeom>
            <a:solidFill>
              <a:schemeClr val="accent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45" name="等腰三角形 44"/>
            <p:cNvSpPr/>
            <p:nvPr/>
          </p:nvSpPr>
          <p:spPr>
            <a:xfrm flipV="1">
              <a:off x="200258" y="602633"/>
              <a:ext cx="355284" cy="356514"/>
            </a:xfrm>
            <a:prstGeom prst="triangle">
              <a:avLst/>
            </a:prstGeom>
            <a:solidFill>
              <a:schemeClr val="accent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46" name="矩形 45"/>
            <p:cNvSpPr/>
            <p:nvPr/>
          </p:nvSpPr>
          <p:spPr>
            <a:xfrm>
              <a:off x="170694" y="261768"/>
              <a:ext cx="3936004" cy="61198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47" name="平行四边形 46"/>
            <p:cNvSpPr/>
            <p:nvPr/>
          </p:nvSpPr>
          <p:spPr>
            <a:xfrm>
              <a:off x="376965" y="178257"/>
              <a:ext cx="1036076" cy="779005"/>
            </a:xfrm>
            <a:prstGeom prst="parallelogram">
              <a:avLst>
                <a:gd name="adj" fmla="val 48207"/>
              </a:avLst>
            </a:prstGeom>
            <a:solidFill>
              <a:srgbClr val="1369B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48" name="文本框 6"/>
            <p:cNvSpPr txBox="1"/>
            <p:nvPr/>
          </p:nvSpPr>
          <p:spPr>
            <a:xfrm>
              <a:off x="619911" y="284178"/>
              <a:ext cx="650908" cy="553578"/>
            </a:xfrm>
            <a:prstGeom prst="rect">
              <a:avLst/>
            </a:prstGeom>
            <a:noFill/>
          </p:spPr>
          <p:txBody>
            <a:bodyPr wrap="square" lIns="68580" tIns="34290" rIns="68580" bIns="34290" rtlCol="0">
              <a:spAutoFit/>
            </a:bodyPr>
            <a:lstStyle/>
            <a:p>
              <a:endParaRPr lang="zh-CN" altLang="en-US" sz="10700" dirty="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grpSp>
        <p:nvGrpSpPr>
          <p:cNvPr id="7" name="组合 6"/>
          <p:cNvGrpSpPr/>
          <p:nvPr userDrawn="1"/>
        </p:nvGrpSpPr>
        <p:grpSpPr>
          <a:xfrm>
            <a:off x="7919172" y="1700153"/>
            <a:ext cx="575989" cy="577246"/>
            <a:chOff x="6084168" y="1274820"/>
            <a:chExt cx="432048" cy="432834"/>
          </a:xfrm>
        </p:grpSpPr>
        <p:sp>
          <p:nvSpPr>
            <p:cNvPr id="14" name="椭圆 22"/>
            <p:cNvSpPr>
              <a:spLocks noChangeArrowheads="1"/>
            </p:cNvSpPr>
            <p:nvPr/>
          </p:nvSpPr>
          <p:spPr bwMode="auto">
            <a:xfrm>
              <a:off x="6084168" y="1274820"/>
              <a:ext cx="432048" cy="432834"/>
            </a:xfrm>
            <a:prstGeom prst="ellipse">
              <a:avLst/>
            </a:prstGeom>
            <a:solidFill>
              <a:srgbClr val="1369B2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9" name="Freeform 59"/>
            <p:cNvSpPr>
              <a:spLocks noChangeArrowheads="1"/>
            </p:cNvSpPr>
            <p:nvPr/>
          </p:nvSpPr>
          <p:spPr bwMode="auto">
            <a:xfrm>
              <a:off x="6180302" y="1365898"/>
              <a:ext cx="239780" cy="250679"/>
            </a:xfrm>
            <a:custGeom>
              <a:avLst/>
              <a:gdLst>
                <a:gd name="T0" fmla="*/ 73627430 w 581"/>
                <a:gd name="T1" fmla="*/ 67678707 h 609"/>
                <a:gd name="T2" fmla="*/ 61659637 w 581"/>
                <a:gd name="T3" fmla="*/ 78678142 h 609"/>
                <a:gd name="T4" fmla="*/ 54244957 w 581"/>
                <a:gd name="T5" fmla="*/ 72208055 h 609"/>
                <a:gd name="T6" fmla="*/ 57106883 w 581"/>
                <a:gd name="T7" fmla="*/ 65867111 h 609"/>
                <a:gd name="T8" fmla="*/ 61659637 w 581"/>
                <a:gd name="T9" fmla="*/ 69490662 h 609"/>
                <a:gd name="T10" fmla="*/ 71806401 w 581"/>
                <a:gd name="T11" fmla="*/ 61338122 h 609"/>
                <a:gd name="T12" fmla="*/ 73627430 w 581"/>
                <a:gd name="T13" fmla="*/ 67678707 h 609"/>
                <a:gd name="T14" fmla="*/ 61659637 w 581"/>
                <a:gd name="T15" fmla="*/ 64055516 h 609"/>
                <a:gd name="T16" fmla="*/ 49691843 w 581"/>
                <a:gd name="T17" fmla="*/ 69490662 h 609"/>
                <a:gd name="T18" fmla="*/ 51513233 w 581"/>
                <a:gd name="T19" fmla="*/ 75054951 h 609"/>
                <a:gd name="T20" fmla="*/ 3772261 w 581"/>
                <a:gd name="T21" fmla="*/ 78678142 h 609"/>
                <a:gd name="T22" fmla="*/ 0 w 581"/>
                <a:gd name="T23" fmla="*/ 10999436 h 609"/>
                <a:gd name="T24" fmla="*/ 10146404 w 581"/>
                <a:gd name="T25" fmla="*/ 7246742 h 609"/>
                <a:gd name="T26" fmla="*/ 17561444 w 581"/>
                <a:gd name="T27" fmla="*/ 18246178 h 609"/>
                <a:gd name="T28" fmla="*/ 24845922 w 581"/>
                <a:gd name="T29" fmla="*/ 7246742 h 609"/>
                <a:gd name="T30" fmla="*/ 28488341 w 581"/>
                <a:gd name="T31" fmla="*/ 10999436 h 609"/>
                <a:gd name="T32" fmla="*/ 43318061 w 581"/>
                <a:gd name="T33" fmla="*/ 10999436 h 609"/>
                <a:gd name="T34" fmla="*/ 46960119 w 581"/>
                <a:gd name="T35" fmla="*/ 7246742 h 609"/>
                <a:gd name="T36" fmla="*/ 54244957 w 581"/>
                <a:gd name="T37" fmla="*/ 18246178 h 609"/>
                <a:gd name="T38" fmla="*/ 61659637 w 581"/>
                <a:gd name="T39" fmla="*/ 7246742 h 609"/>
                <a:gd name="T40" fmla="*/ 71806401 w 581"/>
                <a:gd name="T41" fmla="*/ 10999436 h 609"/>
                <a:gd name="T42" fmla="*/ 66212751 w 581"/>
                <a:gd name="T43" fmla="*/ 59526167 h 609"/>
                <a:gd name="T44" fmla="*/ 10146404 w 581"/>
                <a:gd name="T45" fmla="*/ 63149718 h 609"/>
                <a:gd name="T46" fmla="*/ 12878128 w 581"/>
                <a:gd name="T47" fmla="*/ 65867111 h 609"/>
                <a:gd name="T48" fmla="*/ 39545439 w 581"/>
                <a:gd name="T49" fmla="*/ 63149718 h 609"/>
                <a:gd name="T50" fmla="*/ 39545439 w 581"/>
                <a:gd name="T51" fmla="*/ 63149718 h 609"/>
                <a:gd name="T52" fmla="*/ 39545439 w 581"/>
                <a:gd name="T53" fmla="*/ 63149718 h 609"/>
                <a:gd name="T54" fmla="*/ 12878128 w 581"/>
                <a:gd name="T55" fmla="*/ 60431965 h 609"/>
                <a:gd name="T56" fmla="*/ 58017218 w 581"/>
                <a:gd name="T57" fmla="*/ 28339815 h 609"/>
                <a:gd name="T58" fmla="*/ 13788823 w 581"/>
                <a:gd name="T59" fmla="*/ 28339815 h 609"/>
                <a:gd name="T60" fmla="*/ 13788823 w 581"/>
                <a:gd name="T61" fmla="*/ 35715700 h 609"/>
                <a:gd name="T62" fmla="*/ 61659637 w 581"/>
                <a:gd name="T63" fmla="*/ 31963007 h 609"/>
                <a:gd name="T64" fmla="*/ 58017218 w 581"/>
                <a:gd name="T65" fmla="*/ 43868240 h 609"/>
                <a:gd name="T66" fmla="*/ 35903020 w 581"/>
                <a:gd name="T67" fmla="*/ 43868240 h 609"/>
                <a:gd name="T68" fmla="*/ 13788823 w 581"/>
                <a:gd name="T69" fmla="*/ 43868240 h 609"/>
                <a:gd name="T70" fmla="*/ 13788823 w 581"/>
                <a:gd name="T71" fmla="*/ 51244484 h 609"/>
                <a:gd name="T72" fmla="*/ 35903020 w 581"/>
                <a:gd name="T73" fmla="*/ 51244484 h 609"/>
                <a:gd name="T74" fmla="*/ 61659637 w 581"/>
                <a:gd name="T75" fmla="*/ 47491791 h 609"/>
                <a:gd name="T76" fmla="*/ 54244957 w 581"/>
                <a:gd name="T77" fmla="*/ 14622627 h 609"/>
                <a:gd name="T78" fmla="*/ 50602538 w 581"/>
                <a:gd name="T79" fmla="*/ 10999436 h 609"/>
                <a:gd name="T80" fmla="*/ 54244957 w 581"/>
                <a:gd name="T81" fmla="*/ 0 h 609"/>
                <a:gd name="T82" fmla="*/ 58017218 w 581"/>
                <a:gd name="T83" fmla="*/ 10999436 h 609"/>
                <a:gd name="T84" fmla="*/ 35903020 w 581"/>
                <a:gd name="T85" fmla="*/ 14622627 h 609"/>
                <a:gd name="T86" fmla="*/ 32260601 w 581"/>
                <a:gd name="T87" fmla="*/ 10999436 h 609"/>
                <a:gd name="T88" fmla="*/ 35903020 w 581"/>
                <a:gd name="T89" fmla="*/ 0 h 609"/>
                <a:gd name="T90" fmla="*/ 39545439 w 581"/>
                <a:gd name="T91" fmla="*/ 10999436 h 609"/>
                <a:gd name="T92" fmla="*/ 17561444 w 581"/>
                <a:gd name="T93" fmla="*/ 14622627 h 609"/>
                <a:gd name="T94" fmla="*/ 13788823 w 581"/>
                <a:gd name="T95" fmla="*/ 10999436 h 609"/>
                <a:gd name="T96" fmla="*/ 17561444 w 581"/>
                <a:gd name="T97" fmla="*/ 0 h 609"/>
                <a:gd name="T98" fmla="*/ 21203502 w 581"/>
                <a:gd name="T99" fmla="*/ 10999436 h 609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</a:gdLst>
              <a:ahLst/>
              <a:cxnLst>
                <a:cxn ang="T100">
                  <a:pos x="T0" y="T1"/>
                </a:cxn>
                <a:cxn ang="T101">
                  <a:pos x="T2" y="T3"/>
                </a:cxn>
                <a:cxn ang="T102">
                  <a:pos x="T4" y="T5"/>
                </a:cxn>
                <a:cxn ang="T103">
                  <a:pos x="T6" y="T7"/>
                </a:cxn>
                <a:cxn ang="T104">
                  <a:pos x="T8" y="T9"/>
                </a:cxn>
                <a:cxn ang="T105">
                  <a:pos x="T10" y="T11"/>
                </a:cxn>
                <a:cxn ang="T106">
                  <a:pos x="T12" y="T13"/>
                </a:cxn>
                <a:cxn ang="T107">
                  <a:pos x="T14" y="T15"/>
                </a:cxn>
                <a:cxn ang="T108">
                  <a:pos x="T16" y="T17"/>
                </a:cxn>
                <a:cxn ang="T109">
                  <a:pos x="T18" y="T19"/>
                </a:cxn>
                <a:cxn ang="T110">
                  <a:pos x="T20" y="T21"/>
                </a:cxn>
                <a:cxn ang="T111">
                  <a:pos x="T22" y="T23"/>
                </a:cxn>
                <a:cxn ang="T112">
                  <a:pos x="T24" y="T25"/>
                </a:cxn>
                <a:cxn ang="T113">
                  <a:pos x="T26" y="T27"/>
                </a:cxn>
                <a:cxn ang="T114">
                  <a:pos x="T28" y="T29"/>
                </a:cxn>
                <a:cxn ang="T115">
                  <a:pos x="T30" y="T31"/>
                </a:cxn>
                <a:cxn ang="T116">
                  <a:pos x="T32" y="T33"/>
                </a:cxn>
                <a:cxn ang="T117">
                  <a:pos x="T34" y="T35"/>
                </a:cxn>
                <a:cxn ang="T118">
                  <a:pos x="T36" y="T37"/>
                </a:cxn>
                <a:cxn ang="T119">
                  <a:pos x="T38" y="T39"/>
                </a:cxn>
                <a:cxn ang="T120">
                  <a:pos x="T40" y="T41"/>
                </a:cxn>
                <a:cxn ang="T121">
                  <a:pos x="T42" y="T43"/>
                </a:cxn>
                <a:cxn ang="T122">
                  <a:pos x="T44" y="T45"/>
                </a:cxn>
                <a:cxn ang="T123">
                  <a:pos x="T46" y="T47"/>
                </a:cxn>
                <a:cxn ang="T124">
                  <a:pos x="T48" y="T49"/>
                </a:cxn>
                <a:cxn ang="T125">
                  <a:pos x="T50" y="T51"/>
                </a:cxn>
                <a:cxn ang="T126">
                  <a:pos x="T52" y="T53"/>
                </a:cxn>
                <a:cxn ang="T127">
                  <a:pos x="T54" y="T55"/>
                </a:cxn>
                <a:cxn ang="T128">
                  <a:pos x="T56" y="T57"/>
                </a:cxn>
                <a:cxn ang="T129">
                  <a:pos x="T58" y="T59"/>
                </a:cxn>
                <a:cxn ang="T130">
                  <a:pos x="T60" y="T61"/>
                </a:cxn>
                <a:cxn ang="T131">
                  <a:pos x="T62" y="T63"/>
                </a:cxn>
                <a:cxn ang="T132">
                  <a:pos x="T64" y="T65"/>
                </a:cxn>
                <a:cxn ang="T133">
                  <a:pos x="T66" y="T67"/>
                </a:cxn>
                <a:cxn ang="T134">
                  <a:pos x="T68" y="T69"/>
                </a:cxn>
                <a:cxn ang="T135">
                  <a:pos x="T70" y="T71"/>
                </a:cxn>
                <a:cxn ang="T136">
                  <a:pos x="T72" y="T73"/>
                </a:cxn>
                <a:cxn ang="T137">
                  <a:pos x="T74" y="T75"/>
                </a:cxn>
                <a:cxn ang="T138">
                  <a:pos x="T76" y="T77"/>
                </a:cxn>
                <a:cxn ang="T139">
                  <a:pos x="T78" y="T79"/>
                </a:cxn>
                <a:cxn ang="T140">
                  <a:pos x="T80" y="T81"/>
                </a:cxn>
                <a:cxn ang="T141">
                  <a:pos x="T82" y="T83"/>
                </a:cxn>
                <a:cxn ang="T142">
                  <a:pos x="T84" y="T85"/>
                </a:cxn>
                <a:cxn ang="T143">
                  <a:pos x="T86" y="T87"/>
                </a:cxn>
                <a:cxn ang="T144">
                  <a:pos x="T88" y="T89"/>
                </a:cxn>
                <a:cxn ang="T145">
                  <a:pos x="T90" y="T91"/>
                </a:cxn>
                <a:cxn ang="T146">
                  <a:pos x="T92" y="T93"/>
                </a:cxn>
                <a:cxn ang="T147">
                  <a:pos x="T94" y="T95"/>
                </a:cxn>
                <a:cxn ang="T148">
                  <a:pos x="T96" y="T97"/>
                </a:cxn>
                <a:cxn ang="T149">
                  <a:pos x="T98" y="T99"/>
                </a:cxn>
              </a:cxnLst>
              <a:rect l="0" t="0" r="r" b="b"/>
              <a:pathLst>
                <a:path w="581" h="609">
                  <a:moveTo>
                    <a:pt x="566" y="523"/>
                  </a:moveTo>
                  <a:lnTo>
                    <a:pt x="566" y="523"/>
                  </a:lnTo>
                  <a:cubicBezTo>
                    <a:pt x="495" y="594"/>
                    <a:pt x="495" y="594"/>
                    <a:pt x="495" y="594"/>
                  </a:cubicBezTo>
                  <a:cubicBezTo>
                    <a:pt x="488" y="601"/>
                    <a:pt x="481" y="608"/>
                    <a:pt x="474" y="608"/>
                  </a:cubicBezTo>
                  <a:cubicBezTo>
                    <a:pt x="467" y="608"/>
                    <a:pt x="460" y="601"/>
                    <a:pt x="453" y="594"/>
                  </a:cubicBezTo>
                  <a:cubicBezTo>
                    <a:pt x="417" y="558"/>
                    <a:pt x="417" y="558"/>
                    <a:pt x="417" y="558"/>
                  </a:cubicBezTo>
                  <a:cubicBezTo>
                    <a:pt x="410" y="551"/>
                    <a:pt x="410" y="544"/>
                    <a:pt x="410" y="537"/>
                  </a:cubicBezTo>
                  <a:cubicBezTo>
                    <a:pt x="410" y="523"/>
                    <a:pt x="417" y="509"/>
                    <a:pt x="439" y="509"/>
                  </a:cubicBezTo>
                  <a:cubicBezTo>
                    <a:pt x="446" y="509"/>
                    <a:pt x="453" y="516"/>
                    <a:pt x="453" y="523"/>
                  </a:cubicBezTo>
                  <a:cubicBezTo>
                    <a:pt x="474" y="537"/>
                    <a:pt x="474" y="537"/>
                    <a:pt x="474" y="537"/>
                  </a:cubicBezTo>
                  <a:cubicBezTo>
                    <a:pt x="530" y="481"/>
                    <a:pt x="530" y="481"/>
                    <a:pt x="530" y="481"/>
                  </a:cubicBezTo>
                  <a:cubicBezTo>
                    <a:pt x="537" y="474"/>
                    <a:pt x="545" y="474"/>
                    <a:pt x="552" y="474"/>
                  </a:cubicBezTo>
                  <a:cubicBezTo>
                    <a:pt x="566" y="474"/>
                    <a:pt x="580" y="488"/>
                    <a:pt x="580" y="502"/>
                  </a:cubicBezTo>
                  <a:cubicBezTo>
                    <a:pt x="580" y="509"/>
                    <a:pt x="573" y="516"/>
                    <a:pt x="566" y="523"/>
                  </a:cubicBezTo>
                  <a:close/>
                  <a:moveTo>
                    <a:pt x="474" y="495"/>
                  </a:moveTo>
                  <a:lnTo>
                    <a:pt x="474" y="495"/>
                  </a:lnTo>
                  <a:cubicBezTo>
                    <a:pt x="467" y="488"/>
                    <a:pt x="453" y="481"/>
                    <a:pt x="439" y="481"/>
                  </a:cubicBezTo>
                  <a:cubicBezTo>
                    <a:pt x="403" y="481"/>
                    <a:pt x="382" y="509"/>
                    <a:pt x="382" y="537"/>
                  </a:cubicBezTo>
                  <a:cubicBezTo>
                    <a:pt x="382" y="558"/>
                    <a:pt x="389" y="573"/>
                    <a:pt x="396" y="580"/>
                  </a:cubicBezTo>
                  <a:cubicBezTo>
                    <a:pt x="424" y="608"/>
                    <a:pt x="424" y="608"/>
                    <a:pt x="424" y="608"/>
                  </a:cubicBezTo>
                  <a:cubicBezTo>
                    <a:pt x="29" y="608"/>
                    <a:pt x="29" y="608"/>
                    <a:pt x="29" y="608"/>
                  </a:cubicBezTo>
                  <a:cubicBezTo>
                    <a:pt x="15" y="608"/>
                    <a:pt x="0" y="594"/>
                    <a:pt x="0" y="580"/>
                  </a:cubicBezTo>
                  <a:cubicBezTo>
                    <a:pt x="0" y="85"/>
                    <a:pt x="0" y="85"/>
                    <a:pt x="0" y="85"/>
                  </a:cubicBezTo>
                  <a:cubicBezTo>
                    <a:pt x="0" y="71"/>
                    <a:pt x="15" y="56"/>
                    <a:pt x="29" y="56"/>
                  </a:cubicBezTo>
                  <a:cubicBezTo>
                    <a:pt x="78" y="56"/>
                    <a:pt x="78" y="56"/>
                    <a:pt x="78" y="56"/>
                  </a:cubicBezTo>
                  <a:cubicBezTo>
                    <a:pt x="78" y="85"/>
                    <a:pt x="78" y="85"/>
                    <a:pt x="78" y="85"/>
                  </a:cubicBezTo>
                  <a:cubicBezTo>
                    <a:pt x="78" y="120"/>
                    <a:pt x="106" y="141"/>
                    <a:pt x="135" y="141"/>
                  </a:cubicBezTo>
                  <a:cubicBezTo>
                    <a:pt x="163" y="141"/>
                    <a:pt x="191" y="120"/>
                    <a:pt x="191" y="85"/>
                  </a:cubicBezTo>
                  <a:cubicBezTo>
                    <a:pt x="191" y="56"/>
                    <a:pt x="191" y="56"/>
                    <a:pt x="191" y="56"/>
                  </a:cubicBezTo>
                  <a:cubicBezTo>
                    <a:pt x="219" y="56"/>
                    <a:pt x="219" y="56"/>
                    <a:pt x="219" y="56"/>
                  </a:cubicBezTo>
                  <a:cubicBezTo>
                    <a:pt x="219" y="85"/>
                    <a:pt x="219" y="85"/>
                    <a:pt x="219" y="85"/>
                  </a:cubicBezTo>
                  <a:cubicBezTo>
                    <a:pt x="219" y="120"/>
                    <a:pt x="248" y="141"/>
                    <a:pt x="276" y="141"/>
                  </a:cubicBezTo>
                  <a:cubicBezTo>
                    <a:pt x="304" y="141"/>
                    <a:pt x="333" y="120"/>
                    <a:pt x="333" y="85"/>
                  </a:cubicBezTo>
                  <a:cubicBezTo>
                    <a:pt x="333" y="56"/>
                    <a:pt x="333" y="56"/>
                    <a:pt x="333" y="56"/>
                  </a:cubicBezTo>
                  <a:cubicBezTo>
                    <a:pt x="361" y="56"/>
                    <a:pt x="361" y="56"/>
                    <a:pt x="361" y="56"/>
                  </a:cubicBezTo>
                  <a:cubicBezTo>
                    <a:pt x="361" y="85"/>
                    <a:pt x="361" y="85"/>
                    <a:pt x="361" y="85"/>
                  </a:cubicBezTo>
                  <a:cubicBezTo>
                    <a:pt x="361" y="120"/>
                    <a:pt x="389" y="141"/>
                    <a:pt x="417" y="141"/>
                  </a:cubicBezTo>
                  <a:cubicBezTo>
                    <a:pt x="446" y="141"/>
                    <a:pt x="474" y="120"/>
                    <a:pt x="474" y="85"/>
                  </a:cubicBezTo>
                  <a:cubicBezTo>
                    <a:pt x="474" y="56"/>
                    <a:pt x="474" y="56"/>
                    <a:pt x="474" y="56"/>
                  </a:cubicBezTo>
                  <a:cubicBezTo>
                    <a:pt x="523" y="56"/>
                    <a:pt x="523" y="56"/>
                    <a:pt x="523" y="56"/>
                  </a:cubicBezTo>
                  <a:cubicBezTo>
                    <a:pt x="537" y="56"/>
                    <a:pt x="552" y="71"/>
                    <a:pt x="552" y="85"/>
                  </a:cubicBezTo>
                  <a:cubicBezTo>
                    <a:pt x="552" y="445"/>
                    <a:pt x="552" y="445"/>
                    <a:pt x="552" y="445"/>
                  </a:cubicBezTo>
                  <a:cubicBezTo>
                    <a:pt x="530" y="445"/>
                    <a:pt x="516" y="452"/>
                    <a:pt x="509" y="460"/>
                  </a:cubicBezTo>
                  <a:lnTo>
                    <a:pt x="474" y="495"/>
                  </a:lnTo>
                  <a:close/>
                  <a:moveTo>
                    <a:pt x="78" y="488"/>
                  </a:moveTo>
                  <a:lnTo>
                    <a:pt x="78" y="488"/>
                  </a:lnTo>
                  <a:cubicBezTo>
                    <a:pt x="78" y="502"/>
                    <a:pt x="85" y="509"/>
                    <a:pt x="99" y="509"/>
                  </a:cubicBezTo>
                  <a:cubicBezTo>
                    <a:pt x="283" y="509"/>
                    <a:pt x="283" y="509"/>
                    <a:pt x="283" y="509"/>
                  </a:cubicBezTo>
                  <a:cubicBezTo>
                    <a:pt x="297" y="509"/>
                    <a:pt x="304" y="502"/>
                    <a:pt x="304" y="488"/>
                  </a:cubicBezTo>
                  <a:cubicBezTo>
                    <a:pt x="304" y="474"/>
                    <a:pt x="297" y="467"/>
                    <a:pt x="283" y="467"/>
                  </a:cubicBezTo>
                  <a:cubicBezTo>
                    <a:pt x="99" y="467"/>
                    <a:pt x="99" y="467"/>
                    <a:pt x="99" y="467"/>
                  </a:cubicBezTo>
                  <a:cubicBezTo>
                    <a:pt x="85" y="467"/>
                    <a:pt x="78" y="474"/>
                    <a:pt x="78" y="488"/>
                  </a:cubicBezTo>
                  <a:close/>
                  <a:moveTo>
                    <a:pt x="446" y="219"/>
                  </a:moveTo>
                  <a:lnTo>
                    <a:pt x="446" y="219"/>
                  </a:lnTo>
                  <a:cubicBezTo>
                    <a:pt x="106" y="219"/>
                    <a:pt x="106" y="219"/>
                    <a:pt x="106" y="219"/>
                  </a:cubicBezTo>
                  <a:cubicBezTo>
                    <a:pt x="92" y="219"/>
                    <a:pt x="78" y="233"/>
                    <a:pt x="78" y="247"/>
                  </a:cubicBezTo>
                  <a:cubicBezTo>
                    <a:pt x="78" y="262"/>
                    <a:pt x="92" y="276"/>
                    <a:pt x="106" y="276"/>
                  </a:cubicBezTo>
                  <a:cubicBezTo>
                    <a:pt x="446" y="276"/>
                    <a:pt x="446" y="276"/>
                    <a:pt x="446" y="276"/>
                  </a:cubicBezTo>
                  <a:cubicBezTo>
                    <a:pt x="460" y="276"/>
                    <a:pt x="474" y="262"/>
                    <a:pt x="474" y="247"/>
                  </a:cubicBezTo>
                  <a:cubicBezTo>
                    <a:pt x="474" y="233"/>
                    <a:pt x="460" y="219"/>
                    <a:pt x="446" y="219"/>
                  </a:cubicBezTo>
                  <a:close/>
                  <a:moveTo>
                    <a:pt x="446" y="339"/>
                  </a:moveTo>
                  <a:lnTo>
                    <a:pt x="446" y="339"/>
                  </a:lnTo>
                  <a:cubicBezTo>
                    <a:pt x="276" y="339"/>
                    <a:pt x="276" y="339"/>
                    <a:pt x="276" y="339"/>
                  </a:cubicBezTo>
                  <a:cubicBezTo>
                    <a:pt x="226" y="339"/>
                    <a:pt x="226" y="339"/>
                    <a:pt x="226" y="339"/>
                  </a:cubicBezTo>
                  <a:cubicBezTo>
                    <a:pt x="106" y="339"/>
                    <a:pt x="106" y="339"/>
                    <a:pt x="106" y="339"/>
                  </a:cubicBezTo>
                  <a:cubicBezTo>
                    <a:pt x="92" y="339"/>
                    <a:pt x="78" y="353"/>
                    <a:pt x="78" y="367"/>
                  </a:cubicBezTo>
                  <a:cubicBezTo>
                    <a:pt x="78" y="389"/>
                    <a:pt x="92" y="396"/>
                    <a:pt x="106" y="396"/>
                  </a:cubicBezTo>
                  <a:cubicBezTo>
                    <a:pt x="226" y="396"/>
                    <a:pt x="226" y="396"/>
                    <a:pt x="226" y="396"/>
                  </a:cubicBezTo>
                  <a:cubicBezTo>
                    <a:pt x="276" y="396"/>
                    <a:pt x="276" y="396"/>
                    <a:pt x="276" y="396"/>
                  </a:cubicBezTo>
                  <a:cubicBezTo>
                    <a:pt x="446" y="396"/>
                    <a:pt x="446" y="396"/>
                    <a:pt x="446" y="396"/>
                  </a:cubicBezTo>
                  <a:cubicBezTo>
                    <a:pt x="460" y="396"/>
                    <a:pt x="474" y="389"/>
                    <a:pt x="474" y="367"/>
                  </a:cubicBezTo>
                  <a:cubicBezTo>
                    <a:pt x="474" y="353"/>
                    <a:pt x="460" y="339"/>
                    <a:pt x="446" y="339"/>
                  </a:cubicBezTo>
                  <a:close/>
                  <a:moveTo>
                    <a:pt x="417" y="113"/>
                  </a:moveTo>
                  <a:lnTo>
                    <a:pt x="417" y="113"/>
                  </a:lnTo>
                  <a:cubicBezTo>
                    <a:pt x="403" y="113"/>
                    <a:pt x="389" y="106"/>
                    <a:pt x="389" y="85"/>
                  </a:cubicBezTo>
                  <a:cubicBezTo>
                    <a:pt x="389" y="28"/>
                    <a:pt x="389" y="28"/>
                    <a:pt x="389" y="28"/>
                  </a:cubicBezTo>
                  <a:cubicBezTo>
                    <a:pt x="389" y="14"/>
                    <a:pt x="403" y="0"/>
                    <a:pt x="417" y="0"/>
                  </a:cubicBezTo>
                  <a:cubicBezTo>
                    <a:pt x="431" y="0"/>
                    <a:pt x="446" y="14"/>
                    <a:pt x="446" y="28"/>
                  </a:cubicBezTo>
                  <a:cubicBezTo>
                    <a:pt x="446" y="85"/>
                    <a:pt x="446" y="85"/>
                    <a:pt x="446" y="85"/>
                  </a:cubicBezTo>
                  <a:cubicBezTo>
                    <a:pt x="446" y="106"/>
                    <a:pt x="431" y="113"/>
                    <a:pt x="417" y="113"/>
                  </a:cubicBezTo>
                  <a:close/>
                  <a:moveTo>
                    <a:pt x="276" y="113"/>
                  </a:moveTo>
                  <a:lnTo>
                    <a:pt x="276" y="113"/>
                  </a:lnTo>
                  <a:cubicBezTo>
                    <a:pt x="262" y="113"/>
                    <a:pt x="248" y="106"/>
                    <a:pt x="248" y="85"/>
                  </a:cubicBezTo>
                  <a:cubicBezTo>
                    <a:pt x="248" y="28"/>
                    <a:pt x="248" y="28"/>
                    <a:pt x="248" y="28"/>
                  </a:cubicBezTo>
                  <a:cubicBezTo>
                    <a:pt x="248" y="14"/>
                    <a:pt x="262" y="0"/>
                    <a:pt x="276" y="0"/>
                  </a:cubicBezTo>
                  <a:cubicBezTo>
                    <a:pt x="290" y="0"/>
                    <a:pt x="304" y="14"/>
                    <a:pt x="304" y="28"/>
                  </a:cubicBezTo>
                  <a:cubicBezTo>
                    <a:pt x="304" y="85"/>
                    <a:pt x="304" y="85"/>
                    <a:pt x="304" y="85"/>
                  </a:cubicBezTo>
                  <a:cubicBezTo>
                    <a:pt x="304" y="106"/>
                    <a:pt x="290" y="113"/>
                    <a:pt x="276" y="113"/>
                  </a:cubicBezTo>
                  <a:close/>
                  <a:moveTo>
                    <a:pt x="135" y="113"/>
                  </a:moveTo>
                  <a:lnTo>
                    <a:pt x="135" y="113"/>
                  </a:lnTo>
                  <a:cubicBezTo>
                    <a:pt x="121" y="113"/>
                    <a:pt x="106" y="106"/>
                    <a:pt x="106" y="85"/>
                  </a:cubicBezTo>
                  <a:cubicBezTo>
                    <a:pt x="106" y="28"/>
                    <a:pt x="106" y="28"/>
                    <a:pt x="106" y="28"/>
                  </a:cubicBezTo>
                  <a:cubicBezTo>
                    <a:pt x="106" y="14"/>
                    <a:pt x="121" y="0"/>
                    <a:pt x="135" y="0"/>
                  </a:cubicBezTo>
                  <a:cubicBezTo>
                    <a:pt x="149" y="0"/>
                    <a:pt x="163" y="14"/>
                    <a:pt x="163" y="28"/>
                  </a:cubicBezTo>
                  <a:cubicBezTo>
                    <a:pt x="163" y="85"/>
                    <a:pt x="163" y="85"/>
                    <a:pt x="163" y="85"/>
                  </a:cubicBezTo>
                  <a:cubicBezTo>
                    <a:pt x="163" y="106"/>
                    <a:pt x="149" y="113"/>
                    <a:pt x="135" y="113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90" tIns="17145" rIns="34290" bIns="17145" anchor="ctr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  <p:grpSp>
        <p:nvGrpSpPr>
          <p:cNvPr id="8" name="组合 7"/>
          <p:cNvGrpSpPr/>
          <p:nvPr userDrawn="1"/>
        </p:nvGrpSpPr>
        <p:grpSpPr>
          <a:xfrm>
            <a:off x="6191205" y="1700678"/>
            <a:ext cx="575989" cy="576197"/>
            <a:chOff x="4788024" y="1275213"/>
            <a:chExt cx="432048" cy="432048"/>
          </a:xfrm>
        </p:grpSpPr>
        <p:sp>
          <p:nvSpPr>
            <p:cNvPr id="17" name="椭圆 65"/>
            <p:cNvSpPr>
              <a:spLocks noChangeArrowheads="1"/>
            </p:cNvSpPr>
            <p:nvPr/>
          </p:nvSpPr>
          <p:spPr bwMode="auto">
            <a:xfrm>
              <a:off x="4788024" y="1275213"/>
              <a:ext cx="432048" cy="432048"/>
            </a:xfrm>
            <a:prstGeom prst="ellipse">
              <a:avLst/>
            </a:prstGeom>
            <a:solidFill>
              <a:srgbClr val="F79600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0" name="Freeform 110"/>
            <p:cNvSpPr>
              <a:spLocks noChangeArrowheads="1"/>
            </p:cNvSpPr>
            <p:nvPr/>
          </p:nvSpPr>
          <p:spPr bwMode="auto">
            <a:xfrm>
              <a:off x="4891102" y="1366806"/>
              <a:ext cx="250679" cy="248862"/>
            </a:xfrm>
            <a:custGeom>
              <a:avLst/>
              <a:gdLst>
                <a:gd name="T0" fmla="*/ 78678142 w 609"/>
                <a:gd name="T1" fmla="*/ 71002280 h 602"/>
                <a:gd name="T2" fmla="*/ 78678142 w 609"/>
                <a:gd name="T3" fmla="*/ 71002280 h 602"/>
                <a:gd name="T4" fmla="*/ 71302258 w 609"/>
                <a:gd name="T5" fmla="*/ 78441997 h 602"/>
                <a:gd name="T6" fmla="*/ 65867111 w 609"/>
                <a:gd name="T7" fmla="*/ 76614673 h 602"/>
                <a:gd name="T8" fmla="*/ 44774038 w 609"/>
                <a:gd name="T9" fmla="*/ 54426302 h 602"/>
                <a:gd name="T10" fmla="*/ 29245613 w 609"/>
                <a:gd name="T11" fmla="*/ 59125033 h 602"/>
                <a:gd name="T12" fmla="*/ 0 w 609"/>
                <a:gd name="T13" fmla="*/ 29497307 h 602"/>
                <a:gd name="T14" fmla="*/ 29245613 w 609"/>
                <a:gd name="T15" fmla="*/ 0 h 602"/>
                <a:gd name="T16" fmla="*/ 58491226 w 609"/>
                <a:gd name="T17" fmla="*/ 29497307 h 602"/>
                <a:gd name="T18" fmla="*/ 54867675 w 609"/>
                <a:gd name="T19" fmla="*/ 44376380 h 602"/>
                <a:gd name="T20" fmla="*/ 75960749 w 609"/>
                <a:gd name="T21" fmla="*/ 65520668 h 602"/>
                <a:gd name="T22" fmla="*/ 78678142 w 609"/>
                <a:gd name="T23" fmla="*/ 71002280 h 602"/>
                <a:gd name="T24" fmla="*/ 29245613 w 609"/>
                <a:gd name="T25" fmla="*/ 7439717 h 602"/>
                <a:gd name="T26" fmla="*/ 29245613 w 609"/>
                <a:gd name="T27" fmla="*/ 7439717 h 602"/>
                <a:gd name="T28" fmla="*/ 7246742 w 609"/>
                <a:gd name="T29" fmla="*/ 29497307 h 602"/>
                <a:gd name="T30" fmla="*/ 29245613 w 609"/>
                <a:gd name="T31" fmla="*/ 51685677 h 602"/>
                <a:gd name="T32" fmla="*/ 51244484 w 609"/>
                <a:gd name="T33" fmla="*/ 29497307 h 602"/>
                <a:gd name="T34" fmla="*/ 29245613 w 609"/>
                <a:gd name="T35" fmla="*/ 7439717 h 602"/>
                <a:gd name="T36" fmla="*/ 42056644 w 609"/>
                <a:gd name="T37" fmla="*/ 33282375 h 602"/>
                <a:gd name="T38" fmla="*/ 42056644 w 609"/>
                <a:gd name="T39" fmla="*/ 33282375 h 602"/>
                <a:gd name="T40" fmla="*/ 32868804 w 609"/>
                <a:gd name="T41" fmla="*/ 33282375 h 602"/>
                <a:gd name="T42" fmla="*/ 32868804 w 609"/>
                <a:gd name="T43" fmla="*/ 41504973 h 602"/>
                <a:gd name="T44" fmla="*/ 29245613 w 609"/>
                <a:gd name="T45" fmla="*/ 45290042 h 602"/>
                <a:gd name="T46" fmla="*/ 25622062 w 609"/>
                <a:gd name="T47" fmla="*/ 41504973 h 602"/>
                <a:gd name="T48" fmla="*/ 25622062 w 609"/>
                <a:gd name="T49" fmla="*/ 33282375 h 602"/>
                <a:gd name="T50" fmla="*/ 17340380 w 609"/>
                <a:gd name="T51" fmla="*/ 33282375 h 602"/>
                <a:gd name="T52" fmla="*/ 13716829 w 609"/>
                <a:gd name="T53" fmla="*/ 29497307 h 602"/>
                <a:gd name="T54" fmla="*/ 17340380 w 609"/>
                <a:gd name="T55" fmla="*/ 25842658 h 602"/>
                <a:gd name="T56" fmla="*/ 25622062 w 609"/>
                <a:gd name="T57" fmla="*/ 25842658 h 602"/>
                <a:gd name="T58" fmla="*/ 25622062 w 609"/>
                <a:gd name="T59" fmla="*/ 16575978 h 602"/>
                <a:gd name="T60" fmla="*/ 29245613 w 609"/>
                <a:gd name="T61" fmla="*/ 12921329 h 602"/>
                <a:gd name="T62" fmla="*/ 32868804 w 609"/>
                <a:gd name="T63" fmla="*/ 16575978 h 602"/>
                <a:gd name="T64" fmla="*/ 32868804 w 609"/>
                <a:gd name="T65" fmla="*/ 25842658 h 602"/>
                <a:gd name="T66" fmla="*/ 42056644 w 609"/>
                <a:gd name="T67" fmla="*/ 25842658 h 602"/>
                <a:gd name="T68" fmla="*/ 45679835 w 609"/>
                <a:gd name="T69" fmla="*/ 29497307 h 602"/>
                <a:gd name="T70" fmla="*/ 42056644 w 609"/>
                <a:gd name="T71" fmla="*/ 33282375 h 602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0" t="0" r="r" b="b"/>
              <a:pathLst>
                <a:path w="609" h="602">
                  <a:moveTo>
                    <a:pt x="608" y="544"/>
                  </a:moveTo>
                  <a:lnTo>
                    <a:pt x="608" y="544"/>
                  </a:lnTo>
                  <a:cubicBezTo>
                    <a:pt x="608" y="573"/>
                    <a:pt x="579" y="601"/>
                    <a:pt x="551" y="601"/>
                  </a:cubicBezTo>
                  <a:cubicBezTo>
                    <a:pt x="530" y="601"/>
                    <a:pt x="516" y="594"/>
                    <a:pt x="509" y="587"/>
                  </a:cubicBezTo>
                  <a:cubicBezTo>
                    <a:pt x="346" y="417"/>
                    <a:pt x="346" y="417"/>
                    <a:pt x="346" y="417"/>
                  </a:cubicBezTo>
                  <a:cubicBezTo>
                    <a:pt x="311" y="438"/>
                    <a:pt x="269" y="453"/>
                    <a:pt x="226" y="453"/>
                  </a:cubicBezTo>
                  <a:cubicBezTo>
                    <a:pt x="106" y="453"/>
                    <a:pt x="0" y="347"/>
                    <a:pt x="0" y="226"/>
                  </a:cubicBezTo>
                  <a:cubicBezTo>
                    <a:pt x="0" y="99"/>
                    <a:pt x="106" y="0"/>
                    <a:pt x="226" y="0"/>
                  </a:cubicBezTo>
                  <a:cubicBezTo>
                    <a:pt x="353" y="0"/>
                    <a:pt x="452" y="99"/>
                    <a:pt x="452" y="226"/>
                  </a:cubicBezTo>
                  <a:cubicBezTo>
                    <a:pt x="452" y="269"/>
                    <a:pt x="445" y="304"/>
                    <a:pt x="424" y="340"/>
                  </a:cubicBezTo>
                  <a:cubicBezTo>
                    <a:pt x="587" y="502"/>
                    <a:pt x="587" y="502"/>
                    <a:pt x="587" y="502"/>
                  </a:cubicBezTo>
                  <a:cubicBezTo>
                    <a:pt x="601" y="516"/>
                    <a:pt x="608" y="530"/>
                    <a:pt x="608" y="544"/>
                  </a:cubicBezTo>
                  <a:close/>
                  <a:moveTo>
                    <a:pt x="226" y="57"/>
                  </a:moveTo>
                  <a:lnTo>
                    <a:pt x="226" y="57"/>
                  </a:lnTo>
                  <a:cubicBezTo>
                    <a:pt x="134" y="57"/>
                    <a:pt x="56" y="127"/>
                    <a:pt x="56" y="226"/>
                  </a:cubicBezTo>
                  <a:cubicBezTo>
                    <a:pt x="56" y="318"/>
                    <a:pt x="134" y="396"/>
                    <a:pt x="226" y="396"/>
                  </a:cubicBezTo>
                  <a:cubicBezTo>
                    <a:pt x="325" y="396"/>
                    <a:pt x="396" y="318"/>
                    <a:pt x="396" y="226"/>
                  </a:cubicBezTo>
                  <a:cubicBezTo>
                    <a:pt x="396" y="127"/>
                    <a:pt x="325" y="57"/>
                    <a:pt x="226" y="57"/>
                  </a:cubicBezTo>
                  <a:close/>
                  <a:moveTo>
                    <a:pt x="325" y="255"/>
                  </a:moveTo>
                  <a:lnTo>
                    <a:pt x="325" y="255"/>
                  </a:lnTo>
                  <a:cubicBezTo>
                    <a:pt x="254" y="255"/>
                    <a:pt x="254" y="255"/>
                    <a:pt x="254" y="255"/>
                  </a:cubicBezTo>
                  <a:cubicBezTo>
                    <a:pt x="254" y="318"/>
                    <a:pt x="254" y="318"/>
                    <a:pt x="254" y="318"/>
                  </a:cubicBezTo>
                  <a:cubicBezTo>
                    <a:pt x="254" y="333"/>
                    <a:pt x="247" y="347"/>
                    <a:pt x="226" y="347"/>
                  </a:cubicBezTo>
                  <a:cubicBezTo>
                    <a:pt x="212" y="347"/>
                    <a:pt x="198" y="333"/>
                    <a:pt x="198" y="318"/>
                  </a:cubicBezTo>
                  <a:cubicBezTo>
                    <a:pt x="198" y="255"/>
                    <a:pt x="198" y="255"/>
                    <a:pt x="198" y="255"/>
                  </a:cubicBezTo>
                  <a:cubicBezTo>
                    <a:pt x="134" y="255"/>
                    <a:pt x="134" y="255"/>
                    <a:pt x="134" y="255"/>
                  </a:cubicBezTo>
                  <a:cubicBezTo>
                    <a:pt x="120" y="255"/>
                    <a:pt x="106" y="241"/>
                    <a:pt x="106" y="226"/>
                  </a:cubicBezTo>
                  <a:cubicBezTo>
                    <a:pt x="106" y="205"/>
                    <a:pt x="120" y="198"/>
                    <a:pt x="134" y="198"/>
                  </a:cubicBezTo>
                  <a:cubicBezTo>
                    <a:pt x="198" y="198"/>
                    <a:pt x="198" y="198"/>
                    <a:pt x="198" y="198"/>
                  </a:cubicBezTo>
                  <a:cubicBezTo>
                    <a:pt x="198" y="127"/>
                    <a:pt x="198" y="127"/>
                    <a:pt x="198" y="127"/>
                  </a:cubicBezTo>
                  <a:cubicBezTo>
                    <a:pt x="198" y="113"/>
                    <a:pt x="212" y="99"/>
                    <a:pt x="226" y="99"/>
                  </a:cubicBezTo>
                  <a:cubicBezTo>
                    <a:pt x="247" y="99"/>
                    <a:pt x="254" y="113"/>
                    <a:pt x="254" y="127"/>
                  </a:cubicBezTo>
                  <a:cubicBezTo>
                    <a:pt x="254" y="198"/>
                    <a:pt x="254" y="198"/>
                    <a:pt x="254" y="198"/>
                  </a:cubicBezTo>
                  <a:cubicBezTo>
                    <a:pt x="325" y="198"/>
                    <a:pt x="325" y="198"/>
                    <a:pt x="325" y="198"/>
                  </a:cubicBezTo>
                  <a:cubicBezTo>
                    <a:pt x="339" y="198"/>
                    <a:pt x="353" y="205"/>
                    <a:pt x="353" y="226"/>
                  </a:cubicBezTo>
                  <a:cubicBezTo>
                    <a:pt x="353" y="241"/>
                    <a:pt x="339" y="255"/>
                    <a:pt x="325" y="25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90" tIns="17145" rIns="34290" bIns="17145" anchor="ctr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  <p:grpSp>
        <p:nvGrpSpPr>
          <p:cNvPr id="9" name="组合 8"/>
          <p:cNvGrpSpPr/>
          <p:nvPr userDrawn="1"/>
        </p:nvGrpSpPr>
        <p:grpSpPr>
          <a:xfrm>
            <a:off x="7055189" y="1700153"/>
            <a:ext cx="577036" cy="577246"/>
            <a:chOff x="5436096" y="1274820"/>
            <a:chExt cx="432833" cy="432834"/>
          </a:xfrm>
        </p:grpSpPr>
        <p:sp>
          <p:nvSpPr>
            <p:cNvPr id="25" name="椭圆 16"/>
            <p:cNvSpPr>
              <a:spLocks noChangeArrowheads="1"/>
            </p:cNvSpPr>
            <p:nvPr/>
          </p:nvSpPr>
          <p:spPr bwMode="auto">
            <a:xfrm>
              <a:off x="5436096" y="1274820"/>
              <a:ext cx="432833" cy="432834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1" name="Freeform 16"/>
            <p:cNvSpPr>
              <a:spLocks noChangeArrowheads="1"/>
            </p:cNvSpPr>
            <p:nvPr/>
          </p:nvSpPr>
          <p:spPr bwMode="auto">
            <a:xfrm>
              <a:off x="5554420" y="1377705"/>
              <a:ext cx="196183" cy="227065"/>
            </a:xfrm>
            <a:custGeom>
              <a:avLst/>
              <a:gdLst>
                <a:gd name="T0" fmla="*/ 58106390 w 475"/>
                <a:gd name="T1" fmla="*/ 71207247 h 552"/>
                <a:gd name="T2" fmla="*/ 58106390 w 475"/>
                <a:gd name="T3" fmla="*/ 71207247 h 552"/>
                <a:gd name="T4" fmla="*/ 54327993 w 475"/>
                <a:gd name="T5" fmla="*/ 71207247 h 552"/>
                <a:gd name="T6" fmla="*/ 54327993 w 475"/>
                <a:gd name="T7" fmla="*/ 0 h 552"/>
                <a:gd name="T8" fmla="*/ 58106390 w 475"/>
                <a:gd name="T9" fmla="*/ 0 h 552"/>
                <a:gd name="T10" fmla="*/ 61754124 w 475"/>
                <a:gd name="T11" fmla="*/ 3618618 h 552"/>
                <a:gd name="T12" fmla="*/ 61754124 w 475"/>
                <a:gd name="T13" fmla="*/ 67588630 h 552"/>
                <a:gd name="T14" fmla="*/ 58106390 w 475"/>
                <a:gd name="T15" fmla="*/ 71207247 h 552"/>
                <a:gd name="T16" fmla="*/ 7426131 w 475"/>
                <a:gd name="T17" fmla="*/ 67588630 h 552"/>
                <a:gd name="T18" fmla="*/ 7426131 w 475"/>
                <a:gd name="T19" fmla="*/ 67588630 h 552"/>
                <a:gd name="T20" fmla="*/ 7426131 w 475"/>
                <a:gd name="T21" fmla="*/ 63970012 h 552"/>
                <a:gd name="T22" fmla="*/ 13809846 w 475"/>
                <a:gd name="T23" fmla="*/ 63970012 h 552"/>
                <a:gd name="T24" fmla="*/ 21235977 w 475"/>
                <a:gd name="T25" fmla="*/ 56603721 h 552"/>
                <a:gd name="T26" fmla="*/ 13809846 w 475"/>
                <a:gd name="T27" fmla="*/ 49237429 h 552"/>
                <a:gd name="T28" fmla="*/ 7426131 w 475"/>
                <a:gd name="T29" fmla="*/ 49237429 h 552"/>
                <a:gd name="T30" fmla="*/ 7426131 w 475"/>
                <a:gd name="T31" fmla="*/ 42905028 h 552"/>
                <a:gd name="T32" fmla="*/ 13809846 w 475"/>
                <a:gd name="T33" fmla="*/ 42905028 h 552"/>
                <a:gd name="T34" fmla="*/ 21235977 w 475"/>
                <a:gd name="T35" fmla="*/ 35539095 h 552"/>
                <a:gd name="T36" fmla="*/ 13809846 w 475"/>
                <a:gd name="T37" fmla="*/ 28301860 h 552"/>
                <a:gd name="T38" fmla="*/ 7426131 w 475"/>
                <a:gd name="T39" fmla="*/ 28301860 h 552"/>
                <a:gd name="T40" fmla="*/ 7426131 w 475"/>
                <a:gd name="T41" fmla="*/ 21840403 h 552"/>
                <a:gd name="T42" fmla="*/ 13809846 w 475"/>
                <a:gd name="T43" fmla="*/ 21840403 h 552"/>
                <a:gd name="T44" fmla="*/ 21235977 w 475"/>
                <a:gd name="T45" fmla="*/ 14603167 h 552"/>
                <a:gd name="T46" fmla="*/ 13809846 w 475"/>
                <a:gd name="T47" fmla="*/ 7236876 h 552"/>
                <a:gd name="T48" fmla="*/ 7426131 w 475"/>
                <a:gd name="T49" fmla="*/ 7236876 h 552"/>
                <a:gd name="T50" fmla="*/ 7426131 w 475"/>
                <a:gd name="T51" fmla="*/ 3618618 h 552"/>
                <a:gd name="T52" fmla="*/ 11074226 w 475"/>
                <a:gd name="T53" fmla="*/ 0 h 552"/>
                <a:gd name="T54" fmla="*/ 50680259 w 475"/>
                <a:gd name="T55" fmla="*/ 0 h 552"/>
                <a:gd name="T56" fmla="*/ 50680259 w 475"/>
                <a:gd name="T57" fmla="*/ 71207247 h 552"/>
                <a:gd name="T58" fmla="*/ 11074226 w 475"/>
                <a:gd name="T59" fmla="*/ 71207247 h 552"/>
                <a:gd name="T60" fmla="*/ 7426131 w 475"/>
                <a:gd name="T61" fmla="*/ 67588630 h 552"/>
                <a:gd name="T62" fmla="*/ 17588243 w 475"/>
                <a:gd name="T63" fmla="*/ 14603167 h 552"/>
                <a:gd name="T64" fmla="*/ 17588243 w 475"/>
                <a:gd name="T65" fmla="*/ 14603167 h 552"/>
                <a:gd name="T66" fmla="*/ 13809846 w 475"/>
                <a:gd name="T67" fmla="*/ 18221785 h 552"/>
                <a:gd name="T68" fmla="*/ 3778036 w 475"/>
                <a:gd name="T69" fmla="*/ 18221785 h 552"/>
                <a:gd name="T70" fmla="*/ 0 w 475"/>
                <a:gd name="T71" fmla="*/ 14603167 h 552"/>
                <a:gd name="T72" fmla="*/ 3778036 w 475"/>
                <a:gd name="T73" fmla="*/ 10984909 h 552"/>
                <a:gd name="T74" fmla="*/ 13809846 w 475"/>
                <a:gd name="T75" fmla="*/ 10984909 h 552"/>
                <a:gd name="T76" fmla="*/ 17588243 w 475"/>
                <a:gd name="T77" fmla="*/ 14603167 h 552"/>
                <a:gd name="T78" fmla="*/ 3778036 w 475"/>
                <a:gd name="T79" fmla="*/ 31920478 h 552"/>
                <a:gd name="T80" fmla="*/ 3778036 w 475"/>
                <a:gd name="T81" fmla="*/ 31920478 h 552"/>
                <a:gd name="T82" fmla="*/ 13809846 w 475"/>
                <a:gd name="T83" fmla="*/ 31920478 h 552"/>
                <a:gd name="T84" fmla="*/ 17588243 w 475"/>
                <a:gd name="T85" fmla="*/ 35539095 h 552"/>
                <a:gd name="T86" fmla="*/ 13809846 w 475"/>
                <a:gd name="T87" fmla="*/ 39286770 h 552"/>
                <a:gd name="T88" fmla="*/ 3778036 w 475"/>
                <a:gd name="T89" fmla="*/ 39286770 h 552"/>
                <a:gd name="T90" fmla="*/ 0 w 475"/>
                <a:gd name="T91" fmla="*/ 35539095 h 552"/>
                <a:gd name="T92" fmla="*/ 3778036 w 475"/>
                <a:gd name="T93" fmla="*/ 31920478 h 552"/>
                <a:gd name="T94" fmla="*/ 3778036 w 475"/>
                <a:gd name="T95" fmla="*/ 52985462 h 552"/>
                <a:gd name="T96" fmla="*/ 3778036 w 475"/>
                <a:gd name="T97" fmla="*/ 52985462 h 552"/>
                <a:gd name="T98" fmla="*/ 13809846 w 475"/>
                <a:gd name="T99" fmla="*/ 52985462 h 552"/>
                <a:gd name="T100" fmla="*/ 17588243 w 475"/>
                <a:gd name="T101" fmla="*/ 56603721 h 552"/>
                <a:gd name="T102" fmla="*/ 13809846 w 475"/>
                <a:gd name="T103" fmla="*/ 60222338 h 552"/>
                <a:gd name="T104" fmla="*/ 3778036 w 475"/>
                <a:gd name="T105" fmla="*/ 60222338 h 552"/>
                <a:gd name="T106" fmla="*/ 0 w 475"/>
                <a:gd name="T107" fmla="*/ 56603721 h 552"/>
                <a:gd name="T108" fmla="*/ 3778036 w 475"/>
                <a:gd name="T109" fmla="*/ 52985462 h 552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</a:gdLst>
              <a:ahLst/>
              <a:cxnLst>
                <a:cxn ang="T110">
                  <a:pos x="T0" y="T1"/>
                </a:cxn>
                <a:cxn ang="T111">
                  <a:pos x="T2" y="T3"/>
                </a:cxn>
                <a:cxn ang="T112">
                  <a:pos x="T4" y="T5"/>
                </a:cxn>
                <a:cxn ang="T113">
                  <a:pos x="T6" y="T7"/>
                </a:cxn>
                <a:cxn ang="T114">
                  <a:pos x="T8" y="T9"/>
                </a:cxn>
                <a:cxn ang="T115">
                  <a:pos x="T10" y="T11"/>
                </a:cxn>
                <a:cxn ang="T116">
                  <a:pos x="T12" y="T13"/>
                </a:cxn>
                <a:cxn ang="T117">
                  <a:pos x="T14" y="T15"/>
                </a:cxn>
                <a:cxn ang="T118">
                  <a:pos x="T16" y="T17"/>
                </a:cxn>
                <a:cxn ang="T119">
                  <a:pos x="T18" y="T19"/>
                </a:cxn>
                <a:cxn ang="T120">
                  <a:pos x="T20" y="T21"/>
                </a:cxn>
                <a:cxn ang="T121">
                  <a:pos x="T22" y="T23"/>
                </a:cxn>
                <a:cxn ang="T122">
                  <a:pos x="T24" y="T25"/>
                </a:cxn>
                <a:cxn ang="T123">
                  <a:pos x="T26" y="T27"/>
                </a:cxn>
                <a:cxn ang="T124">
                  <a:pos x="T28" y="T29"/>
                </a:cxn>
                <a:cxn ang="T125">
                  <a:pos x="T30" y="T31"/>
                </a:cxn>
                <a:cxn ang="T126">
                  <a:pos x="T32" y="T33"/>
                </a:cxn>
                <a:cxn ang="T127">
                  <a:pos x="T34" y="T35"/>
                </a:cxn>
                <a:cxn ang="T128">
                  <a:pos x="T36" y="T37"/>
                </a:cxn>
                <a:cxn ang="T129">
                  <a:pos x="T38" y="T39"/>
                </a:cxn>
                <a:cxn ang="T130">
                  <a:pos x="T40" y="T41"/>
                </a:cxn>
                <a:cxn ang="T131">
                  <a:pos x="T42" y="T43"/>
                </a:cxn>
                <a:cxn ang="T132">
                  <a:pos x="T44" y="T45"/>
                </a:cxn>
                <a:cxn ang="T133">
                  <a:pos x="T46" y="T47"/>
                </a:cxn>
                <a:cxn ang="T134">
                  <a:pos x="T48" y="T49"/>
                </a:cxn>
                <a:cxn ang="T135">
                  <a:pos x="T50" y="T51"/>
                </a:cxn>
                <a:cxn ang="T136">
                  <a:pos x="T52" y="T53"/>
                </a:cxn>
                <a:cxn ang="T137">
                  <a:pos x="T54" y="T55"/>
                </a:cxn>
                <a:cxn ang="T138">
                  <a:pos x="T56" y="T57"/>
                </a:cxn>
                <a:cxn ang="T139">
                  <a:pos x="T58" y="T59"/>
                </a:cxn>
                <a:cxn ang="T140">
                  <a:pos x="T60" y="T61"/>
                </a:cxn>
                <a:cxn ang="T141">
                  <a:pos x="T62" y="T63"/>
                </a:cxn>
                <a:cxn ang="T142">
                  <a:pos x="T64" y="T65"/>
                </a:cxn>
                <a:cxn ang="T143">
                  <a:pos x="T66" y="T67"/>
                </a:cxn>
                <a:cxn ang="T144">
                  <a:pos x="T68" y="T69"/>
                </a:cxn>
                <a:cxn ang="T145">
                  <a:pos x="T70" y="T71"/>
                </a:cxn>
                <a:cxn ang="T146">
                  <a:pos x="T72" y="T73"/>
                </a:cxn>
                <a:cxn ang="T147">
                  <a:pos x="T74" y="T75"/>
                </a:cxn>
                <a:cxn ang="T148">
                  <a:pos x="T76" y="T77"/>
                </a:cxn>
                <a:cxn ang="T149">
                  <a:pos x="T78" y="T79"/>
                </a:cxn>
                <a:cxn ang="T150">
                  <a:pos x="T80" y="T81"/>
                </a:cxn>
                <a:cxn ang="T151">
                  <a:pos x="T82" y="T83"/>
                </a:cxn>
                <a:cxn ang="T152">
                  <a:pos x="T84" y="T85"/>
                </a:cxn>
                <a:cxn ang="T153">
                  <a:pos x="T86" y="T87"/>
                </a:cxn>
                <a:cxn ang="T154">
                  <a:pos x="T88" y="T89"/>
                </a:cxn>
                <a:cxn ang="T155">
                  <a:pos x="T90" y="T91"/>
                </a:cxn>
                <a:cxn ang="T156">
                  <a:pos x="T92" y="T93"/>
                </a:cxn>
                <a:cxn ang="T157">
                  <a:pos x="T94" y="T95"/>
                </a:cxn>
                <a:cxn ang="T158">
                  <a:pos x="T96" y="T97"/>
                </a:cxn>
                <a:cxn ang="T159">
                  <a:pos x="T98" y="T99"/>
                </a:cxn>
                <a:cxn ang="T160">
                  <a:pos x="T100" y="T101"/>
                </a:cxn>
                <a:cxn ang="T161">
                  <a:pos x="T102" y="T103"/>
                </a:cxn>
                <a:cxn ang="T162">
                  <a:pos x="T104" y="T105"/>
                </a:cxn>
                <a:cxn ang="T163">
                  <a:pos x="T106" y="T107"/>
                </a:cxn>
                <a:cxn ang="T164">
                  <a:pos x="T108" y="T109"/>
                </a:cxn>
              </a:cxnLst>
              <a:rect l="0" t="0" r="r" b="b"/>
              <a:pathLst>
                <a:path w="475" h="552">
                  <a:moveTo>
                    <a:pt x="446" y="551"/>
                  </a:moveTo>
                  <a:lnTo>
                    <a:pt x="446" y="551"/>
                  </a:lnTo>
                  <a:cubicBezTo>
                    <a:pt x="417" y="551"/>
                    <a:pt x="417" y="551"/>
                    <a:pt x="417" y="551"/>
                  </a:cubicBezTo>
                  <a:cubicBezTo>
                    <a:pt x="417" y="0"/>
                    <a:pt x="417" y="0"/>
                    <a:pt x="417" y="0"/>
                  </a:cubicBezTo>
                  <a:cubicBezTo>
                    <a:pt x="446" y="0"/>
                    <a:pt x="446" y="0"/>
                    <a:pt x="446" y="0"/>
                  </a:cubicBezTo>
                  <a:cubicBezTo>
                    <a:pt x="460" y="0"/>
                    <a:pt x="474" y="14"/>
                    <a:pt x="474" y="28"/>
                  </a:cubicBezTo>
                  <a:cubicBezTo>
                    <a:pt x="474" y="523"/>
                    <a:pt x="474" y="523"/>
                    <a:pt x="474" y="523"/>
                  </a:cubicBezTo>
                  <a:cubicBezTo>
                    <a:pt x="474" y="537"/>
                    <a:pt x="460" y="551"/>
                    <a:pt x="446" y="551"/>
                  </a:cubicBezTo>
                  <a:close/>
                  <a:moveTo>
                    <a:pt x="57" y="523"/>
                  </a:moveTo>
                  <a:lnTo>
                    <a:pt x="57" y="523"/>
                  </a:lnTo>
                  <a:cubicBezTo>
                    <a:pt x="57" y="495"/>
                    <a:pt x="57" y="495"/>
                    <a:pt x="57" y="495"/>
                  </a:cubicBezTo>
                  <a:cubicBezTo>
                    <a:pt x="106" y="495"/>
                    <a:pt x="106" y="495"/>
                    <a:pt x="106" y="495"/>
                  </a:cubicBezTo>
                  <a:cubicBezTo>
                    <a:pt x="135" y="495"/>
                    <a:pt x="163" y="466"/>
                    <a:pt x="163" y="438"/>
                  </a:cubicBezTo>
                  <a:cubicBezTo>
                    <a:pt x="163" y="403"/>
                    <a:pt x="135" y="381"/>
                    <a:pt x="106" y="381"/>
                  </a:cubicBezTo>
                  <a:cubicBezTo>
                    <a:pt x="57" y="381"/>
                    <a:pt x="57" y="381"/>
                    <a:pt x="57" y="381"/>
                  </a:cubicBezTo>
                  <a:cubicBezTo>
                    <a:pt x="57" y="332"/>
                    <a:pt x="57" y="332"/>
                    <a:pt x="57" y="332"/>
                  </a:cubicBezTo>
                  <a:cubicBezTo>
                    <a:pt x="106" y="332"/>
                    <a:pt x="106" y="332"/>
                    <a:pt x="106" y="332"/>
                  </a:cubicBezTo>
                  <a:cubicBezTo>
                    <a:pt x="135" y="332"/>
                    <a:pt x="163" y="304"/>
                    <a:pt x="163" y="275"/>
                  </a:cubicBezTo>
                  <a:cubicBezTo>
                    <a:pt x="163" y="247"/>
                    <a:pt x="135" y="219"/>
                    <a:pt x="106" y="219"/>
                  </a:cubicBezTo>
                  <a:cubicBezTo>
                    <a:pt x="57" y="219"/>
                    <a:pt x="57" y="219"/>
                    <a:pt x="57" y="219"/>
                  </a:cubicBezTo>
                  <a:cubicBezTo>
                    <a:pt x="57" y="169"/>
                    <a:pt x="57" y="169"/>
                    <a:pt x="57" y="169"/>
                  </a:cubicBezTo>
                  <a:cubicBezTo>
                    <a:pt x="106" y="169"/>
                    <a:pt x="106" y="169"/>
                    <a:pt x="106" y="169"/>
                  </a:cubicBezTo>
                  <a:cubicBezTo>
                    <a:pt x="135" y="169"/>
                    <a:pt x="163" y="148"/>
                    <a:pt x="163" y="113"/>
                  </a:cubicBezTo>
                  <a:cubicBezTo>
                    <a:pt x="163" y="85"/>
                    <a:pt x="135" y="56"/>
                    <a:pt x="106" y="56"/>
                  </a:cubicBezTo>
                  <a:cubicBezTo>
                    <a:pt x="57" y="56"/>
                    <a:pt x="57" y="56"/>
                    <a:pt x="57" y="56"/>
                  </a:cubicBezTo>
                  <a:cubicBezTo>
                    <a:pt x="57" y="28"/>
                    <a:pt x="57" y="28"/>
                    <a:pt x="57" y="28"/>
                  </a:cubicBezTo>
                  <a:cubicBezTo>
                    <a:pt x="57" y="14"/>
                    <a:pt x="71" y="0"/>
                    <a:pt x="85" y="0"/>
                  </a:cubicBezTo>
                  <a:cubicBezTo>
                    <a:pt x="389" y="0"/>
                    <a:pt x="389" y="0"/>
                    <a:pt x="389" y="0"/>
                  </a:cubicBezTo>
                  <a:cubicBezTo>
                    <a:pt x="389" y="551"/>
                    <a:pt x="389" y="551"/>
                    <a:pt x="389" y="551"/>
                  </a:cubicBezTo>
                  <a:cubicBezTo>
                    <a:pt x="85" y="551"/>
                    <a:pt x="85" y="551"/>
                    <a:pt x="85" y="551"/>
                  </a:cubicBezTo>
                  <a:cubicBezTo>
                    <a:pt x="71" y="551"/>
                    <a:pt x="57" y="537"/>
                    <a:pt x="57" y="523"/>
                  </a:cubicBezTo>
                  <a:close/>
                  <a:moveTo>
                    <a:pt x="135" y="113"/>
                  </a:moveTo>
                  <a:lnTo>
                    <a:pt x="135" y="113"/>
                  </a:lnTo>
                  <a:cubicBezTo>
                    <a:pt x="135" y="134"/>
                    <a:pt x="120" y="141"/>
                    <a:pt x="106" y="141"/>
                  </a:cubicBezTo>
                  <a:cubicBezTo>
                    <a:pt x="29" y="141"/>
                    <a:pt x="29" y="141"/>
                    <a:pt x="29" y="141"/>
                  </a:cubicBezTo>
                  <a:cubicBezTo>
                    <a:pt x="15" y="141"/>
                    <a:pt x="0" y="134"/>
                    <a:pt x="0" y="113"/>
                  </a:cubicBezTo>
                  <a:cubicBezTo>
                    <a:pt x="0" y="99"/>
                    <a:pt x="15" y="85"/>
                    <a:pt x="29" y="85"/>
                  </a:cubicBezTo>
                  <a:cubicBezTo>
                    <a:pt x="106" y="85"/>
                    <a:pt x="106" y="85"/>
                    <a:pt x="106" y="85"/>
                  </a:cubicBezTo>
                  <a:cubicBezTo>
                    <a:pt x="120" y="85"/>
                    <a:pt x="135" y="99"/>
                    <a:pt x="135" y="113"/>
                  </a:cubicBezTo>
                  <a:close/>
                  <a:moveTo>
                    <a:pt x="29" y="247"/>
                  </a:moveTo>
                  <a:lnTo>
                    <a:pt x="29" y="247"/>
                  </a:lnTo>
                  <a:cubicBezTo>
                    <a:pt x="106" y="247"/>
                    <a:pt x="106" y="247"/>
                    <a:pt x="106" y="247"/>
                  </a:cubicBezTo>
                  <a:cubicBezTo>
                    <a:pt x="120" y="247"/>
                    <a:pt x="135" y="261"/>
                    <a:pt x="135" y="275"/>
                  </a:cubicBezTo>
                  <a:cubicBezTo>
                    <a:pt x="135" y="290"/>
                    <a:pt x="120" y="304"/>
                    <a:pt x="106" y="304"/>
                  </a:cubicBezTo>
                  <a:cubicBezTo>
                    <a:pt x="29" y="304"/>
                    <a:pt x="29" y="304"/>
                    <a:pt x="29" y="304"/>
                  </a:cubicBezTo>
                  <a:cubicBezTo>
                    <a:pt x="15" y="304"/>
                    <a:pt x="0" y="290"/>
                    <a:pt x="0" y="275"/>
                  </a:cubicBezTo>
                  <a:cubicBezTo>
                    <a:pt x="0" y="261"/>
                    <a:pt x="15" y="247"/>
                    <a:pt x="29" y="247"/>
                  </a:cubicBezTo>
                  <a:close/>
                  <a:moveTo>
                    <a:pt x="29" y="410"/>
                  </a:moveTo>
                  <a:lnTo>
                    <a:pt x="29" y="410"/>
                  </a:lnTo>
                  <a:cubicBezTo>
                    <a:pt x="106" y="410"/>
                    <a:pt x="106" y="410"/>
                    <a:pt x="106" y="410"/>
                  </a:cubicBezTo>
                  <a:cubicBezTo>
                    <a:pt x="120" y="410"/>
                    <a:pt x="135" y="417"/>
                    <a:pt x="135" y="438"/>
                  </a:cubicBezTo>
                  <a:cubicBezTo>
                    <a:pt x="135" y="452"/>
                    <a:pt x="120" y="466"/>
                    <a:pt x="106" y="466"/>
                  </a:cubicBezTo>
                  <a:cubicBezTo>
                    <a:pt x="29" y="466"/>
                    <a:pt x="29" y="466"/>
                    <a:pt x="29" y="466"/>
                  </a:cubicBezTo>
                  <a:cubicBezTo>
                    <a:pt x="15" y="466"/>
                    <a:pt x="0" y="452"/>
                    <a:pt x="0" y="438"/>
                  </a:cubicBezTo>
                  <a:cubicBezTo>
                    <a:pt x="0" y="417"/>
                    <a:pt x="15" y="410"/>
                    <a:pt x="29" y="41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90" tIns="17145" rIns="34290" bIns="17145" anchor="ctr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  <p:grpSp>
        <p:nvGrpSpPr>
          <p:cNvPr id="10" name="组合 9"/>
          <p:cNvGrpSpPr/>
          <p:nvPr userDrawn="1"/>
        </p:nvGrpSpPr>
        <p:grpSpPr>
          <a:xfrm>
            <a:off x="4463238" y="1700153"/>
            <a:ext cx="577036" cy="577246"/>
            <a:chOff x="3491880" y="1274820"/>
            <a:chExt cx="432833" cy="432834"/>
          </a:xfrm>
        </p:grpSpPr>
        <p:sp>
          <p:nvSpPr>
            <p:cNvPr id="11" name="椭圆 16"/>
            <p:cNvSpPr>
              <a:spLocks noChangeArrowheads="1"/>
            </p:cNvSpPr>
            <p:nvPr/>
          </p:nvSpPr>
          <p:spPr bwMode="auto">
            <a:xfrm>
              <a:off x="3491880" y="1274820"/>
              <a:ext cx="432833" cy="432834"/>
            </a:xfrm>
            <a:prstGeom prst="ellipse">
              <a:avLst/>
            </a:prstGeom>
            <a:solidFill>
              <a:srgbClr val="1369B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2" name="Freeform 75"/>
            <p:cNvSpPr>
              <a:spLocks noChangeArrowheads="1"/>
            </p:cNvSpPr>
            <p:nvPr/>
          </p:nvSpPr>
          <p:spPr bwMode="auto">
            <a:xfrm>
              <a:off x="3583864" y="1385879"/>
              <a:ext cx="248863" cy="210716"/>
            </a:xfrm>
            <a:custGeom>
              <a:avLst/>
              <a:gdLst>
                <a:gd name="T0" fmla="*/ 74657633 w 602"/>
                <a:gd name="T1" fmla="*/ 66362244 h 510"/>
                <a:gd name="T2" fmla="*/ 74657633 w 602"/>
                <a:gd name="T3" fmla="*/ 66362244 h 510"/>
                <a:gd name="T4" fmla="*/ 3654665 w 602"/>
                <a:gd name="T5" fmla="*/ 66362244 h 510"/>
                <a:gd name="T6" fmla="*/ 0 w 602"/>
                <a:gd name="T7" fmla="*/ 62711741 h 510"/>
                <a:gd name="T8" fmla="*/ 0 w 602"/>
                <a:gd name="T9" fmla="*/ 3650503 h 510"/>
                <a:gd name="T10" fmla="*/ 3654665 w 602"/>
                <a:gd name="T11" fmla="*/ 0 h 510"/>
                <a:gd name="T12" fmla="*/ 7308970 w 602"/>
                <a:gd name="T13" fmla="*/ 3650503 h 510"/>
                <a:gd name="T14" fmla="*/ 7308970 w 602"/>
                <a:gd name="T15" fmla="*/ 50717076 h 510"/>
                <a:gd name="T16" fmla="*/ 7308970 w 602"/>
                <a:gd name="T17" fmla="*/ 50717076 h 510"/>
                <a:gd name="T18" fmla="*/ 7308970 w 602"/>
                <a:gd name="T19" fmla="*/ 58930528 h 510"/>
                <a:gd name="T20" fmla="*/ 74657633 w 602"/>
                <a:gd name="T21" fmla="*/ 58930528 h 510"/>
                <a:gd name="T22" fmla="*/ 78442719 w 602"/>
                <a:gd name="T23" fmla="*/ 62711741 h 510"/>
                <a:gd name="T24" fmla="*/ 74657633 w 602"/>
                <a:gd name="T25" fmla="*/ 66362244 h 510"/>
                <a:gd name="T26" fmla="*/ 66434636 w 602"/>
                <a:gd name="T27" fmla="*/ 55280025 h 510"/>
                <a:gd name="T28" fmla="*/ 66434636 w 602"/>
                <a:gd name="T29" fmla="*/ 55280025 h 510"/>
                <a:gd name="T30" fmla="*/ 58995246 w 602"/>
                <a:gd name="T31" fmla="*/ 55280025 h 510"/>
                <a:gd name="T32" fmla="*/ 55340580 w 602"/>
                <a:gd name="T33" fmla="*/ 51629522 h 510"/>
                <a:gd name="T34" fmla="*/ 55340580 w 602"/>
                <a:gd name="T35" fmla="*/ 25814941 h 510"/>
                <a:gd name="T36" fmla="*/ 58995246 w 602"/>
                <a:gd name="T37" fmla="*/ 22164077 h 510"/>
                <a:gd name="T38" fmla="*/ 66434636 w 602"/>
                <a:gd name="T39" fmla="*/ 22164077 h 510"/>
                <a:gd name="T40" fmla="*/ 70089301 w 602"/>
                <a:gd name="T41" fmla="*/ 25814941 h 510"/>
                <a:gd name="T42" fmla="*/ 70089301 w 602"/>
                <a:gd name="T43" fmla="*/ 51629522 h 510"/>
                <a:gd name="T44" fmla="*/ 66434636 w 602"/>
                <a:gd name="T45" fmla="*/ 55280025 h 510"/>
                <a:gd name="T46" fmla="*/ 45159830 w 602"/>
                <a:gd name="T47" fmla="*/ 55280025 h 510"/>
                <a:gd name="T48" fmla="*/ 45159830 w 602"/>
                <a:gd name="T49" fmla="*/ 55280025 h 510"/>
                <a:gd name="T50" fmla="*/ 37850860 w 602"/>
                <a:gd name="T51" fmla="*/ 55280025 h 510"/>
                <a:gd name="T52" fmla="*/ 34065774 w 602"/>
                <a:gd name="T53" fmla="*/ 51629522 h 510"/>
                <a:gd name="T54" fmla="*/ 34065774 w 602"/>
                <a:gd name="T55" fmla="*/ 11082219 h 510"/>
                <a:gd name="T56" fmla="*/ 37850860 w 602"/>
                <a:gd name="T57" fmla="*/ 7431355 h 510"/>
                <a:gd name="T58" fmla="*/ 45159830 w 602"/>
                <a:gd name="T59" fmla="*/ 7431355 h 510"/>
                <a:gd name="T60" fmla="*/ 48814495 w 602"/>
                <a:gd name="T61" fmla="*/ 11082219 h 510"/>
                <a:gd name="T62" fmla="*/ 48814495 w 602"/>
                <a:gd name="T63" fmla="*/ 51629522 h 510"/>
                <a:gd name="T64" fmla="*/ 45159830 w 602"/>
                <a:gd name="T65" fmla="*/ 55280025 h 510"/>
                <a:gd name="T66" fmla="*/ 24929472 w 602"/>
                <a:gd name="T67" fmla="*/ 55280025 h 510"/>
                <a:gd name="T68" fmla="*/ 24929472 w 602"/>
                <a:gd name="T69" fmla="*/ 55280025 h 510"/>
                <a:gd name="T70" fmla="*/ 17489720 w 602"/>
                <a:gd name="T71" fmla="*/ 55280025 h 510"/>
                <a:gd name="T72" fmla="*/ 13835055 w 602"/>
                <a:gd name="T73" fmla="*/ 51629522 h 510"/>
                <a:gd name="T74" fmla="*/ 13835055 w 602"/>
                <a:gd name="T75" fmla="*/ 44198166 h 510"/>
                <a:gd name="T76" fmla="*/ 17489720 w 602"/>
                <a:gd name="T77" fmla="*/ 40547302 h 510"/>
                <a:gd name="T78" fmla="*/ 24929472 w 602"/>
                <a:gd name="T79" fmla="*/ 40547302 h 510"/>
                <a:gd name="T80" fmla="*/ 28583776 w 602"/>
                <a:gd name="T81" fmla="*/ 44198166 h 510"/>
                <a:gd name="T82" fmla="*/ 28583776 w 602"/>
                <a:gd name="T83" fmla="*/ 51629522 h 510"/>
                <a:gd name="T84" fmla="*/ 24929472 w 602"/>
                <a:gd name="T85" fmla="*/ 55280025 h 510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0" t="0" r="r" b="b"/>
              <a:pathLst>
                <a:path w="602" h="510">
                  <a:moveTo>
                    <a:pt x="572" y="509"/>
                  </a:moveTo>
                  <a:lnTo>
                    <a:pt x="572" y="509"/>
                  </a:lnTo>
                  <a:cubicBezTo>
                    <a:pt x="28" y="509"/>
                    <a:pt x="28" y="509"/>
                    <a:pt x="28" y="509"/>
                  </a:cubicBezTo>
                  <a:cubicBezTo>
                    <a:pt x="14" y="509"/>
                    <a:pt x="0" y="502"/>
                    <a:pt x="0" y="481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14"/>
                    <a:pt x="14" y="0"/>
                    <a:pt x="28" y="0"/>
                  </a:cubicBezTo>
                  <a:cubicBezTo>
                    <a:pt x="42" y="0"/>
                    <a:pt x="56" y="14"/>
                    <a:pt x="56" y="28"/>
                  </a:cubicBezTo>
                  <a:cubicBezTo>
                    <a:pt x="56" y="389"/>
                    <a:pt x="56" y="389"/>
                    <a:pt x="56" y="389"/>
                  </a:cubicBezTo>
                  <a:cubicBezTo>
                    <a:pt x="56" y="452"/>
                    <a:pt x="56" y="452"/>
                    <a:pt x="56" y="452"/>
                  </a:cubicBezTo>
                  <a:cubicBezTo>
                    <a:pt x="572" y="452"/>
                    <a:pt x="572" y="452"/>
                    <a:pt x="572" y="452"/>
                  </a:cubicBezTo>
                  <a:cubicBezTo>
                    <a:pt x="594" y="452"/>
                    <a:pt x="601" y="467"/>
                    <a:pt x="601" y="481"/>
                  </a:cubicBezTo>
                  <a:cubicBezTo>
                    <a:pt x="601" y="502"/>
                    <a:pt x="594" y="509"/>
                    <a:pt x="572" y="509"/>
                  </a:cubicBezTo>
                  <a:close/>
                  <a:moveTo>
                    <a:pt x="509" y="424"/>
                  </a:moveTo>
                  <a:lnTo>
                    <a:pt x="509" y="424"/>
                  </a:lnTo>
                  <a:cubicBezTo>
                    <a:pt x="452" y="424"/>
                    <a:pt x="452" y="424"/>
                    <a:pt x="452" y="424"/>
                  </a:cubicBezTo>
                  <a:cubicBezTo>
                    <a:pt x="438" y="424"/>
                    <a:pt x="424" y="417"/>
                    <a:pt x="424" y="396"/>
                  </a:cubicBezTo>
                  <a:cubicBezTo>
                    <a:pt x="424" y="198"/>
                    <a:pt x="424" y="198"/>
                    <a:pt x="424" y="198"/>
                  </a:cubicBezTo>
                  <a:cubicBezTo>
                    <a:pt x="424" y="184"/>
                    <a:pt x="438" y="170"/>
                    <a:pt x="452" y="170"/>
                  </a:cubicBezTo>
                  <a:cubicBezTo>
                    <a:pt x="509" y="170"/>
                    <a:pt x="509" y="170"/>
                    <a:pt x="509" y="170"/>
                  </a:cubicBezTo>
                  <a:cubicBezTo>
                    <a:pt x="523" y="170"/>
                    <a:pt x="537" y="184"/>
                    <a:pt x="537" y="198"/>
                  </a:cubicBezTo>
                  <a:cubicBezTo>
                    <a:pt x="537" y="396"/>
                    <a:pt x="537" y="396"/>
                    <a:pt x="537" y="396"/>
                  </a:cubicBezTo>
                  <a:cubicBezTo>
                    <a:pt x="537" y="417"/>
                    <a:pt x="523" y="424"/>
                    <a:pt x="509" y="424"/>
                  </a:cubicBezTo>
                  <a:close/>
                  <a:moveTo>
                    <a:pt x="346" y="424"/>
                  </a:moveTo>
                  <a:lnTo>
                    <a:pt x="346" y="424"/>
                  </a:lnTo>
                  <a:cubicBezTo>
                    <a:pt x="290" y="424"/>
                    <a:pt x="290" y="424"/>
                    <a:pt x="290" y="424"/>
                  </a:cubicBezTo>
                  <a:cubicBezTo>
                    <a:pt x="276" y="424"/>
                    <a:pt x="261" y="417"/>
                    <a:pt x="261" y="396"/>
                  </a:cubicBezTo>
                  <a:cubicBezTo>
                    <a:pt x="261" y="85"/>
                    <a:pt x="261" y="85"/>
                    <a:pt x="261" y="85"/>
                  </a:cubicBezTo>
                  <a:cubicBezTo>
                    <a:pt x="261" y="71"/>
                    <a:pt x="276" y="57"/>
                    <a:pt x="290" y="57"/>
                  </a:cubicBezTo>
                  <a:cubicBezTo>
                    <a:pt x="346" y="57"/>
                    <a:pt x="346" y="57"/>
                    <a:pt x="346" y="57"/>
                  </a:cubicBezTo>
                  <a:cubicBezTo>
                    <a:pt x="367" y="57"/>
                    <a:pt x="374" y="71"/>
                    <a:pt x="374" y="85"/>
                  </a:cubicBezTo>
                  <a:cubicBezTo>
                    <a:pt x="374" y="396"/>
                    <a:pt x="374" y="396"/>
                    <a:pt x="374" y="396"/>
                  </a:cubicBezTo>
                  <a:cubicBezTo>
                    <a:pt x="374" y="417"/>
                    <a:pt x="367" y="424"/>
                    <a:pt x="346" y="424"/>
                  </a:cubicBezTo>
                  <a:close/>
                  <a:moveTo>
                    <a:pt x="191" y="424"/>
                  </a:moveTo>
                  <a:lnTo>
                    <a:pt x="191" y="424"/>
                  </a:lnTo>
                  <a:cubicBezTo>
                    <a:pt x="134" y="424"/>
                    <a:pt x="134" y="424"/>
                    <a:pt x="134" y="424"/>
                  </a:cubicBezTo>
                  <a:cubicBezTo>
                    <a:pt x="113" y="424"/>
                    <a:pt x="106" y="417"/>
                    <a:pt x="106" y="396"/>
                  </a:cubicBezTo>
                  <a:cubicBezTo>
                    <a:pt x="106" y="339"/>
                    <a:pt x="106" y="339"/>
                    <a:pt x="106" y="339"/>
                  </a:cubicBezTo>
                  <a:cubicBezTo>
                    <a:pt x="106" y="325"/>
                    <a:pt x="113" y="311"/>
                    <a:pt x="134" y="311"/>
                  </a:cubicBezTo>
                  <a:cubicBezTo>
                    <a:pt x="191" y="311"/>
                    <a:pt x="191" y="311"/>
                    <a:pt x="191" y="311"/>
                  </a:cubicBezTo>
                  <a:cubicBezTo>
                    <a:pt x="205" y="311"/>
                    <a:pt x="219" y="325"/>
                    <a:pt x="219" y="339"/>
                  </a:cubicBezTo>
                  <a:cubicBezTo>
                    <a:pt x="219" y="396"/>
                    <a:pt x="219" y="396"/>
                    <a:pt x="219" y="396"/>
                  </a:cubicBezTo>
                  <a:cubicBezTo>
                    <a:pt x="219" y="417"/>
                    <a:pt x="205" y="424"/>
                    <a:pt x="191" y="424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90" tIns="17145" rIns="34290" bIns="17145" anchor="ctr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  <p:grpSp>
        <p:nvGrpSpPr>
          <p:cNvPr id="12" name="组合 11"/>
          <p:cNvGrpSpPr/>
          <p:nvPr userDrawn="1"/>
        </p:nvGrpSpPr>
        <p:grpSpPr>
          <a:xfrm>
            <a:off x="5327222" y="1700153"/>
            <a:ext cx="577036" cy="577246"/>
            <a:chOff x="4139952" y="1274820"/>
            <a:chExt cx="432833" cy="432834"/>
          </a:xfrm>
        </p:grpSpPr>
        <p:sp>
          <p:nvSpPr>
            <p:cNvPr id="24" name="椭圆 16"/>
            <p:cNvSpPr>
              <a:spLocks noChangeArrowheads="1"/>
            </p:cNvSpPr>
            <p:nvPr/>
          </p:nvSpPr>
          <p:spPr bwMode="auto">
            <a:xfrm>
              <a:off x="4139952" y="1274820"/>
              <a:ext cx="432833" cy="432834"/>
            </a:xfrm>
            <a:prstGeom prst="ellipse">
              <a:avLst/>
            </a:prstGeom>
            <a:solidFill>
              <a:srgbClr val="3992DB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3" name="Freeform 84"/>
            <p:cNvSpPr>
              <a:spLocks noChangeArrowheads="1"/>
            </p:cNvSpPr>
            <p:nvPr/>
          </p:nvSpPr>
          <p:spPr bwMode="auto">
            <a:xfrm>
              <a:off x="4241546" y="1366806"/>
              <a:ext cx="248863" cy="248863"/>
            </a:xfrm>
            <a:custGeom>
              <a:avLst/>
              <a:gdLst>
                <a:gd name="T0" fmla="*/ 43332858 w 602"/>
                <a:gd name="T1" fmla="*/ 34979440 h 602"/>
                <a:gd name="T2" fmla="*/ 43332858 w 602"/>
                <a:gd name="T3" fmla="*/ 34979440 h 602"/>
                <a:gd name="T4" fmla="*/ 43332858 w 602"/>
                <a:gd name="T5" fmla="*/ 0 h 602"/>
                <a:gd name="T6" fmla="*/ 78442719 w 602"/>
                <a:gd name="T7" fmla="*/ 34979440 h 602"/>
                <a:gd name="T8" fmla="*/ 43332858 w 602"/>
                <a:gd name="T9" fmla="*/ 34979440 h 602"/>
                <a:gd name="T10" fmla="*/ 36023527 w 602"/>
                <a:gd name="T11" fmla="*/ 78442719 h 602"/>
                <a:gd name="T12" fmla="*/ 36023527 w 602"/>
                <a:gd name="T13" fmla="*/ 78442719 h 602"/>
                <a:gd name="T14" fmla="*/ 0 w 602"/>
                <a:gd name="T15" fmla="*/ 42419192 h 602"/>
                <a:gd name="T16" fmla="*/ 36023527 w 602"/>
                <a:gd name="T17" fmla="*/ 7308970 h 602"/>
                <a:gd name="T18" fmla="*/ 36023527 w 602"/>
                <a:gd name="T19" fmla="*/ 42419192 h 602"/>
                <a:gd name="T20" fmla="*/ 71002968 w 602"/>
                <a:gd name="T21" fmla="*/ 42419192 h 602"/>
                <a:gd name="T22" fmla="*/ 36023527 w 602"/>
                <a:gd name="T23" fmla="*/ 78442719 h 602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602" h="602">
                  <a:moveTo>
                    <a:pt x="332" y="268"/>
                  </a:moveTo>
                  <a:lnTo>
                    <a:pt x="332" y="268"/>
                  </a:lnTo>
                  <a:cubicBezTo>
                    <a:pt x="332" y="0"/>
                    <a:pt x="332" y="0"/>
                    <a:pt x="332" y="0"/>
                  </a:cubicBezTo>
                  <a:cubicBezTo>
                    <a:pt x="481" y="0"/>
                    <a:pt x="601" y="120"/>
                    <a:pt x="601" y="268"/>
                  </a:cubicBezTo>
                  <a:lnTo>
                    <a:pt x="332" y="268"/>
                  </a:lnTo>
                  <a:close/>
                  <a:moveTo>
                    <a:pt x="276" y="601"/>
                  </a:moveTo>
                  <a:lnTo>
                    <a:pt x="276" y="601"/>
                  </a:lnTo>
                  <a:cubicBezTo>
                    <a:pt x="120" y="601"/>
                    <a:pt x="0" y="480"/>
                    <a:pt x="0" y="325"/>
                  </a:cubicBezTo>
                  <a:cubicBezTo>
                    <a:pt x="0" y="176"/>
                    <a:pt x="120" y="56"/>
                    <a:pt x="276" y="56"/>
                  </a:cubicBezTo>
                  <a:cubicBezTo>
                    <a:pt x="276" y="325"/>
                    <a:pt x="276" y="325"/>
                    <a:pt x="276" y="325"/>
                  </a:cubicBezTo>
                  <a:cubicBezTo>
                    <a:pt x="544" y="325"/>
                    <a:pt x="544" y="325"/>
                    <a:pt x="544" y="325"/>
                  </a:cubicBezTo>
                  <a:cubicBezTo>
                    <a:pt x="544" y="480"/>
                    <a:pt x="424" y="601"/>
                    <a:pt x="276" y="601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90" tIns="17145" rIns="34290" bIns="17145" anchor="ctr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>
        <p14:flip dir="r"/>
      </p:transition>
    </mc:Choice>
    <mc:Fallback xmlns="">
      <p:transition spd="slow" advTm="3000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直接连接符 6"/>
          <p:cNvCxnSpPr/>
          <p:nvPr userDrawn="1"/>
        </p:nvCxnSpPr>
        <p:spPr>
          <a:xfrm>
            <a:off x="1007304" y="834057"/>
            <a:ext cx="10463800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Group 7"/>
          <p:cNvGrpSpPr/>
          <p:nvPr userDrawn="1"/>
        </p:nvGrpSpPr>
        <p:grpSpPr bwMode="auto">
          <a:xfrm>
            <a:off x="431315" y="390618"/>
            <a:ext cx="520428" cy="274702"/>
            <a:chOff x="0" y="0"/>
            <a:chExt cx="1041399" cy="549275"/>
          </a:xfrm>
        </p:grpSpPr>
        <p:sp>
          <p:nvSpPr>
            <p:cNvPr id="13" name="Freeform 16"/>
            <p:cNvSpPr/>
            <p:nvPr/>
          </p:nvSpPr>
          <p:spPr bwMode="auto">
            <a:xfrm>
              <a:off x="0" y="0"/>
              <a:ext cx="361950" cy="549275"/>
            </a:xfrm>
            <a:custGeom>
              <a:avLst/>
              <a:gdLst>
                <a:gd name="T0" fmla="*/ 4 w 400"/>
                <a:gd name="T1" fmla="*/ 92 h 608"/>
                <a:gd name="T2" fmla="*/ 96 w 400"/>
                <a:gd name="T3" fmla="*/ 0 h 608"/>
                <a:gd name="T4" fmla="*/ 400 w 400"/>
                <a:gd name="T5" fmla="*/ 304 h 608"/>
                <a:gd name="T6" fmla="*/ 96 w 400"/>
                <a:gd name="T7" fmla="*/ 608 h 608"/>
                <a:gd name="T8" fmla="*/ 0 w 400"/>
                <a:gd name="T9" fmla="*/ 512 h 608"/>
                <a:gd name="T10" fmla="*/ 212 w 400"/>
                <a:gd name="T11" fmla="*/ 300 h 608"/>
                <a:gd name="T12" fmla="*/ 4 w 400"/>
                <a:gd name="T13" fmla="*/ 92 h 6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00" h="608">
                  <a:moveTo>
                    <a:pt x="4" y="92"/>
                  </a:moveTo>
                  <a:lnTo>
                    <a:pt x="96" y="0"/>
                  </a:lnTo>
                  <a:lnTo>
                    <a:pt x="400" y="304"/>
                  </a:lnTo>
                  <a:lnTo>
                    <a:pt x="96" y="608"/>
                  </a:lnTo>
                  <a:lnTo>
                    <a:pt x="0" y="512"/>
                  </a:lnTo>
                  <a:lnTo>
                    <a:pt x="212" y="300"/>
                  </a:lnTo>
                  <a:lnTo>
                    <a:pt x="4" y="92"/>
                  </a:lnTo>
                  <a:close/>
                </a:path>
              </a:pathLst>
            </a:custGeom>
            <a:solidFill>
              <a:srgbClr val="005DA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" name="Freeform 17"/>
            <p:cNvSpPr/>
            <p:nvPr/>
          </p:nvSpPr>
          <p:spPr bwMode="auto">
            <a:xfrm>
              <a:off x="338137" y="0"/>
              <a:ext cx="360362" cy="549275"/>
            </a:xfrm>
            <a:custGeom>
              <a:avLst/>
              <a:gdLst>
                <a:gd name="T0" fmla="*/ 4 w 399"/>
                <a:gd name="T1" fmla="*/ 92 h 608"/>
                <a:gd name="T2" fmla="*/ 96 w 399"/>
                <a:gd name="T3" fmla="*/ 0 h 608"/>
                <a:gd name="T4" fmla="*/ 399 w 399"/>
                <a:gd name="T5" fmla="*/ 304 h 608"/>
                <a:gd name="T6" fmla="*/ 96 w 399"/>
                <a:gd name="T7" fmla="*/ 608 h 608"/>
                <a:gd name="T8" fmla="*/ 0 w 399"/>
                <a:gd name="T9" fmla="*/ 512 h 608"/>
                <a:gd name="T10" fmla="*/ 212 w 399"/>
                <a:gd name="T11" fmla="*/ 300 h 608"/>
                <a:gd name="T12" fmla="*/ 4 w 399"/>
                <a:gd name="T13" fmla="*/ 92 h 6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99" h="608">
                  <a:moveTo>
                    <a:pt x="4" y="92"/>
                  </a:moveTo>
                  <a:lnTo>
                    <a:pt x="96" y="0"/>
                  </a:lnTo>
                  <a:lnTo>
                    <a:pt x="399" y="304"/>
                  </a:lnTo>
                  <a:lnTo>
                    <a:pt x="96" y="608"/>
                  </a:lnTo>
                  <a:lnTo>
                    <a:pt x="0" y="512"/>
                  </a:lnTo>
                  <a:lnTo>
                    <a:pt x="212" y="300"/>
                  </a:lnTo>
                  <a:lnTo>
                    <a:pt x="4" y="92"/>
                  </a:lnTo>
                  <a:close/>
                </a:path>
              </a:pathLst>
            </a:custGeom>
            <a:solidFill>
              <a:srgbClr val="3992D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" name="Freeform 18"/>
            <p:cNvSpPr/>
            <p:nvPr/>
          </p:nvSpPr>
          <p:spPr bwMode="auto">
            <a:xfrm>
              <a:off x="681037" y="0"/>
              <a:ext cx="360362" cy="549275"/>
            </a:xfrm>
            <a:custGeom>
              <a:avLst/>
              <a:gdLst>
                <a:gd name="T0" fmla="*/ 4 w 399"/>
                <a:gd name="T1" fmla="*/ 92 h 608"/>
                <a:gd name="T2" fmla="*/ 95 w 399"/>
                <a:gd name="T3" fmla="*/ 0 h 608"/>
                <a:gd name="T4" fmla="*/ 399 w 399"/>
                <a:gd name="T5" fmla="*/ 304 h 608"/>
                <a:gd name="T6" fmla="*/ 95 w 399"/>
                <a:gd name="T7" fmla="*/ 608 h 608"/>
                <a:gd name="T8" fmla="*/ 0 w 399"/>
                <a:gd name="T9" fmla="*/ 512 h 608"/>
                <a:gd name="T10" fmla="*/ 212 w 399"/>
                <a:gd name="T11" fmla="*/ 300 h 608"/>
                <a:gd name="T12" fmla="*/ 4 w 399"/>
                <a:gd name="T13" fmla="*/ 92 h 6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99" h="608">
                  <a:moveTo>
                    <a:pt x="4" y="92"/>
                  </a:moveTo>
                  <a:lnTo>
                    <a:pt x="95" y="0"/>
                  </a:lnTo>
                  <a:lnTo>
                    <a:pt x="399" y="304"/>
                  </a:lnTo>
                  <a:lnTo>
                    <a:pt x="95" y="608"/>
                  </a:lnTo>
                  <a:lnTo>
                    <a:pt x="0" y="512"/>
                  </a:lnTo>
                  <a:lnTo>
                    <a:pt x="212" y="300"/>
                  </a:lnTo>
                  <a:lnTo>
                    <a:pt x="4" y="92"/>
                  </a:lnTo>
                  <a:close/>
                </a:path>
              </a:pathLst>
            </a:cu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6" name="矩形 5"/>
          <p:cNvSpPr/>
          <p:nvPr userDrawn="1"/>
        </p:nvSpPr>
        <p:spPr>
          <a:xfrm>
            <a:off x="0" y="6794447"/>
            <a:ext cx="10631710" cy="84639"/>
          </a:xfrm>
          <a:prstGeom prst="rect">
            <a:avLst/>
          </a:prstGeom>
          <a:solidFill>
            <a:srgbClr val="1369B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矩形 23"/>
          <p:cNvSpPr/>
          <p:nvPr userDrawn="1"/>
        </p:nvSpPr>
        <p:spPr>
          <a:xfrm>
            <a:off x="10703717" y="6794446"/>
            <a:ext cx="1486695" cy="84639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>
        <p14:flip dir="r"/>
      </p:transition>
    </mc:Choice>
    <mc:Fallback xmlns="">
      <p:transition spd="slow" advTm="3000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>
        <p14:flip dir="r"/>
      </p:transition>
    </mc:Choice>
    <mc:Fallback xmlns="">
      <p:transition spd="slow" advTm="3000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>
        <p14:flip dir="r"/>
      </p:transition>
    </mc:Choice>
    <mc:Fallback xmlns="">
      <p:transition spd="slow" advTm="3000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2959" y="4407922"/>
            <a:ext cx="10361851" cy="1362390"/>
          </a:xfrm>
        </p:spPr>
        <p:txBody>
          <a:bodyPr anchor="t"/>
          <a:lstStyle>
            <a:lvl1pPr algn="l">
              <a:defRPr sz="53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2959" y="2907386"/>
            <a:ext cx="10361851" cy="1500534"/>
          </a:xfrm>
        </p:spPr>
        <p:txBody>
          <a:bodyPr anchor="b"/>
          <a:lstStyle>
            <a:lvl1pPr marL="0" indent="0">
              <a:buNone/>
              <a:defRPr sz="2700">
                <a:solidFill>
                  <a:schemeClr val="tx1">
                    <a:tint val="75000"/>
                  </a:schemeClr>
                </a:solidFill>
              </a:defRPr>
            </a:lvl1pPr>
            <a:lvl2pPr marL="6096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92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3pPr>
            <a:lvl4pPr marL="182880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4pPr>
            <a:lvl5pPr marL="243840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5pPr>
            <a:lvl6pPr marL="304800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6pPr>
            <a:lvl7pPr marL="365760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7pPr>
            <a:lvl8pPr marL="426720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8pPr>
            <a:lvl9pPr marL="487680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2025/11/22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>
        <p14:flip dir="r"/>
      </p:transition>
    </mc:Choice>
    <mc:Fallback xmlns="">
      <p:transition spd="slow" advTm="3000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521" y="1600572"/>
            <a:ext cx="5384099" cy="4527011"/>
          </a:xfrm>
        </p:spPr>
        <p:txBody>
          <a:bodyPr/>
          <a:lstStyle>
            <a:lvl1pPr>
              <a:defRPr sz="3700"/>
            </a:lvl1pPr>
            <a:lvl2pPr>
              <a:defRPr sz="3200"/>
            </a:lvl2pPr>
            <a:lvl3pPr>
              <a:defRPr sz="2700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6793" y="1600572"/>
            <a:ext cx="5384099" cy="4527011"/>
          </a:xfrm>
        </p:spPr>
        <p:txBody>
          <a:bodyPr/>
          <a:lstStyle>
            <a:lvl1pPr>
              <a:defRPr sz="3700"/>
            </a:lvl1pPr>
            <a:lvl2pPr>
              <a:defRPr sz="3200"/>
            </a:lvl2pPr>
            <a:lvl3pPr>
              <a:defRPr sz="2700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2025/11/22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>
        <p14:flip dir="r"/>
      </p:transition>
    </mc:Choice>
    <mc:Fallback xmlns="">
      <p:transition spd="slow" advTm="3000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521" y="1535469"/>
            <a:ext cx="5386216" cy="639911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600" indent="0">
              <a:buNone/>
              <a:defRPr sz="2700" b="1"/>
            </a:lvl2pPr>
            <a:lvl3pPr marL="1219200" indent="0">
              <a:buNone/>
              <a:defRPr sz="2400" b="1"/>
            </a:lvl3pPr>
            <a:lvl4pPr marL="1828800" indent="0">
              <a:buNone/>
              <a:defRPr sz="2100" b="1"/>
            </a:lvl4pPr>
            <a:lvl5pPr marL="2438400" indent="0">
              <a:buNone/>
              <a:defRPr sz="2100" b="1"/>
            </a:lvl5pPr>
            <a:lvl6pPr marL="3048000" indent="0">
              <a:buNone/>
              <a:defRPr sz="2100" b="1"/>
            </a:lvl6pPr>
            <a:lvl7pPr marL="3657600" indent="0">
              <a:buNone/>
              <a:defRPr sz="2100" b="1"/>
            </a:lvl7pPr>
            <a:lvl8pPr marL="4267200" indent="0">
              <a:buNone/>
              <a:defRPr sz="2100" b="1"/>
            </a:lvl8pPr>
            <a:lvl9pPr marL="4876800" indent="0">
              <a:buNone/>
              <a:defRPr sz="21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521" y="2175378"/>
            <a:ext cx="5386216" cy="3952203"/>
          </a:xfrm>
        </p:spPr>
        <p:txBody>
          <a:bodyPr/>
          <a:lstStyle>
            <a:lvl1pPr>
              <a:defRPr sz="3200"/>
            </a:lvl1pPr>
            <a:lvl2pPr>
              <a:defRPr sz="2700"/>
            </a:lvl2pPr>
            <a:lvl3pPr>
              <a:defRPr sz="2400"/>
            </a:lvl3pPr>
            <a:lvl4pPr>
              <a:defRPr sz="2100"/>
            </a:lvl4pPr>
            <a:lvl5pPr>
              <a:defRPr sz="2100"/>
            </a:lvl5pPr>
            <a:lvl6pPr>
              <a:defRPr sz="2100"/>
            </a:lvl6pPr>
            <a:lvl7pPr>
              <a:defRPr sz="2100"/>
            </a:lvl7pPr>
            <a:lvl8pPr>
              <a:defRPr sz="2100"/>
            </a:lvl8pPr>
            <a:lvl9pPr>
              <a:defRPr sz="21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2562" y="1535469"/>
            <a:ext cx="5388332" cy="639911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600" indent="0">
              <a:buNone/>
              <a:defRPr sz="2700" b="1"/>
            </a:lvl2pPr>
            <a:lvl3pPr marL="1219200" indent="0">
              <a:buNone/>
              <a:defRPr sz="2400" b="1"/>
            </a:lvl3pPr>
            <a:lvl4pPr marL="1828800" indent="0">
              <a:buNone/>
              <a:defRPr sz="2100" b="1"/>
            </a:lvl4pPr>
            <a:lvl5pPr marL="2438400" indent="0">
              <a:buNone/>
              <a:defRPr sz="2100" b="1"/>
            </a:lvl5pPr>
            <a:lvl6pPr marL="3048000" indent="0">
              <a:buNone/>
              <a:defRPr sz="2100" b="1"/>
            </a:lvl6pPr>
            <a:lvl7pPr marL="3657600" indent="0">
              <a:buNone/>
              <a:defRPr sz="2100" b="1"/>
            </a:lvl7pPr>
            <a:lvl8pPr marL="4267200" indent="0">
              <a:buNone/>
              <a:defRPr sz="2100" b="1"/>
            </a:lvl8pPr>
            <a:lvl9pPr marL="4876800" indent="0">
              <a:buNone/>
              <a:defRPr sz="21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2562" y="2175378"/>
            <a:ext cx="5388332" cy="3952203"/>
          </a:xfrm>
        </p:spPr>
        <p:txBody>
          <a:bodyPr/>
          <a:lstStyle>
            <a:lvl1pPr>
              <a:defRPr sz="3200"/>
            </a:lvl1pPr>
            <a:lvl2pPr>
              <a:defRPr sz="2700"/>
            </a:lvl2pPr>
            <a:lvl3pPr>
              <a:defRPr sz="2400"/>
            </a:lvl3pPr>
            <a:lvl4pPr>
              <a:defRPr sz="2100"/>
            </a:lvl4pPr>
            <a:lvl5pPr>
              <a:defRPr sz="2100"/>
            </a:lvl5pPr>
            <a:lvl6pPr>
              <a:defRPr sz="2100"/>
            </a:lvl6pPr>
            <a:lvl7pPr>
              <a:defRPr sz="2100"/>
            </a:lvl7pPr>
            <a:lvl8pPr>
              <a:defRPr sz="2100"/>
            </a:lvl8pPr>
            <a:lvl9pPr>
              <a:defRPr sz="21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2025/11/22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>
        <p14:flip dir="r"/>
      </p:transition>
    </mc:Choice>
    <mc:Fallback xmlns="">
      <p:transition spd="slow" advTm="3000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2025/11/22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>
        <p14:flip dir="r"/>
      </p:transition>
    </mc:Choice>
    <mc:Fallback xmlns="">
      <p:transition spd="slow" advTm="3000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2025/11/22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>
        <p14:flip dir="r"/>
      </p:transition>
    </mc:Choice>
    <mc:Fallback xmlns="">
      <p:transition spd="slow" advTm="3000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等腰三角形 7"/>
          <p:cNvSpPr/>
          <p:nvPr userDrawn="1"/>
        </p:nvSpPr>
        <p:spPr>
          <a:xfrm flipH="1" flipV="1">
            <a:off x="-767029" y="-29126"/>
            <a:ext cx="3825848" cy="1804442"/>
          </a:xfrm>
          <a:prstGeom prst="triangle">
            <a:avLst/>
          </a:prstGeom>
          <a:solidFill>
            <a:srgbClr val="E9EAEF">
              <a:alpha val="5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等腰三角形 8"/>
          <p:cNvSpPr/>
          <p:nvPr userDrawn="1"/>
        </p:nvSpPr>
        <p:spPr>
          <a:xfrm flipH="1" flipV="1">
            <a:off x="1413539" y="0"/>
            <a:ext cx="3825848" cy="1804442"/>
          </a:xfrm>
          <a:prstGeom prst="triangle">
            <a:avLst/>
          </a:prstGeom>
          <a:solidFill>
            <a:srgbClr val="E9EAEF">
              <a:alpha val="5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等腰三角形 9"/>
          <p:cNvSpPr/>
          <p:nvPr userDrawn="1"/>
        </p:nvSpPr>
        <p:spPr>
          <a:xfrm>
            <a:off x="6085438" y="4298493"/>
            <a:ext cx="5426766" cy="2559507"/>
          </a:xfrm>
          <a:prstGeom prst="triangle">
            <a:avLst/>
          </a:prstGeom>
          <a:solidFill>
            <a:srgbClr val="E9EAEF">
              <a:alpha val="5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等腰三角形 10"/>
          <p:cNvSpPr/>
          <p:nvPr userDrawn="1"/>
        </p:nvSpPr>
        <p:spPr>
          <a:xfrm>
            <a:off x="7741543" y="3609725"/>
            <a:ext cx="6887119" cy="3248275"/>
          </a:xfrm>
          <a:prstGeom prst="triangle">
            <a:avLst/>
          </a:prstGeom>
          <a:solidFill>
            <a:srgbClr val="E9EAEF">
              <a:alpha val="5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41" name="组合 40"/>
          <p:cNvGrpSpPr/>
          <p:nvPr userDrawn="1"/>
        </p:nvGrpSpPr>
        <p:grpSpPr>
          <a:xfrm>
            <a:off x="2308773" y="3693670"/>
            <a:ext cx="7551038" cy="105497"/>
            <a:chOff x="2101845" y="3387257"/>
            <a:chExt cx="7551038" cy="105497"/>
          </a:xfrm>
        </p:grpSpPr>
        <p:cxnSp>
          <p:nvCxnSpPr>
            <p:cNvPr id="42" name="直接连接符 41"/>
            <p:cNvCxnSpPr/>
            <p:nvPr/>
          </p:nvCxnSpPr>
          <p:spPr>
            <a:xfrm>
              <a:off x="2369489" y="3440005"/>
              <a:ext cx="7283394" cy="0"/>
            </a:xfrm>
            <a:prstGeom prst="line">
              <a:avLst/>
            </a:prstGeom>
            <a:ln w="2857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5" name="椭圆 44"/>
            <p:cNvSpPr/>
            <p:nvPr/>
          </p:nvSpPr>
          <p:spPr>
            <a:xfrm>
              <a:off x="2101845" y="3387257"/>
              <a:ext cx="105497" cy="105497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" name="椭圆 1"/>
          <p:cNvSpPr/>
          <p:nvPr userDrawn="1"/>
        </p:nvSpPr>
        <p:spPr>
          <a:xfrm>
            <a:off x="9998623" y="3693670"/>
            <a:ext cx="105497" cy="105497"/>
          </a:xfrm>
          <a:prstGeom prst="ellipse">
            <a:avLst/>
          </a:prstGeom>
          <a:solidFill>
            <a:schemeClr val="tx1">
              <a:lumMod val="75000"/>
              <a:lumOff val="2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>
        <p14:flip dir="r"/>
      </p:transition>
    </mc:Choice>
    <mc:Fallback xmlns="">
      <p:transition spd="slow" advTm="3000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直接连接符 7"/>
          <p:cNvCxnSpPr/>
          <p:nvPr userDrawn="1"/>
        </p:nvCxnSpPr>
        <p:spPr>
          <a:xfrm>
            <a:off x="984634" y="1413103"/>
            <a:ext cx="1019847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" name="组合 8"/>
          <p:cNvGrpSpPr/>
          <p:nvPr userDrawn="1"/>
        </p:nvGrpSpPr>
        <p:grpSpPr>
          <a:xfrm>
            <a:off x="10607120" y="654595"/>
            <a:ext cx="575989" cy="577246"/>
            <a:chOff x="6084168" y="1274820"/>
            <a:chExt cx="432048" cy="432834"/>
          </a:xfrm>
        </p:grpSpPr>
        <p:sp>
          <p:nvSpPr>
            <p:cNvPr id="10" name="椭圆 22"/>
            <p:cNvSpPr>
              <a:spLocks noChangeArrowheads="1"/>
            </p:cNvSpPr>
            <p:nvPr/>
          </p:nvSpPr>
          <p:spPr bwMode="auto">
            <a:xfrm>
              <a:off x="6084168" y="1274820"/>
              <a:ext cx="432048" cy="432834"/>
            </a:xfrm>
            <a:prstGeom prst="ellipse">
              <a:avLst/>
            </a:prstGeom>
            <a:solidFill>
              <a:srgbClr val="1369B2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1" name="Freeform 59"/>
            <p:cNvSpPr>
              <a:spLocks noChangeArrowheads="1"/>
            </p:cNvSpPr>
            <p:nvPr/>
          </p:nvSpPr>
          <p:spPr bwMode="auto">
            <a:xfrm>
              <a:off x="6180302" y="1365898"/>
              <a:ext cx="239780" cy="250679"/>
            </a:xfrm>
            <a:custGeom>
              <a:avLst/>
              <a:gdLst>
                <a:gd name="T0" fmla="*/ 73627430 w 581"/>
                <a:gd name="T1" fmla="*/ 67678707 h 609"/>
                <a:gd name="T2" fmla="*/ 61659637 w 581"/>
                <a:gd name="T3" fmla="*/ 78678142 h 609"/>
                <a:gd name="T4" fmla="*/ 54244957 w 581"/>
                <a:gd name="T5" fmla="*/ 72208055 h 609"/>
                <a:gd name="T6" fmla="*/ 57106883 w 581"/>
                <a:gd name="T7" fmla="*/ 65867111 h 609"/>
                <a:gd name="T8" fmla="*/ 61659637 w 581"/>
                <a:gd name="T9" fmla="*/ 69490662 h 609"/>
                <a:gd name="T10" fmla="*/ 71806401 w 581"/>
                <a:gd name="T11" fmla="*/ 61338122 h 609"/>
                <a:gd name="T12" fmla="*/ 73627430 w 581"/>
                <a:gd name="T13" fmla="*/ 67678707 h 609"/>
                <a:gd name="T14" fmla="*/ 61659637 w 581"/>
                <a:gd name="T15" fmla="*/ 64055516 h 609"/>
                <a:gd name="T16" fmla="*/ 49691843 w 581"/>
                <a:gd name="T17" fmla="*/ 69490662 h 609"/>
                <a:gd name="T18" fmla="*/ 51513233 w 581"/>
                <a:gd name="T19" fmla="*/ 75054951 h 609"/>
                <a:gd name="T20" fmla="*/ 3772261 w 581"/>
                <a:gd name="T21" fmla="*/ 78678142 h 609"/>
                <a:gd name="T22" fmla="*/ 0 w 581"/>
                <a:gd name="T23" fmla="*/ 10999436 h 609"/>
                <a:gd name="T24" fmla="*/ 10146404 w 581"/>
                <a:gd name="T25" fmla="*/ 7246742 h 609"/>
                <a:gd name="T26" fmla="*/ 17561444 w 581"/>
                <a:gd name="T27" fmla="*/ 18246178 h 609"/>
                <a:gd name="T28" fmla="*/ 24845922 w 581"/>
                <a:gd name="T29" fmla="*/ 7246742 h 609"/>
                <a:gd name="T30" fmla="*/ 28488341 w 581"/>
                <a:gd name="T31" fmla="*/ 10999436 h 609"/>
                <a:gd name="T32" fmla="*/ 43318061 w 581"/>
                <a:gd name="T33" fmla="*/ 10999436 h 609"/>
                <a:gd name="T34" fmla="*/ 46960119 w 581"/>
                <a:gd name="T35" fmla="*/ 7246742 h 609"/>
                <a:gd name="T36" fmla="*/ 54244957 w 581"/>
                <a:gd name="T37" fmla="*/ 18246178 h 609"/>
                <a:gd name="T38" fmla="*/ 61659637 w 581"/>
                <a:gd name="T39" fmla="*/ 7246742 h 609"/>
                <a:gd name="T40" fmla="*/ 71806401 w 581"/>
                <a:gd name="T41" fmla="*/ 10999436 h 609"/>
                <a:gd name="T42" fmla="*/ 66212751 w 581"/>
                <a:gd name="T43" fmla="*/ 59526167 h 609"/>
                <a:gd name="T44" fmla="*/ 10146404 w 581"/>
                <a:gd name="T45" fmla="*/ 63149718 h 609"/>
                <a:gd name="T46" fmla="*/ 12878128 w 581"/>
                <a:gd name="T47" fmla="*/ 65867111 h 609"/>
                <a:gd name="T48" fmla="*/ 39545439 w 581"/>
                <a:gd name="T49" fmla="*/ 63149718 h 609"/>
                <a:gd name="T50" fmla="*/ 39545439 w 581"/>
                <a:gd name="T51" fmla="*/ 63149718 h 609"/>
                <a:gd name="T52" fmla="*/ 39545439 w 581"/>
                <a:gd name="T53" fmla="*/ 63149718 h 609"/>
                <a:gd name="T54" fmla="*/ 12878128 w 581"/>
                <a:gd name="T55" fmla="*/ 60431965 h 609"/>
                <a:gd name="T56" fmla="*/ 58017218 w 581"/>
                <a:gd name="T57" fmla="*/ 28339815 h 609"/>
                <a:gd name="T58" fmla="*/ 13788823 w 581"/>
                <a:gd name="T59" fmla="*/ 28339815 h 609"/>
                <a:gd name="T60" fmla="*/ 13788823 w 581"/>
                <a:gd name="T61" fmla="*/ 35715700 h 609"/>
                <a:gd name="T62" fmla="*/ 61659637 w 581"/>
                <a:gd name="T63" fmla="*/ 31963007 h 609"/>
                <a:gd name="T64" fmla="*/ 58017218 w 581"/>
                <a:gd name="T65" fmla="*/ 43868240 h 609"/>
                <a:gd name="T66" fmla="*/ 35903020 w 581"/>
                <a:gd name="T67" fmla="*/ 43868240 h 609"/>
                <a:gd name="T68" fmla="*/ 13788823 w 581"/>
                <a:gd name="T69" fmla="*/ 43868240 h 609"/>
                <a:gd name="T70" fmla="*/ 13788823 w 581"/>
                <a:gd name="T71" fmla="*/ 51244484 h 609"/>
                <a:gd name="T72" fmla="*/ 35903020 w 581"/>
                <a:gd name="T73" fmla="*/ 51244484 h 609"/>
                <a:gd name="T74" fmla="*/ 61659637 w 581"/>
                <a:gd name="T75" fmla="*/ 47491791 h 609"/>
                <a:gd name="T76" fmla="*/ 54244957 w 581"/>
                <a:gd name="T77" fmla="*/ 14622627 h 609"/>
                <a:gd name="T78" fmla="*/ 50602538 w 581"/>
                <a:gd name="T79" fmla="*/ 10999436 h 609"/>
                <a:gd name="T80" fmla="*/ 54244957 w 581"/>
                <a:gd name="T81" fmla="*/ 0 h 609"/>
                <a:gd name="T82" fmla="*/ 58017218 w 581"/>
                <a:gd name="T83" fmla="*/ 10999436 h 609"/>
                <a:gd name="T84" fmla="*/ 35903020 w 581"/>
                <a:gd name="T85" fmla="*/ 14622627 h 609"/>
                <a:gd name="T86" fmla="*/ 32260601 w 581"/>
                <a:gd name="T87" fmla="*/ 10999436 h 609"/>
                <a:gd name="T88" fmla="*/ 35903020 w 581"/>
                <a:gd name="T89" fmla="*/ 0 h 609"/>
                <a:gd name="T90" fmla="*/ 39545439 w 581"/>
                <a:gd name="T91" fmla="*/ 10999436 h 609"/>
                <a:gd name="T92" fmla="*/ 17561444 w 581"/>
                <a:gd name="T93" fmla="*/ 14622627 h 609"/>
                <a:gd name="T94" fmla="*/ 13788823 w 581"/>
                <a:gd name="T95" fmla="*/ 10999436 h 609"/>
                <a:gd name="T96" fmla="*/ 17561444 w 581"/>
                <a:gd name="T97" fmla="*/ 0 h 609"/>
                <a:gd name="T98" fmla="*/ 21203502 w 581"/>
                <a:gd name="T99" fmla="*/ 10999436 h 609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</a:gdLst>
              <a:ahLst/>
              <a:cxnLst>
                <a:cxn ang="T100">
                  <a:pos x="T0" y="T1"/>
                </a:cxn>
                <a:cxn ang="T101">
                  <a:pos x="T2" y="T3"/>
                </a:cxn>
                <a:cxn ang="T102">
                  <a:pos x="T4" y="T5"/>
                </a:cxn>
                <a:cxn ang="T103">
                  <a:pos x="T6" y="T7"/>
                </a:cxn>
                <a:cxn ang="T104">
                  <a:pos x="T8" y="T9"/>
                </a:cxn>
                <a:cxn ang="T105">
                  <a:pos x="T10" y="T11"/>
                </a:cxn>
                <a:cxn ang="T106">
                  <a:pos x="T12" y="T13"/>
                </a:cxn>
                <a:cxn ang="T107">
                  <a:pos x="T14" y="T15"/>
                </a:cxn>
                <a:cxn ang="T108">
                  <a:pos x="T16" y="T17"/>
                </a:cxn>
                <a:cxn ang="T109">
                  <a:pos x="T18" y="T19"/>
                </a:cxn>
                <a:cxn ang="T110">
                  <a:pos x="T20" y="T21"/>
                </a:cxn>
                <a:cxn ang="T111">
                  <a:pos x="T22" y="T23"/>
                </a:cxn>
                <a:cxn ang="T112">
                  <a:pos x="T24" y="T25"/>
                </a:cxn>
                <a:cxn ang="T113">
                  <a:pos x="T26" y="T27"/>
                </a:cxn>
                <a:cxn ang="T114">
                  <a:pos x="T28" y="T29"/>
                </a:cxn>
                <a:cxn ang="T115">
                  <a:pos x="T30" y="T31"/>
                </a:cxn>
                <a:cxn ang="T116">
                  <a:pos x="T32" y="T33"/>
                </a:cxn>
                <a:cxn ang="T117">
                  <a:pos x="T34" y="T35"/>
                </a:cxn>
                <a:cxn ang="T118">
                  <a:pos x="T36" y="T37"/>
                </a:cxn>
                <a:cxn ang="T119">
                  <a:pos x="T38" y="T39"/>
                </a:cxn>
                <a:cxn ang="T120">
                  <a:pos x="T40" y="T41"/>
                </a:cxn>
                <a:cxn ang="T121">
                  <a:pos x="T42" y="T43"/>
                </a:cxn>
                <a:cxn ang="T122">
                  <a:pos x="T44" y="T45"/>
                </a:cxn>
                <a:cxn ang="T123">
                  <a:pos x="T46" y="T47"/>
                </a:cxn>
                <a:cxn ang="T124">
                  <a:pos x="T48" y="T49"/>
                </a:cxn>
                <a:cxn ang="T125">
                  <a:pos x="T50" y="T51"/>
                </a:cxn>
                <a:cxn ang="T126">
                  <a:pos x="T52" y="T53"/>
                </a:cxn>
                <a:cxn ang="T127">
                  <a:pos x="T54" y="T55"/>
                </a:cxn>
                <a:cxn ang="T128">
                  <a:pos x="T56" y="T57"/>
                </a:cxn>
                <a:cxn ang="T129">
                  <a:pos x="T58" y="T59"/>
                </a:cxn>
                <a:cxn ang="T130">
                  <a:pos x="T60" y="T61"/>
                </a:cxn>
                <a:cxn ang="T131">
                  <a:pos x="T62" y="T63"/>
                </a:cxn>
                <a:cxn ang="T132">
                  <a:pos x="T64" y="T65"/>
                </a:cxn>
                <a:cxn ang="T133">
                  <a:pos x="T66" y="T67"/>
                </a:cxn>
                <a:cxn ang="T134">
                  <a:pos x="T68" y="T69"/>
                </a:cxn>
                <a:cxn ang="T135">
                  <a:pos x="T70" y="T71"/>
                </a:cxn>
                <a:cxn ang="T136">
                  <a:pos x="T72" y="T73"/>
                </a:cxn>
                <a:cxn ang="T137">
                  <a:pos x="T74" y="T75"/>
                </a:cxn>
                <a:cxn ang="T138">
                  <a:pos x="T76" y="T77"/>
                </a:cxn>
                <a:cxn ang="T139">
                  <a:pos x="T78" y="T79"/>
                </a:cxn>
                <a:cxn ang="T140">
                  <a:pos x="T80" y="T81"/>
                </a:cxn>
                <a:cxn ang="T141">
                  <a:pos x="T82" y="T83"/>
                </a:cxn>
                <a:cxn ang="T142">
                  <a:pos x="T84" y="T85"/>
                </a:cxn>
                <a:cxn ang="T143">
                  <a:pos x="T86" y="T87"/>
                </a:cxn>
                <a:cxn ang="T144">
                  <a:pos x="T88" y="T89"/>
                </a:cxn>
                <a:cxn ang="T145">
                  <a:pos x="T90" y="T91"/>
                </a:cxn>
                <a:cxn ang="T146">
                  <a:pos x="T92" y="T93"/>
                </a:cxn>
                <a:cxn ang="T147">
                  <a:pos x="T94" y="T95"/>
                </a:cxn>
                <a:cxn ang="T148">
                  <a:pos x="T96" y="T97"/>
                </a:cxn>
                <a:cxn ang="T149">
                  <a:pos x="T98" y="T99"/>
                </a:cxn>
              </a:cxnLst>
              <a:rect l="0" t="0" r="r" b="b"/>
              <a:pathLst>
                <a:path w="581" h="609">
                  <a:moveTo>
                    <a:pt x="566" y="523"/>
                  </a:moveTo>
                  <a:lnTo>
                    <a:pt x="566" y="523"/>
                  </a:lnTo>
                  <a:cubicBezTo>
                    <a:pt x="495" y="594"/>
                    <a:pt x="495" y="594"/>
                    <a:pt x="495" y="594"/>
                  </a:cubicBezTo>
                  <a:cubicBezTo>
                    <a:pt x="488" y="601"/>
                    <a:pt x="481" y="608"/>
                    <a:pt x="474" y="608"/>
                  </a:cubicBezTo>
                  <a:cubicBezTo>
                    <a:pt x="467" y="608"/>
                    <a:pt x="460" y="601"/>
                    <a:pt x="453" y="594"/>
                  </a:cubicBezTo>
                  <a:cubicBezTo>
                    <a:pt x="417" y="558"/>
                    <a:pt x="417" y="558"/>
                    <a:pt x="417" y="558"/>
                  </a:cubicBezTo>
                  <a:cubicBezTo>
                    <a:pt x="410" y="551"/>
                    <a:pt x="410" y="544"/>
                    <a:pt x="410" y="537"/>
                  </a:cubicBezTo>
                  <a:cubicBezTo>
                    <a:pt x="410" y="523"/>
                    <a:pt x="417" y="509"/>
                    <a:pt x="439" y="509"/>
                  </a:cubicBezTo>
                  <a:cubicBezTo>
                    <a:pt x="446" y="509"/>
                    <a:pt x="453" y="516"/>
                    <a:pt x="453" y="523"/>
                  </a:cubicBezTo>
                  <a:cubicBezTo>
                    <a:pt x="474" y="537"/>
                    <a:pt x="474" y="537"/>
                    <a:pt x="474" y="537"/>
                  </a:cubicBezTo>
                  <a:cubicBezTo>
                    <a:pt x="530" y="481"/>
                    <a:pt x="530" y="481"/>
                    <a:pt x="530" y="481"/>
                  </a:cubicBezTo>
                  <a:cubicBezTo>
                    <a:pt x="537" y="474"/>
                    <a:pt x="545" y="474"/>
                    <a:pt x="552" y="474"/>
                  </a:cubicBezTo>
                  <a:cubicBezTo>
                    <a:pt x="566" y="474"/>
                    <a:pt x="580" y="488"/>
                    <a:pt x="580" y="502"/>
                  </a:cubicBezTo>
                  <a:cubicBezTo>
                    <a:pt x="580" y="509"/>
                    <a:pt x="573" y="516"/>
                    <a:pt x="566" y="523"/>
                  </a:cubicBezTo>
                  <a:close/>
                  <a:moveTo>
                    <a:pt x="474" y="495"/>
                  </a:moveTo>
                  <a:lnTo>
                    <a:pt x="474" y="495"/>
                  </a:lnTo>
                  <a:cubicBezTo>
                    <a:pt x="467" y="488"/>
                    <a:pt x="453" y="481"/>
                    <a:pt x="439" y="481"/>
                  </a:cubicBezTo>
                  <a:cubicBezTo>
                    <a:pt x="403" y="481"/>
                    <a:pt x="382" y="509"/>
                    <a:pt x="382" y="537"/>
                  </a:cubicBezTo>
                  <a:cubicBezTo>
                    <a:pt x="382" y="558"/>
                    <a:pt x="389" y="573"/>
                    <a:pt x="396" y="580"/>
                  </a:cubicBezTo>
                  <a:cubicBezTo>
                    <a:pt x="424" y="608"/>
                    <a:pt x="424" y="608"/>
                    <a:pt x="424" y="608"/>
                  </a:cubicBezTo>
                  <a:cubicBezTo>
                    <a:pt x="29" y="608"/>
                    <a:pt x="29" y="608"/>
                    <a:pt x="29" y="608"/>
                  </a:cubicBezTo>
                  <a:cubicBezTo>
                    <a:pt x="15" y="608"/>
                    <a:pt x="0" y="594"/>
                    <a:pt x="0" y="580"/>
                  </a:cubicBezTo>
                  <a:cubicBezTo>
                    <a:pt x="0" y="85"/>
                    <a:pt x="0" y="85"/>
                    <a:pt x="0" y="85"/>
                  </a:cubicBezTo>
                  <a:cubicBezTo>
                    <a:pt x="0" y="71"/>
                    <a:pt x="15" y="56"/>
                    <a:pt x="29" y="56"/>
                  </a:cubicBezTo>
                  <a:cubicBezTo>
                    <a:pt x="78" y="56"/>
                    <a:pt x="78" y="56"/>
                    <a:pt x="78" y="56"/>
                  </a:cubicBezTo>
                  <a:cubicBezTo>
                    <a:pt x="78" y="85"/>
                    <a:pt x="78" y="85"/>
                    <a:pt x="78" y="85"/>
                  </a:cubicBezTo>
                  <a:cubicBezTo>
                    <a:pt x="78" y="120"/>
                    <a:pt x="106" y="141"/>
                    <a:pt x="135" y="141"/>
                  </a:cubicBezTo>
                  <a:cubicBezTo>
                    <a:pt x="163" y="141"/>
                    <a:pt x="191" y="120"/>
                    <a:pt x="191" y="85"/>
                  </a:cubicBezTo>
                  <a:cubicBezTo>
                    <a:pt x="191" y="56"/>
                    <a:pt x="191" y="56"/>
                    <a:pt x="191" y="56"/>
                  </a:cubicBezTo>
                  <a:cubicBezTo>
                    <a:pt x="219" y="56"/>
                    <a:pt x="219" y="56"/>
                    <a:pt x="219" y="56"/>
                  </a:cubicBezTo>
                  <a:cubicBezTo>
                    <a:pt x="219" y="85"/>
                    <a:pt x="219" y="85"/>
                    <a:pt x="219" y="85"/>
                  </a:cubicBezTo>
                  <a:cubicBezTo>
                    <a:pt x="219" y="120"/>
                    <a:pt x="248" y="141"/>
                    <a:pt x="276" y="141"/>
                  </a:cubicBezTo>
                  <a:cubicBezTo>
                    <a:pt x="304" y="141"/>
                    <a:pt x="333" y="120"/>
                    <a:pt x="333" y="85"/>
                  </a:cubicBezTo>
                  <a:cubicBezTo>
                    <a:pt x="333" y="56"/>
                    <a:pt x="333" y="56"/>
                    <a:pt x="333" y="56"/>
                  </a:cubicBezTo>
                  <a:cubicBezTo>
                    <a:pt x="361" y="56"/>
                    <a:pt x="361" y="56"/>
                    <a:pt x="361" y="56"/>
                  </a:cubicBezTo>
                  <a:cubicBezTo>
                    <a:pt x="361" y="85"/>
                    <a:pt x="361" y="85"/>
                    <a:pt x="361" y="85"/>
                  </a:cubicBezTo>
                  <a:cubicBezTo>
                    <a:pt x="361" y="120"/>
                    <a:pt x="389" y="141"/>
                    <a:pt x="417" y="141"/>
                  </a:cubicBezTo>
                  <a:cubicBezTo>
                    <a:pt x="446" y="141"/>
                    <a:pt x="474" y="120"/>
                    <a:pt x="474" y="85"/>
                  </a:cubicBezTo>
                  <a:cubicBezTo>
                    <a:pt x="474" y="56"/>
                    <a:pt x="474" y="56"/>
                    <a:pt x="474" y="56"/>
                  </a:cubicBezTo>
                  <a:cubicBezTo>
                    <a:pt x="523" y="56"/>
                    <a:pt x="523" y="56"/>
                    <a:pt x="523" y="56"/>
                  </a:cubicBezTo>
                  <a:cubicBezTo>
                    <a:pt x="537" y="56"/>
                    <a:pt x="552" y="71"/>
                    <a:pt x="552" y="85"/>
                  </a:cubicBezTo>
                  <a:cubicBezTo>
                    <a:pt x="552" y="445"/>
                    <a:pt x="552" y="445"/>
                    <a:pt x="552" y="445"/>
                  </a:cubicBezTo>
                  <a:cubicBezTo>
                    <a:pt x="530" y="445"/>
                    <a:pt x="516" y="452"/>
                    <a:pt x="509" y="460"/>
                  </a:cubicBezTo>
                  <a:lnTo>
                    <a:pt x="474" y="495"/>
                  </a:lnTo>
                  <a:close/>
                  <a:moveTo>
                    <a:pt x="78" y="488"/>
                  </a:moveTo>
                  <a:lnTo>
                    <a:pt x="78" y="488"/>
                  </a:lnTo>
                  <a:cubicBezTo>
                    <a:pt x="78" y="502"/>
                    <a:pt x="85" y="509"/>
                    <a:pt x="99" y="509"/>
                  </a:cubicBezTo>
                  <a:cubicBezTo>
                    <a:pt x="283" y="509"/>
                    <a:pt x="283" y="509"/>
                    <a:pt x="283" y="509"/>
                  </a:cubicBezTo>
                  <a:cubicBezTo>
                    <a:pt x="297" y="509"/>
                    <a:pt x="304" y="502"/>
                    <a:pt x="304" y="488"/>
                  </a:cubicBezTo>
                  <a:cubicBezTo>
                    <a:pt x="304" y="474"/>
                    <a:pt x="297" y="467"/>
                    <a:pt x="283" y="467"/>
                  </a:cubicBezTo>
                  <a:cubicBezTo>
                    <a:pt x="99" y="467"/>
                    <a:pt x="99" y="467"/>
                    <a:pt x="99" y="467"/>
                  </a:cubicBezTo>
                  <a:cubicBezTo>
                    <a:pt x="85" y="467"/>
                    <a:pt x="78" y="474"/>
                    <a:pt x="78" y="488"/>
                  </a:cubicBezTo>
                  <a:close/>
                  <a:moveTo>
                    <a:pt x="446" y="219"/>
                  </a:moveTo>
                  <a:lnTo>
                    <a:pt x="446" y="219"/>
                  </a:lnTo>
                  <a:cubicBezTo>
                    <a:pt x="106" y="219"/>
                    <a:pt x="106" y="219"/>
                    <a:pt x="106" y="219"/>
                  </a:cubicBezTo>
                  <a:cubicBezTo>
                    <a:pt x="92" y="219"/>
                    <a:pt x="78" y="233"/>
                    <a:pt x="78" y="247"/>
                  </a:cubicBezTo>
                  <a:cubicBezTo>
                    <a:pt x="78" y="262"/>
                    <a:pt x="92" y="276"/>
                    <a:pt x="106" y="276"/>
                  </a:cubicBezTo>
                  <a:cubicBezTo>
                    <a:pt x="446" y="276"/>
                    <a:pt x="446" y="276"/>
                    <a:pt x="446" y="276"/>
                  </a:cubicBezTo>
                  <a:cubicBezTo>
                    <a:pt x="460" y="276"/>
                    <a:pt x="474" y="262"/>
                    <a:pt x="474" y="247"/>
                  </a:cubicBezTo>
                  <a:cubicBezTo>
                    <a:pt x="474" y="233"/>
                    <a:pt x="460" y="219"/>
                    <a:pt x="446" y="219"/>
                  </a:cubicBezTo>
                  <a:close/>
                  <a:moveTo>
                    <a:pt x="446" y="339"/>
                  </a:moveTo>
                  <a:lnTo>
                    <a:pt x="446" y="339"/>
                  </a:lnTo>
                  <a:cubicBezTo>
                    <a:pt x="276" y="339"/>
                    <a:pt x="276" y="339"/>
                    <a:pt x="276" y="339"/>
                  </a:cubicBezTo>
                  <a:cubicBezTo>
                    <a:pt x="226" y="339"/>
                    <a:pt x="226" y="339"/>
                    <a:pt x="226" y="339"/>
                  </a:cubicBezTo>
                  <a:cubicBezTo>
                    <a:pt x="106" y="339"/>
                    <a:pt x="106" y="339"/>
                    <a:pt x="106" y="339"/>
                  </a:cubicBezTo>
                  <a:cubicBezTo>
                    <a:pt x="92" y="339"/>
                    <a:pt x="78" y="353"/>
                    <a:pt x="78" y="367"/>
                  </a:cubicBezTo>
                  <a:cubicBezTo>
                    <a:pt x="78" y="389"/>
                    <a:pt x="92" y="396"/>
                    <a:pt x="106" y="396"/>
                  </a:cubicBezTo>
                  <a:cubicBezTo>
                    <a:pt x="226" y="396"/>
                    <a:pt x="226" y="396"/>
                    <a:pt x="226" y="396"/>
                  </a:cubicBezTo>
                  <a:cubicBezTo>
                    <a:pt x="276" y="396"/>
                    <a:pt x="276" y="396"/>
                    <a:pt x="276" y="396"/>
                  </a:cubicBezTo>
                  <a:cubicBezTo>
                    <a:pt x="446" y="396"/>
                    <a:pt x="446" y="396"/>
                    <a:pt x="446" y="396"/>
                  </a:cubicBezTo>
                  <a:cubicBezTo>
                    <a:pt x="460" y="396"/>
                    <a:pt x="474" y="389"/>
                    <a:pt x="474" y="367"/>
                  </a:cubicBezTo>
                  <a:cubicBezTo>
                    <a:pt x="474" y="353"/>
                    <a:pt x="460" y="339"/>
                    <a:pt x="446" y="339"/>
                  </a:cubicBezTo>
                  <a:close/>
                  <a:moveTo>
                    <a:pt x="417" y="113"/>
                  </a:moveTo>
                  <a:lnTo>
                    <a:pt x="417" y="113"/>
                  </a:lnTo>
                  <a:cubicBezTo>
                    <a:pt x="403" y="113"/>
                    <a:pt x="389" y="106"/>
                    <a:pt x="389" y="85"/>
                  </a:cubicBezTo>
                  <a:cubicBezTo>
                    <a:pt x="389" y="28"/>
                    <a:pt x="389" y="28"/>
                    <a:pt x="389" y="28"/>
                  </a:cubicBezTo>
                  <a:cubicBezTo>
                    <a:pt x="389" y="14"/>
                    <a:pt x="403" y="0"/>
                    <a:pt x="417" y="0"/>
                  </a:cubicBezTo>
                  <a:cubicBezTo>
                    <a:pt x="431" y="0"/>
                    <a:pt x="446" y="14"/>
                    <a:pt x="446" y="28"/>
                  </a:cubicBezTo>
                  <a:cubicBezTo>
                    <a:pt x="446" y="85"/>
                    <a:pt x="446" y="85"/>
                    <a:pt x="446" y="85"/>
                  </a:cubicBezTo>
                  <a:cubicBezTo>
                    <a:pt x="446" y="106"/>
                    <a:pt x="431" y="113"/>
                    <a:pt x="417" y="113"/>
                  </a:cubicBezTo>
                  <a:close/>
                  <a:moveTo>
                    <a:pt x="276" y="113"/>
                  </a:moveTo>
                  <a:lnTo>
                    <a:pt x="276" y="113"/>
                  </a:lnTo>
                  <a:cubicBezTo>
                    <a:pt x="262" y="113"/>
                    <a:pt x="248" y="106"/>
                    <a:pt x="248" y="85"/>
                  </a:cubicBezTo>
                  <a:cubicBezTo>
                    <a:pt x="248" y="28"/>
                    <a:pt x="248" y="28"/>
                    <a:pt x="248" y="28"/>
                  </a:cubicBezTo>
                  <a:cubicBezTo>
                    <a:pt x="248" y="14"/>
                    <a:pt x="262" y="0"/>
                    <a:pt x="276" y="0"/>
                  </a:cubicBezTo>
                  <a:cubicBezTo>
                    <a:pt x="290" y="0"/>
                    <a:pt x="304" y="14"/>
                    <a:pt x="304" y="28"/>
                  </a:cubicBezTo>
                  <a:cubicBezTo>
                    <a:pt x="304" y="85"/>
                    <a:pt x="304" y="85"/>
                    <a:pt x="304" y="85"/>
                  </a:cubicBezTo>
                  <a:cubicBezTo>
                    <a:pt x="304" y="106"/>
                    <a:pt x="290" y="113"/>
                    <a:pt x="276" y="113"/>
                  </a:cubicBezTo>
                  <a:close/>
                  <a:moveTo>
                    <a:pt x="135" y="113"/>
                  </a:moveTo>
                  <a:lnTo>
                    <a:pt x="135" y="113"/>
                  </a:lnTo>
                  <a:cubicBezTo>
                    <a:pt x="121" y="113"/>
                    <a:pt x="106" y="106"/>
                    <a:pt x="106" y="85"/>
                  </a:cubicBezTo>
                  <a:cubicBezTo>
                    <a:pt x="106" y="28"/>
                    <a:pt x="106" y="28"/>
                    <a:pt x="106" y="28"/>
                  </a:cubicBezTo>
                  <a:cubicBezTo>
                    <a:pt x="106" y="14"/>
                    <a:pt x="121" y="0"/>
                    <a:pt x="135" y="0"/>
                  </a:cubicBezTo>
                  <a:cubicBezTo>
                    <a:pt x="149" y="0"/>
                    <a:pt x="163" y="14"/>
                    <a:pt x="163" y="28"/>
                  </a:cubicBezTo>
                  <a:cubicBezTo>
                    <a:pt x="163" y="85"/>
                    <a:pt x="163" y="85"/>
                    <a:pt x="163" y="85"/>
                  </a:cubicBezTo>
                  <a:cubicBezTo>
                    <a:pt x="163" y="106"/>
                    <a:pt x="149" y="113"/>
                    <a:pt x="135" y="113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90" tIns="17145" rIns="34290" bIns="17145" anchor="ctr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  <p:grpSp>
        <p:nvGrpSpPr>
          <p:cNvPr id="12" name="组合 11"/>
          <p:cNvGrpSpPr/>
          <p:nvPr userDrawn="1"/>
        </p:nvGrpSpPr>
        <p:grpSpPr>
          <a:xfrm>
            <a:off x="8879153" y="655120"/>
            <a:ext cx="575989" cy="576197"/>
            <a:chOff x="4788024" y="1275213"/>
            <a:chExt cx="432048" cy="432048"/>
          </a:xfrm>
        </p:grpSpPr>
        <p:sp>
          <p:nvSpPr>
            <p:cNvPr id="13" name="椭圆 65"/>
            <p:cNvSpPr>
              <a:spLocks noChangeArrowheads="1"/>
            </p:cNvSpPr>
            <p:nvPr/>
          </p:nvSpPr>
          <p:spPr bwMode="auto">
            <a:xfrm>
              <a:off x="4788024" y="1275213"/>
              <a:ext cx="432048" cy="432048"/>
            </a:xfrm>
            <a:prstGeom prst="ellipse">
              <a:avLst/>
            </a:prstGeom>
            <a:solidFill>
              <a:srgbClr val="F79600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4" name="Freeform 110"/>
            <p:cNvSpPr>
              <a:spLocks noChangeArrowheads="1"/>
            </p:cNvSpPr>
            <p:nvPr/>
          </p:nvSpPr>
          <p:spPr bwMode="auto">
            <a:xfrm>
              <a:off x="4891102" y="1366806"/>
              <a:ext cx="250679" cy="248862"/>
            </a:xfrm>
            <a:custGeom>
              <a:avLst/>
              <a:gdLst>
                <a:gd name="T0" fmla="*/ 78678142 w 609"/>
                <a:gd name="T1" fmla="*/ 71002280 h 602"/>
                <a:gd name="T2" fmla="*/ 78678142 w 609"/>
                <a:gd name="T3" fmla="*/ 71002280 h 602"/>
                <a:gd name="T4" fmla="*/ 71302258 w 609"/>
                <a:gd name="T5" fmla="*/ 78441997 h 602"/>
                <a:gd name="T6" fmla="*/ 65867111 w 609"/>
                <a:gd name="T7" fmla="*/ 76614673 h 602"/>
                <a:gd name="T8" fmla="*/ 44774038 w 609"/>
                <a:gd name="T9" fmla="*/ 54426302 h 602"/>
                <a:gd name="T10" fmla="*/ 29245613 w 609"/>
                <a:gd name="T11" fmla="*/ 59125033 h 602"/>
                <a:gd name="T12" fmla="*/ 0 w 609"/>
                <a:gd name="T13" fmla="*/ 29497307 h 602"/>
                <a:gd name="T14" fmla="*/ 29245613 w 609"/>
                <a:gd name="T15" fmla="*/ 0 h 602"/>
                <a:gd name="T16" fmla="*/ 58491226 w 609"/>
                <a:gd name="T17" fmla="*/ 29497307 h 602"/>
                <a:gd name="T18" fmla="*/ 54867675 w 609"/>
                <a:gd name="T19" fmla="*/ 44376380 h 602"/>
                <a:gd name="T20" fmla="*/ 75960749 w 609"/>
                <a:gd name="T21" fmla="*/ 65520668 h 602"/>
                <a:gd name="T22" fmla="*/ 78678142 w 609"/>
                <a:gd name="T23" fmla="*/ 71002280 h 602"/>
                <a:gd name="T24" fmla="*/ 29245613 w 609"/>
                <a:gd name="T25" fmla="*/ 7439717 h 602"/>
                <a:gd name="T26" fmla="*/ 29245613 w 609"/>
                <a:gd name="T27" fmla="*/ 7439717 h 602"/>
                <a:gd name="T28" fmla="*/ 7246742 w 609"/>
                <a:gd name="T29" fmla="*/ 29497307 h 602"/>
                <a:gd name="T30" fmla="*/ 29245613 w 609"/>
                <a:gd name="T31" fmla="*/ 51685677 h 602"/>
                <a:gd name="T32" fmla="*/ 51244484 w 609"/>
                <a:gd name="T33" fmla="*/ 29497307 h 602"/>
                <a:gd name="T34" fmla="*/ 29245613 w 609"/>
                <a:gd name="T35" fmla="*/ 7439717 h 602"/>
                <a:gd name="T36" fmla="*/ 42056644 w 609"/>
                <a:gd name="T37" fmla="*/ 33282375 h 602"/>
                <a:gd name="T38" fmla="*/ 42056644 w 609"/>
                <a:gd name="T39" fmla="*/ 33282375 h 602"/>
                <a:gd name="T40" fmla="*/ 32868804 w 609"/>
                <a:gd name="T41" fmla="*/ 33282375 h 602"/>
                <a:gd name="T42" fmla="*/ 32868804 w 609"/>
                <a:gd name="T43" fmla="*/ 41504973 h 602"/>
                <a:gd name="T44" fmla="*/ 29245613 w 609"/>
                <a:gd name="T45" fmla="*/ 45290042 h 602"/>
                <a:gd name="T46" fmla="*/ 25622062 w 609"/>
                <a:gd name="T47" fmla="*/ 41504973 h 602"/>
                <a:gd name="T48" fmla="*/ 25622062 w 609"/>
                <a:gd name="T49" fmla="*/ 33282375 h 602"/>
                <a:gd name="T50" fmla="*/ 17340380 w 609"/>
                <a:gd name="T51" fmla="*/ 33282375 h 602"/>
                <a:gd name="T52" fmla="*/ 13716829 w 609"/>
                <a:gd name="T53" fmla="*/ 29497307 h 602"/>
                <a:gd name="T54" fmla="*/ 17340380 w 609"/>
                <a:gd name="T55" fmla="*/ 25842658 h 602"/>
                <a:gd name="T56" fmla="*/ 25622062 w 609"/>
                <a:gd name="T57" fmla="*/ 25842658 h 602"/>
                <a:gd name="T58" fmla="*/ 25622062 w 609"/>
                <a:gd name="T59" fmla="*/ 16575978 h 602"/>
                <a:gd name="T60" fmla="*/ 29245613 w 609"/>
                <a:gd name="T61" fmla="*/ 12921329 h 602"/>
                <a:gd name="T62" fmla="*/ 32868804 w 609"/>
                <a:gd name="T63" fmla="*/ 16575978 h 602"/>
                <a:gd name="T64" fmla="*/ 32868804 w 609"/>
                <a:gd name="T65" fmla="*/ 25842658 h 602"/>
                <a:gd name="T66" fmla="*/ 42056644 w 609"/>
                <a:gd name="T67" fmla="*/ 25842658 h 602"/>
                <a:gd name="T68" fmla="*/ 45679835 w 609"/>
                <a:gd name="T69" fmla="*/ 29497307 h 602"/>
                <a:gd name="T70" fmla="*/ 42056644 w 609"/>
                <a:gd name="T71" fmla="*/ 33282375 h 602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0" t="0" r="r" b="b"/>
              <a:pathLst>
                <a:path w="609" h="602">
                  <a:moveTo>
                    <a:pt x="608" y="544"/>
                  </a:moveTo>
                  <a:lnTo>
                    <a:pt x="608" y="544"/>
                  </a:lnTo>
                  <a:cubicBezTo>
                    <a:pt x="608" y="573"/>
                    <a:pt x="579" y="601"/>
                    <a:pt x="551" y="601"/>
                  </a:cubicBezTo>
                  <a:cubicBezTo>
                    <a:pt x="530" y="601"/>
                    <a:pt x="516" y="594"/>
                    <a:pt x="509" y="587"/>
                  </a:cubicBezTo>
                  <a:cubicBezTo>
                    <a:pt x="346" y="417"/>
                    <a:pt x="346" y="417"/>
                    <a:pt x="346" y="417"/>
                  </a:cubicBezTo>
                  <a:cubicBezTo>
                    <a:pt x="311" y="438"/>
                    <a:pt x="269" y="453"/>
                    <a:pt x="226" y="453"/>
                  </a:cubicBezTo>
                  <a:cubicBezTo>
                    <a:pt x="106" y="453"/>
                    <a:pt x="0" y="347"/>
                    <a:pt x="0" y="226"/>
                  </a:cubicBezTo>
                  <a:cubicBezTo>
                    <a:pt x="0" y="99"/>
                    <a:pt x="106" y="0"/>
                    <a:pt x="226" y="0"/>
                  </a:cubicBezTo>
                  <a:cubicBezTo>
                    <a:pt x="353" y="0"/>
                    <a:pt x="452" y="99"/>
                    <a:pt x="452" y="226"/>
                  </a:cubicBezTo>
                  <a:cubicBezTo>
                    <a:pt x="452" y="269"/>
                    <a:pt x="445" y="304"/>
                    <a:pt x="424" y="340"/>
                  </a:cubicBezTo>
                  <a:cubicBezTo>
                    <a:pt x="587" y="502"/>
                    <a:pt x="587" y="502"/>
                    <a:pt x="587" y="502"/>
                  </a:cubicBezTo>
                  <a:cubicBezTo>
                    <a:pt x="601" y="516"/>
                    <a:pt x="608" y="530"/>
                    <a:pt x="608" y="544"/>
                  </a:cubicBezTo>
                  <a:close/>
                  <a:moveTo>
                    <a:pt x="226" y="57"/>
                  </a:moveTo>
                  <a:lnTo>
                    <a:pt x="226" y="57"/>
                  </a:lnTo>
                  <a:cubicBezTo>
                    <a:pt x="134" y="57"/>
                    <a:pt x="56" y="127"/>
                    <a:pt x="56" y="226"/>
                  </a:cubicBezTo>
                  <a:cubicBezTo>
                    <a:pt x="56" y="318"/>
                    <a:pt x="134" y="396"/>
                    <a:pt x="226" y="396"/>
                  </a:cubicBezTo>
                  <a:cubicBezTo>
                    <a:pt x="325" y="396"/>
                    <a:pt x="396" y="318"/>
                    <a:pt x="396" y="226"/>
                  </a:cubicBezTo>
                  <a:cubicBezTo>
                    <a:pt x="396" y="127"/>
                    <a:pt x="325" y="57"/>
                    <a:pt x="226" y="57"/>
                  </a:cubicBezTo>
                  <a:close/>
                  <a:moveTo>
                    <a:pt x="325" y="255"/>
                  </a:moveTo>
                  <a:lnTo>
                    <a:pt x="325" y="255"/>
                  </a:lnTo>
                  <a:cubicBezTo>
                    <a:pt x="254" y="255"/>
                    <a:pt x="254" y="255"/>
                    <a:pt x="254" y="255"/>
                  </a:cubicBezTo>
                  <a:cubicBezTo>
                    <a:pt x="254" y="318"/>
                    <a:pt x="254" y="318"/>
                    <a:pt x="254" y="318"/>
                  </a:cubicBezTo>
                  <a:cubicBezTo>
                    <a:pt x="254" y="333"/>
                    <a:pt x="247" y="347"/>
                    <a:pt x="226" y="347"/>
                  </a:cubicBezTo>
                  <a:cubicBezTo>
                    <a:pt x="212" y="347"/>
                    <a:pt x="198" y="333"/>
                    <a:pt x="198" y="318"/>
                  </a:cubicBezTo>
                  <a:cubicBezTo>
                    <a:pt x="198" y="255"/>
                    <a:pt x="198" y="255"/>
                    <a:pt x="198" y="255"/>
                  </a:cubicBezTo>
                  <a:cubicBezTo>
                    <a:pt x="134" y="255"/>
                    <a:pt x="134" y="255"/>
                    <a:pt x="134" y="255"/>
                  </a:cubicBezTo>
                  <a:cubicBezTo>
                    <a:pt x="120" y="255"/>
                    <a:pt x="106" y="241"/>
                    <a:pt x="106" y="226"/>
                  </a:cubicBezTo>
                  <a:cubicBezTo>
                    <a:pt x="106" y="205"/>
                    <a:pt x="120" y="198"/>
                    <a:pt x="134" y="198"/>
                  </a:cubicBezTo>
                  <a:cubicBezTo>
                    <a:pt x="198" y="198"/>
                    <a:pt x="198" y="198"/>
                    <a:pt x="198" y="198"/>
                  </a:cubicBezTo>
                  <a:cubicBezTo>
                    <a:pt x="198" y="127"/>
                    <a:pt x="198" y="127"/>
                    <a:pt x="198" y="127"/>
                  </a:cubicBezTo>
                  <a:cubicBezTo>
                    <a:pt x="198" y="113"/>
                    <a:pt x="212" y="99"/>
                    <a:pt x="226" y="99"/>
                  </a:cubicBezTo>
                  <a:cubicBezTo>
                    <a:pt x="247" y="99"/>
                    <a:pt x="254" y="113"/>
                    <a:pt x="254" y="127"/>
                  </a:cubicBezTo>
                  <a:cubicBezTo>
                    <a:pt x="254" y="198"/>
                    <a:pt x="254" y="198"/>
                    <a:pt x="254" y="198"/>
                  </a:cubicBezTo>
                  <a:cubicBezTo>
                    <a:pt x="325" y="198"/>
                    <a:pt x="325" y="198"/>
                    <a:pt x="325" y="198"/>
                  </a:cubicBezTo>
                  <a:cubicBezTo>
                    <a:pt x="339" y="198"/>
                    <a:pt x="353" y="205"/>
                    <a:pt x="353" y="226"/>
                  </a:cubicBezTo>
                  <a:cubicBezTo>
                    <a:pt x="353" y="241"/>
                    <a:pt x="339" y="255"/>
                    <a:pt x="325" y="25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90" tIns="17145" rIns="34290" bIns="17145" anchor="ctr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  <p:grpSp>
        <p:nvGrpSpPr>
          <p:cNvPr id="15" name="组合 14"/>
          <p:cNvGrpSpPr/>
          <p:nvPr userDrawn="1"/>
        </p:nvGrpSpPr>
        <p:grpSpPr>
          <a:xfrm>
            <a:off x="9743137" y="654595"/>
            <a:ext cx="577036" cy="577246"/>
            <a:chOff x="5436096" y="1274820"/>
            <a:chExt cx="432833" cy="432834"/>
          </a:xfrm>
        </p:grpSpPr>
        <p:sp>
          <p:nvSpPr>
            <p:cNvPr id="16" name="椭圆 16"/>
            <p:cNvSpPr>
              <a:spLocks noChangeArrowheads="1"/>
            </p:cNvSpPr>
            <p:nvPr/>
          </p:nvSpPr>
          <p:spPr bwMode="auto">
            <a:xfrm>
              <a:off x="5436096" y="1274820"/>
              <a:ext cx="432833" cy="432834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7" name="Freeform 16"/>
            <p:cNvSpPr>
              <a:spLocks noChangeArrowheads="1"/>
            </p:cNvSpPr>
            <p:nvPr/>
          </p:nvSpPr>
          <p:spPr bwMode="auto">
            <a:xfrm>
              <a:off x="5554420" y="1377705"/>
              <a:ext cx="196183" cy="227065"/>
            </a:xfrm>
            <a:custGeom>
              <a:avLst/>
              <a:gdLst>
                <a:gd name="T0" fmla="*/ 58106390 w 475"/>
                <a:gd name="T1" fmla="*/ 71207247 h 552"/>
                <a:gd name="T2" fmla="*/ 58106390 w 475"/>
                <a:gd name="T3" fmla="*/ 71207247 h 552"/>
                <a:gd name="T4" fmla="*/ 54327993 w 475"/>
                <a:gd name="T5" fmla="*/ 71207247 h 552"/>
                <a:gd name="T6" fmla="*/ 54327993 w 475"/>
                <a:gd name="T7" fmla="*/ 0 h 552"/>
                <a:gd name="T8" fmla="*/ 58106390 w 475"/>
                <a:gd name="T9" fmla="*/ 0 h 552"/>
                <a:gd name="T10" fmla="*/ 61754124 w 475"/>
                <a:gd name="T11" fmla="*/ 3618618 h 552"/>
                <a:gd name="T12" fmla="*/ 61754124 w 475"/>
                <a:gd name="T13" fmla="*/ 67588630 h 552"/>
                <a:gd name="T14" fmla="*/ 58106390 w 475"/>
                <a:gd name="T15" fmla="*/ 71207247 h 552"/>
                <a:gd name="T16" fmla="*/ 7426131 w 475"/>
                <a:gd name="T17" fmla="*/ 67588630 h 552"/>
                <a:gd name="T18" fmla="*/ 7426131 w 475"/>
                <a:gd name="T19" fmla="*/ 67588630 h 552"/>
                <a:gd name="T20" fmla="*/ 7426131 w 475"/>
                <a:gd name="T21" fmla="*/ 63970012 h 552"/>
                <a:gd name="T22" fmla="*/ 13809846 w 475"/>
                <a:gd name="T23" fmla="*/ 63970012 h 552"/>
                <a:gd name="T24" fmla="*/ 21235977 w 475"/>
                <a:gd name="T25" fmla="*/ 56603721 h 552"/>
                <a:gd name="T26" fmla="*/ 13809846 w 475"/>
                <a:gd name="T27" fmla="*/ 49237429 h 552"/>
                <a:gd name="T28" fmla="*/ 7426131 w 475"/>
                <a:gd name="T29" fmla="*/ 49237429 h 552"/>
                <a:gd name="T30" fmla="*/ 7426131 w 475"/>
                <a:gd name="T31" fmla="*/ 42905028 h 552"/>
                <a:gd name="T32" fmla="*/ 13809846 w 475"/>
                <a:gd name="T33" fmla="*/ 42905028 h 552"/>
                <a:gd name="T34" fmla="*/ 21235977 w 475"/>
                <a:gd name="T35" fmla="*/ 35539095 h 552"/>
                <a:gd name="T36" fmla="*/ 13809846 w 475"/>
                <a:gd name="T37" fmla="*/ 28301860 h 552"/>
                <a:gd name="T38" fmla="*/ 7426131 w 475"/>
                <a:gd name="T39" fmla="*/ 28301860 h 552"/>
                <a:gd name="T40" fmla="*/ 7426131 w 475"/>
                <a:gd name="T41" fmla="*/ 21840403 h 552"/>
                <a:gd name="T42" fmla="*/ 13809846 w 475"/>
                <a:gd name="T43" fmla="*/ 21840403 h 552"/>
                <a:gd name="T44" fmla="*/ 21235977 w 475"/>
                <a:gd name="T45" fmla="*/ 14603167 h 552"/>
                <a:gd name="T46" fmla="*/ 13809846 w 475"/>
                <a:gd name="T47" fmla="*/ 7236876 h 552"/>
                <a:gd name="T48" fmla="*/ 7426131 w 475"/>
                <a:gd name="T49" fmla="*/ 7236876 h 552"/>
                <a:gd name="T50" fmla="*/ 7426131 w 475"/>
                <a:gd name="T51" fmla="*/ 3618618 h 552"/>
                <a:gd name="T52" fmla="*/ 11074226 w 475"/>
                <a:gd name="T53" fmla="*/ 0 h 552"/>
                <a:gd name="T54" fmla="*/ 50680259 w 475"/>
                <a:gd name="T55" fmla="*/ 0 h 552"/>
                <a:gd name="T56" fmla="*/ 50680259 w 475"/>
                <a:gd name="T57" fmla="*/ 71207247 h 552"/>
                <a:gd name="T58" fmla="*/ 11074226 w 475"/>
                <a:gd name="T59" fmla="*/ 71207247 h 552"/>
                <a:gd name="T60" fmla="*/ 7426131 w 475"/>
                <a:gd name="T61" fmla="*/ 67588630 h 552"/>
                <a:gd name="T62" fmla="*/ 17588243 w 475"/>
                <a:gd name="T63" fmla="*/ 14603167 h 552"/>
                <a:gd name="T64" fmla="*/ 17588243 w 475"/>
                <a:gd name="T65" fmla="*/ 14603167 h 552"/>
                <a:gd name="T66" fmla="*/ 13809846 w 475"/>
                <a:gd name="T67" fmla="*/ 18221785 h 552"/>
                <a:gd name="T68" fmla="*/ 3778036 w 475"/>
                <a:gd name="T69" fmla="*/ 18221785 h 552"/>
                <a:gd name="T70" fmla="*/ 0 w 475"/>
                <a:gd name="T71" fmla="*/ 14603167 h 552"/>
                <a:gd name="T72" fmla="*/ 3778036 w 475"/>
                <a:gd name="T73" fmla="*/ 10984909 h 552"/>
                <a:gd name="T74" fmla="*/ 13809846 w 475"/>
                <a:gd name="T75" fmla="*/ 10984909 h 552"/>
                <a:gd name="T76" fmla="*/ 17588243 w 475"/>
                <a:gd name="T77" fmla="*/ 14603167 h 552"/>
                <a:gd name="T78" fmla="*/ 3778036 w 475"/>
                <a:gd name="T79" fmla="*/ 31920478 h 552"/>
                <a:gd name="T80" fmla="*/ 3778036 w 475"/>
                <a:gd name="T81" fmla="*/ 31920478 h 552"/>
                <a:gd name="T82" fmla="*/ 13809846 w 475"/>
                <a:gd name="T83" fmla="*/ 31920478 h 552"/>
                <a:gd name="T84" fmla="*/ 17588243 w 475"/>
                <a:gd name="T85" fmla="*/ 35539095 h 552"/>
                <a:gd name="T86" fmla="*/ 13809846 w 475"/>
                <a:gd name="T87" fmla="*/ 39286770 h 552"/>
                <a:gd name="T88" fmla="*/ 3778036 w 475"/>
                <a:gd name="T89" fmla="*/ 39286770 h 552"/>
                <a:gd name="T90" fmla="*/ 0 w 475"/>
                <a:gd name="T91" fmla="*/ 35539095 h 552"/>
                <a:gd name="T92" fmla="*/ 3778036 w 475"/>
                <a:gd name="T93" fmla="*/ 31920478 h 552"/>
                <a:gd name="T94" fmla="*/ 3778036 w 475"/>
                <a:gd name="T95" fmla="*/ 52985462 h 552"/>
                <a:gd name="T96" fmla="*/ 3778036 w 475"/>
                <a:gd name="T97" fmla="*/ 52985462 h 552"/>
                <a:gd name="T98" fmla="*/ 13809846 w 475"/>
                <a:gd name="T99" fmla="*/ 52985462 h 552"/>
                <a:gd name="T100" fmla="*/ 17588243 w 475"/>
                <a:gd name="T101" fmla="*/ 56603721 h 552"/>
                <a:gd name="T102" fmla="*/ 13809846 w 475"/>
                <a:gd name="T103" fmla="*/ 60222338 h 552"/>
                <a:gd name="T104" fmla="*/ 3778036 w 475"/>
                <a:gd name="T105" fmla="*/ 60222338 h 552"/>
                <a:gd name="T106" fmla="*/ 0 w 475"/>
                <a:gd name="T107" fmla="*/ 56603721 h 552"/>
                <a:gd name="T108" fmla="*/ 3778036 w 475"/>
                <a:gd name="T109" fmla="*/ 52985462 h 552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</a:gdLst>
              <a:ahLst/>
              <a:cxnLst>
                <a:cxn ang="T110">
                  <a:pos x="T0" y="T1"/>
                </a:cxn>
                <a:cxn ang="T111">
                  <a:pos x="T2" y="T3"/>
                </a:cxn>
                <a:cxn ang="T112">
                  <a:pos x="T4" y="T5"/>
                </a:cxn>
                <a:cxn ang="T113">
                  <a:pos x="T6" y="T7"/>
                </a:cxn>
                <a:cxn ang="T114">
                  <a:pos x="T8" y="T9"/>
                </a:cxn>
                <a:cxn ang="T115">
                  <a:pos x="T10" y="T11"/>
                </a:cxn>
                <a:cxn ang="T116">
                  <a:pos x="T12" y="T13"/>
                </a:cxn>
                <a:cxn ang="T117">
                  <a:pos x="T14" y="T15"/>
                </a:cxn>
                <a:cxn ang="T118">
                  <a:pos x="T16" y="T17"/>
                </a:cxn>
                <a:cxn ang="T119">
                  <a:pos x="T18" y="T19"/>
                </a:cxn>
                <a:cxn ang="T120">
                  <a:pos x="T20" y="T21"/>
                </a:cxn>
                <a:cxn ang="T121">
                  <a:pos x="T22" y="T23"/>
                </a:cxn>
                <a:cxn ang="T122">
                  <a:pos x="T24" y="T25"/>
                </a:cxn>
                <a:cxn ang="T123">
                  <a:pos x="T26" y="T27"/>
                </a:cxn>
                <a:cxn ang="T124">
                  <a:pos x="T28" y="T29"/>
                </a:cxn>
                <a:cxn ang="T125">
                  <a:pos x="T30" y="T31"/>
                </a:cxn>
                <a:cxn ang="T126">
                  <a:pos x="T32" y="T33"/>
                </a:cxn>
                <a:cxn ang="T127">
                  <a:pos x="T34" y="T35"/>
                </a:cxn>
                <a:cxn ang="T128">
                  <a:pos x="T36" y="T37"/>
                </a:cxn>
                <a:cxn ang="T129">
                  <a:pos x="T38" y="T39"/>
                </a:cxn>
                <a:cxn ang="T130">
                  <a:pos x="T40" y="T41"/>
                </a:cxn>
                <a:cxn ang="T131">
                  <a:pos x="T42" y="T43"/>
                </a:cxn>
                <a:cxn ang="T132">
                  <a:pos x="T44" y="T45"/>
                </a:cxn>
                <a:cxn ang="T133">
                  <a:pos x="T46" y="T47"/>
                </a:cxn>
                <a:cxn ang="T134">
                  <a:pos x="T48" y="T49"/>
                </a:cxn>
                <a:cxn ang="T135">
                  <a:pos x="T50" y="T51"/>
                </a:cxn>
                <a:cxn ang="T136">
                  <a:pos x="T52" y="T53"/>
                </a:cxn>
                <a:cxn ang="T137">
                  <a:pos x="T54" y="T55"/>
                </a:cxn>
                <a:cxn ang="T138">
                  <a:pos x="T56" y="T57"/>
                </a:cxn>
                <a:cxn ang="T139">
                  <a:pos x="T58" y="T59"/>
                </a:cxn>
                <a:cxn ang="T140">
                  <a:pos x="T60" y="T61"/>
                </a:cxn>
                <a:cxn ang="T141">
                  <a:pos x="T62" y="T63"/>
                </a:cxn>
                <a:cxn ang="T142">
                  <a:pos x="T64" y="T65"/>
                </a:cxn>
                <a:cxn ang="T143">
                  <a:pos x="T66" y="T67"/>
                </a:cxn>
                <a:cxn ang="T144">
                  <a:pos x="T68" y="T69"/>
                </a:cxn>
                <a:cxn ang="T145">
                  <a:pos x="T70" y="T71"/>
                </a:cxn>
                <a:cxn ang="T146">
                  <a:pos x="T72" y="T73"/>
                </a:cxn>
                <a:cxn ang="T147">
                  <a:pos x="T74" y="T75"/>
                </a:cxn>
                <a:cxn ang="T148">
                  <a:pos x="T76" y="T77"/>
                </a:cxn>
                <a:cxn ang="T149">
                  <a:pos x="T78" y="T79"/>
                </a:cxn>
                <a:cxn ang="T150">
                  <a:pos x="T80" y="T81"/>
                </a:cxn>
                <a:cxn ang="T151">
                  <a:pos x="T82" y="T83"/>
                </a:cxn>
                <a:cxn ang="T152">
                  <a:pos x="T84" y="T85"/>
                </a:cxn>
                <a:cxn ang="T153">
                  <a:pos x="T86" y="T87"/>
                </a:cxn>
                <a:cxn ang="T154">
                  <a:pos x="T88" y="T89"/>
                </a:cxn>
                <a:cxn ang="T155">
                  <a:pos x="T90" y="T91"/>
                </a:cxn>
                <a:cxn ang="T156">
                  <a:pos x="T92" y="T93"/>
                </a:cxn>
                <a:cxn ang="T157">
                  <a:pos x="T94" y="T95"/>
                </a:cxn>
                <a:cxn ang="T158">
                  <a:pos x="T96" y="T97"/>
                </a:cxn>
                <a:cxn ang="T159">
                  <a:pos x="T98" y="T99"/>
                </a:cxn>
                <a:cxn ang="T160">
                  <a:pos x="T100" y="T101"/>
                </a:cxn>
                <a:cxn ang="T161">
                  <a:pos x="T102" y="T103"/>
                </a:cxn>
                <a:cxn ang="T162">
                  <a:pos x="T104" y="T105"/>
                </a:cxn>
                <a:cxn ang="T163">
                  <a:pos x="T106" y="T107"/>
                </a:cxn>
                <a:cxn ang="T164">
                  <a:pos x="T108" y="T109"/>
                </a:cxn>
              </a:cxnLst>
              <a:rect l="0" t="0" r="r" b="b"/>
              <a:pathLst>
                <a:path w="475" h="552">
                  <a:moveTo>
                    <a:pt x="446" y="551"/>
                  </a:moveTo>
                  <a:lnTo>
                    <a:pt x="446" y="551"/>
                  </a:lnTo>
                  <a:cubicBezTo>
                    <a:pt x="417" y="551"/>
                    <a:pt x="417" y="551"/>
                    <a:pt x="417" y="551"/>
                  </a:cubicBezTo>
                  <a:cubicBezTo>
                    <a:pt x="417" y="0"/>
                    <a:pt x="417" y="0"/>
                    <a:pt x="417" y="0"/>
                  </a:cubicBezTo>
                  <a:cubicBezTo>
                    <a:pt x="446" y="0"/>
                    <a:pt x="446" y="0"/>
                    <a:pt x="446" y="0"/>
                  </a:cubicBezTo>
                  <a:cubicBezTo>
                    <a:pt x="460" y="0"/>
                    <a:pt x="474" y="14"/>
                    <a:pt x="474" y="28"/>
                  </a:cubicBezTo>
                  <a:cubicBezTo>
                    <a:pt x="474" y="523"/>
                    <a:pt x="474" y="523"/>
                    <a:pt x="474" y="523"/>
                  </a:cubicBezTo>
                  <a:cubicBezTo>
                    <a:pt x="474" y="537"/>
                    <a:pt x="460" y="551"/>
                    <a:pt x="446" y="551"/>
                  </a:cubicBezTo>
                  <a:close/>
                  <a:moveTo>
                    <a:pt x="57" y="523"/>
                  </a:moveTo>
                  <a:lnTo>
                    <a:pt x="57" y="523"/>
                  </a:lnTo>
                  <a:cubicBezTo>
                    <a:pt x="57" y="495"/>
                    <a:pt x="57" y="495"/>
                    <a:pt x="57" y="495"/>
                  </a:cubicBezTo>
                  <a:cubicBezTo>
                    <a:pt x="106" y="495"/>
                    <a:pt x="106" y="495"/>
                    <a:pt x="106" y="495"/>
                  </a:cubicBezTo>
                  <a:cubicBezTo>
                    <a:pt x="135" y="495"/>
                    <a:pt x="163" y="466"/>
                    <a:pt x="163" y="438"/>
                  </a:cubicBezTo>
                  <a:cubicBezTo>
                    <a:pt x="163" y="403"/>
                    <a:pt x="135" y="381"/>
                    <a:pt x="106" y="381"/>
                  </a:cubicBezTo>
                  <a:cubicBezTo>
                    <a:pt x="57" y="381"/>
                    <a:pt x="57" y="381"/>
                    <a:pt x="57" y="381"/>
                  </a:cubicBezTo>
                  <a:cubicBezTo>
                    <a:pt x="57" y="332"/>
                    <a:pt x="57" y="332"/>
                    <a:pt x="57" y="332"/>
                  </a:cubicBezTo>
                  <a:cubicBezTo>
                    <a:pt x="106" y="332"/>
                    <a:pt x="106" y="332"/>
                    <a:pt x="106" y="332"/>
                  </a:cubicBezTo>
                  <a:cubicBezTo>
                    <a:pt x="135" y="332"/>
                    <a:pt x="163" y="304"/>
                    <a:pt x="163" y="275"/>
                  </a:cubicBezTo>
                  <a:cubicBezTo>
                    <a:pt x="163" y="247"/>
                    <a:pt x="135" y="219"/>
                    <a:pt x="106" y="219"/>
                  </a:cubicBezTo>
                  <a:cubicBezTo>
                    <a:pt x="57" y="219"/>
                    <a:pt x="57" y="219"/>
                    <a:pt x="57" y="219"/>
                  </a:cubicBezTo>
                  <a:cubicBezTo>
                    <a:pt x="57" y="169"/>
                    <a:pt x="57" y="169"/>
                    <a:pt x="57" y="169"/>
                  </a:cubicBezTo>
                  <a:cubicBezTo>
                    <a:pt x="106" y="169"/>
                    <a:pt x="106" y="169"/>
                    <a:pt x="106" y="169"/>
                  </a:cubicBezTo>
                  <a:cubicBezTo>
                    <a:pt x="135" y="169"/>
                    <a:pt x="163" y="148"/>
                    <a:pt x="163" y="113"/>
                  </a:cubicBezTo>
                  <a:cubicBezTo>
                    <a:pt x="163" y="85"/>
                    <a:pt x="135" y="56"/>
                    <a:pt x="106" y="56"/>
                  </a:cubicBezTo>
                  <a:cubicBezTo>
                    <a:pt x="57" y="56"/>
                    <a:pt x="57" y="56"/>
                    <a:pt x="57" y="56"/>
                  </a:cubicBezTo>
                  <a:cubicBezTo>
                    <a:pt x="57" y="28"/>
                    <a:pt x="57" y="28"/>
                    <a:pt x="57" y="28"/>
                  </a:cubicBezTo>
                  <a:cubicBezTo>
                    <a:pt x="57" y="14"/>
                    <a:pt x="71" y="0"/>
                    <a:pt x="85" y="0"/>
                  </a:cubicBezTo>
                  <a:cubicBezTo>
                    <a:pt x="389" y="0"/>
                    <a:pt x="389" y="0"/>
                    <a:pt x="389" y="0"/>
                  </a:cubicBezTo>
                  <a:cubicBezTo>
                    <a:pt x="389" y="551"/>
                    <a:pt x="389" y="551"/>
                    <a:pt x="389" y="551"/>
                  </a:cubicBezTo>
                  <a:cubicBezTo>
                    <a:pt x="85" y="551"/>
                    <a:pt x="85" y="551"/>
                    <a:pt x="85" y="551"/>
                  </a:cubicBezTo>
                  <a:cubicBezTo>
                    <a:pt x="71" y="551"/>
                    <a:pt x="57" y="537"/>
                    <a:pt x="57" y="523"/>
                  </a:cubicBezTo>
                  <a:close/>
                  <a:moveTo>
                    <a:pt x="135" y="113"/>
                  </a:moveTo>
                  <a:lnTo>
                    <a:pt x="135" y="113"/>
                  </a:lnTo>
                  <a:cubicBezTo>
                    <a:pt x="135" y="134"/>
                    <a:pt x="120" y="141"/>
                    <a:pt x="106" y="141"/>
                  </a:cubicBezTo>
                  <a:cubicBezTo>
                    <a:pt x="29" y="141"/>
                    <a:pt x="29" y="141"/>
                    <a:pt x="29" y="141"/>
                  </a:cubicBezTo>
                  <a:cubicBezTo>
                    <a:pt x="15" y="141"/>
                    <a:pt x="0" y="134"/>
                    <a:pt x="0" y="113"/>
                  </a:cubicBezTo>
                  <a:cubicBezTo>
                    <a:pt x="0" y="99"/>
                    <a:pt x="15" y="85"/>
                    <a:pt x="29" y="85"/>
                  </a:cubicBezTo>
                  <a:cubicBezTo>
                    <a:pt x="106" y="85"/>
                    <a:pt x="106" y="85"/>
                    <a:pt x="106" y="85"/>
                  </a:cubicBezTo>
                  <a:cubicBezTo>
                    <a:pt x="120" y="85"/>
                    <a:pt x="135" y="99"/>
                    <a:pt x="135" y="113"/>
                  </a:cubicBezTo>
                  <a:close/>
                  <a:moveTo>
                    <a:pt x="29" y="247"/>
                  </a:moveTo>
                  <a:lnTo>
                    <a:pt x="29" y="247"/>
                  </a:lnTo>
                  <a:cubicBezTo>
                    <a:pt x="106" y="247"/>
                    <a:pt x="106" y="247"/>
                    <a:pt x="106" y="247"/>
                  </a:cubicBezTo>
                  <a:cubicBezTo>
                    <a:pt x="120" y="247"/>
                    <a:pt x="135" y="261"/>
                    <a:pt x="135" y="275"/>
                  </a:cubicBezTo>
                  <a:cubicBezTo>
                    <a:pt x="135" y="290"/>
                    <a:pt x="120" y="304"/>
                    <a:pt x="106" y="304"/>
                  </a:cubicBezTo>
                  <a:cubicBezTo>
                    <a:pt x="29" y="304"/>
                    <a:pt x="29" y="304"/>
                    <a:pt x="29" y="304"/>
                  </a:cubicBezTo>
                  <a:cubicBezTo>
                    <a:pt x="15" y="304"/>
                    <a:pt x="0" y="290"/>
                    <a:pt x="0" y="275"/>
                  </a:cubicBezTo>
                  <a:cubicBezTo>
                    <a:pt x="0" y="261"/>
                    <a:pt x="15" y="247"/>
                    <a:pt x="29" y="247"/>
                  </a:cubicBezTo>
                  <a:close/>
                  <a:moveTo>
                    <a:pt x="29" y="410"/>
                  </a:moveTo>
                  <a:lnTo>
                    <a:pt x="29" y="410"/>
                  </a:lnTo>
                  <a:cubicBezTo>
                    <a:pt x="106" y="410"/>
                    <a:pt x="106" y="410"/>
                    <a:pt x="106" y="410"/>
                  </a:cubicBezTo>
                  <a:cubicBezTo>
                    <a:pt x="120" y="410"/>
                    <a:pt x="135" y="417"/>
                    <a:pt x="135" y="438"/>
                  </a:cubicBezTo>
                  <a:cubicBezTo>
                    <a:pt x="135" y="452"/>
                    <a:pt x="120" y="466"/>
                    <a:pt x="106" y="466"/>
                  </a:cubicBezTo>
                  <a:cubicBezTo>
                    <a:pt x="29" y="466"/>
                    <a:pt x="29" y="466"/>
                    <a:pt x="29" y="466"/>
                  </a:cubicBezTo>
                  <a:cubicBezTo>
                    <a:pt x="15" y="466"/>
                    <a:pt x="0" y="452"/>
                    <a:pt x="0" y="438"/>
                  </a:cubicBezTo>
                  <a:cubicBezTo>
                    <a:pt x="0" y="417"/>
                    <a:pt x="15" y="410"/>
                    <a:pt x="29" y="41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90" tIns="17145" rIns="34290" bIns="17145" anchor="ctr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  <p:grpSp>
        <p:nvGrpSpPr>
          <p:cNvPr id="18" name="组合 17"/>
          <p:cNvGrpSpPr/>
          <p:nvPr userDrawn="1"/>
        </p:nvGrpSpPr>
        <p:grpSpPr>
          <a:xfrm>
            <a:off x="7151187" y="654595"/>
            <a:ext cx="577036" cy="577246"/>
            <a:chOff x="3491880" y="1274820"/>
            <a:chExt cx="432833" cy="432834"/>
          </a:xfrm>
        </p:grpSpPr>
        <p:sp>
          <p:nvSpPr>
            <p:cNvPr id="19" name="椭圆 16"/>
            <p:cNvSpPr>
              <a:spLocks noChangeArrowheads="1"/>
            </p:cNvSpPr>
            <p:nvPr/>
          </p:nvSpPr>
          <p:spPr bwMode="auto">
            <a:xfrm>
              <a:off x="3491880" y="1274820"/>
              <a:ext cx="432833" cy="432834"/>
            </a:xfrm>
            <a:prstGeom prst="ellipse">
              <a:avLst/>
            </a:prstGeom>
            <a:solidFill>
              <a:srgbClr val="1369B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0" name="Freeform 75"/>
            <p:cNvSpPr>
              <a:spLocks noChangeArrowheads="1"/>
            </p:cNvSpPr>
            <p:nvPr/>
          </p:nvSpPr>
          <p:spPr bwMode="auto">
            <a:xfrm>
              <a:off x="3583864" y="1385879"/>
              <a:ext cx="248863" cy="210716"/>
            </a:xfrm>
            <a:custGeom>
              <a:avLst/>
              <a:gdLst>
                <a:gd name="T0" fmla="*/ 74657633 w 602"/>
                <a:gd name="T1" fmla="*/ 66362244 h 510"/>
                <a:gd name="T2" fmla="*/ 74657633 w 602"/>
                <a:gd name="T3" fmla="*/ 66362244 h 510"/>
                <a:gd name="T4" fmla="*/ 3654665 w 602"/>
                <a:gd name="T5" fmla="*/ 66362244 h 510"/>
                <a:gd name="T6" fmla="*/ 0 w 602"/>
                <a:gd name="T7" fmla="*/ 62711741 h 510"/>
                <a:gd name="T8" fmla="*/ 0 w 602"/>
                <a:gd name="T9" fmla="*/ 3650503 h 510"/>
                <a:gd name="T10" fmla="*/ 3654665 w 602"/>
                <a:gd name="T11" fmla="*/ 0 h 510"/>
                <a:gd name="T12" fmla="*/ 7308970 w 602"/>
                <a:gd name="T13" fmla="*/ 3650503 h 510"/>
                <a:gd name="T14" fmla="*/ 7308970 w 602"/>
                <a:gd name="T15" fmla="*/ 50717076 h 510"/>
                <a:gd name="T16" fmla="*/ 7308970 w 602"/>
                <a:gd name="T17" fmla="*/ 50717076 h 510"/>
                <a:gd name="T18" fmla="*/ 7308970 w 602"/>
                <a:gd name="T19" fmla="*/ 58930528 h 510"/>
                <a:gd name="T20" fmla="*/ 74657633 w 602"/>
                <a:gd name="T21" fmla="*/ 58930528 h 510"/>
                <a:gd name="T22" fmla="*/ 78442719 w 602"/>
                <a:gd name="T23" fmla="*/ 62711741 h 510"/>
                <a:gd name="T24" fmla="*/ 74657633 w 602"/>
                <a:gd name="T25" fmla="*/ 66362244 h 510"/>
                <a:gd name="T26" fmla="*/ 66434636 w 602"/>
                <a:gd name="T27" fmla="*/ 55280025 h 510"/>
                <a:gd name="T28" fmla="*/ 66434636 w 602"/>
                <a:gd name="T29" fmla="*/ 55280025 h 510"/>
                <a:gd name="T30" fmla="*/ 58995246 w 602"/>
                <a:gd name="T31" fmla="*/ 55280025 h 510"/>
                <a:gd name="T32" fmla="*/ 55340580 w 602"/>
                <a:gd name="T33" fmla="*/ 51629522 h 510"/>
                <a:gd name="T34" fmla="*/ 55340580 w 602"/>
                <a:gd name="T35" fmla="*/ 25814941 h 510"/>
                <a:gd name="T36" fmla="*/ 58995246 w 602"/>
                <a:gd name="T37" fmla="*/ 22164077 h 510"/>
                <a:gd name="T38" fmla="*/ 66434636 w 602"/>
                <a:gd name="T39" fmla="*/ 22164077 h 510"/>
                <a:gd name="T40" fmla="*/ 70089301 w 602"/>
                <a:gd name="T41" fmla="*/ 25814941 h 510"/>
                <a:gd name="T42" fmla="*/ 70089301 w 602"/>
                <a:gd name="T43" fmla="*/ 51629522 h 510"/>
                <a:gd name="T44" fmla="*/ 66434636 w 602"/>
                <a:gd name="T45" fmla="*/ 55280025 h 510"/>
                <a:gd name="T46" fmla="*/ 45159830 w 602"/>
                <a:gd name="T47" fmla="*/ 55280025 h 510"/>
                <a:gd name="T48" fmla="*/ 45159830 w 602"/>
                <a:gd name="T49" fmla="*/ 55280025 h 510"/>
                <a:gd name="T50" fmla="*/ 37850860 w 602"/>
                <a:gd name="T51" fmla="*/ 55280025 h 510"/>
                <a:gd name="T52" fmla="*/ 34065774 w 602"/>
                <a:gd name="T53" fmla="*/ 51629522 h 510"/>
                <a:gd name="T54" fmla="*/ 34065774 w 602"/>
                <a:gd name="T55" fmla="*/ 11082219 h 510"/>
                <a:gd name="T56" fmla="*/ 37850860 w 602"/>
                <a:gd name="T57" fmla="*/ 7431355 h 510"/>
                <a:gd name="T58" fmla="*/ 45159830 w 602"/>
                <a:gd name="T59" fmla="*/ 7431355 h 510"/>
                <a:gd name="T60" fmla="*/ 48814495 w 602"/>
                <a:gd name="T61" fmla="*/ 11082219 h 510"/>
                <a:gd name="T62" fmla="*/ 48814495 w 602"/>
                <a:gd name="T63" fmla="*/ 51629522 h 510"/>
                <a:gd name="T64" fmla="*/ 45159830 w 602"/>
                <a:gd name="T65" fmla="*/ 55280025 h 510"/>
                <a:gd name="T66" fmla="*/ 24929472 w 602"/>
                <a:gd name="T67" fmla="*/ 55280025 h 510"/>
                <a:gd name="T68" fmla="*/ 24929472 w 602"/>
                <a:gd name="T69" fmla="*/ 55280025 h 510"/>
                <a:gd name="T70" fmla="*/ 17489720 w 602"/>
                <a:gd name="T71" fmla="*/ 55280025 h 510"/>
                <a:gd name="T72" fmla="*/ 13835055 w 602"/>
                <a:gd name="T73" fmla="*/ 51629522 h 510"/>
                <a:gd name="T74" fmla="*/ 13835055 w 602"/>
                <a:gd name="T75" fmla="*/ 44198166 h 510"/>
                <a:gd name="T76" fmla="*/ 17489720 w 602"/>
                <a:gd name="T77" fmla="*/ 40547302 h 510"/>
                <a:gd name="T78" fmla="*/ 24929472 w 602"/>
                <a:gd name="T79" fmla="*/ 40547302 h 510"/>
                <a:gd name="T80" fmla="*/ 28583776 w 602"/>
                <a:gd name="T81" fmla="*/ 44198166 h 510"/>
                <a:gd name="T82" fmla="*/ 28583776 w 602"/>
                <a:gd name="T83" fmla="*/ 51629522 h 510"/>
                <a:gd name="T84" fmla="*/ 24929472 w 602"/>
                <a:gd name="T85" fmla="*/ 55280025 h 510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0" t="0" r="r" b="b"/>
              <a:pathLst>
                <a:path w="602" h="510">
                  <a:moveTo>
                    <a:pt x="572" y="509"/>
                  </a:moveTo>
                  <a:lnTo>
                    <a:pt x="572" y="509"/>
                  </a:lnTo>
                  <a:cubicBezTo>
                    <a:pt x="28" y="509"/>
                    <a:pt x="28" y="509"/>
                    <a:pt x="28" y="509"/>
                  </a:cubicBezTo>
                  <a:cubicBezTo>
                    <a:pt x="14" y="509"/>
                    <a:pt x="0" y="502"/>
                    <a:pt x="0" y="481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14"/>
                    <a:pt x="14" y="0"/>
                    <a:pt x="28" y="0"/>
                  </a:cubicBezTo>
                  <a:cubicBezTo>
                    <a:pt x="42" y="0"/>
                    <a:pt x="56" y="14"/>
                    <a:pt x="56" y="28"/>
                  </a:cubicBezTo>
                  <a:cubicBezTo>
                    <a:pt x="56" y="389"/>
                    <a:pt x="56" y="389"/>
                    <a:pt x="56" y="389"/>
                  </a:cubicBezTo>
                  <a:cubicBezTo>
                    <a:pt x="56" y="452"/>
                    <a:pt x="56" y="452"/>
                    <a:pt x="56" y="452"/>
                  </a:cubicBezTo>
                  <a:cubicBezTo>
                    <a:pt x="572" y="452"/>
                    <a:pt x="572" y="452"/>
                    <a:pt x="572" y="452"/>
                  </a:cubicBezTo>
                  <a:cubicBezTo>
                    <a:pt x="594" y="452"/>
                    <a:pt x="601" y="467"/>
                    <a:pt x="601" y="481"/>
                  </a:cubicBezTo>
                  <a:cubicBezTo>
                    <a:pt x="601" y="502"/>
                    <a:pt x="594" y="509"/>
                    <a:pt x="572" y="509"/>
                  </a:cubicBezTo>
                  <a:close/>
                  <a:moveTo>
                    <a:pt x="509" y="424"/>
                  </a:moveTo>
                  <a:lnTo>
                    <a:pt x="509" y="424"/>
                  </a:lnTo>
                  <a:cubicBezTo>
                    <a:pt x="452" y="424"/>
                    <a:pt x="452" y="424"/>
                    <a:pt x="452" y="424"/>
                  </a:cubicBezTo>
                  <a:cubicBezTo>
                    <a:pt x="438" y="424"/>
                    <a:pt x="424" y="417"/>
                    <a:pt x="424" y="396"/>
                  </a:cubicBezTo>
                  <a:cubicBezTo>
                    <a:pt x="424" y="198"/>
                    <a:pt x="424" y="198"/>
                    <a:pt x="424" y="198"/>
                  </a:cubicBezTo>
                  <a:cubicBezTo>
                    <a:pt x="424" y="184"/>
                    <a:pt x="438" y="170"/>
                    <a:pt x="452" y="170"/>
                  </a:cubicBezTo>
                  <a:cubicBezTo>
                    <a:pt x="509" y="170"/>
                    <a:pt x="509" y="170"/>
                    <a:pt x="509" y="170"/>
                  </a:cubicBezTo>
                  <a:cubicBezTo>
                    <a:pt x="523" y="170"/>
                    <a:pt x="537" y="184"/>
                    <a:pt x="537" y="198"/>
                  </a:cubicBezTo>
                  <a:cubicBezTo>
                    <a:pt x="537" y="396"/>
                    <a:pt x="537" y="396"/>
                    <a:pt x="537" y="396"/>
                  </a:cubicBezTo>
                  <a:cubicBezTo>
                    <a:pt x="537" y="417"/>
                    <a:pt x="523" y="424"/>
                    <a:pt x="509" y="424"/>
                  </a:cubicBezTo>
                  <a:close/>
                  <a:moveTo>
                    <a:pt x="346" y="424"/>
                  </a:moveTo>
                  <a:lnTo>
                    <a:pt x="346" y="424"/>
                  </a:lnTo>
                  <a:cubicBezTo>
                    <a:pt x="290" y="424"/>
                    <a:pt x="290" y="424"/>
                    <a:pt x="290" y="424"/>
                  </a:cubicBezTo>
                  <a:cubicBezTo>
                    <a:pt x="276" y="424"/>
                    <a:pt x="261" y="417"/>
                    <a:pt x="261" y="396"/>
                  </a:cubicBezTo>
                  <a:cubicBezTo>
                    <a:pt x="261" y="85"/>
                    <a:pt x="261" y="85"/>
                    <a:pt x="261" y="85"/>
                  </a:cubicBezTo>
                  <a:cubicBezTo>
                    <a:pt x="261" y="71"/>
                    <a:pt x="276" y="57"/>
                    <a:pt x="290" y="57"/>
                  </a:cubicBezTo>
                  <a:cubicBezTo>
                    <a:pt x="346" y="57"/>
                    <a:pt x="346" y="57"/>
                    <a:pt x="346" y="57"/>
                  </a:cubicBezTo>
                  <a:cubicBezTo>
                    <a:pt x="367" y="57"/>
                    <a:pt x="374" y="71"/>
                    <a:pt x="374" y="85"/>
                  </a:cubicBezTo>
                  <a:cubicBezTo>
                    <a:pt x="374" y="396"/>
                    <a:pt x="374" y="396"/>
                    <a:pt x="374" y="396"/>
                  </a:cubicBezTo>
                  <a:cubicBezTo>
                    <a:pt x="374" y="417"/>
                    <a:pt x="367" y="424"/>
                    <a:pt x="346" y="424"/>
                  </a:cubicBezTo>
                  <a:close/>
                  <a:moveTo>
                    <a:pt x="191" y="424"/>
                  </a:moveTo>
                  <a:lnTo>
                    <a:pt x="191" y="424"/>
                  </a:lnTo>
                  <a:cubicBezTo>
                    <a:pt x="134" y="424"/>
                    <a:pt x="134" y="424"/>
                    <a:pt x="134" y="424"/>
                  </a:cubicBezTo>
                  <a:cubicBezTo>
                    <a:pt x="113" y="424"/>
                    <a:pt x="106" y="417"/>
                    <a:pt x="106" y="396"/>
                  </a:cubicBezTo>
                  <a:cubicBezTo>
                    <a:pt x="106" y="339"/>
                    <a:pt x="106" y="339"/>
                    <a:pt x="106" y="339"/>
                  </a:cubicBezTo>
                  <a:cubicBezTo>
                    <a:pt x="106" y="325"/>
                    <a:pt x="113" y="311"/>
                    <a:pt x="134" y="311"/>
                  </a:cubicBezTo>
                  <a:cubicBezTo>
                    <a:pt x="191" y="311"/>
                    <a:pt x="191" y="311"/>
                    <a:pt x="191" y="311"/>
                  </a:cubicBezTo>
                  <a:cubicBezTo>
                    <a:pt x="205" y="311"/>
                    <a:pt x="219" y="325"/>
                    <a:pt x="219" y="339"/>
                  </a:cubicBezTo>
                  <a:cubicBezTo>
                    <a:pt x="219" y="396"/>
                    <a:pt x="219" y="396"/>
                    <a:pt x="219" y="396"/>
                  </a:cubicBezTo>
                  <a:cubicBezTo>
                    <a:pt x="219" y="417"/>
                    <a:pt x="205" y="424"/>
                    <a:pt x="191" y="424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90" tIns="17145" rIns="34290" bIns="17145" anchor="ctr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  <p:grpSp>
        <p:nvGrpSpPr>
          <p:cNvPr id="21" name="组合 20"/>
          <p:cNvGrpSpPr/>
          <p:nvPr userDrawn="1"/>
        </p:nvGrpSpPr>
        <p:grpSpPr>
          <a:xfrm>
            <a:off x="8015170" y="654595"/>
            <a:ext cx="577036" cy="577246"/>
            <a:chOff x="4139952" y="1274820"/>
            <a:chExt cx="432833" cy="432834"/>
          </a:xfrm>
        </p:grpSpPr>
        <p:sp>
          <p:nvSpPr>
            <p:cNvPr id="22" name="椭圆 16"/>
            <p:cNvSpPr>
              <a:spLocks noChangeArrowheads="1"/>
            </p:cNvSpPr>
            <p:nvPr/>
          </p:nvSpPr>
          <p:spPr bwMode="auto">
            <a:xfrm>
              <a:off x="4139952" y="1274820"/>
              <a:ext cx="432833" cy="432834"/>
            </a:xfrm>
            <a:prstGeom prst="ellipse">
              <a:avLst/>
            </a:prstGeom>
            <a:solidFill>
              <a:srgbClr val="3992DB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3" name="Freeform 84"/>
            <p:cNvSpPr>
              <a:spLocks noChangeArrowheads="1"/>
            </p:cNvSpPr>
            <p:nvPr/>
          </p:nvSpPr>
          <p:spPr bwMode="auto">
            <a:xfrm>
              <a:off x="4241546" y="1366806"/>
              <a:ext cx="248863" cy="248863"/>
            </a:xfrm>
            <a:custGeom>
              <a:avLst/>
              <a:gdLst>
                <a:gd name="T0" fmla="*/ 43332858 w 602"/>
                <a:gd name="T1" fmla="*/ 34979440 h 602"/>
                <a:gd name="T2" fmla="*/ 43332858 w 602"/>
                <a:gd name="T3" fmla="*/ 34979440 h 602"/>
                <a:gd name="T4" fmla="*/ 43332858 w 602"/>
                <a:gd name="T5" fmla="*/ 0 h 602"/>
                <a:gd name="T6" fmla="*/ 78442719 w 602"/>
                <a:gd name="T7" fmla="*/ 34979440 h 602"/>
                <a:gd name="T8" fmla="*/ 43332858 w 602"/>
                <a:gd name="T9" fmla="*/ 34979440 h 602"/>
                <a:gd name="T10" fmla="*/ 36023527 w 602"/>
                <a:gd name="T11" fmla="*/ 78442719 h 602"/>
                <a:gd name="T12" fmla="*/ 36023527 w 602"/>
                <a:gd name="T13" fmla="*/ 78442719 h 602"/>
                <a:gd name="T14" fmla="*/ 0 w 602"/>
                <a:gd name="T15" fmla="*/ 42419192 h 602"/>
                <a:gd name="T16" fmla="*/ 36023527 w 602"/>
                <a:gd name="T17" fmla="*/ 7308970 h 602"/>
                <a:gd name="T18" fmla="*/ 36023527 w 602"/>
                <a:gd name="T19" fmla="*/ 42419192 h 602"/>
                <a:gd name="T20" fmla="*/ 71002968 w 602"/>
                <a:gd name="T21" fmla="*/ 42419192 h 602"/>
                <a:gd name="T22" fmla="*/ 36023527 w 602"/>
                <a:gd name="T23" fmla="*/ 78442719 h 602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602" h="602">
                  <a:moveTo>
                    <a:pt x="332" y="268"/>
                  </a:moveTo>
                  <a:lnTo>
                    <a:pt x="332" y="268"/>
                  </a:lnTo>
                  <a:cubicBezTo>
                    <a:pt x="332" y="0"/>
                    <a:pt x="332" y="0"/>
                    <a:pt x="332" y="0"/>
                  </a:cubicBezTo>
                  <a:cubicBezTo>
                    <a:pt x="481" y="0"/>
                    <a:pt x="601" y="120"/>
                    <a:pt x="601" y="268"/>
                  </a:cubicBezTo>
                  <a:lnTo>
                    <a:pt x="332" y="268"/>
                  </a:lnTo>
                  <a:close/>
                  <a:moveTo>
                    <a:pt x="276" y="601"/>
                  </a:moveTo>
                  <a:lnTo>
                    <a:pt x="276" y="601"/>
                  </a:lnTo>
                  <a:cubicBezTo>
                    <a:pt x="120" y="601"/>
                    <a:pt x="0" y="480"/>
                    <a:pt x="0" y="325"/>
                  </a:cubicBezTo>
                  <a:cubicBezTo>
                    <a:pt x="0" y="176"/>
                    <a:pt x="120" y="56"/>
                    <a:pt x="276" y="56"/>
                  </a:cubicBezTo>
                  <a:cubicBezTo>
                    <a:pt x="276" y="325"/>
                    <a:pt x="276" y="325"/>
                    <a:pt x="276" y="325"/>
                  </a:cubicBezTo>
                  <a:cubicBezTo>
                    <a:pt x="544" y="325"/>
                    <a:pt x="544" y="325"/>
                    <a:pt x="544" y="325"/>
                  </a:cubicBezTo>
                  <a:cubicBezTo>
                    <a:pt x="544" y="480"/>
                    <a:pt x="424" y="601"/>
                    <a:pt x="276" y="601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90" tIns="17145" rIns="34290" bIns="17145" anchor="ctr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>
        <p14:flip dir="r"/>
      </p:transition>
    </mc:Choice>
    <mc:Fallback xmlns="">
      <p:transition spd="slow" advTm="3000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2025/11/22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40" name="等腰三角形 39"/>
          <p:cNvSpPr/>
          <p:nvPr userDrawn="1"/>
        </p:nvSpPr>
        <p:spPr>
          <a:xfrm>
            <a:off x="7741543" y="3609725"/>
            <a:ext cx="6887119" cy="3248275"/>
          </a:xfrm>
          <a:prstGeom prst="triangle">
            <a:avLst/>
          </a:prstGeom>
          <a:solidFill>
            <a:srgbClr val="E9EAEF">
              <a:alpha val="5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等腰三角形 6"/>
          <p:cNvSpPr/>
          <p:nvPr userDrawn="1"/>
        </p:nvSpPr>
        <p:spPr>
          <a:xfrm flipH="1" flipV="1">
            <a:off x="-766394" y="-28491"/>
            <a:ext cx="3825848" cy="1804442"/>
          </a:xfrm>
          <a:prstGeom prst="triangle">
            <a:avLst/>
          </a:prstGeom>
          <a:solidFill>
            <a:srgbClr val="E9EAEF">
              <a:alpha val="5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等腰三角形 7"/>
          <p:cNvSpPr/>
          <p:nvPr userDrawn="1"/>
        </p:nvSpPr>
        <p:spPr>
          <a:xfrm flipH="1" flipV="1">
            <a:off x="1414174" y="635"/>
            <a:ext cx="3825848" cy="1804442"/>
          </a:xfrm>
          <a:prstGeom prst="triangle">
            <a:avLst/>
          </a:prstGeom>
          <a:solidFill>
            <a:srgbClr val="E9EAEF">
              <a:alpha val="5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等腰三角形 8"/>
          <p:cNvSpPr/>
          <p:nvPr userDrawn="1"/>
        </p:nvSpPr>
        <p:spPr>
          <a:xfrm>
            <a:off x="6086073" y="4299128"/>
            <a:ext cx="5426766" cy="2559507"/>
          </a:xfrm>
          <a:prstGeom prst="triangle">
            <a:avLst/>
          </a:prstGeom>
          <a:solidFill>
            <a:srgbClr val="E9EAEF">
              <a:alpha val="5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41" name="组合 40"/>
          <p:cNvGrpSpPr/>
          <p:nvPr userDrawn="1"/>
        </p:nvGrpSpPr>
        <p:grpSpPr>
          <a:xfrm>
            <a:off x="2308773" y="3437345"/>
            <a:ext cx="7551038" cy="105497"/>
            <a:chOff x="2101845" y="3387257"/>
            <a:chExt cx="7551038" cy="105497"/>
          </a:xfrm>
        </p:grpSpPr>
        <p:cxnSp>
          <p:nvCxnSpPr>
            <p:cNvPr id="42" name="直接连接符 41"/>
            <p:cNvCxnSpPr/>
            <p:nvPr/>
          </p:nvCxnSpPr>
          <p:spPr>
            <a:xfrm>
              <a:off x="2369489" y="3440005"/>
              <a:ext cx="7283394" cy="0"/>
            </a:xfrm>
            <a:prstGeom prst="line">
              <a:avLst/>
            </a:prstGeom>
            <a:ln w="2857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5" name="椭圆 44"/>
            <p:cNvSpPr/>
            <p:nvPr/>
          </p:nvSpPr>
          <p:spPr>
            <a:xfrm>
              <a:off x="2101845" y="3387257"/>
              <a:ext cx="105497" cy="105497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0" name="椭圆 9"/>
          <p:cNvSpPr/>
          <p:nvPr userDrawn="1"/>
        </p:nvSpPr>
        <p:spPr>
          <a:xfrm>
            <a:off x="10011958" y="3437345"/>
            <a:ext cx="105497" cy="105497"/>
          </a:xfrm>
          <a:prstGeom prst="ellipse">
            <a:avLst/>
          </a:prstGeom>
          <a:solidFill>
            <a:schemeClr val="tx1">
              <a:lumMod val="75000"/>
              <a:lumOff val="2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1" name="图片 10" descr="寄语(1)"/>
          <p:cNvPicPr>
            <a:picLocks noChangeAspect="1"/>
          </p:cNvPicPr>
          <p:nvPr userDrawn="1"/>
        </p:nvPicPr>
        <p:blipFill>
          <a:blip r:embed="rId2"/>
          <a:srcRect l="114" t="60287" r="-114" b="572"/>
          <a:stretch>
            <a:fillRect/>
          </a:stretch>
        </p:blipFill>
        <p:spPr>
          <a:xfrm>
            <a:off x="2480310" y="2508250"/>
            <a:ext cx="7532370" cy="165798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>
        <p14:flip dir="r"/>
      </p:transition>
    </mc:Choice>
    <mc:Fallback xmlns="">
      <p:transition spd="slow" advTm="3000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8049" y="274702"/>
            <a:ext cx="2742843" cy="585288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521" y="274702"/>
            <a:ext cx="8025355" cy="585288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2025/11/22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>
        <p14:flip dir="r"/>
      </p:transition>
    </mc:Choice>
    <mc:Fallback xmlns="">
      <p:transition spd="slow" advTm="3000"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直接连接符 7"/>
          <p:cNvCxnSpPr/>
          <p:nvPr userDrawn="1"/>
        </p:nvCxnSpPr>
        <p:spPr>
          <a:xfrm>
            <a:off x="984609" y="1413038"/>
            <a:ext cx="1019820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" name="组合 8"/>
          <p:cNvGrpSpPr/>
          <p:nvPr userDrawn="1"/>
        </p:nvGrpSpPr>
        <p:grpSpPr>
          <a:xfrm>
            <a:off x="10606843" y="654565"/>
            <a:ext cx="575974" cy="577219"/>
            <a:chOff x="6084168" y="1274820"/>
            <a:chExt cx="432048" cy="432834"/>
          </a:xfrm>
        </p:grpSpPr>
        <p:sp>
          <p:nvSpPr>
            <p:cNvPr id="10" name="椭圆 22"/>
            <p:cNvSpPr>
              <a:spLocks noChangeArrowheads="1"/>
            </p:cNvSpPr>
            <p:nvPr/>
          </p:nvSpPr>
          <p:spPr bwMode="auto">
            <a:xfrm>
              <a:off x="6084168" y="1274820"/>
              <a:ext cx="432048" cy="432834"/>
            </a:xfrm>
            <a:prstGeom prst="ellipse">
              <a:avLst/>
            </a:prstGeom>
            <a:solidFill>
              <a:srgbClr val="1369B2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1" name="Freeform 59"/>
            <p:cNvSpPr>
              <a:spLocks noChangeArrowheads="1"/>
            </p:cNvSpPr>
            <p:nvPr/>
          </p:nvSpPr>
          <p:spPr bwMode="auto">
            <a:xfrm>
              <a:off x="6180302" y="1365898"/>
              <a:ext cx="239780" cy="250679"/>
            </a:xfrm>
            <a:custGeom>
              <a:avLst/>
              <a:gdLst>
                <a:gd name="T0" fmla="*/ 73627430 w 581"/>
                <a:gd name="T1" fmla="*/ 67678707 h 609"/>
                <a:gd name="T2" fmla="*/ 61659637 w 581"/>
                <a:gd name="T3" fmla="*/ 78678142 h 609"/>
                <a:gd name="T4" fmla="*/ 54244957 w 581"/>
                <a:gd name="T5" fmla="*/ 72208055 h 609"/>
                <a:gd name="T6" fmla="*/ 57106883 w 581"/>
                <a:gd name="T7" fmla="*/ 65867111 h 609"/>
                <a:gd name="T8" fmla="*/ 61659637 w 581"/>
                <a:gd name="T9" fmla="*/ 69490662 h 609"/>
                <a:gd name="T10" fmla="*/ 71806401 w 581"/>
                <a:gd name="T11" fmla="*/ 61338122 h 609"/>
                <a:gd name="T12" fmla="*/ 73627430 w 581"/>
                <a:gd name="T13" fmla="*/ 67678707 h 609"/>
                <a:gd name="T14" fmla="*/ 61659637 w 581"/>
                <a:gd name="T15" fmla="*/ 64055516 h 609"/>
                <a:gd name="T16" fmla="*/ 49691843 w 581"/>
                <a:gd name="T17" fmla="*/ 69490662 h 609"/>
                <a:gd name="T18" fmla="*/ 51513233 w 581"/>
                <a:gd name="T19" fmla="*/ 75054951 h 609"/>
                <a:gd name="T20" fmla="*/ 3772261 w 581"/>
                <a:gd name="T21" fmla="*/ 78678142 h 609"/>
                <a:gd name="T22" fmla="*/ 0 w 581"/>
                <a:gd name="T23" fmla="*/ 10999436 h 609"/>
                <a:gd name="T24" fmla="*/ 10146404 w 581"/>
                <a:gd name="T25" fmla="*/ 7246742 h 609"/>
                <a:gd name="T26" fmla="*/ 17561444 w 581"/>
                <a:gd name="T27" fmla="*/ 18246178 h 609"/>
                <a:gd name="T28" fmla="*/ 24845922 w 581"/>
                <a:gd name="T29" fmla="*/ 7246742 h 609"/>
                <a:gd name="T30" fmla="*/ 28488341 w 581"/>
                <a:gd name="T31" fmla="*/ 10999436 h 609"/>
                <a:gd name="T32" fmla="*/ 43318061 w 581"/>
                <a:gd name="T33" fmla="*/ 10999436 h 609"/>
                <a:gd name="T34" fmla="*/ 46960119 w 581"/>
                <a:gd name="T35" fmla="*/ 7246742 h 609"/>
                <a:gd name="T36" fmla="*/ 54244957 w 581"/>
                <a:gd name="T37" fmla="*/ 18246178 h 609"/>
                <a:gd name="T38" fmla="*/ 61659637 w 581"/>
                <a:gd name="T39" fmla="*/ 7246742 h 609"/>
                <a:gd name="T40" fmla="*/ 71806401 w 581"/>
                <a:gd name="T41" fmla="*/ 10999436 h 609"/>
                <a:gd name="T42" fmla="*/ 66212751 w 581"/>
                <a:gd name="T43" fmla="*/ 59526167 h 609"/>
                <a:gd name="T44" fmla="*/ 10146404 w 581"/>
                <a:gd name="T45" fmla="*/ 63149718 h 609"/>
                <a:gd name="T46" fmla="*/ 12878128 w 581"/>
                <a:gd name="T47" fmla="*/ 65867111 h 609"/>
                <a:gd name="T48" fmla="*/ 39545439 w 581"/>
                <a:gd name="T49" fmla="*/ 63149718 h 609"/>
                <a:gd name="T50" fmla="*/ 39545439 w 581"/>
                <a:gd name="T51" fmla="*/ 63149718 h 609"/>
                <a:gd name="T52" fmla="*/ 39545439 w 581"/>
                <a:gd name="T53" fmla="*/ 63149718 h 609"/>
                <a:gd name="T54" fmla="*/ 12878128 w 581"/>
                <a:gd name="T55" fmla="*/ 60431965 h 609"/>
                <a:gd name="T56" fmla="*/ 58017218 w 581"/>
                <a:gd name="T57" fmla="*/ 28339815 h 609"/>
                <a:gd name="T58" fmla="*/ 13788823 w 581"/>
                <a:gd name="T59" fmla="*/ 28339815 h 609"/>
                <a:gd name="T60" fmla="*/ 13788823 w 581"/>
                <a:gd name="T61" fmla="*/ 35715700 h 609"/>
                <a:gd name="T62" fmla="*/ 61659637 w 581"/>
                <a:gd name="T63" fmla="*/ 31963007 h 609"/>
                <a:gd name="T64" fmla="*/ 58017218 w 581"/>
                <a:gd name="T65" fmla="*/ 43868240 h 609"/>
                <a:gd name="T66" fmla="*/ 35903020 w 581"/>
                <a:gd name="T67" fmla="*/ 43868240 h 609"/>
                <a:gd name="T68" fmla="*/ 13788823 w 581"/>
                <a:gd name="T69" fmla="*/ 43868240 h 609"/>
                <a:gd name="T70" fmla="*/ 13788823 w 581"/>
                <a:gd name="T71" fmla="*/ 51244484 h 609"/>
                <a:gd name="T72" fmla="*/ 35903020 w 581"/>
                <a:gd name="T73" fmla="*/ 51244484 h 609"/>
                <a:gd name="T74" fmla="*/ 61659637 w 581"/>
                <a:gd name="T75" fmla="*/ 47491791 h 609"/>
                <a:gd name="T76" fmla="*/ 54244957 w 581"/>
                <a:gd name="T77" fmla="*/ 14622627 h 609"/>
                <a:gd name="T78" fmla="*/ 50602538 w 581"/>
                <a:gd name="T79" fmla="*/ 10999436 h 609"/>
                <a:gd name="T80" fmla="*/ 54244957 w 581"/>
                <a:gd name="T81" fmla="*/ 0 h 609"/>
                <a:gd name="T82" fmla="*/ 58017218 w 581"/>
                <a:gd name="T83" fmla="*/ 10999436 h 609"/>
                <a:gd name="T84" fmla="*/ 35903020 w 581"/>
                <a:gd name="T85" fmla="*/ 14622627 h 609"/>
                <a:gd name="T86" fmla="*/ 32260601 w 581"/>
                <a:gd name="T87" fmla="*/ 10999436 h 609"/>
                <a:gd name="T88" fmla="*/ 35903020 w 581"/>
                <a:gd name="T89" fmla="*/ 0 h 609"/>
                <a:gd name="T90" fmla="*/ 39545439 w 581"/>
                <a:gd name="T91" fmla="*/ 10999436 h 609"/>
                <a:gd name="T92" fmla="*/ 17561444 w 581"/>
                <a:gd name="T93" fmla="*/ 14622627 h 609"/>
                <a:gd name="T94" fmla="*/ 13788823 w 581"/>
                <a:gd name="T95" fmla="*/ 10999436 h 609"/>
                <a:gd name="T96" fmla="*/ 17561444 w 581"/>
                <a:gd name="T97" fmla="*/ 0 h 609"/>
                <a:gd name="T98" fmla="*/ 21203502 w 581"/>
                <a:gd name="T99" fmla="*/ 10999436 h 609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</a:gdLst>
              <a:ahLst/>
              <a:cxnLst>
                <a:cxn ang="T100">
                  <a:pos x="T0" y="T1"/>
                </a:cxn>
                <a:cxn ang="T101">
                  <a:pos x="T2" y="T3"/>
                </a:cxn>
                <a:cxn ang="T102">
                  <a:pos x="T4" y="T5"/>
                </a:cxn>
                <a:cxn ang="T103">
                  <a:pos x="T6" y="T7"/>
                </a:cxn>
                <a:cxn ang="T104">
                  <a:pos x="T8" y="T9"/>
                </a:cxn>
                <a:cxn ang="T105">
                  <a:pos x="T10" y="T11"/>
                </a:cxn>
                <a:cxn ang="T106">
                  <a:pos x="T12" y="T13"/>
                </a:cxn>
                <a:cxn ang="T107">
                  <a:pos x="T14" y="T15"/>
                </a:cxn>
                <a:cxn ang="T108">
                  <a:pos x="T16" y="T17"/>
                </a:cxn>
                <a:cxn ang="T109">
                  <a:pos x="T18" y="T19"/>
                </a:cxn>
                <a:cxn ang="T110">
                  <a:pos x="T20" y="T21"/>
                </a:cxn>
                <a:cxn ang="T111">
                  <a:pos x="T22" y="T23"/>
                </a:cxn>
                <a:cxn ang="T112">
                  <a:pos x="T24" y="T25"/>
                </a:cxn>
                <a:cxn ang="T113">
                  <a:pos x="T26" y="T27"/>
                </a:cxn>
                <a:cxn ang="T114">
                  <a:pos x="T28" y="T29"/>
                </a:cxn>
                <a:cxn ang="T115">
                  <a:pos x="T30" y="T31"/>
                </a:cxn>
                <a:cxn ang="T116">
                  <a:pos x="T32" y="T33"/>
                </a:cxn>
                <a:cxn ang="T117">
                  <a:pos x="T34" y="T35"/>
                </a:cxn>
                <a:cxn ang="T118">
                  <a:pos x="T36" y="T37"/>
                </a:cxn>
                <a:cxn ang="T119">
                  <a:pos x="T38" y="T39"/>
                </a:cxn>
                <a:cxn ang="T120">
                  <a:pos x="T40" y="T41"/>
                </a:cxn>
                <a:cxn ang="T121">
                  <a:pos x="T42" y="T43"/>
                </a:cxn>
                <a:cxn ang="T122">
                  <a:pos x="T44" y="T45"/>
                </a:cxn>
                <a:cxn ang="T123">
                  <a:pos x="T46" y="T47"/>
                </a:cxn>
                <a:cxn ang="T124">
                  <a:pos x="T48" y="T49"/>
                </a:cxn>
                <a:cxn ang="T125">
                  <a:pos x="T50" y="T51"/>
                </a:cxn>
                <a:cxn ang="T126">
                  <a:pos x="T52" y="T53"/>
                </a:cxn>
                <a:cxn ang="T127">
                  <a:pos x="T54" y="T55"/>
                </a:cxn>
                <a:cxn ang="T128">
                  <a:pos x="T56" y="T57"/>
                </a:cxn>
                <a:cxn ang="T129">
                  <a:pos x="T58" y="T59"/>
                </a:cxn>
                <a:cxn ang="T130">
                  <a:pos x="T60" y="T61"/>
                </a:cxn>
                <a:cxn ang="T131">
                  <a:pos x="T62" y="T63"/>
                </a:cxn>
                <a:cxn ang="T132">
                  <a:pos x="T64" y="T65"/>
                </a:cxn>
                <a:cxn ang="T133">
                  <a:pos x="T66" y="T67"/>
                </a:cxn>
                <a:cxn ang="T134">
                  <a:pos x="T68" y="T69"/>
                </a:cxn>
                <a:cxn ang="T135">
                  <a:pos x="T70" y="T71"/>
                </a:cxn>
                <a:cxn ang="T136">
                  <a:pos x="T72" y="T73"/>
                </a:cxn>
                <a:cxn ang="T137">
                  <a:pos x="T74" y="T75"/>
                </a:cxn>
                <a:cxn ang="T138">
                  <a:pos x="T76" y="T77"/>
                </a:cxn>
                <a:cxn ang="T139">
                  <a:pos x="T78" y="T79"/>
                </a:cxn>
                <a:cxn ang="T140">
                  <a:pos x="T80" y="T81"/>
                </a:cxn>
                <a:cxn ang="T141">
                  <a:pos x="T82" y="T83"/>
                </a:cxn>
                <a:cxn ang="T142">
                  <a:pos x="T84" y="T85"/>
                </a:cxn>
                <a:cxn ang="T143">
                  <a:pos x="T86" y="T87"/>
                </a:cxn>
                <a:cxn ang="T144">
                  <a:pos x="T88" y="T89"/>
                </a:cxn>
                <a:cxn ang="T145">
                  <a:pos x="T90" y="T91"/>
                </a:cxn>
                <a:cxn ang="T146">
                  <a:pos x="T92" y="T93"/>
                </a:cxn>
                <a:cxn ang="T147">
                  <a:pos x="T94" y="T95"/>
                </a:cxn>
                <a:cxn ang="T148">
                  <a:pos x="T96" y="T97"/>
                </a:cxn>
                <a:cxn ang="T149">
                  <a:pos x="T98" y="T99"/>
                </a:cxn>
              </a:cxnLst>
              <a:rect l="0" t="0" r="r" b="b"/>
              <a:pathLst>
                <a:path w="581" h="609">
                  <a:moveTo>
                    <a:pt x="566" y="523"/>
                  </a:moveTo>
                  <a:lnTo>
                    <a:pt x="566" y="523"/>
                  </a:lnTo>
                  <a:cubicBezTo>
                    <a:pt x="495" y="594"/>
                    <a:pt x="495" y="594"/>
                    <a:pt x="495" y="594"/>
                  </a:cubicBezTo>
                  <a:cubicBezTo>
                    <a:pt x="488" y="601"/>
                    <a:pt x="481" y="608"/>
                    <a:pt x="474" y="608"/>
                  </a:cubicBezTo>
                  <a:cubicBezTo>
                    <a:pt x="467" y="608"/>
                    <a:pt x="460" y="601"/>
                    <a:pt x="453" y="594"/>
                  </a:cubicBezTo>
                  <a:cubicBezTo>
                    <a:pt x="417" y="558"/>
                    <a:pt x="417" y="558"/>
                    <a:pt x="417" y="558"/>
                  </a:cubicBezTo>
                  <a:cubicBezTo>
                    <a:pt x="410" y="551"/>
                    <a:pt x="410" y="544"/>
                    <a:pt x="410" y="537"/>
                  </a:cubicBezTo>
                  <a:cubicBezTo>
                    <a:pt x="410" y="523"/>
                    <a:pt x="417" y="509"/>
                    <a:pt x="439" y="509"/>
                  </a:cubicBezTo>
                  <a:cubicBezTo>
                    <a:pt x="446" y="509"/>
                    <a:pt x="453" y="516"/>
                    <a:pt x="453" y="523"/>
                  </a:cubicBezTo>
                  <a:cubicBezTo>
                    <a:pt x="474" y="537"/>
                    <a:pt x="474" y="537"/>
                    <a:pt x="474" y="537"/>
                  </a:cubicBezTo>
                  <a:cubicBezTo>
                    <a:pt x="530" y="481"/>
                    <a:pt x="530" y="481"/>
                    <a:pt x="530" y="481"/>
                  </a:cubicBezTo>
                  <a:cubicBezTo>
                    <a:pt x="537" y="474"/>
                    <a:pt x="545" y="474"/>
                    <a:pt x="552" y="474"/>
                  </a:cubicBezTo>
                  <a:cubicBezTo>
                    <a:pt x="566" y="474"/>
                    <a:pt x="580" y="488"/>
                    <a:pt x="580" y="502"/>
                  </a:cubicBezTo>
                  <a:cubicBezTo>
                    <a:pt x="580" y="509"/>
                    <a:pt x="573" y="516"/>
                    <a:pt x="566" y="523"/>
                  </a:cubicBezTo>
                  <a:close/>
                  <a:moveTo>
                    <a:pt x="474" y="495"/>
                  </a:moveTo>
                  <a:lnTo>
                    <a:pt x="474" y="495"/>
                  </a:lnTo>
                  <a:cubicBezTo>
                    <a:pt x="467" y="488"/>
                    <a:pt x="453" y="481"/>
                    <a:pt x="439" y="481"/>
                  </a:cubicBezTo>
                  <a:cubicBezTo>
                    <a:pt x="403" y="481"/>
                    <a:pt x="382" y="509"/>
                    <a:pt x="382" y="537"/>
                  </a:cubicBezTo>
                  <a:cubicBezTo>
                    <a:pt x="382" y="558"/>
                    <a:pt x="389" y="573"/>
                    <a:pt x="396" y="580"/>
                  </a:cubicBezTo>
                  <a:cubicBezTo>
                    <a:pt x="424" y="608"/>
                    <a:pt x="424" y="608"/>
                    <a:pt x="424" y="608"/>
                  </a:cubicBezTo>
                  <a:cubicBezTo>
                    <a:pt x="29" y="608"/>
                    <a:pt x="29" y="608"/>
                    <a:pt x="29" y="608"/>
                  </a:cubicBezTo>
                  <a:cubicBezTo>
                    <a:pt x="15" y="608"/>
                    <a:pt x="0" y="594"/>
                    <a:pt x="0" y="580"/>
                  </a:cubicBezTo>
                  <a:cubicBezTo>
                    <a:pt x="0" y="85"/>
                    <a:pt x="0" y="85"/>
                    <a:pt x="0" y="85"/>
                  </a:cubicBezTo>
                  <a:cubicBezTo>
                    <a:pt x="0" y="71"/>
                    <a:pt x="15" y="56"/>
                    <a:pt x="29" y="56"/>
                  </a:cubicBezTo>
                  <a:cubicBezTo>
                    <a:pt x="78" y="56"/>
                    <a:pt x="78" y="56"/>
                    <a:pt x="78" y="56"/>
                  </a:cubicBezTo>
                  <a:cubicBezTo>
                    <a:pt x="78" y="85"/>
                    <a:pt x="78" y="85"/>
                    <a:pt x="78" y="85"/>
                  </a:cubicBezTo>
                  <a:cubicBezTo>
                    <a:pt x="78" y="120"/>
                    <a:pt x="106" y="141"/>
                    <a:pt x="135" y="141"/>
                  </a:cubicBezTo>
                  <a:cubicBezTo>
                    <a:pt x="163" y="141"/>
                    <a:pt x="191" y="120"/>
                    <a:pt x="191" y="85"/>
                  </a:cubicBezTo>
                  <a:cubicBezTo>
                    <a:pt x="191" y="56"/>
                    <a:pt x="191" y="56"/>
                    <a:pt x="191" y="56"/>
                  </a:cubicBezTo>
                  <a:cubicBezTo>
                    <a:pt x="219" y="56"/>
                    <a:pt x="219" y="56"/>
                    <a:pt x="219" y="56"/>
                  </a:cubicBezTo>
                  <a:cubicBezTo>
                    <a:pt x="219" y="85"/>
                    <a:pt x="219" y="85"/>
                    <a:pt x="219" y="85"/>
                  </a:cubicBezTo>
                  <a:cubicBezTo>
                    <a:pt x="219" y="120"/>
                    <a:pt x="248" y="141"/>
                    <a:pt x="276" y="141"/>
                  </a:cubicBezTo>
                  <a:cubicBezTo>
                    <a:pt x="304" y="141"/>
                    <a:pt x="333" y="120"/>
                    <a:pt x="333" y="85"/>
                  </a:cubicBezTo>
                  <a:cubicBezTo>
                    <a:pt x="333" y="56"/>
                    <a:pt x="333" y="56"/>
                    <a:pt x="333" y="56"/>
                  </a:cubicBezTo>
                  <a:cubicBezTo>
                    <a:pt x="361" y="56"/>
                    <a:pt x="361" y="56"/>
                    <a:pt x="361" y="56"/>
                  </a:cubicBezTo>
                  <a:cubicBezTo>
                    <a:pt x="361" y="85"/>
                    <a:pt x="361" y="85"/>
                    <a:pt x="361" y="85"/>
                  </a:cubicBezTo>
                  <a:cubicBezTo>
                    <a:pt x="361" y="120"/>
                    <a:pt x="389" y="141"/>
                    <a:pt x="417" y="141"/>
                  </a:cubicBezTo>
                  <a:cubicBezTo>
                    <a:pt x="446" y="141"/>
                    <a:pt x="474" y="120"/>
                    <a:pt x="474" y="85"/>
                  </a:cubicBezTo>
                  <a:cubicBezTo>
                    <a:pt x="474" y="56"/>
                    <a:pt x="474" y="56"/>
                    <a:pt x="474" y="56"/>
                  </a:cubicBezTo>
                  <a:cubicBezTo>
                    <a:pt x="523" y="56"/>
                    <a:pt x="523" y="56"/>
                    <a:pt x="523" y="56"/>
                  </a:cubicBezTo>
                  <a:cubicBezTo>
                    <a:pt x="537" y="56"/>
                    <a:pt x="552" y="71"/>
                    <a:pt x="552" y="85"/>
                  </a:cubicBezTo>
                  <a:cubicBezTo>
                    <a:pt x="552" y="445"/>
                    <a:pt x="552" y="445"/>
                    <a:pt x="552" y="445"/>
                  </a:cubicBezTo>
                  <a:cubicBezTo>
                    <a:pt x="530" y="445"/>
                    <a:pt x="516" y="452"/>
                    <a:pt x="509" y="460"/>
                  </a:cubicBezTo>
                  <a:lnTo>
                    <a:pt x="474" y="495"/>
                  </a:lnTo>
                  <a:close/>
                  <a:moveTo>
                    <a:pt x="78" y="488"/>
                  </a:moveTo>
                  <a:lnTo>
                    <a:pt x="78" y="488"/>
                  </a:lnTo>
                  <a:cubicBezTo>
                    <a:pt x="78" y="502"/>
                    <a:pt x="85" y="509"/>
                    <a:pt x="99" y="509"/>
                  </a:cubicBezTo>
                  <a:cubicBezTo>
                    <a:pt x="283" y="509"/>
                    <a:pt x="283" y="509"/>
                    <a:pt x="283" y="509"/>
                  </a:cubicBezTo>
                  <a:cubicBezTo>
                    <a:pt x="297" y="509"/>
                    <a:pt x="304" y="502"/>
                    <a:pt x="304" y="488"/>
                  </a:cubicBezTo>
                  <a:cubicBezTo>
                    <a:pt x="304" y="474"/>
                    <a:pt x="297" y="467"/>
                    <a:pt x="283" y="467"/>
                  </a:cubicBezTo>
                  <a:cubicBezTo>
                    <a:pt x="99" y="467"/>
                    <a:pt x="99" y="467"/>
                    <a:pt x="99" y="467"/>
                  </a:cubicBezTo>
                  <a:cubicBezTo>
                    <a:pt x="85" y="467"/>
                    <a:pt x="78" y="474"/>
                    <a:pt x="78" y="488"/>
                  </a:cubicBezTo>
                  <a:close/>
                  <a:moveTo>
                    <a:pt x="446" y="219"/>
                  </a:moveTo>
                  <a:lnTo>
                    <a:pt x="446" y="219"/>
                  </a:lnTo>
                  <a:cubicBezTo>
                    <a:pt x="106" y="219"/>
                    <a:pt x="106" y="219"/>
                    <a:pt x="106" y="219"/>
                  </a:cubicBezTo>
                  <a:cubicBezTo>
                    <a:pt x="92" y="219"/>
                    <a:pt x="78" y="233"/>
                    <a:pt x="78" y="247"/>
                  </a:cubicBezTo>
                  <a:cubicBezTo>
                    <a:pt x="78" y="262"/>
                    <a:pt x="92" y="276"/>
                    <a:pt x="106" y="276"/>
                  </a:cubicBezTo>
                  <a:cubicBezTo>
                    <a:pt x="446" y="276"/>
                    <a:pt x="446" y="276"/>
                    <a:pt x="446" y="276"/>
                  </a:cubicBezTo>
                  <a:cubicBezTo>
                    <a:pt x="460" y="276"/>
                    <a:pt x="474" y="262"/>
                    <a:pt x="474" y="247"/>
                  </a:cubicBezTo>
                  <a:cubicBezTo>
                    <a:pt x="474" y="233"/>
                    <a:pt x="460" y="219"/>
                    <a:pt x="446" y="219"/>
                  </a:cubicBezTo>
                  <a:close/>
                  <a:moveTo>
                    <a:pt x="446" y="339"/>
                  </a:moveTo>
                  <a:lnTo>
                    <a:pt x="446" y="339"/>
                  </a:lnTo>
                  <a:cubicBezTo>
                    <a:pt x="276" y="339"/>
                    <a:pt x="276" y="339"/>
                    <a:pt x="276" y="339"/>
                  </a:cubicBezTo>
                  <a:cubicBezTo>
                    <a:pt x="226" y="339"/>
                    <a:pt x="226" y="339"/>
                    <a:pt x="226" y="339"/>
                  </a:cubicBezTo>
                  <a:cubicBezTo>
                    <a:pt x="106" y="339"/>
                    <a:pt x="106" y="339"/>
                    <a:pt x="106" y="339"/>
                  </a:cubicBezTo>
                  <a:cubicBezTo>
                    <a:pt x="92" y="339"/>
                    <a:pt x="78" y="353"/>
                    <a:pt x="78" y="367"/>
                  </a:cubicBezTo>
                  <a:cubicBezTo>
                    <a:pt x="78" y="389"/>
                    <a:pt x="92" y="396"/>
                    <a:pt x="106" y="396"/>
                  </a:cubicBezTo>
                  <a:cubicBezTo>
                    <a:pt x="226" y="396"/>
                    <a:pt x="226" y="396"/>
                    <a:pt x="226" y="396"/>
                  </a:cubicBezTo>
                  <a:cubicBezTo>
                    <a:pt x="276" y="396"/>
                    <a:pt x="276" y="396"/>
                    <a:pt x="276" y="396"/>
                  </a:cubicBezTo>
                  <a:cubicBezTo>
                    <a:pt x="446" y="396"/>
                    <a:pt x="446" y="396"/>
                    <a:pt x="446" y="396"/>
                  </a:cubicBezTo>
                  <a:cubicBezTo>
                    <a:pt x="460" y="396"/>
                    <a:pt x="474" y="389"/>
                    <a:pt x="474" y="367"/>
                  </a:cubicBezTo>
                  <a:cubicBezTo>
                    <a:pt x="474" y="353"/>
                    <a:pt x="460" y="339"/>
                    <a:pt x="446" y="339"/>
                  </a:cubicBezTo>
                  <a:close/>
                  <a:moveTo>
                    <a:pt x="417" y="113"/>
                  </a:moveTo>
                  <a:lnTo>
                    <a:pt x="417" y="113"/>
                  </a:lnTo>
                  <a:cubicBezTo>
                    <a:pt x="403" y="113"/>
                    <a:pt x="389" y="106"/>
                    <a:pt x="389" y="85"/>
                  </a:cubicBezTo>
                  <a:cubicBezTo>
                    <a:pt x="389" y="28"/>
                    <a:pt x="389" y="28"/>
                    <a:pt x="389" y="28"/>
                  </a:cubicBezTo>
                  <a:cubicBezTo>
                    <a:pt x="389" y="14"/>
                    <a:pt x="403" y="0"/>
                    <a:pt x="417" y="0"/>
                  </a:cubicBezTo>
                  <a:cubicBezTo>
                    <a:pt x="431" y="0"/>
                    <a:pt x="446" y="14"/>
                    <a:pt x="446" y="28"/>
                  </a:cubicBezTo>
                  <a:cubicBezTo>
                    <a:pt x="446" y="85"/>
                    <a:pt x="446" y="85"/>
                    <a:pt x="446" y="85"/>
                  </a:cubicBezTo>
                  <a:cubicBezTo>
                    <a:pt x="446" y="106"/>
                    <a:pt x="431" y="113"/>
                    <a:pt x="417" y="113"/>
                  </a:cubicBezTo>
                  <a:close/>
                  <a:moveTo>
                    <a:pt x="276" y="113"/>
                  </a:moveTo>
                  <a:lnTo>
                    <a:pt x="276" y="113"/>
                  </a:lnTo>
                  <a:cubicBezTo>
                    <a:pt x="262" y="113"/>
                    <a:pt x="248" y="106"/>
                    <a:pt x="248" y="85"/>
                  </a:cubicBezTo>
                  <a:cubicBezTo>
                    <a:pt x="248" y="28"/>
                    <a:pt x="248" y="28"/>
                    <a:pt x="248" y="28"/>
                  </a:cubicBezTo>
                  <a:cubicBezTo>
                    <a:pt x="248" y="14"/>
                    <a:pt x="262" y="0"/>
                    <a:pt x="276" y="0"/>
                  </a:cubicBezTo>
                  <a:cubicBezTo>
                    <a:pt x="290" y="0"/>
                    <a:pt x="304" y="14"/>
                    <a:pt x="304" y="28"/>
                  </a:cubicBezTo>
                  <a:cubicBezTo>
                    <a:pt x="304" y="85"/>
                    <a:pt x="304" y="85"/>
                    <a:pt x="304" y="85"/>
                  </a:cubicBezTo>
                  <a:cubicBezTo>
                    <a:pt x="304" y="106"/>
                    <a:pt x="290" y="113"/>
                    <a:pt x="276" y="113"/>
                  </a:cubicBezTo>
                  <a:close/>
                  <a:moveTo>
                    <a:pt x="135" y="113"/>
                  </a:moveTo>
                  <a:lnTo>
                    <a:pt x="135" y="113"/>
                  </a:lnTo>
                  <a:cubicBezTo>
                    <a:pt x="121" y="113"/>
                    <a:pt x="106" y="106"/>
                    <a:pt x="106" y="85"/>
                  </a:cubicBezTo>
                  <a:cubicBezTo>
                    <a:pt x="106" y="28"/>
                    <a:pt x="106" y="28"/>
                    <a:pt x="106" y="28"/>
                  </a:cubicBezTo>
                  <a:cubicBezTo>
                    <a:pt x="106" y="14"/>
                    <a:pt x="121" y="0"/>
                    <a:pt x="135" y="0"/>
                  </a:cubicBezTo>
                  <a:cubicBezTo>
                    <a:pt x="149" y="0"/>
                    <a:pt x="163" y="14"/>
                    <a:pt x="163" y="28"/>
                  </a:cubicBezTo>
                  <a:cubicBezTo>
                    <a:pt x="163" y="85"/>
                    <a:pt x="163" y="85"/>
                    <a:pt x="163" y="85"/>
                  </a:cubicBezTo>
                  <a:cubicBezTo>
                    <a:pt x="163" y="106"/>
                    <a:pt x="149" y="113"/>
                    <a:pt x="135" y="113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84" tIns="17142" rIns="34284" bIns="17142" anchor="ctr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  <p:grpSp>
        <p:nvGrpSpPr>
          <p:cNvPr id="12" name="组合 11"/>
          <p:cNvGrpSpPr/>
          <p:nvPr userDrawn="1"/>
        </p:nvGrpSpPr>
        <p:grpSpPr>
          <a:xfrm>
            <a:off x="8878921" y="655090"/>
            <a:ext cx="575974" cy="576171"/>
            <a:chOff x="4788024" y="1275213"/>
            <a:chExt cx="432048" cy="432048"/>
          </a:xfrm>
        </p:grpSpPr>
        <p:sp>
          <p:nvSpPr>
            <p:cNvPr id="13" name="椭圆 65"/>
            <p:cNvSpPr>
              <a:spLocks noChangeArrowheads="1"/>
            </p:cNvSpPr>
            <p:nvPr/>
          </p:nvSpPr>
          <p:spPr bwMode="auto">
            <a:xfrm>
              <a:off x="4788024" y="1275213"/>
              <a:ext cx="432048" cy="432048"/>
            </a:xfrm>
            <a:prstGeom prst="ellipse">
              <a:avLst/>
            </a:prstGeom>
            <a:solidFill>
              <a:srgbClr val="F79600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4" name="Freeform 110"/>
            <p:cNvSpPr>
              <a:spLocks noChangeArrowheads="1"/>
            </p:cNvSpPr>
            <p:nvPr/>
          </p:nvSpPr>
          <p:spPr bwMode="auto">
            <a:xfrm>
              <a:off x="4891102" y="1366806"/>
              <a:ext cx="250679" cy="248862"/>
            </a:xfrm>
            <a:custGeom>
              <a:avLst/>
              <a:gdLst>
                <a:gd name="T0" fmla="*/ 78678142 w 609"/>
                <a:gd name="T1" fmla="*/ 71002280 h 602"/>
                <a:gd name="T2" fmla="*/ 78678142 w 609"/>
                <a:gd name="T3" fmla="*/ 71002280 h 602"/>
                <a:gd name="T4" fmla="*/ 71302258 w 609"/>
                <a:gd name="T5" fmla="*/ 78441997 h 602"/>
                <a:gd name="T6" fmla="*/ 65867111 w 609"/>
                <a:gd name="T7" fmla="*/ 76614673 h 602"/>
                <a:gd name="T8" fmla="*/ 44774038 w 609"/>
                <a:gd name="T9" fmla="*/ 54426302 h 602"/>
                <a:gd name="T10" fmla="*/ 29245613 w 609"/>
                <a:gd name="T11" fmla="*/ 59125033 h 602"/>
                <a:gd name="T12" fmla="*/ 0 w 609"/>
                <a:gd name="T13" fmla="*/ 29497307 h 602"/>
                <a:gd name="T14" fmla="*/ 29245613 w 609"/>
                <a:gd name="T15" fmla="*/ 0 h 602"/>
                <a:gd name="T16" fmla="*/ 58491226 w 609"/>
                <a:gd name="T17" fmla="*/ 29497307 h 602"/>
                <a:gd name="T18" fmla="*/ 54867675 w 609"/>
                <a:gd name="T19" fmla="*/ 44376380 h 602"/>
                <a:gd name="T20" fmla="*/ 75960749 w 609"/>
                <a:gd name="T21" fmla="*/ 65520668 h 602"/>
                <a:gd name="T22" fmla="*/ 78678142 w 609"/>
                <a:gd name="T23" fmla="*/ 71002280 h 602"/>
                <a:gd name="T24" fmla="*/ 29245613 w 609"/>
                <a:gd name="T25" fmla="*/ 7439717 h 602"/>
                <a:gd name="T26" fmla="*/ 29245613 w 609"/>
                <a:gd name="T27" fmla="*/ 7439717 h 602"/>
                <a:gd name="T28" fmla="*/ 7246742 w 609"/>
                <a:gd name="T29" fmla="*/ 29497307 h 602"/>
                <a:gd name="T30" fmla="*/ 29245613 w 609"/>
                <a:gd name="T31" fmla="*/ 51685677 h 602"/>
                <a:gd name="T32" fmla="*/ 51244484 w 609"/>
                <a:gd name="T33" fmla="*/ 29497307 h 602"/>
                <a:gd name="T34" fmla="*/ 29245613 w 609"/>
                <a:gd name="T35" fmla="*/ 7439717 h 602"/>
                <a:gd name="T36" fmla="*/ 42056644 w 609"/>
                <a:gd name="T37" fmla="*/ 33282375 h 602"/>
                <a:gd name="T38" fmla="*/ 42056644 w 609"/>
                <a:gd name="T39" fmla="*/ 33282375 h 602"/>
                <a:gd name="T40" fmla="*/ 32868804 w 609"/>
                <a:gd name="T41" fmla="*/ 33282375 h 602"/>
                <a:gd name="T42" fmla="*/ 32868804 w 609"/>
                <a:gd name="T43" fmla="*/ 41504973 h 602"/>
                <a:gd name="T44" fmla="*/ 29245613 w 609"/>
                <a:gd name="T45" fmla="*/ 45290042 h 602"/>
                <a:gd name="T46" fmla="*/ 25622062 w 609"/>
                <a:gd name="T47" fmla="*/ 41504973 h 602"/>
                <a:gd name="T48" fmla="*/ 25622062 w 609"/>
                <a:gd name="T49" fmla="*/ 33282375 h 602"/>
                <a:gd name="T50" fmla="*/ 17340380 w 609"/>
                <a:gd name="T51" fmla="*/ 33282375 h 602"/>
                <a:gd name="T52" fmla="*/ 13716829 w 609"/>
                <a:gd name="T53" fmla="*/ 29497307 h 602"/>
                <a:gd name="T54" fmla="*/ 17340380 w 609"/>
                <a:gd name="T55" fmla="*/ 25842658 h 602"/>
                <a:gd name="T56" fmla="*/ 25622062 w 609"/>
                <a:gd name="T57" fmla="*/ 25842658 h 602"/>
                <a:gd name="T58" fmla="*/ 25622062 w 609"/>
                <a:gd name="T59" fmla="*/ 16575978 h 602"/>
                <a:gd name="T60" fmla="*/ 29245613 w 609"/>
                <a:gd name="T61" fmla="*/ 12921329 h 602"/>
                <a:gd name="T62" fmla="*/ 32868804 w 609"/>
                <a:gd name="T63" fmla="*/ 16575978 h 602"/>
                <a:gd name="T64" fmla="*/ 32868804 w 609"/>
                <a:gd name="T65" fmla="*/ 25842658 h 602"/>
                <a:gd name="T66" fmla="*/ 42056644 w 609"/>
                <a:gd name="T67" fmla="*/ 25842658 h 602"/>
                <a:gd name="T68" fmla="*/ 45679835 w 609"/>
                <a:gd name="T69" fmla="*/ 29497307 h 602"/>
                <a:gd name="T70" fmla="*/ 42056644 w 609"/>
                <a:gd name="T71" fmla="*/ 33282375 h 602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0" t="0" r="r" b="b"/>
              <a:pathLst>
                <a:path w="609" h="602">
                  <a:moveTo>
                    <a:pt x="608" y="544"/>
                  </a:moveTo>
                  <a:lnTo>
                    <a:pt x="608" y="544"/>
                  </a:lnTo>
                  <a:cubicBezTo>
                    <a:pt x="608" y="573"/>
                    <a:pt x="579" y="601"/>
                    <a:pt x="551" y="601"/>
                  </a:cubicBezTo>
                  <a:cubicBezTo>
                    <a:pt x="530" y="601"/>
                    <a:pt x="516" y="594"/>
                    <a:pt x="509" y="587"/>
                  </a:cubicBezTo>
                  <a:cubicBezTo>
                    <a:pt x="346" y="417"/>
                    <a:pt x="346" y="417"/>
                    <a:pt x="346" y="417"/>
                  </a:cubicBezTo>
                  <a:cubicBezTo>
                    <a:pt x="311" y="438"/>
                    <a:pt x="269" y="453"/>
                    <a:pt x="226" y="453"/>
                  </a:cubicBezTo>
                  <a:cubicBezTo>
                    <a:pt x="106" y="453"/>
                    <a:pt x="0" y="347"/>
                    <a:pt x="0" y="226"/>
                  </a:cubicBezTo>
                  <a:cubicBezTo>
                    <a:pt x="0" y="99"/>
                    <a:pt x="106" y="0"/>
                    <a:pt x="226" y="0"/>
                  </a:cubicBezTo>
                  <a:cubicBezTo>
                    <a:pt x="353" y="0"/>
                    <a:pt x="452" y="99"/>
                    <a:pt x="452" y="226"/>
                  </a:cubicBezTo>
                  <a:cubicBezTo>
                    <a:pt x="452" y="269"/>
                    <a:pt x="445" y="304"/>
                    <a:pt x="424" y="340"/>
                  </a:cubicBezTo>
                  <a:cubicBezTo>
                    <a:pt x="587" y="502"/>
                    <a:pt x="587" y="502"/>
                    <a:pt x="587" y="502"/>
                  </a:cubicBezTo>
                  <a:cubicBezTo>
                    <a:pt x="601" y="516"/>
                    <a:pt x="608" y="530"/>
                    <a:pt x="608" y="544"/>
                  </a:cubicBezTo>
                  <a:close/>
                  <a:moveTo>
                    <a:pt x="226" y="57"/>
                  </a:moveTo>
                  <a:lnTo>
                    <a:pt x="226" y="57"/>
                  </a:lnTo>
                  <a:cubicBezTo>
                    <a:pt x="134" y="57"/>
                    <a:pt x="56" y="127"/>
                    <a:pt x="56" y="226"/>
                  </a:cubicBezTo>
                  <a:cubicBezTo>
                    <a:pt x="56" y="318"/>
                    <a:pt x="134" y="396"/>
                    <a:pt x="226" y="396"/>
                  </a:cubicBezTo>
                  <a:cubicBezTo>
                    <a:pt x="325" y="396"/>
                    <a:pt x="396" y="318"/>
                    <a:pt x="396" y="226"/>
                  </a:cubicBezTo>
                  <a:cubicBezTo>
                    <a:pt x="396" y="127"/>
                    <a:pt x="325" y="57"/>
                    <a:pt x="226" y="57"/>
                  </a:cubicBezTo>
                  <a:close/>
                  <a:moveTo>
                    <a:pt x="325" y="255"/>
                  </a:moveTo>
                  <a:lnTo>
                    <a:pt x="325" y="255"/>
                  </a:lnTo>
                  <a:cubicBezTo>
                    <a:pt x="254" y="255"/>
                    <a:pt x="254" y="255"/>
                    <a:pt x="254" y="255"/>
                  </a:cubicBezTo>
                  <a:cubicBezTo>
                    <a:pt x="254" y="318"/>
                    <a:pt x="254" y="318"/>
                    <a:pt x="254" y="318"/>
                  </a:cubicBezTo>
                  <a:cubicBezTo>
                    <a:pt x="254" y="333"/>
                    <a:pt x="247" y="347"/>
                    <a:pt x="226" y="347"/>
                  </a:cubicBezTo>
                  <a:cubicBezTo>
                    <a:pt x="212" y="347"/>
                    <a:pt x="198" y="333"/>
                    <a:pt x="198" y="318"/>
                  </a:cubicBezTo>
                  <a:cubicBezTo>
                    <a:pt x="198" y="255"/>
                    <a:pt x="198" y="255"/>
                    <a:pt x="198" y="255"/>
                  </a:cubicBezTo>
                  <a:cubicBezTo>
                    <a:pt x="134" y="255"/>
                    <a:pt x="134" y="255"/>
                    <a:pt x="134" y="255"/>
                  </a:cubicBezTo>
                  <a:cubicBezTo>
                    <a:pt x="120" y="255"/>
                    <a:pt x="106" y="241"/>
                    <a:pt x="106" y="226"/>
                  </a:cubicBezTo>
                  <a:cubicBezTo>
                    <a:pt x="106" y="205"/>
                    <a:pt x="120" y="198"/>
                    <a:pt x="134" y="198"/>
                  </a:cubicBezTo>
                  <a:cubicBezTo>
                    <a:pt x="198" y="198"/>
                    <a:pt x="198" y="198"/>
                    <a:pt x="198" y="198"/>
                  </a:cubicBezTo>
                  <a:cubicBezTo>
                    <a:pt x="198" y="127"/>
                    <a:pt x="198" y="127"/>
                    <a:pt x="198" y="127"/>
                  </a:cubicBezTo>
                  <a:cubicBezTo>
                    <a:pt x="198" y="113"/>
                    <a:pt x="212" y="99"/>
                    <a:pt x="226" y="99"/>
                  </a:cubicBezTo>
                  <a:cubicBezTo>
                    <a:pt x="247" y="99"/>
                    <a:pt x="254" y="113"/>
                    <a:pt x="254" y="127"/>
                  </a:cubicBezTo>
                  <a:cubicBezTo>
                    <a:pt x="254" y="198"/>
                    <a:pt x="254" y="198"/>
                    <a:pt x="254" y="198"/>
                  </a:cubicBezTo>
                  <a:cubicBezTo>
                    <a:pt x="325" y="198"/>
                    <a:pt x="325" y="198"/>
                    <a:pt x="325" y="198"/>
                  </a:cubicBezTo>
                  <a:cubicBezTo>
                    <a:pt x="339" y="198"/>
                    <a:pt x="353" y="205"/>
                    <a:pt x="353" y="226"/>
                  </a:cubicBezTo>
                  <a:cubicBezTo>
                    <a:pt x="353" y="241"/>
                    <a:pt x="339" y="255"/>
                    <a:pt x="325" y="25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84" tIns="17142" rIns="34284" bIns="17142" anchor="ctr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  <p:grpSp>
        <p:nvGrpSpPr>
          <p:cNvPr id="15" name="组合 14"/>
          <p:cNvGrpSpPr/>
          <p:nvPr userDrawn="1"/>
        </p:nvGrpSpPr>
        <p:grpSpPr>
          <a:xfrm>
            <a:off x="9742882" y="654565"/>
            <a:ext cx="577021" cy="577219"/>
            <a:chOff x="5436096" y="1274820"/>
            <a:chExt cx="432833" cy="432834"/>
          </a:xfrm>
        </p:grpSpPr>
        <p:sp>
          <p:nvSpPr>
            <p:cNvPr id="16" name="椭圆 16"/>
            <p:cNvSpPr>
              <a:spLocks noChangeArrowheads="1"/>
            </p:cNvSpPr>
            <p:nvPr/>
          </p:nvSpPr>
          <p:spPr bwMode="auto">
            <a:xfrm>
              <a:off x="5436096" y="1274820"/>
              <a:ext cx="432833" cy="432834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7" name="Freeform 16"/>
            <p:cNvSpPr>
              <a:spLocks noChangeArrowheads="1"/>
            </p:cNvSpPr>
            <p:nvPr/>
          </p:nvSpPr>
          <p:spPr bwMode="auto">
            <a:xfrm>
              <a:off x="5554420" y="1377705"/>
              <a:ext cx="196183" cy="227065"/>
            </a:xfrm>
            <a:custGeom>
              <a:avLst/>
              <a:gdLst>
                <a:gd name="T0" fmla="*/ 58106390 w 475"/>
                <a:gd name="T1" fmla="*/ 71207247 h 552"/>
                <a:gd name="T2" fmla="*/ 58106390 w 475"/>
                <a:gd name="T3" fmla="*/ 71207247 h 552"/>
                <a:gd name="T4" fmla="*/ 54327993 w 475"/>
                <a:gd name="T5" fmla="*/ 71207247 h 552"/>
                <a:gd name="T6" fmla="*/ 54327993 w 475"/>
                <a:gd name="T7" fmla="*/ 0 h 552"/>
                <a:gd name="T8" fmla="*/ 58106390 w 475"/>
                <a:gd name="T9" fmla="*/ 0 h 552"/>
                <a:gd name="T10" fmla="*/ 61754124 w 475"/>
                <a:gd name="T11" fmla="*/ 3618618 h 552"/>
                <a:gd name="T12" fmla="*/ 61754124 w 475"/>
                <a:gd name="T13" fmla="*/ 67588630 h 552"/>
                <a:gd name="T14" fmla="*/ 58106390 w 475"/>
                <a:gd name="T15" fmla="*/ 71207247 h 552"/>
                <a:gd name="T16" fmla="*/ 7426131 w 475"/>
                <a:gd name="T17" fmla="*/ 67588630 h 552"/>
                <a:gd name="T18" fmla="*/ 7426131 w 475"/>
                <a:gd name="T19" fmla="*/ 67588630 h 552"/>
                <a:gd name="T20" fmla="*/ 7426131 w 475"/>
                <a:gd name="T21" fmla="*/ 63970012 h 552"/>
                <a:gd name="T22" fmla="*/ 13809846 w 475"/>
                <a:gd name="T23" fmla="*/ 63970012 h 552"/>
                <a:gd name="T24" fmla="*/ 21235977 w 475"/>
                <a:gd name="T25" fmla="*/ 56603721 h 552"/>
                <a:gd name="T26" fmla="*/ 13809846 w 475"/>
                <a:gd name="T27" fmla="*/ 49237429 h 552"/>
                <a:gd name="T28" fmla="*/ 7426131 w 475"/>
                <a:gd name="T29" fmla="*/ 49237429 h 552"/>
                <a:gd name="T30" fmla="*/ 7426131 w 475"/>
                <a:gd name="T31" fmla="*/ 42905028 h 552"/>
                <a:gd name="T32" fmla="*/ 13809846 w 475"/>
                <a:gd name="T33" fmla="*/ 42905028 h 552"/>
                <a:gd name="T34" fmla="*/ 21235977 w 475"/>
                <a:gd name="T35" fmla="*/ 35539095 h 552"/>
                <a:gd name="T36" fmla="*/ 13809846 w 475"/>
                <a:gd name="T37" fmla="*/ 28301860 h 552"/>
                <a:gd name="T38" fmla="*/ 7426131 w 475"/>
                <a:gd name="T39" fmla="*/ 28301860 h 552"/>
                <a:gd name="T40" fmla="*/ 7426131 w 475"/>
                <a:gd name="T41" fmla="*/ 21840403 h 552"/>
                <a:gd name="T42" fmla="*/ 13809846 w 475"/>
                <a:gd name="T43" fmla="*/ 21840403 h 552"/>
                <a:gd name="T44" fmla="*/ 21235977 w 475"/>
                <a:gd name="T45" fmla="*/ 14603167 h 552"/>
                <a:gd name="T46" fmla="*/ 13809846 w 475"/>
                <a:gd name="T47" fmla="*/ 7236876 h 552"/>
                <a:gd name="T48" fmla="*/ 7426131 w 475"/>
                <a:gd name="T49" fmla="*/ 7236876 h 552"/>
                <a:gd name="T50" fmla="*/ 7426131 w 475"/>
                <a:gd name="T51" fmla="*/ 3618618 h 552"/>
                <a:gd name="T52" fmla="*/ 11074226 w 475"/>
                <a:gd name="T53" fmla="*/ 0 h 552"/>
                <a:gd name="T54" fmla="*/ 50680259 w 475"/>
                <a:gd name="T55" fmla="*/ 0 h 552"/>
                <a:gd name="T56" fmla="*/ 50680259 w 475"/>
                <a:gd name="T57" fmla="*/ 71207247 h 552"/>
                <a:gd name="T58" fmla="*/ 11074226 w 475"/>
                <a:gd name="T59" fmla="*/ 71207247 h 552"/>
                <a:gd name="T60" fmla="*/ 7426131 w 475"/>
                <a:gd name="T61" fmla="*/ 67588630 h 552"/>
                <a:gd name="T62" fmla="*/ 17588243 w 475"/>
                <a:gd name="T63" fmla="*/ 14603167 h 552"/>
                <a:gd name="T64" fmla="*/ 17588243 w 475"/>
                <a:gd name="T65" fmla="*/ 14603167 h 552"/>
                <a:gd name="T66" fmla="*/ 13809846 w 475"/>
                <a:gd name="T67" fmla="*/ 18221785 h 552"/>
                <a:gd name="T68" fmla="*/ 3778036 w 475"/>
                <a:gd name="T69" fmla="*/ 18221785 h 552"/>
                <a:gd name="T70" fmla="*/ 0 w 475"/>
                <a:gd name="T71" fmla="*/ 14603167 h 552"/>
                <a:gd name="T72" fmla="*/ 3778036 w 475"/>
                <a:gd name="T73" fmla="*/ 10984909 h 552"/>
                <a:gd name="T74" fmla="*/ 13809846 w 475"/>
                <a:gd name="T75" fmla="*/ 10984909 h 552"/>
                <a:gd name="T76" fmla="*/ 17588243 w 475"/>
                <a:gd name="T77" fmla="*/ 14603167 h 552"/>
                <a:gd name="T78" fmla="*/ 3778036 w 475"/>
                <a:gd name="T79" fmla="*/ 31920478 h 552"/>
                <a:gd name="T80" fmla="*/ 3778036 w 475"/>
                <a:gd name="T81" fmla="*/ 31920478 h 552"/>
                <a:gd name="T82" fmla="*/ 13809846 w 475"/>
                <a:gd name="T83" fmla="*/ 31920478 h 552"/>
                <a:gd name="T84" fmla="*/ 17588243 w 475"/>
                <a:gd name="T85" fmla="*/ 35539095 h 552"/>
                <a:gd name="T86" fmla="*/ 13809846 w 475"/>
                <a:gd name="T87" fmla="*/ 39286770 h 552"/>
                <a:gd name="T88" fmla="*/ 3778036 w 475"/>
                <a:gd name="T89" fmla="*/ 39286770 h 552"/>
                <a:gd name="T90" fmla="*/ 0 w 475"/>
                <a:gd name="T91" fmla="*/ 35539095 h 552"/>
                <a:gd name="T92" fmla="*/ 3778036 w 475"/>
                <a:gd name="T93" fmla="*/ 31920478 h 552"/>
                <a:gd name="T94" fmla="*/ 3778036 w 475"/>
                <a:gd name="T95" fmla="*/ 52985462 h 552"/>
                <a:gd name="T96" fmla="*/ 3778036 w 475"/>
                <a:gd name="T97" fmla="*/ 52985462 h 552"/>
                <a:gd name="T98" fmla="*/ 13809846 w 475"/>
                <a:gd name="T99" fmla="*/ 52985462 h 552"/>
                <a:gd name="T100" fmla="*/ 17588243 w 475"/>
                <a:gd name="T101" fmla="*/ 56603721 h 552"/>
                <a:gd name="T102" fmla="*/ 13809846 w 475"/>
                <a:gd name="T103" fmla="*/ 60222338 h 552"/>
                <a:gd name="T104" fmla="*/ 3778036 w 475"/>
                <a:gd name="T105" fmla="*/ 60222338 h 552"/>
                <a:gd name="T106" fmla="*/ 0 w 475"/>
                <a:gd name="T107" fmla="*/ 56603721 h 552"/>
                <a:gd name="T108" fmla="*/ 3778036 w 475"/>
                <a:gd name="T109" fmla="*/ 52985462 h 552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</a:gdLst>
              <a:ahLst/>
              <a:cxnLst>
                <a:cxn ang="T110">
                  <a:pos x="T0" y="T1"/>
                </a:cxn>
                <a:cxn ang="T111">
                  <a:pos x="T2" y="T3"/>
                </a:cxn>
                <a:cxn ang="T112">
                  <a:pos x="T4" y="T5"/>
                </a:cxn>
                <a:cxn ang="T113">
                  <a:pos x="T6" y="T7"/>
                </a:cxn>
                <a:cxn ang="T114">
                  <a:pos x="T8" y="T9"/>
                </a:cxn>
                <a:cxn ang="T115">
                  <a:pos x="T10" y="T11"/>
                </a:cxn>
                <a:cxn ang="T116">
                  <a:pos x="T12" y="T13"/>
                </a:cxn>
                <a:cxn ang="T117">
                  <a:pos x="T14" y="T15"/>
                </a:cxn>
                <a:cxn ang="T118">
                  <a:pos x="T16" y="T17"/>
                </a:cxn>
                <a:cxn ang="T119">
                  <a:pos x="T18" y="T19"/>
                </a:cxn>
                <a:cxn ang="T120">
                  <a:pos x="T20" y="T21"/>
                </a:cxn>
                <a:cxn ang="T121">
                  <a:pos x="T22" y="T23"/>
                </a:cxn>
                <a:cxn ang="T122">
                  <a:pos x="T24" y="T25"/>
                </a:cxn>
                <a:cxn ang="T123">
                  <a:pos x="T26" y="T27"/>
                </a:cxn>
                <a:cxn ang="T124">
                  <a:pos x="T28" y="T29"/>
                </a:cxn>
                <a:cxn ang="T125">
                  <a:pos x="T30" y="T31"/>
                </a:cxn>
                <a:cxn ang="T126">
                  <a:pos x="T32" y="T33"/>
                </a:cxn>
                <a:cxn ang="T127">
                  <a:pos x="T34" y="T35"/>
                </a:cxn>
                <a:cxn ang="T128">
                  <a:pos x="T36" y="T37"/>
                </a:cxn>
                <a:cxn ang="T129">
                  <a:pos x="T38" y="T39"/>
                </a:cxn>
                <a:cxn ang="T130">
                  <a:pos x="T40" y="T41"/>
                </a:cxn>
                <a:cxn ang="T131">
                  <a:pos x="T42" y="T43"/>
                </a:cxn>
                <a:cxn ang="T132">
                  <a:pos x="T44" y="T45"/>
                </a:cxn>
                <a:cxn ang="T133">
                  <a:pos x="T46" y="T47"/>
                </a:cxn>
                <a:cxn ang="T134">
                  <a:pos x="T48" y="T49"/>
                </a:cxn>
                <a:cxn ang="T135">
                  <a:pos x="T50" y="T51"/>
                </a:cxn>
                <a:cxn ang="T136">
                  <a:pos x="T52" y="T53"/>
                </a:cxn>
                <a:cxn ang="T137">
                  <a:pos x="T54" y="T55"/>
                </a:cxn>
                <a:cxn ang="T138">
                  <a:pos x="T56" y="T57"/>
                </a:cxn>
                <a:cxn ang="T139">
                  <a:pos x="T58" y="T59"/>
                </a:cxn>
                <a:cxn ang="T140">
                  <a:pos x="T60" y="T61"/>
                </a:cxn>
                <a:cxn ang="T141">
                  <a:pos x="T62" y="T63"/>
                </a:cxn>
                <a:cxn ang="T142">
                  <a:pos x="T64" y="T65"/>
                </a:cxn>
                <a:cxn ang="T143">
                  <a:pos x="T66" y="T67"/>
                </a:cxn>
                <a:cxn ang="T144">
                  <a:pos x="T68" y="T69"/>
                </a:cxn>
                <a:cxn ang="T145">
                  <a:pos x="T70" y="T71"/>
                </a:cxn>
                <a:cxn ang="T146">
                  <a:pos x="T72" y="T73"/>
                </a:cxn>
                <a:cxn ang="T147">
                  <a:pos x="T74" y="T75"/>
                </a:cxn>
                <a:cxn ang="T148">
                  <a:pos x="T76" y="T77"/>
                </a:cxn>
                <a:cxn ang="T149">
                  <a:pos x="T78" y="T79"/>
                </a:cxn>
                <a:cxn ang="T150">
                  <a:pos x="T80" y="T81"/>
                </a:cxn>
                <a:cxn ang="T151">
                  <a:pos x="T82" y="T83"/>
                </a:cxn>
                <a:cxn ang="T152">
                  <a:pos x="T84" y="T85"/>
                </a:cxn>
                <a:cxn ang="T153">
                  <a:pos x="T86" y="T87"/>
                </a:cxn>
                <a:cxn ang="T154">
                  <a:pos x="T88" y="T89"/>
                </a:cxn>
                <a:cxn ang="T155">
                  <a:pos x="T90" y="T91"/>
                </a:cxn>
                <a:cxn ang="T156">
                  <a:pos x="T92" y="T93"/>
                </a:cxn>
                <a:cxn ang="T157">
                  <a:pos x="T94" y="T95"/>
                </a:cxn>
                <a:cxn ang="T158">
                  <a:pos x="T96" y="T97"/>
                </a:cxn>
                <a:cxn ang="T159">
                  <a:pos x="T98" y="T99"/>
                </a:cxn>
                <a:cxn ang="T160">
                  <a:pos x="T100" y="T101"/>
                </a:cxn>
                <a:cxn ang="T161">
                  <a:pos x="T102" y="T103"/>
                </a:cxn>
                <a:cxn ang="T162">
                  <a:pos x="T104" y="T105"/>
                </a:cxn>
                <a:cxn ang="T163">
                  <a:pos x="T106" y="T107"/>
                </a:cxn>
                <a:cxn ang="T164">
                  <a:pos x="T108" y="T109"/>
                </a:cxn>
              </a:cxnLst>
              <a:rect l="0" t="0" r="r" b="b"/>
              <a:pathLst>
                <a:path w="475" h="552">
                  <a:moveTo>
                    <a:pt x="446" y="551"/>
                  </a:moveTo>
                  <a:lnTo>
                    <a:pt x="446" y="551"/>
                  </a:lnTo>
                  <a:cubicBezTo>
                    <a:pt x="417" y="551"/>
                    <a:pt x="417" y="551"/>
                    <a:pt x="417" y="551"/>
                  </a:cubicBezTo>
                  <a:cubicBezTo>
                    <a:pt x="417" y="0"/>
                    <a:pt x="417" y="0"/>
                    <a:pt x="417" y="0"/>
                  </a:cubicBezTo>
                  <a:cubicBezTo>
                    <a:pt x="446" y="0"/>
                    <a:pt x="446" y="0"/>
                    <a:pt x="446" y="0"/>
                  </a:cubicBezTo>
                  <a:cubicBezTo>
                    <a:pt x="460" y="0"/>
                    <a:pt x="474" y="14"/>
                    <a:pt x="474" y="28"/>
                  </a:cubicBezTo>
                  <a:cubicBezTo>
                    <a:pt x="474" y="523"/>
                    <a:pt x="474" y="523"/>
                    <a:pt x="474" y="523"/>
                  </a:cubicBezTo>
                  <a:cubicBezTo>
                    <a:pt x="474" y="537"/>
                    <a:pt x="460" y="551"/>
                    <a:pt x="446" y="551"/>
                  </a:cubicBezTo>
                  <a:close/>
                  <a:moveTo>
                    <a:pt x="57" y="523"/>
                  </a:moveTo>
                  <a:lnTo>
                    <a:pt x="57" y="523"/>
                  </a:lnTo>
                  <a:cubicBezTo>
                    <a:pt x="57" y="495"/>
                    <a:pt x="57" y="495"/>
                    <a:pt x="57" y="495"/>
                  </a:cubicBezTo>
                  <a:cubicBezTo>
                    <a:pt x="106" y="495"/>
                    <a:pt x="106" y="495"/>
                    <a:pt x="106" y="495"/>
                  </a:cubicBezTo>
                  <a:cubicBezTo>
                    <a:pt x="135" y="495"/>
                    <a:pt x="163" y="466"/>
                    <a:pt x="163" y="438"/>
                  </a:cubicBezTo>
                  <a:cubicBezTo>
                    <a:pt x="163" y="403"/>
                    <a:pt x="135" y="381"/>
                    <a:pt x="106" y="381"/>
                  </a:cubicBezTo>
                  <a:cubicBezTo>
                    <a:pt x="57" y="381"/>
                    <a:pt x="57" y="381"/>
                    <a:pt x="57" y="381"/>
                  </a:cubicBezTo>
                  <a:cubicBezTo>
                    <a:pt x="57" y="332"/>
                    <a:pt x="57" y="332"/>
                    <a:pt x="57" y="332"/>
                  </a:cubicBezTo>
                  <a:cubicBezTo>
                    <a:pt x="106" y="332"/>
                    <a:pt x="106" y="332"/>
                    <a:pt x="106" y="332"/>
                  </a:cubicBezTo>
                  <a:cubicBezTo>
                    <a:pt x="135" y="332"/>
                    <a:pt x="163" y="304"/>
                    <a:pt x="163" y="275"/>
                  </a:cubicBezTo>
                  <a:cubicBezTo>
                    <a:pt x="163" y="247"/>
                    <a:pt x="135" y="219"/>
                    <a:pt x="106" y="219"/>
                  </a:cubicBezTo>
                  <a:cubicBezTo>
                    <a:pt x="57" y="219"/>
                    <a:pt x="57" y="219"/>
                    <a:pt x="57" y="219"/>
                  </a:cubicBezTo>
                  <a:cubicBezTo>
                    <a:pt x="57" y="169"/>
                    <a:pt x="57" y="169"/>
                    <a:pt x="57" y="169"/>
                  </a:cubicBezTo>
                  <a:cubicBezTo>
                    <a:pt x="106" y="169"/>
                    <a:pt x="106" y="169"/>
                    <a:pt x="106" y="169"/>
                  </a:cubicBezTo>
                  <a:cubicBezTo>
                    <a:pt x="135" y="169"/>
                    <a:pt x="163" y="148"/>
                    <a:pt x="163" y="113"/>
                  </a:cubicBezTo>
                  <a:cubicBezTo>
                    <a:pt x="163" y="85"/>
                    <a:pt x="135" y="56"/>
                    <a:pt x="106" y="56"/>
                  </a:cubicBezTo>
                  <a:cubicBezTo>
                    <a:pt x="57" y="56"/>
                    <a:pt x="57" y="56"/>
                    <a:pt x="57" y="56"/>
                  </a:cubicBezTo>
                  <a:cubicBezTo>
                    <a:pt x="57" y="28"/>
                    <a:pt x="57" y="28"/>
                    <a:pt x="57" y="28"/>
                  </a:cubicBezTo>
                  <a:cubicBezTo>
                    <a:pt x="57" y="14"/>
                    <a:pt x="71" y="0"/>
                    <a:pt x="85" y="0"/>
                  </a:cubicBezTo>
                  <a:cubicBezTo>
                    <a:pt x="389" y="0"/>
                    <a:pt x="389" y="0"/>
                    <a:pt x="389" y="0"/>
                  </a:cubicBezTo>
                  <a:cubicBezTo>
                    <a:pt x="389" y="551"/>
                    <a:pt x="389" y="551"/>
                    <a:pt x="389" y="551"/>
                  </a:cubicBezTo>
                  <a:cubicBezTo>
                    <a:pt x="85" y="551"/>
                    <a:pt x="85" y="551"/>
                    <a:pt x="85" y="551"/>
                  </a:cubicBezTo>
                  <a:cubicBezTo>
                    <a:pt x="71" y="551"/>
                    <a:pt x="57" y="537"/>
                    <a:pt x="57" y="523"/>
                  </a:cubicBezTo>
                  <a:close/>
                  <a:moveTo>
                    <a:pt x="135" y="113"/>
                  </a:moveTo>
                  <a:lnTo>
                    <a:pt x="135" y="113"/>
                  </a:lnTo>
                  <a:cubicBezTo>
                    <a:pt x="135" y="134"/>
                    <a:pt x="120" y="141"/>
                    <a:pt x="106" y="141"/>
                  </a:cubicBezTo>
                  <a:cubicBezTo>
                    <a:pt x="29" y="141"/>
                    <a:pt x="29" y="141"/>
                    <a:pt x="29" y="141"/>
                  </a:cubicBezTo>
                  <a:cubicBezTo>
                    <a:pt x="15" y="141"/>
                    <a:pt x="0" y="134"/>
                    <a:pt x="0" y="113"/>
                  </a:cubicBezTo>
                  <a:cubicBezTo>
                    <a:pt x="0" y="99"/>
                    <a:pt x="15" y="85"/>
                    <a:pt x="29" y="85"/>
                  </a:cubicBezTo>
                  <a:cubicBezTo>
                    <a:pt x="106" y="85"/>
                    <a:pt x="106" y="85"/>
                    <a:pt x="106" y="85"/>
                  </a:cubicBezTo>
                  <a:cubicBezTo>
                    <a:pt x="120" y="85"/>
                    <a:pt x="135" y="99"/>
                    <a:pt x="135" y="113"/>
                  </a:cubicBezTo>
                  <a:close/>
                  <a:moveTo>
                    <a:pt x="29" y="247"/>
                  </a:moveTo>
                  <a:lnTo>
                    <a:pt x="29" y="247"/>
                  </a:lnTo>
                  <a:cubicBezTo>
                    <a:pt x="106" y="247"/>
                    <a:pt x="106" y="247"/>
                    <a:pt x="106" y="247"/>
                  </a:cubicBezTo>
                  <a:cubicBezTo>
                    <a:pt x="120" y="247"/>
                    <a:pt x="135" y="261"/>
                    <a:pt x="135" y="275"/>
                  </a:cubicBezTo>
                  <a:cubicBezTo>
                    <a:pt x="135" y="290"/>
                    <a:pt x="120" y="304"/>
                    <a:pt x="106" y="304"/>
                  </a:cubicBezTo>
                  <a:cubicBezTo>
                    <a:pt x="29" y="304"/>
                    <a:pt x="29" y="304"/>
                    <a:pt x="29" y="304"/>
                  </a:cubicBezTo>
                  <a:cubicBezTo>
                    <a:pt x="15" y="304"/>
                    <a:pt x="0" y="290"/>
                    <a:pt x="0" y="275"/>
                  </a:cubicBezTo>
                  <a:cubicBezTo>
                    <a:pt x="0" y="261"/>
                    <a:pt x="15" y="247"/>
                    <a:pt x="29" y="247"/>
                  </a:cubicBezTo>
                  <a:close/>
                  <a:moveTo>
                    <a:pt x="29" y="410"/>
                  </a:moveTo>
                  <a:lnTo>
                    <a:pt x="29" y="410"/>
                  </a:lnTo>
                  <a:cubicBezTo>
                    <a:pt x="106" y="410"/>
                    <a:pt x="106" y="410"/>
                    <a:pt x="106" y="410"/>
                  </a:cubicBezTo>
                  <a:cubicBezTo>
                    <a:pt x="120" y="410"/>
                    <a:pt x="135" y="417"/>
                    <a:pt x="135" y="438"/>
                  </a:cubicBezTo>
                  <a:cubicBezTo>
                    <a:pt x="135" y="452"/>
                    <a:pt x="120" y="466"/>
                    <a:pt x="106" y="466"/>
                  </a:cubicBezTo>
                  <a:cubicBezTo>
                    <a:pt x="29" y="466"/>
                    <a:pt x="29" y="466"/>
                    <a:pt x="29" y="466"/>
                  </a:cubicBezTo>
                  <a:cubicBezTo>
                    <a:pt x="15" y="466"/>
                    <a:pt x="0" y="452"/>
                    <a:pt x="0" y="438"/>
                  </a:cubicBezTo>
                  <a:cubicBezTo>
                    <a:pt x="0" y="417"/>
                    <a:pt x="15" y="410"/>
                    <a:pt x="29" y="41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84" tIns="17142" rIns="34284" bIns="17142" anchor="ctr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  <p:grpSp>
        <p:nvGrpSpPr>
          <p:cNvPr id="18" name="组合 17"/>
          <p:cNvGrpSpPr/>
          <p:nvPr userDrawn="1"/>
        </p:nvGrpSpPr>
        <p:grpSpPr>
          <a:xfrm>
            <a:off x="7151000" y="654565"/>
            <a:ext cx="577021" cy="577219"/>
            <a:chOff x="3491880" y="1274820"/>
            <a:chExt cx="432833" cy="432834"/>
          </a:xfrm>
        </p:grpSpPr>
        <p:sp>
          <p:nvSpPr>
            <p:cNvPr id="19" name="椭圆 16"/>
            <p:cNvSpPr>
              <a:spLocks noChangeArrowheads="1"/>
            </p:cNvSpPr>
            <p:nvPr/>
          </p:nvSpPr>
          <p:spPr bwMode="auto">
            <a:xfrm>
              <a:off x="3491880" y="1274820"/>
              <a:ext cx="432833" cy="432834"/>
            </a:xfrm>
            <a:prstGeom prst="ellipse">
              <a:avLst/>
            </a:prstGeom>
            <a:solidFill>
              <a:srgbClr val="1369B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0" name="Freeform 75"/>
            <p:cNvSpPr>
              <a:spLocks noChangeArrowheads="1"/>
            </p:cNvSpPr>
            <p:nvPr/>
          </p:nvSpPr>
          <p:spPr bwMode="auto">
            <a:xfrm>
              <a:off x="3583864" y="1385879"/>
              <a:ext cx="248863" cy="210716"/>
            </a:xfrm>
            <a:custGeom>
              <a:avLst/>
              <a:gdLst>
                <a:gd name="T0" fmla="*/ 74657633 w 602"/>
                <a:gd name="T1" fmla="*/ 66362244 h 510"/>
                <a:gd name="T2" fmla="*/ 74657633 w 602"/>
                <a:gd name="T3" fmla="*/ 66362244 h 510"/>
                <a:gd name="T4" fmla="*/ 3654665 w 602"/>
                <a:gd name="T5" fmla="*/ 66362244 h 510"/>
                <a:gd name="T6" fmla="*/ 0 w 602"/>
                <a:gd name="T7" fmla="*/ 62711741 h 510"/>
                <a:gd name="T8" fmla="*/ 0 w 602"/>
                <a:gd name="T9" fmla="*/ 3650503 h 510"/>
                <a:gd name="T10" fmla="*/ 3654665 w 602"/>
                <a:gd name="T11" fmla="*/ 0 h 510"/>
                <a:gd name="T12" fmla="*/ 7308970 w 602"/>
                <a:gd name="T13" fmla="*/ 3650503 h 510"/>
                <a:gd name="T14" fmla="*/ 7308970 w 602"/>
                <a:gd name="T15" fmla="*/ 50717076 h 510"/>
                <a:gd name="T16" fmla="*/ 7308970 w 602"/>
                <a:gd name="T17" fmla="*/ 50717076 h 510"/>
                <a:gd name="T18" fmla="*/ 7308970 w 602"/>
                <a:gd name="T19" fmla="*/ 58930528 h 510"/>
                <a:gd name="T20" fmla="*/ 74657633 w 602"/>
                <a:gd name="T21" fmla="*/ 58930528 h 510"/>
                <a:gd name="T22" fmla="*/ 78442719 w 602"/>
                <a:gd name="T23" fmla="*/ 62711741 h 510"/>
                <a:gd name="T24" fmla="*/ 74657633 w 602"/>
                <a:gd name="T25" fmla="*/ 66362244 h 510"/>
                <a:gd name="T26" fmla="*/ 66434636 w 602"/>
                <a:gd name="T27" fmla="*/ 55280025 h 510"/>
                <a:gd name="T28" fmla="*/ 66434636 w 602"/>
                <a:gd name="T29" fmla="*/ 55280025 h 510"/>
                <a:gd name="T30" fmla="*/ 58995246 w 602"/>
                <a:gd name="T31" fmla="*/ 55280025 h 510"/>
                <a:gd name="T32" fmla="*/ 55340580 w 602"/>
                <a:gd name="T33" fmla="*/ 51629522 h 510"/>
                <a:gd name="T34" fmla="*/ 55340580 w 602"/>
                <a:gd name="T35" fmla="*/ 25814941 h 510"/>
                <a:gd name="T36" fmla="*/ 58995246 w 602"/>
                <a:gd name="T37" fmla="*/ 22164077 h 510"/>
                <a:gd name="T38" fmla="*/ 66434636 w 602"/>
                <a:gd name="T39" fmla="*/ 22164077 h 510"/>
                <a:gd name="T40" fmla="*/ 70089301 w 602"/>
                <a:gd name="T41" fmla="*/ 25814941 h 510"/>
                <a:gd name="T42" fmla="*/ 70089301 w 602"/>
                <a:gd name="T43" fmla="*/ 51629522 h 510"/>
                <a:gd name="T44" fmla="*/ 66434636 w 602"/>
                <a:gd name="T45" fmla="*/ 55280025 h 510"/>
                <a:gd name="T46" fmla="*/ 45159830 w 602"/>
                <a:gd name="T47" fmla="*/ 55280025 h 510"/>
                <a:gd name="T48" fmla="*/ 45159830 w 602"/>
                <a:gd name="T49" fmla="*/ 55280025 h 510"/>
                <a:gd name="T50" fmla="*/ 37850860 w 602"/>
                <a:gd name="T51" fmla="*/ 55280025 h 510"/>
                <a:gd name="T52" fmla="*/ 34065774 w 602"/>
                <a:gd name="T53" fmla="*/ 51629522 h 510"/>
                <a:gd name="T54" fmla="*/ 34065774 w 602"/>
                <a:gd name="T55" fmla="*/ 11082219 h 510"/>
                <a:gd name="T56" fmla="*/ 37850860 w 602"/>
                <a:gd name="T57" fmla="*/ 7431355 h 510"/>
                <a:gd name="T58" fmla="*/ 45159830 w 602"/>
                <a:gd name="T59" fmla="*/ 7431355 h 510"/>
                <a:gd name="T60" fmla="*/ 48814495 w 602"/>
                <a:gd name="T61" fmla="*/ 11082219 h 510"/>
                <a:gd name="T62" fmla="*/ 48814495 w 602"/>
                <a:gd name="T63" fmla="*/ 51629522 h 510"/>
                <a:gd name="T64" fmla="*/ 45159830 w 602"/>
                <a:gd name="T65" fmla="*/ 55280025 h 510"/>
                <a:gd name="T66" fmla="*/ 24929472 w 602"/>
                <a:gd name="T67" fmla="*/ 55280025 h 510"/>
                <a:gd name="T68" fmla="*/ 24929472 w 602"/>
                <a:gd name="T69" fmla="*/ 55280025 h 510"/>
                <a:gd name="T70" fmla="*/ 17489720 w 602"/>
                <a:gd name="T71" fmla="*/ 55280025 h 510"/>
                <a:gd name="T72" fmla="*/ 13835055 w 602"/>
                <a:gd name="T73" fmla="*/ 51629522 h 510"/>
                <a:gd name="T74" fmla="*/ 13835055 w 602"/>
                <a:gd name="T75" fmla="*/ 44198166 h 510"/>
                <a:gd name="T76" fmla="*/ 17489720 w 602"/>
                <a:gd name="T77" fmla="*/ 40547302 h 510"/>
                <a:gd name="T78" fmla="*/ 24929472 w 602"/>
                <a:gd name="T79" fmla="*/ 40547302 h 510"/>
                <a:gd name="T80" fmla="*/ 28583776 w 602"/>
                <a:gd name="T81" fmla="*/ 44198166 h 510"/>
                <a:gd name="T82" fmla="*/ 28583776 w 602"/>
                <a:gd name="T83" fmla="*/ 51629522 h 510"/>
                <a:gd name="T84" fmla="*/ 24929472 w 602"/>
                <a:gd name="T85" fmla="*/ 55280025 h 510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0" t="0" r="r" b="b"/>
              <a:pathLst>
                <a:path w="602" h="510">
                  <a:moveTo>
                    <a:pt x="572" y="509"/>
                  </a:moveTo>
                  <a:lnTo>
                    <a:pt x="572" y="509"/>
                  </a:lnTo>
                  <a:cubicBezTo>
                    <a:pt x="28" y="509"/>
                    <a:pt x="28" y="509"/>
                    <a:pt x="28" y="509"/>
                  </a:cubicBezTo>
                  <a:cubicBezTo>
                    <a:pt x="14" y="509"/>
                    <a:pt x="0" y="502"/>
                    <a:pt x="0" y="481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14"/>
                    <a:pt x="14" y="0"/>
                    <a:pt x="28" y="0"/>
                  </a:cubicBezTo>
                  <a:cubicBezTo>
                    <a:pt x="42" y="0"/>
                    <a:pt x="56" y="14"/>
                    <a:pt x="56" y="28"/>
                  </a:cubicBezTo>
                  <a:cubicBezTo>
                    <a:pt x="56" y="389"/>
                    <a:pt x="56" y="389"/>
                    <a:pt x="56" y="389"/>
                  </a:cubicBezTo>
                  <a:cubicBezTo>
                    <a:pt x="56" y="452"/>
                    <a:pt x="56" y="452"/>
                    <a:pt x="56" y="452"/>
                  </a:cubicBezTo>
                  <a:cubicBezTo>
                    <a:pt x="572" y="452"/>
                    <a:pt x="572" y="452"/>
                    <a:pt x="572" y="452"/>
                  </a:cubicBezTo>
                  <a:cubicBezTo>
                    <a:pt x="594" y="452"/>
                    <a:pt x="601" y="467"/>
                    <a:pt x="601" y="481"/>
                  </a:cubicBezTo>
                  <a:cubicBezTo>
                    <a:pt x="601" y="502"/>
                    <a:pt x="594" y="509"/>
                    <a:pt x="572" y="509"/>
                  </a:cubicBezTo>
                  <a:close/>
                  <a:moveTo>
                    <a:pt x="509" y="424"/>
                  </a:moveTo>
                  <a:lnTo>
                    <a:pt x="509" y="424"/>
                  </a:lnTo>
                  <a:cubicBezTo>
                    <a:pt x="452" y="424"/>
                    <a:pt x="452" y="424"/>
                    <a:pt x="452" y="424"/>
                  </a:cubicBezTo>
                  <a:cubicBezTo>
                    <a:pt x="438" y="424"/>
                    <a:pt x="424" y="417"/>
                    <a:pt x="424" y="396"/>
                  </a:cubicBezTo>
                  <a:cubicBezTo>
                    <a:pt x="424" y="198"/>
                    <a:pt x="424" y="198"/>
                    <a:pt x="424" y="198"/>
                  </a:cubicBezTo>
                  <a:cubicBezTo>
                    <a:pt x="424" y="184"/>
                    <a:pt x="438" y="170"/>
                    <a:pt x="452" y="170"/>
                  </a:cubicBezTo>
                  <a:cubicBezTo>
                    <a:pt x="509" y="170"/>
                    <a:pt x="509" y="170"/>
                    <a:pt x="509" y="170"/>
                  </a:cubicBezTo>
                  <a:cubicBezTo>
                    <a:pt x="523" y="170"/>
                    <a:pt x="537" y="184"/>
                    <a:pt x="537" y="198"/>
                  </a:cubicBezTo>
                  <a:cubicBezTo>
                    <a:pt x="537" y="396"/>
                    <a:pt x="537" y="396"/>
                    <a:pt x="537" y="396"/>
                  </a:cubicBezTo>
                  <a:cubicBezTo>
                    <a:pt x="537" y="417"/>
                    <a:pt x="523" y="424"/>
                    <a:pt x="509" y="424"/>
                  </a:cubicBezTo>
                  <a:close/>
                  <a:moveTo>
                    <a:pt x="346" y="424"/>
                  </a:moveTo>
                  <a:lnTo>
                    <a:pt x="346" y="424"/>
                  </a:lnTo>
                  <a:cubicBezTo>
                    <a:pt x="290" y="424"/>
                    <a:pt x="290" y="424"/>
                    <a:pt x="290" y="424"/>
                  </a:cubicBezTo>
                  <a:cubicBezTo>
                    <a:pt x="276" y="424"/>
                    <a:pt x="261" y="417"/>
                    <a:pt x="261" y="396"/>
                  </a:cubicBezTo>
                  <a:cubicBezTo>
                    <a:pt x="261" y="85"/>
                    <a:pt x="261" y="85"/>
                    <a:pt x="261" y="85"/>
                  </a:cubicBezTo>
                  <a:cubicBezTo>
                    <a:pt x="261" y="71"/>
                    <a:pt x="276" y="57"/>
                    <a:pt x="290" y="57"/>
                  </a:cubicBezTo>
                  <a:cubicBezTo>
                    <a:pt x="346" y="57"/>
                    <a:pt x="346" y="57"/>
                    <a:pt x="346" y="57"/>
                  </a:cubicBezTo>
                  <a:cubicBezTo>
                    <a:pt x="367" y="57"/>
                    <a:pt x="374" y="71"/>
                    <a:pt x="374" y="85"/>
                  </a:cubicBezTo>
                  <a:cubicBezTo>
                    <a:pt x="374" y="396"/>
                    <a:pt x="374" y="396"/>
                    <a:pt x="374" y="396"/>
                  </a:cubicBezTo>
                  <a:cubicBezTo>
                    <a:pt x="374" y="417"/>
                    <a:pt x="367" y="424"/>
                    <a:pt x="346" y="424"/>
                  </a:cubicBezTo>
                  <a:close/>
                  <a:moveTo>
                    <a:pt x="191" y="424"/>
                  </a:moveTo>
                  <a:lnTo>
                    <a:pt x="191" y="424"/>
                  </a:lnTo>
                  <a:cubicBezTo>
                    <a:pt x="134" y="424"/>
                    <a:pt x="134" y="424"/>
                    <a:pt x="134" y="424"/>
                  </a:cubicBezTo>
                  <a:cubicBezTo>
                    <a:pt x="113" y="424"/>
                    <a:pt x="106" y="417"/>
                    <a:pt x="106" y="396"/>
                  </a:cubicBezTo>
                  <a:cubicBezTo>
                    <a:pt x="106" y="339"/>
                    <a:pt x="106" y="339"/>
                    <a:pt x="106" y="339"/>
                  </a:cubicBezTo>
                  <a:cubicBezTo>
                    <a:pt x="106" y="325"/>
                    <a:pt x="113" y="311"/>
                    <a:pt x="134" y="311"/>
                  </a:cubicBezTo>
                  <a:cubicBezTo>
                    <a:pt x="191" y="311"/>
                    <a:pt x="191" y="311"/>
                    <a:pt x="191" y="311"/>
                  </a:cubicBezTo>
                  <a:cubicBezTo>
                    <a:pt x="205" y="311"/>
                    <a:pt x="219" y="325"/>
                    <a:pt x="219" y="339"/>
                  </a:cubicBezTo>
                  <a:cubicBezTo>
                    <a:pt x="219" y="396"/>
                    <a:pt x="219" y="396"/>
                    <a:pt x="219" y="396"/>
                  </a:cubicBezTo>
                  <a:cubicBezTo>
                    <a:pt x="219" y="417"/>
                    <a:pt x="205" y="424"/>
                    <a:pt x="191" y="424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84" tIns="17142" rIns="34284" bIns="17142" anchor="ctr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  <p:grpSp>
        <p:nvGrpSpPr>
          <p:cNvPr id="21" name="组合 20"/>
          <p:cNvGrpSpPr/>
          <p:nvPr userDrawn="1"/>
        </p:nvGrpSpPr>
        <p:grpSpPr>
          <a:xfrm>
            <a:off x="8014961" y="654565"/>
            <a:ext cx="577021" cy="577219"/>
            <a:chOff x="4139952" y="1274820"/>
            <a:chExt cx="432833" cy="432834"/>
          </a:xfrm>
        </p:grpSpPr>
        <p:sp>
          <p:nvSpPr>
            <p:cNvPr id="22" name="椭圆 16"/>
            <p:cNvSpPr>
              <a:spLocks noChangeArrowheads="1"/>
            </p:cNvSpPr>
            <p:nvPr/>
          </p:nvSpPr>
          <p:spPr bwMode="auto">
            <a:xfrm>
              <a:off x="4139952" y="1274820"/>
              <a:ext cx="432833" cy="432834"/>
            </a:xfrm>
            <a:prstGeom prst="ellipse">
              <a:avLst/>
            </a:prstGeom>
            <a:solidFill>
              <a:srgbClr val="3992DB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3" name="Freeform 84"/>
            <p:cNvSpPr>
              <a:spLocks noChangeArrowheads="1"/>
            </p:cNvSpPr>
            <p:nvPr/>
          </p:nvSpPr>
          <p:spPr bwMode="auto">
            <a:xfrm>
              <a:off x="4241546" y="1366806"/>
              <a:ext cx="248863" cy="248863"/>
            </a:xfrm>
            <a:custGeom>
              <a:avLst/>
              <a:gdLst>
                <a:gd name="T0" fmla="*/ 43332858 w 602"/>
                <a:gd name="T1" fmla="*/ 34979440 h 602"/>
                <a:gd name="T2" fmla="*/ 43332858 w 602"/>
                <a:gd name="T3" fmla="*/ 34979440 h 602"/>
                <a:gd name="T4" fmla="*/ 43332858 w 602"/>
                <a:gd name="T5" fmla="*/ 0 h 602"/>
                <a:gd name="T6" fmla="*/ 78442719 w 602"/>
                <a:gd name="T7" fmla="*/ 34979440 h 602"/>
                <a:gd name="T8" fmla="*/ 43332858 w 602"/>
                <a:gd name="T9" fmla="*/ 34979440 h 602"/>
                <a:gd name="T10" fmla="*/ 36023527 w 602"/>
                <a:gd name="T11" fmla="*/ 78442719 h 602"/>
                <a:gd name="T12" fmla="*/ 36023527 w 602"/>
                <a:gd name="T13" fmla="*/ 78442719 h 602"/>
                <a:gd name="T14" fmla="*/ 0 w 602"/>
                <a:gd name="T15" fmla="*/ 42419192 h 602"/>
                <a:gd name="T16" fmla="*/ 36023527 w 602"/>
                <a:gd name="T17" fmla="*/ 7308970 h 602"/>
                <a:gd name="T18" fmla="*/ 36023527 w 602"/>
                <a:gd name="T19" fmla="*/ 42419192 h 602"/>
                <a:gd name="T20" fmla="*/ 71002968 w 602"/>
                <a:gd name="T21" fmla="*/ 42419192 h 602"/>
                <a:gd name="T22" fmla="*/ 36023527 w 602"/>
                <a:gd name="T23" fmla="*/ 78442719 h 602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602" h="602">
                  <a:moveTo>
                    <a:pt x="332" y="268"/>
                  </a:moveTo>
                  <a:lnTo>
                    <a:pt x="332" y="268"/>
                  </a:lnTo>
                  <a:cubicBezTo>
                    <a:pt x="332" y="0"/>
                    <a:pt x="332" y="0"/>
                    <a:pt x="332" y="0"/>
                  </a:cubicBezTo>
                  <a:cubicBezTo>
                    <a:pt x="481" y="0"/>
                    <a:pt x="601" y="120"/>
                    <a:pt x="601" y="268"/>
                  </a:cubicBezTo>
                  <a:lnTo>
                    <a:pt x="332" y="268"/>
                  </a:lnTo>
                  <a:close/>
                  <a:moveTo>
                    <a:pt x="276" y="601"/>
                  </a:moveTo>
                  <a:lnTo>
                    <a:pt x="276" y="601"/>
                  </a:lnTo>
                  <a:cubicBezTo>
                    <a:pt x="120" y="601"/>
                    <a:pt x="0" y="480"/>
                    <a:pt x="0" y="325"/>
                  </a:cubicBezTo>
                  <a:cubicBezTo>
                    <a:pt x="0" y="176"/>
                    <a:pt x="120" y="56"/>
                    <a:pt x="276" y="56"/>
                  </a:cubicBezTo>
                  <a:cubicBezTo>
                    <a:pt x="276" y="325"/>
                    <a:pt x="276" y="325"/>
                    <a:pt x="276" y="325"/>
                  </a:cubicBezTo>
                  <a:cubicBezTo>
                    <a:pt x="544" y="325"/>
                    <a:pt x="544" y="325"/>
                    <a:pt x="544" y="325"/>
                  </a:cubicBezTo>
                  <a:cubicBezTo>
                    <a:pt x="544" y="480"/>
                    <a:pt x="424" y="601"/>
                    <a:pt x="276" y="601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84" tIns="17142" rIns="34284" bIns="17142" anchor="ctr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>
        <p14:flip dir="r"/>
      </p:transition>
    </mc:Choice>
    <mc:Fallback xmlns="">
      <p:transition spd="slow" advTm="3000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6.xml"/><Relationship Id="rId13" Type="http://schemas.openxmlformats.org/officeDocument/2006/relationships/slideLayout" Target="../slideLayouts/slideLayout21.xml"/><Relationship Id="rId3" Type="http://schemas.openxmlformats.org/officeDocument/2006/relationships/slideLayout" Target="../slideLayouts/slideLayout11.xml"/><Relationship Id="rId7" Type="http://schemas.openxmlformats.org/officeDocument/2006/relationships/slideLayout" Target="../slideLayouts/slideLayout15.xml"/><Relationship Id="rId12" Type="http://schemas.openxmlformats.org/officeDocument/2006/relationships/slideLayout" Target="../slideLayouts/slideLayout20.xml"/><Relationship Id="rId2" Type="http://schemas.openxmlformats.org/officeDocument/2006/relationships/slideLayout" Target="../slideLayouts/slideLayout10.xml"/><Relationship Id="rId1" Type="http://schemas.openxmlformats.org/officeDocument/2006/relationships/slideLayout" Target="../slideLayouts/slideLayout9.xml"/><Relationship Id="rId6" Type="http://schemas.openxmlformats.org/officeDocument/2006/relationships/slideLayout" Target="../slideLayouts/slideLayout14.xml"/><Relationship Id="rId11" Type="http://schemas.openxmlformats.org/officeDocument/2006/relationships/slideLayout" Target="../slideLayouts/slideLayout19.xml"/><Relationship Id="rId5" Type="http://schemas.openxmlformats.org/officeDocument/2006/relationships/slideLayout" Target="../slideLayouts/slideLayout13.xml"/><Relationship Id="rId15" Type="http://schemas.openxmlformats.org/officeDocument/2006/relationships/theme" Target="../theme/theme2.xml"/><Relationship Id="rId10" Type="http://schemas.openxmlformats.org/officeDocument/2006/relationships/slideLayout" Target="../slideLayouts/slideLayout18.xml"/><Relationship Id="rId4" Type="http://schemas.openxmlformats.org/officeDocument/2006/relationships/slideLayout" Target="../slideLayouts/slideLayout12.xml"/><Relationship Id="rId9" Type="http://schemas.openxmlformats.org/officeDocument/2006/relationships/slideLayout" Target="../slideLayouts/slideLayout17.xml"/><Relationship Id="rId14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79605" y="6351009"/>
            <a:ext cx="2699578" cy="31685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fld id="{760FBDFE-C587-4B4C-A407-44438C67B59E}" type="datetimeFigureOut">
              <a:rPr lang="zh-CN" altLang="en-US" smtClean="0"/>
              <a:t>2025/11/22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115357" y="6351009"/>
            <a:ext cx="3959381" cy="31685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09254" y="6351009"/>
            <a:ext cx="2699578" cy="31685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7" name="KSO_TEMPLATE" hidden="1"/>
          <p:cNvSpPr/>
          <p:nvPr userDrawn="1"/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标题 7"/>
          <p:cNvSpPr>
            <a:spLocks noGrp="1"/>
          </p:cNvSpPr>
          <p:nvPr>
            <p:ph type="title"/>
          </p:nvPr>
        </p:nvSpPr>
        <p:spPr>
          <a:xfrm>
            <a:off x="669777" y="581333"/>
            <a:ext cx="10850541" cy="64812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2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</a:p>
        </p:txBody>
      </p:sp>
      <p:sp>
        <p:nvSpPr>
          <p:cNvPr id="9" name="文本占位符 8"/>
          <p:cNvSpPr>
            <a:spLocks noGrp="1"/>
          </p:cNvSpPr>
          <p:nvPr>
            <p:ph type="body" idx="1"/>
          </p:nvPr>
        </p:nvSpPr>
        <p:spPr>
          <a:xfrm>
            <a:off x="669820" y="1508404"/>
            <a:ext cx="10850454" cy="4750044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zh-CN" altLang="en-US" dirty="0"/>
              <a:t>单击此处编辑正文</a:t>
            </a:r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2800" b="1" u="none" strike="noStrike" kern="1200" cap="none" spc="200" normalizeH="0">
          <a:solidFill>
            <a:schemeClr val="tx1"/>
          </a:solidFill>
          <a:uFillTx/>
          <a:latin typeface="+mn-ea"/>
          <a:ea typeface="+mn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tabLst>
          <a:tab pos="1609725" algn="l"/>
        </a:tabLst>
        <a:defRPr sz="16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4pPr>
      <a:lvl5pPr marL="2056765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5pPr>
      <a:lvl6pPr marL="2513965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165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365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565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365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565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9765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6965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09521" y="274702"/>
            <a:ext cx="10971372" cy="1143265"/>
          </a:xfrm>
          <a:prstGeom prst="rect">
            <a:avLst/>
          </a:prstGeom>
        </p:spPr>
        <p:txBody>
          <a:bodyPr vert="horz" lIns="121917" tIns="60958" rIns="121917" bIns="60958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521" y="1600572"/>
            <a:ext cx="10971372" cy="4527011"/>
          </a:xfrm>
          <a:prstGeom prst="rect">
            <a:avLst/>
          </a:prstGeom>
        </p:spPr>
        <p:txBody>
          <a:bodyPr vert="horz" lIns="121917" tIns="60958" rIns="121917" bIns="60958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09521" y="6357822"/>
            <a:ext cx="2844430" cy="365210"/>
          </a:xfrm>
          <a:prstGeom prst="rect">
            <a:avLst/>
          </a:prstGeom>
        </p:spPr>
        <p:txBody>
          <a:bodyPr vert="horz" lIns="121917" tIns="60958" rIns="121917" bIns="60958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0820CF-B880-4189-942D-D702A7CBA730}" type="datetimeFigureOut">
              <a:rPr lang="zh-CN" altLang="en-US" smtClean="0"/>
              <a:t>2025/11/22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165058" y="6357822"/>
            <a:ext cx="3860297" cy="365210"/>
          </a:xfrm>
          <a:prstGeom prst="rect">
            <a:avLst/>
          </a:prstGeom>
        </p:spPr>
        <p:txBody>
          <a:bodyPr vert="horz" lIns="121917" tIns="60958" rIns="121917" bIns="60958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736463" y="6357822"/>
            <a:ext cx="2844430" cy="365210"/>
          </a:xfrm>
          <a:prstGeom prst="rect">
            <a:avLst/>
          </a:prstGeom>
        </p:spPr>
        <p:txBody>
          <a:bodyPr vert="horz" lIns="121917" tIns="60958" rIns="121917" bIns="60958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8" r:id="rId1"/>
    <p:sldLayoutId id="2147483659" r:id="rId2"/>
    <p:sldLayoutId id="2147483660" r:id="rId3"/>
    <p:sldLayoutId id="2147483661" r:id="rId4"/>
    <p:sldLayoutId id="2147483662" r:id="rId5"/>
    <p:sldLayoutId id="2147483663" r:id="rId6"/>
    <p:sldLayoutId id="2147483664" r:id="rId7"/>
    <p:sldLayoutId id="2147483665" r:id="rId8"/>
    <p:sldLayoutId id="2147483666" r:id="rId9"/>
    <p:sldLayoutId id="2147483667" r:id="rId10"/>
    <p:sldLayoutId id="2147483668" r:id="rId11"/>
    <p:sldLayoutId id="2147483669" r:id="rId12"/>
    <p:sldLayoutId id="2147483670" r:id="rId13"/>
    <p:sldLayoutId id="2147483671" r:id="rId14"/>
  </p:sldLayoutIdLst>
  <mc:AlternateContent xmlns:mc="http://schemas.openxmlformats.org/markup-compatibility/2006" xmlns:p14="http://schemas.microsoft.com/office/powerpoint/2010/main">
    <mc:Choice Requires="p14">
      <p:transition spd="slow" p14:dur="2000" advTm="3000">
        <p14:flip dir="r"/>
      </p:transition>
    </mc:Choice>
    <mc:Fallback xmlns="">
      <p:transition spd="slow" advTm="3000">
        <p:fade/>
      </p:transition>
    </mc:Fallback>
  </mc:AlternateContent>
  <p:txStyles>
    <p:titleStyle>
      <a:lvl1pPr algn="ctr" defTabSz="1219200" rtl="0" eaLnBrk="1" latinLnBrk="0" hangingPunct="1">
        <a:spcBef>
          <a:spcPct val="0"/>
        </a:spcBef>
        <a:buNone/>
        <a:defRPr sz="59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200" indent="-4572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4300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–"/>
        <a:defRPr sz="3700" kern="1200">
          <a:solidFill>
            <a:schemeClr val="tx1"/>
          </a:solidFill>
          <a:latin typeface="+mn-lt"/>
          <a:ea typeface="+mn-ea"/>
          <a:cs typeface="+mn-cs"/>
        </a:defRPr>
      </a:lvl2pPr>
      <a:lvl3pPr marL="1524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700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»"/>
        <a:defRPr sz="2700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9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9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0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0.xml"/><Relationship Id="rId2" Type="http://schemas.openxmlformats.org/officeDocument/2006/relationships/tags" Target="../tags/tag3.xml"/><Relationship Id="rId1" Type="http://schemas.openxmlformats.org/officeDocument/2006/relationships/tags" Target="../tags/tag2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0.xml"/><Relationship Id="rId2" Type="http://schemas.openxmlformats.org/officeDocument/2006/relationships/tags" Target="../tags/tag5.xml"/><Relationship Id="rId1" Type="http://schemas.openxmlformats.org/officeDocument/2006/relationships/tags" Target="../tags/tag4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0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0.xml"/><Relationship Id="rId2" Type="http://schemas.openxmlformats.org/officeDocument/2006/relationships/tags" Target="../tags/tag7.xml"/><Relationship Id="rId1" Type="http://schemas.openxmlformats.org/officeDocument/2006/relationships/tags" Target="../tags/tag6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0.xml"/><Relationship Id="rId2" Type="http://schemas.openxmlformats.org/officeDocument/2006/relationships/tags" Target="../tags/tag8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3.emf"/><Relationship Id="rId5" Type="http://schemas.openxmlformats.org/officeDocument/2006/relationships/oleObject" Target="../embeddings/oleObject1.bin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9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0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9.xml"/><Relationship Id="rId4" Type="http://schemas.openxmlformats.org/officeDocument/2006/relationships/image" Target="../media/image4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10.xml"/><Relationship Id="rId4" Type="http://schemas.openxmlformats.org/officeDocument/2006/relationships/image" Target="../media/image5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1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9.xml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1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0.xml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13.xml"/><Relationship Id="rId4" Type="http://schemas.openxmlformats.org/officeDocument/2006/relationships/image" Target="../media/image4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1.xml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14.xml"/><Relationship Id="rId4" Type="http://schemas.openxmlformats.org/officeDocument/2006/relationships/image" Target="../media/image6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2.xml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15.xml"/><Relationship Id="rId4" Type="http://schemas.openxmlformats.org/officeDocument/2006/relationships/image" Target="../media/image7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0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0.xml"/><Relationship Id="rId2" Type="http://schemas.openxmlformats.org/officeDocument/2006/relationships/tags" Target="../tags/tag17.xml"/><Relationship Id="rId1" Type="http://schemas.openxmlformats.org/officeDocument/2006/relationships/tags" Target="../tags/tag16.xml"/><Relationship Id="rId4" Type="http://schemas.openxmlformats.org/officeDocument/2006/relationships/notesSlide" Target="../notesSlides/notesSlide24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0.xml"/><Relationship Id="rId2" Type="http://schemas.openxmlformats.org/officeDocument/2006/relationships/tags" Target="../tags/tag19.xml"/><Relationship Id="rId1" Type="http://schemas.openxmlformats.org/officeDocument/2006/relationships/tags" Target="../tags/tag18.xml"/><Relationship Id="rId4" Type="http://schemas.openxmlformats.org/officeDocument/2006/relationships/notesSlide" Target="../notesSlides/notesSlide25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6.xml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20.xml"/><Relationship Id="rId4" Type="http://schemas.openxmlformats.org/officeDocument/2006/relationships/image" Target="../media/image4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0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8.xml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21.xml"/><Relationship Id="rId4" Type="http://schemas.openxmlformats.org/officeDocument/2006/relationships/image" Target="../media/image8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0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0.xml"/><Relationship Id="rId2" Type="http://schemas.openxmlformats.org/officeDocument/2006/relationships/tags" Target="../tags/tag23.xml"/><Relationship Id="rId1" Type="http://schemas.openxmlformats.org/officeDocument/2006/relationships/tags" Target="../tags/tag22.xml"/><Relationship Id="rId4" Type="http://schemas.openxmlformats.org/officeDocument/2006/relationships/notesSlide" Target="../notesSlides/notesSlide30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1.xml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24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2.xml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25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0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0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5.xml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26.xml"/><Relationship Id="rId4" Type="http://schemas.openxmlformats.org/officeDocument/2006/relationships/image" Target="../media/image9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6.xml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27.xml"/><Relationship Id="rId4" Type="http://schemas.openxmlformats.org/officeDocument/2006/relationships/image" Target="../media/image10.emf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0.xml"/><Relationship Id="rId2" Type="http://schemas.openxmlformats.org/officeDocument/2006/relationships/tags" Target="../tags/tag29.xml"/><Relationship Id="rId1" Type="http://schemas.openxmlformats.org/officeDocument/2006/relationships/tags" Target="../tags/tag28.xml"/><Relationship Id="rId4" Type="http://schemas.openxmlformats.org/officeDocument/2006/relationships/notesSlide" Target="../notesSlides/notesSlide37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0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9.xml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30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0.xml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31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0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0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3.xml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32.xml"/><Relationship Id="rId4" Type="http://schemas.openxmlformats.org/officeDocument/2006/relationships/image" Target="../media/image11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4.xml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33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0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0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7.xml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34.xml"/><Relationship Id="rId4" Type="http://schemas.openxmlformats.org/officeDocument/2006/relationships/image" Target="../media/image12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0.xml"/><Relationship Id="rId2" Type="http://schemas.openxmlformats.org/officeDocument/2006/relationships/tags" Target="../tags/tag36.xml"/><Relationship Id="rId1" Type="http://schemas.openxmlformats.org/officeDocument/2006/relationships/tags" Target="../tags/tag35.xml"/><Relationship Id="rId4" Type="http://schemas.openxmlformats.org/officeDocument/2006/relationships/notesSlide" Target="../notesSlides/notesSlide48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9.xml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37.xml"/><Relationship Id="rId4" Type="http://schemas.openxmlformats.org/officeDocument/2006/relationships/image" Target="../media/image4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0.xml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38.xml"/><Relationship Id="rId4" Type="http://schemas.openxmlformats.org/officeDocument/2006/relationships/image" Target="../media/image4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0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0.xml"/><Relationship Id="rId2" Type="http://schemas.openxmlformats.org/officeDocument/2006/relationships/tags" Target="../tags/tag40.xml"/><Relationship Id="rId1" Type="http://schemas.openxmlformats.org/officeDocument/2006/relationships/tags" Target="../tags/tag39.xml"/><Relationship Id="rId4" Type="http://schemas.openxmlformats.org/officeDocument/2006/relationships/notesSlide" Target="../notesSlides/notesSlide5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3.xml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41.xml"/><Relationship Id="rId4" Type="http://schemas.openxmlformats.org/officeDocument/2006/relationships/image" Target="../media/image4.pn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10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5.xml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42.xml"/><Relationship Id="rId4" Type="http://schemas.openxmlformats.org/officeDocument/2006/relationships/image" Target="../media/image13.png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9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10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8.xml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43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9.xml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44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10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10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2.xml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45.xml"/><Relationship Id="rId4" Type="http://schemas.openxmlformats.org/officeDocument/2006/relationships/image" Target="../media/image14.png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9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10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5.xml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46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0.xml"/><Relationship Id="rId2" Type="http://schemas.openxmlformats.org/officeDocument/2006/relationships/tags" Target="../tags/tag48.xml"/><Relationship Id="rId1" Type="http://schemas.openxmlformats.org/officeDocument/2006/relationships/tags" Target="../tags/tag47.xml"/><Relationship Id="rId4" Type="http://schemas.openxmlformats.org/officeDocument/2006/relationships/notesSlide" Target="../notesSlides/notesSlide66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7.xml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49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8.xml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50.xml"/><Relationship Id="rId4" Type="http://schemas.openxmlformats.org/officeDocument/2006/relationships/image" Target="../media/image4.png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10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10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1.xml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51.xml"/><Relationship Id="rId4" Type="http://schemas.openxmlformats.org/officeDocument/2006/relationships/image" Target="../media/image15.png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2.xml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52.xml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10.xml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4.xml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53.xml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5.xml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54.xml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6.xml"/><Relationship Id="rId1" Type="http://schemas.openxmlformats.org/officeDocument/2006/relationships/slideLayout" Target="../slideLayouts/slideLayout10.xml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7.xml"/><Relationship Id="rId1" Type="http://schemas.openxmlformats.org/officeDocument/2006/relationships/slideLayout" Target="../slideLayouts/slideLayout10.xml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8.xml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55.xml"/><Relationship Id="rId4" Type="http://schemas.openxmlformats.org/officeDocument/2006/relationships/image" Target="../media/image16.png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9.xml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56.xml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0.xml"/><Relationship Id="rId1" Type="http://schemas.openxmlformats.org/officeDocument/2006/relationships/slideLayout" Target="../slideLayouts/slideLayout10.xml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1.xml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57.xml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2.xml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58.xml"/></Relationships>
</file>

<file path=ppt/slides/_rels/slide8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3.xml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59.xml"/><Relationship Id="rId4" Type="http://schemas.openxmlformats.org/officeDocument/2006/relationships/image" Target="../media/image4.png"/></Relationships>
</file>

<file path=ppt/slides/_rels/slide8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4.xml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60.xml"/><Relationship Id="rId4" Type="http://schemas.openxmlformats.org/officeDocument/2006/relationships/image" Target="../media/image17.png"/></Relationships>
</file>

<file path=ppt/slides/_rels/slide8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5.xml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61.xml"/></Relationships>
</file>

<file path=ppt/slides/_rels/slide8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6.xml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62.xml"/></Relationships>
</file>

<file path=ppt/slides/_rels/slide8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7.xml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63.xml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8.xml"/><Relationship Id="rId1" Type="http://schemas.openxmlformats.org/officeDocument/2006/relationships/slideLayout" Target="../slideLayouts/slideLayout10.xml"/></Relationships>
</file>

<file path=ppt/slides/_rels/slide9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9.xml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64.xml"/><Relationship Id="rId4" Type="http://schemas.openxmlformats.org/officeDocument/2006/relationships/image" Target="../media/image18.png"/></Relationships>
</file>

<file path=ppt/slides/_rels/slide9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0.xml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65.xml"/></Relationships>
</file>

<file path=ppt/slides/_rels/slide9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1.xml"/><Relationship Id="rId1" Type="http://schemas.openxmlformats.org/officeDocument/2006/relationships/slideLayout" Target="../slideLayouts/slideLayout10.xml"/></Relationships>
</file>

<file path=ppt/slides/_rels/slide9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2.xml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66.xml"/></Relationships>
</file>

<file path=ppt/slides/_rels/slide9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3.xml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67.xml"/></Relationships>
</file>

<file path=ppt/slides/_rels/slide9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4.xml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68.xml"/></Relationships>
</file>

<file path=ppt/slides/_rels/slide9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5.xml"/><Relationship Id="rId1" Type="http://schemas.openxmlformats.org/officeDocument/2006/relationships/slideLayout" Target="../slideLayouts/slideLayout10.xml"/></Relationships>
</file>

<file path=ppt/slides/_rels/slide9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6.xml"/><Relationship Id="rId1" Type="http://schemas.openxmlformats.org/officeDocument/2006/relationships/slideLayout" Target="../slideLayouts/slideLayout10.xml"/></Relationships>
</file>

<file path=ppt/slides/_rels/slide9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7.xml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69.xml"/><Relationship Id="rId4" Type="http://schemas.openxmlformats.org/officeDocument/2006/relationships/image" Target="../media/image19.png"/></Relationships>
</file>

<file path=ppt/slides/_rels/slide9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8.xml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70.xml"/></Relationships>
</file>

<file path=ppt/slides/_rels/slide10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9.xml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71.xml"/></Relationships>
</file>

<file path=ppt/slides/_rels/slide10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0.xml"/><Relationship Id="rId1" Type="http://schemas.openxmlformats.org/officeDocument/2006/relationships/slideLayout" Target="../slideLayouts/slideLayout10.xml"/></Relationships>
</file>

<file path=ppt/slides/_rels/slide10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1.xml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72.xml"/></Relationships>
</file>

<file path=ppt/slides/_rels/slide10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2.xml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73.xml"/></Relationships>
</file>

<file path=ppt/slides/_rels/slide10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3.xml"/><Relationship Id="rId1" Type="http://schemas.openxmlformats.org/officeDocument/2006/relationships/slideLayout" Target="../slideLayouts/slideLayout10.xml"/></Relationships>
</file>

<file path=ppt/slides/_rels/slide10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4.xml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74.xml"/><Relationship Id="rId4" Type="http://schemas.openxmlformats.org/officeDocument/2006/relationships/image" Target="../media/image4.png"/></Relationships>
</file>

<file path=ppt/slides/_rels/slide10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5.xml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75.xml"/><Relationship Id="rId4" Type="http://schemas.openxmlformats.org/officeDocument/2006/relationships/image" Target="../media/image20.png"/></Relationships>
</file>

<file path=ppt/slides/_rels/slide10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6.xml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76.xml"/><Relationship Id="rId4" Type="http://schemas.openxmlformats.org/officeDocument/2006/relationships/image" Target="../media/image4.png"/></Relationships>
</file>

<file path=ppt/slides/_rels/slide10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7.xml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77.xml"/><Relationship Id="rId4" Type="http://schemas.openxmlformats.org/officeDocument/2006/relationships/image" Target="../media/image21.png"/></Relationships>
</file>

<file path=ppt/slides/_rels/slide10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8.xml"/><Relationship Id="rId1" Type="http://schemas.openxmlformats.org/officeDocument/2006/relationships/slideLayout" Target="../slideLayouts/slideLayout9.xml"/></Relationships>
</file>

<file path=ppt/slides/_rels/slide1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9.xml"/><Relationship Id="rId1" Type="http://schemas.openxmlformats.org/officeDocument/2006/relationships/slideLayout" Target="../slideLayouts/slideLayout10.xml"/></Relationships>
</file>

<file path=ppt/slides/_rels/slide1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0.xml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78.xml"/></Relationships>
</file>

<file path=ppt/slides/_rels/slide1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1.xml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79.xml"/></Relationships>
</file>

<file path=ppt/slides/_rels/slide1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2.xml"/><Relationship Id="rId1" Type="http://schemas.openxmlformats.org/officeDocument/2006/relationships/slideLayout" Target="../slideLayouts/slideLayout10.xml"/></Relationships>
</file>

<file path=ppt/slides/_rels/slide1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3.xml"/><Relationship Id="rId1" Type="http://schemas.openxmlformats.org/officeDocument/2006/relationships/slideLayout" Target="../slideLayouts/slideLayout10.xml"/></Relationships>
</file>

<file path=ppt/slides/_rels/slide1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4.xml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80.xml"/><Relationship Id="rId4" Type="http://schemas.openxmlformats.org/officeDocument/2006/relationships/image" Target="../media/image22.png"/></Relationships>
</file>

<file path=ppt/slides/_rels/slide1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5.xml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81.xml"/></Relationships>
</file>

<file path=ppt/slides/_rels/slide1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6.xml"/><Relationship Id="rId1" Type="http://schemas.openxmlformats.org/officeDocument/2006/relationships/slideLayout" Target="../slideLayouts/slideLayout10.xml"/></Relationships>
</file>

<file path=ppt/slides/_rels/slide1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7.xml"/><Relationship Id="rId1" Type="http://schemas.openxmlformats.org/officeDocument/2006/relationships/slideLayout" Target="../slideLayouts/slideLayout10.xml"/></Relationships>
</file>

<file path=ppt/slides/_rels/slide1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8.xml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82.xml"/></Relationships>
</file>

<file path=ppt/slides/_rels/slide1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9.xml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83.xml"/></Relationships>
</file>

<file path=ppt/slides/_rels/slide1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20.xml"/><Relationship Id="rId1" Type="http://schemas.openxmlformats.org/officeDocument/2006/relationships/slideLayout" Target="../slideLayouts/slideLayout10.xml"/></Relationships>
</file>

<file path=ppt/slides/_rels/slide1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21.xml"/><Relationship Id="rId1" Type="http://schemas.openxmlformats.org/officeDocument/2006/relationships/slideLayout" Target="../slideLayouts/slideLayout10.xml"/></Relationships>
</file>

<file path=ppt/slides/_rels/slide12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2.xml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84.xml"/><Relationship Id="rId4" Type="http://schemas.openxmlformats.org/officeDocument/2006/relationships/image" Target="../media/image23.png"/></Relationships>
</file>

<file path=ppt/slides/_rels/slide12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3.xml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85.xml"/></Relationships>
</file>

<file path=ppt/slides/_rels/slide1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4.xml"/><Relationship Id="rId1" Type="http://schemas.openxmlformats.org/officeDocument/2006/relationships/slideLayout" Target="../slideLayouts/slideLayout10.xml"/></Relationships>
</file>

<file path=ppt/slides/_rels/slide12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5.xml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86.xml"/></Relationships>
</file>

<file path=ppt/slides/_rels/slide12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6.xml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87.xml"/></Relationships>
</file>

<file path=ppt/slides/_rels/slide1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27.xml"/><Relationship Id="rId1" Type="http://schemas.openxmlformats.org/officeDocument/2006/relationships/slideLayout" Target="../slideLayouts/slideLayout10.xml"/></Relationships>
</file>

<file path=ppt/slides/_rels/slide1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28.xml"/><Relationship Id="rId1" Type="http://schemas.openxmlformats.org/officeDocument/2006/relationships/slideLayout" Target="../slideLayouts/slideLayout10.xml"/></Relationships>
</file>

<file path=ppt/slides/_rels/slide13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9.xml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88.xml"/><Relationship Id="rId4" Type="http://schemas.openxmlformats.org/officeDocument/2006/relationships/image" Target="../media/image24.png"/></Relationships>
</file>

<file path=ppt/slides/_rels/slide1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30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26.svg"/></Relationships>
</file>

<file path=ppt/slides/_rels/slide1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31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26.svg"/></Relationships>
</file>

<file path=ppt/slides/_rels/slide1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32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26.svg"/></Relationships>
</file>

<file path=ppt/slides/_rels/slide1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3.xml"/><Relationship Id="rId1" Type="http://schemas.openxmlformats.org/officeDocument/2006/relationships/slideLayout" Target="../slideLayouts/slideLayout10.xml"/></Relationships>
</file>

<file path=ppt/slides/_rels/slide13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4.xml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89.xml"/></Relationships>
</file>

<file path=ppt/slides/_rels/slide13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5.xml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90.xml"/></Relationships>
</file>

<file path=ppt/slides/_rels/slide1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36.xml"/><Relationship Id="rId1" Type="http://schemas.openxmlformats.org/officeDocument/2006/relationships/slideLayout" Target="../slideLayouts/slideLayout10.xml"/></Relationships>
</file>

<file path=ppt/slides/_rels/slide1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37.xml"/><Relationship Id="rId1" Type="http://schemas.openxmlformats.org/officeDocument/2006/relationships/slideLayout" Target="../slideLayouts/slideLayout10.xml"/></Relationships>
</file>

<file path=ppt/slides/_rels/slide1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38.xml"/><Relationship Id="rId1" Type="http://schemas.openxmlformats.org/officeDocument/2006/relationships/slideLayout" Target="../slideLayouts/slideLayout10.xml"/></Relationships>
</file>

<file path=ppt/slides/_rels/slide14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9.xml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91.xml"/><Relationship Id="rId4" Type="http://schemas.openxmlformats.org/officeDocument/2006/relationships/image" Target="../media/image27.png"/></Relationships>
</file>

<file path=ppt/slides/_rels/slide1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0.xml"/><Relationship Id="rId1" Type="http://schemas.openxmlformats.org/officeDocument/2006/relationships/slideLayout" Target="../slideLayouts/slideLayout10.xml"/></Relationships>
</file>

<file path=ppt/slides/_rels/slide14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1.xml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92.xml"/></Relationships>
</file>

<file path=ppt/slides/_rels/slide14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2.xml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93.xml"/></Relationships>
</file>

<file path=ppt/slides/_rels/slide1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43.xml"/><Relationship Id="rId1" Type="http://schemas.openxmlformats.org/officeDocument/2006/relationships/slideLayout" Target="../slideLayouts/slideLayout10.xml"/></Relationships>
</file>

<file path=ppt/slides/_rels/slide1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44.xml"/><Relationship Id="rId1" Type="http://schemas.openxmlformats.org/officeDocument/2006/relationships/slideLayout" Target="../slideLayouts/slideLayout10.xml"/></Relationships>
</file>

<file path=ppt/slides/_rels/slide1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45.xml"/><Relationship Id="rId1" Type="http://schemas.openxmlformats.org/officeDocument/2006/relationships/slideLayout" Target="../slideLayouts/slideLayout10.xml"/></Relationships>
</file>

<file path=ppt/slides/_rels/slide14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6.xml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94.xml"/><Relationship Id="rId4" Type="http://schemas.openxmlformats.org/officeDocument/2006/relationships/image" Target="../media/image28.png"/></Relationships>
</file>

<file path=ppt/slides/_rels/slide1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7.xml"/><Relationship Id="rId1" Type="http://schemas.openxmlformats.org/officeDocument/2006/relationships/slideLayout" Target="../slideLayouts/slideLayout10.xml"/></Relationships>
</file>

<file path=ppt/slides/_rels/slide1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8.xml"/><Relationship Id="rId1" Type="http://schemas.openxmlformats.org/officeDocument/2006/relationships/slideLayout" Target="../slideLayouts/slideLayout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文本框 18"/>
          <p:cNvSpPr txBox="1"/>
          <p:nvPr/>
        </p:nvSpPr>
        <p:spPr>
          <a:xfrm>
            <a:off x="2504662" y="2534497"/>
            <a:ext cx="7406544" cy="783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45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思源黑体 CN Medium" panose="020B0600000000000000" pitchFamily="34" charset="-122"/>
              </a:rPr>
              <a:t>第</a:t>
            </a:r>
            <a:r>
              <a:rPr lang="en-US" altLang="zh-CN" sz="45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思源黑体 CN Medium" panose="020B0600000000000000" pitchFamily="34" charset="-122"/>
              </a:rPr>
              <a:t>12</a:t>
            </a:r>
            <a:r>
              <a:rPr lang="zh-CN" altLang="en-US" sz="45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思源黑体 CN Medium" panose="020B0600000000000000" pitchFamily="34" charset="-122"/>
              </a:rPr>
              <a:t>章  </a:t>
            </a:r>
            <a:r>
              <a:rPr lang="zh-CN" sz="45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思源黑体 CN Medium" panose="020B0600000000000000" pitchFamily="34" charset="-122"/>
              </a:rPr>
              <a:t>多线程</a:t>
            </a:r>
          </a:p>
        </p:txBody>
      </p:sp>
      <p:sp>
        <p:nvSpPr>
          <p:cNvPr id="4" name="Rectangle 4"/>
          <p:cNvSpPr txBox="1">
            <a:spLocks noChangeArrowheads="1"/>
          </p:cNvSpPr>
          <p:nvPr/>
        </p:nvSpPr>
        <p:spPr>
          <a:xfrm>
            <a:off x="2279207" y="3861435"/>
            <a:ext cx="7920000" cy="430530"/>
          </a:xfrm>
          <a:prstGeom prst="rect">
            <a:avLst/>
          </a:prstGeom>
        </p:spPr>
        <p:txBody>
          <a:bodyPr vert="horz" lIns="121917" tIns="60958" rIns="121917" bIns="60958" rtlCol="0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altLang="zh-CN" sz="24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Java</a:t>
            </a:r>
            <a:r>
              <a:rPr lang="zh-CN" altLang="en-US" sz="24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基础入门（第</a:t>
            </a:r>
            <a:r>
              <a:rPr lang="en-US" altLang="zh-CN" sz="24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3</a:t>
            </a:r>
            <a:r>
              <a:rPr lang="zh-CN" altLang="en-US" sz="24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版）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4"/>
          <p:cNvSpPr txBox="1"/>
          <p:nvPr/>
        </p:nvSpPr>
        <p:spPr>
          <a:xfrm>
            <a:off x="815308" y="572758"/>
            <a:ext cx="4775842" cy="662532"/>
          </a:xfrm>
          <a:prstGeom prst="rect">
            <a:avLst/>
          </a:prstGeom>
        </p:spPr>
        <p:txBody>
          <a:bodyPr lIns="121917" tIns="60958" rIns="121917" bIns="60958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en-US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学习目标</a:t>
            </a:r>
            <a:r>
              <a:rPr lang="en-US" altLang="zh-CN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/</a:t>
            </a:r>
            <a:r>
              <a:rPr lang="en-US" altLang="zh-CN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Target</a:t>
            </a:r>
            <a:endParaRPr lang="en-GB" altLang="zh-CN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pSp>
        <p:nvGrpSpPr>
          <p:cNvPr id="8" name="组合 7"/>
          <p:cNvGrpSpPr/>
          <p:nvPr/>
        </p:nvGrpSpPr>
        <p:grpSpPr>
          <a:xfrm>
            <a:off x="1814974" y="3253664"/>
            <a:ext cx="8568690" cy="688340"/>
            <a:chOff x="978872" y="1800500"/>
            <a:chExt cx="6427354" cy="516136"/>
          </a:xfrm>
        </p:grpSpPr>
        <p:sp>
          <p:nvSpPr>
            <p:cNvPr id="9" name="Pentagon 3"/>
            <p:cNvSpPr/>
            <p:nvPr/>
          </p:nvSpPr>
          <p:spPr bwMode="auto">
            <a:xfrm>
              <a:off x="978872" y="1800500"/>
              <a:ext cx="6427354" cy="516136"/>
            </a:xfrm>
            <a:prstGeom prst="homePlat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20000"/>
                </a:lnSpc>
                <a:defRPr/>
              </a:pPr>
              <a:r>
                <a:rPr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掌握创建</a:t>
              </a:r>
              <a:r>
                <a:rPr altLang="zh-CN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多线程</a:t>
              </a:r>
              <a:r>
                <a:rPr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的3种方式,能够使用</a:t>
              </a:r>
              <a:r>
                <a:rPr altLang="zh-CN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Thread类、Runnable接口</a:t>
              </a:r>
              <a:r>
                <a:rPr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和</a:t>
              </a:r>
              <a:r>
                <a:rPr altLang="zh-CN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Callable接口</a:t>
              </a:r>
              <a:r>
                <a:rPr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实现多线程,并了解这3种创建多线程的方式的区别</a:t>
              </a:r>
            </a:p>
          </p:txBody>
        </p:sp>
        <p:sp>
          <p:nvSpPr>
            <p:cNvPr id="10" name="MH_Others_1"/>
            <p:cNvSpPr/>
            <p:nvPr/>
          </p:nvSpPr>
          <p:spPr bwMode="auto">
            <a:xfrm>
              <a:off x="985222" y="1800500"/>
              <a:ext cx="82550" cy="515937"/>
            </a:xfrm>
            <a:custGeom>
              <a:avLst/>
              <a:gdLst>
                <a:gd name="connsiteX0" fmla="*/ 0 w 3276600"/>
                <a:gd name="connsiteY0" fmla="*/ 6311900 h 6311900"/>
                <a:gd name="connsiteX1" fmla="*/ 0 w 3276600"/>
                <a:gd name="connsiteY1" fmla="*/ 0 h 6311900"/>
                <a:gd name="connsiteX2" fmla="*/ 3276600 w 3276600"/>
                <a:gd name="connsiteY2" fmla="*/ 0 h 6311900"/>
                <a:gd name="connsiteX0-1" fmla="*/ 0 w 0"/>
                <a:gd name="connsiteY0-2" fmla="*/ 6311900 h 6311900"/>
                <a:gd name="connsiteX1-3" fmla="*/ 0 w 0"/>
                <a:gd name="connsiteY1-4" fmla="*/ 0 h 6311900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</a:cxnLst>
              <a:rect l="l" t="t" r="r" b="b"/>
              <a:pathLst>
                <a:path h="6311900">
                  <a:moveTo>
                    <a:pt x="0" y="6311900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1369B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/>
              </a:pPr>
              <a:endParaRPr lang="zh-CN" altLang="en-US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Source Han Sans K Bold" panose="020B0800000000000000" pitchFamily="34" charset="-128"/>
              </a:endParaRPr>
            </a:p>
          </p:txBody>
        </p:sp>
      </p:grpSp>
      <p:grpSp>
        <p:nvGrpSpPr>
          <p:cNvPr id="11" name="组合 10"/>
          <p:cNvGrpSpPr/>
          <p:nvPr/>
        </p:nvGrpSpPr>
        <p:grpSpPr>
          <a:xfrm>
            <a:off x="1814830" y="4230004"/>
            <a:ext cx="8561070" cy="685800"/>
            <a:chOff x="978872" y="2570437"/>
            <a:chExt cx="5437064" cy="514350"/>
          </a:xfrm>
        </p:grpSpPr>
        <p:sp>
          <p:nvSpPr>
            <p:cNvPr id="16" name="Pentagon 5"/>
            <p:cNvSpPr/>
            <p:nvPr/>
          </p:nvSpPr>
          <p:spPr bwMode="auto">
            <a:xfrm>
              <a:off x="978872" y="2570437"/>
              <a:ext cx="5437064" cy="514350"/>
            </a:xfrm>
            <a:prstGeom prst="homePlat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20000"/>
                </a:lnSpc>
                <a:defRPr/>
              </a:pPr>
              <a:r>
                <a:rPr lang="zh-CN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熟悉</a:t>
              </a:r>
              <a:r>
                <a:rPr lang="zh-CN" altLang="zh-CN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后台线程</a:t>
              </a:r>
              <a:r>
                <a:rPr lang="zh-CN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的使用,能够理解后台线程用于做什么</a:t>
              </a:r>
            </a:p>
          </p:txBody>
        </p:sp>
        <p:sp>
          <p:nvSpPr>
            <p:cNvPr id="17" name="MH_Others_1"/>
            <p:cNvSpPr/>
            <p:nvPr/>
          </p:nvSpPr>
          <p:spPr bwMode="auto">
            <a:xfrm>
              <a:off x="985222" y="2570437"/>
              <a:ext cx="82550" cy="514350"/>
            </a:xfrm>
            <a:custGeom>
              <a:avLst/>
              <a:gdLst>
                <a:gd name="connsiteX0" fmla="*/ 0 w 3276600"/>
                <a:gd name="connsiteY0" fmla="*/ 6311900 h 6311900"/>
                <a:gd name="connsiteX1" fmla="*/ 0 w 3276600"/>
                <a:gd name="connsiteY1" fmla="*/ 0 h 6311900"/>
                <a:gd name="connsiteX2" fmla="*/ 3276600 w 3276600"/>
                <a:gd name="connsiteY2" fmla="*/ 0 h 6311900"/>
                <a:gd name="connsiteX0-1" fmla="*/ 0 w 0"/>
                <a:gd name="connsiteY0-2" fmla="*/ 6311900 h 6311900"/>
                <a:gd name="connsiteX1-3" fmla="*/ 0 w 0"/>
                <a:gd name="connsiteY1-4" fmla="*/ 0 h 6311900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</a:cxnLst>
              <a:rect l="l" t="t" r="r" b="b"/>
              <a:pathLst>
                <a:path h="6311900">
                  <a:moveTo>
                    <a:pt x="0" y="6311900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1369B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/>
              </a:pPr>
              <a:endParaRPr lang="zh-CN" altLang="en-US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Source Han Sans K Bold" panose="020B0800000000000000" pitchFamily="34" charset="-128"/>
              </a:endParaRPr>
            </a:p>
          </p:txBody>
        </p:sp>
      </p:grpSp>
      <p:grpSp>
        <p:nvGrpSpPr>
          <p:cNvPr id="18" name="组合 17"/>
          <p:cNvGrpSpPr/>
          <p:nvPr/>
        </p:nvGrpSpPr>
        <p:grpSpPr>
          <a:xfrm>
            <a:off x="1809454" y="2323804"/>
            <a:ext cx="8561070" cy="685800"/>
            <a:chOff x="978872" y="2570437"/>
            <a:chExt cx="5437064" cy="514350"/>
          </a:xfrm>
        </p:grpSpPr>
        <p:sp>
          <p:nvSpPr>
            <p:cNvPr id="19" name="Pentagon 5"/>
            <p:cNvSpPr/>
            <p:nvPr/>
          </p:nvSpPr>
          <p:spPr bwMode="auto">
            <a:xfrm>
              <a:off x="978872" y="2570437"/>
              <a:ext cx="5437064" cy="514350"/>
            </a:xfrm>
            <a:prstGeom prst="homePlat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20000"/>
                </a:lnSpc>
                <a:defRPr/>
              </a:pPr>
              <a:r>
                <a:rPr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了解</a:t>
              </a:r>
              <a:r>
                <a:rPr altLang="zh-CN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进程</a:t>
              </a:r>
              <a:r>
                <a:rPr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与</a:t>
              </a:r>
              <a:r>
                <a:rPr altLang="zh-CN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线程</a:t>
              </a:r>
              <a:r>
                <a:rPr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,能够说出进程与线程的区别</a:t>
              </a:r>
            </a:p>
          </p:txBody>
        </p:sp>
        <p:sp>
          <p:nvSpPr>
            <p:cNvPr id="20" name="MH_Others_1"/>
            <p:cNvSpPr/>
            <p:nvPr/>
          </p:nvSpPr>
          <p:spPr bwMode="auto">
            <a:xfrm>
              <a:off x="985222" y="2570437"/>
              <a:ext cx="82550" cy="514350"/>
            </a:xfrm>
            <a:custGeom>
              <a:avLst/>
              <a:gdLst>
                <a:gd name="connsiteX0" fmla="*/ 0 w 3276600"/>
                <a:gd name="connsiteY0" fmla="*/ 6311900 h 6311900"/>
                <a:gd name="connsiteX1" fmla="*/ 0 w 3276600"/>
                <a:gd name="connsiteY1" fmla="*/ 0 h 6311900"/>
                <a:gd name="connsiteX2" fmla="*/ 3276600 w 3276600"/>
                <a:gd name="connsiteY2" fmla="*/ 0 h 6311900"/>
                <a:gd name="connsiteX0-1" fmla="*/ 0 w 0"/>
                <a:gd name="connsiteY0-2" fmla="*/ 6311900 h 6311900"/>
                <a:gd name="connsiteX1-3" fmla="*/ 0 w 0"/>
                <a:gd name="connsiteY1-4" fmla="*/ 0 h 6311900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</a:cxnLst>
              <a:rect l="l" t="t" r="r" b="b"/>
              <a:pathLst>
                <a:path h="6311900">
                  <a:moveTo>
                    <a:pt x="0" y="6311900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1369B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/>
              </a:pPr>
              <a:endParaRPr lang="zh-CN" altLang="en-US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Source Han Sans K Bold" panose="020B0800000000000000" pitchFamily="34" charset="-128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4"/>
          <p:cNvSpPr txBox="1"/>
          <p:nvPr/>
        </p:nvSpPr>
        <p:spPr>
          <a:xfrm>
            <a:off x="815308" y="572758"/>
            <a:ext cx="4775842" cy="662532"/>
          </a:xfrm>
          <a:prstGeom prst="rect">
            <a:avLst/>
          </a:prstGeom>
        </p:spPr>
        <p:txBody>
          <a:bodyPr lIns="121917" tIns="60958" rIns="121917" bIns="60958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en-US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学习目标</a:t>
            </a:r>
            <a:r>
              <a:rPr lang="en-US" altLang="zh-CN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/</a:t>
            </a:r>
            <a:r>
              <a:rPr lang="en-US" altLang="zh-CN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Target</a:t>
            </a:r>
            <a:endParaRPr lang="en-GB" altLang="zh-CN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pSp>
        <p:nvGrpSpPr>
          <p:cNvPr id="8" name="组合 7"/>
          <p:cNvGrpSpPr/>
          <p:nvPr/>
        </p:nvGrpSpPr>
        <p:grpSpPr>
          <a:xfrm>
            <a:off x="1814974" y="3253664"/>
            <a:ext cx="8568690" cy="688340"/>
            <a:chOff x="978872" y="1800500"/>
            <a:chExt cx="6427354" cy="516136"/>
          </a:xfrm>
        </p:grpSpPr>
        <p:sp>
          <p:nvSpPr>
            <p:cNvPr id="9" name="Pentagon 3"/>
            <p:cNvSpPr/>
            <p:nvPr/>
          </p:nvSpPr>
          <p:spPr bwMode="auto">
            <a:xfrm>
              <a:off x="978872" y="1800500"/>
              <a:ext cx="6427354" cy="516136"/>
            </a:xfrm>
            <a:prstGeom prst="homePlat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20000"/>
                </a:lnSpc>
                <a:defRPr/>
              </a:pPr>
              <a:r>
                <a:rPr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掌握</a:t>
              </a:r>
              <a:r>
                <a:rPr altLang="zh-CN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操作线程</a:t>
              </a:r>
              <a:r>
                <a:rPr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的相关方法,学会正确使用线程的</a:t>
              </a:r>
              <a:r>
                <a:rPr altLang="zh-CN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优先级、休眠、合并、让步和中断操作</a:t>
              </a:r>
            </a:p>
          </p:txBody>
        </p:sp>
        <p:sp>
          <p:nvSpPr>
            <p:cNvPr id="10" name="MH_Others_1"/>
            <p:cNvSpPr/>
            <p:nvPr/>
          </p:nvSpPr>
          <p:spPr bwMode="auto">
            <a:xfrm>
              <a:off x="985222" y="1800500"/>
              <a:ext cx="82550" cy="515937"/>
            </a:xfrm>
            <a:custGeom>
              <a:avLst/>
              <a:gdLst>
                <a:gd name="connsiteX0" fmla="*/ 0 w 3276600"/>
                <a:gd name="connsiteY0" fmla="*/ 6311900 h 6311900"/>
                <a:gd name="connsiteX1" fmla="*/ 0 w 3276600"/>
                <a:gd name="connsiteY1" fmla="*/ 0 h 6311900"/>
                <a:gd name="connsiteX2" fmla="*/ 3276600 w 3276600"/>
                <a:gd name="connsiteY2" fmla="*/ 0 h 6311900"/>
                <a:gd name="connsiteX0-1" fmla="*/ 0 w 0"/>
                <a:gd name="connsiteY0-2" fmla="*/ 6311900 h 6311900"/>
                <a:gd name="connsiteX1-3" fmla="*/ 0 w 0"/>
                <a:gd name="connsiteY1-4" fmla="*/ 0 h 6311900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</a:cxnLst>
              <a:rect l="l" t="t" r="r" b="b"/>
              <a:pathLst>
                <a:path h="6311900">
                  <a:moveTo>
                    <a:pt x="0" y="6311900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1369B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/>
              </a:pPr>
              <a:endParaRPr lang="zh-CN" altLang="en-US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Source Han Sans K Bold" panose="020B0800000000000000" pitchFamily="34" charset="-128"/>
              </a:endParaRPr>
            </a:p>
          </p:txBody>
        </p:sp>
      </p:grpSp>
      <p:grpSp>
        <p:nvGrpSpPr>
          <p:cNvPr id="11" name="组合 10"/>
          <p:cNvGrpSpPr/>
          <p:nvPr/>
        </p:nvGrpSpPr>
        <p:grpSpPr>
          <a:xfrm>
            <a:off x="1814830" y="4230004"/>
            <a:ext cx="8561070" cy="685800"/>
            <a:chOff x="978872" y="2570437"/>
            <a:chExt cx="5437064" cy="514350"/>
          </a:xfrm>
        </p:grpSpPr>
        <p:sp>
          <p:nvSpPr>
            <p:cNvPr id="16" name="Pentagon 5"/>
            <p:cNvSpPr/>
            <p:nvPr/>
          </p:nvSpPr>
          <p:spPr bwMode="auto">
            <a:xfrm>
              <a:off x="978872" y="2570437"/>
              <a:ext cx="5437064" cy="514350"/>
            </a:xfrm>
            <a:prstGeom prst="homePlat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20000"/>
                </a:lnSpc>
                <a:defRPr/>
              </a:pPr>
              <a:r>
                <a:rPr lang="zh-CN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掌握</a:t>
              </a:r>
              <a:r>
                <a:rPr lang="zh-CN" altLang="zh-CN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多线程的同步</a:t>
              </a:r>
              <a:r>
                <a:rPr lang="zh-CN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,能够正确地使多线程同步</a:t>
              </a:r>
            </a:p>
          </p:txBody>
        </p:sp>
        <p:sp>
          <p:nvSpPr>
            <p:cNvPr id="17" name="MH_Others_1"/>
            <p:cNvSpPr/>
            <p:nvPr/>
          </p:nvSpPr>
          <p:spPr bwMode="auto">
            <a:xfrm>
              <a:off x="985222" y="2570437"/>
              <a:ext cx="82550" cy="514350"/>
            </a:xfrm>
            <a:custGeom>
              <a:avLst/>
              <a:gdLst>
                <a:gd name="connsiteX0" fmla="*/ 0 w 3276600"/>
                <a:gd name="connsiteY0" fmla="*/ 6311900 h 6311900"/>
                <a:gd name="connsiteX1" fmla="*/ 0 w 3276600"/>
                <a:gd name="connsiteY1" fmla="*/ 0 h 6311900"/>
                <a:gd name="connsiteX2" fmla="*/ 3276600 w 3276600"/>
                <a:gd name="connsiteY2" fmla="*/ 0 h 6311900"/>
                <a:gd name="connsiteX0-1" fmla="*/ 0 w 0"/>
                <a:gd name="connsiteY0-2" fmla="*/ 6311900 h 6311900"/>
                <a:gd name="connsiteX1-3" fmla="*/ 0 w 0"/>
                <a:gd name="connsiteY1-4" fmla="*/ 0 h 6311900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</a:cxnLst>
              <a:rect l="l" t="t" r="r" b="b"/>
              <a:pathLst>
                <a:path h="6311900">
                  <a:moveTo>
                    <a:pt x="0" y="6311900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1369B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/>
              </a:pPr>
              <a:endParaRPr lang="zh-CN" altLang="en-US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Source Han Sans K Bold" panose="020B0800000000000000" pitchFamily="34" charset="-128"/>
              </a:endParaRPr>
            </a:p>
          </p:txBody>
        </p:sp>
      </p:grpSp>
      <p:grpSp>
        <p:nvGrpSpPr>
          <p:cNvPr id="18" name="组合 17"/>
          <p:cNvGrpSpPr/>
          <p:nvPr/>
        </p:nvGrpSpPr>
        <p:grpSpPr>
          <a:xfrm>
            <a:off x="1809454" y="2323804"/>
            <a:ext cx="8561070" cy="685800"/>
            <a:chOff x="978872" y="2570437"/>
            <a:chExt cx="5437064" cy="514350"/>
          </a:xfrm>
        </p:grpSpPr>
        <p:sp>
          <p:nvSpPr>
            <p:cNvPr id="19" name="Pentagon 5"/>
            <p:cNvSpPr/>
            <p:nvPr/>
          </p:nvSpPr>
          <p:spPr bwMode="auto">
            <a:xfrm>
              <a:off x="978872" y="2570437"/>
              <a:ext cx="5437064" cy="514350"/>
            </a:xfrm>
            <a:prstGeom prst="homePlat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20000"/>
                </a:lnSpc>
                <a:defRPr/>
              </a:pPr>
              <a:r>
                <a:rPr lang="zh-CN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了解</a:t>
              </a:r>
              <a:r>
                <a:rPr lang="zh-CN" altLang="zh-CN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线程的生命周期</a:t>
              </a:r>
              <a:r>
                <a:rPr lang="zh-CN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及</a:t>
              </a:r>
              <a:r>
                <a:rPr lang="zh-CN" altLang="zh-CN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状态转换</a:t>
              </a:r>
              <a:r>
                <a:rPr lang="zh-CN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,能够说出线程的生命周期的6种状态以及这6种状态的转换</a:t>
              </a:r>
            </a:p>
          </p:txBody>
        </p:sp>
        <p:sp>
          <p:nvSpPr>
            <p:cNvPr id="20" name="MH_Others_1"/>
            <p:cNvSpPr/>
            <p:nvPr/>
          </p:nvSpPr>
          <p:spPr bwMode="auto">
            <a:xfrm>
              <a:off x="985222" y="2570437"/>
              <a:ext cx="82550" cy="514350"/>
            </a:xfrm>
            <a:custGeom>
              <a:avLst/>
              <a:gdLst>
                <a:gd name="connsiteX0" fmla="*/ 0 w 3276600"/>
                <a:gd name="connsiteY0" fmla="*/ 6311900 h 6311900"/>
                <a:gd name="connsiteX1" fmla="*/ 0 w 3276600"/>
                <a:gd name="connsiteY1" fmla="*/ 0 h 6311900"/>
                <a:gd name="connsiteX2" fmla="*/ 3276600 w 3276600"/>
                <a:gd name="connsiteY2" fmla="*/ 0 h 6311900"/>
                <a:gd name="connsiteX0-1" fmla="*/ 0 w 0"/>
                <a:gd name="connsiteY0-2" fmla="*/ 6311900 h 6311900"/>
                <a:gd name="connsiteX1-3" fmla="*/ 0 w 0"/>
                <a:gd name="connsiteY1-4" fmla="*/ 0 h 6311900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</a:cxnLst>
              <a:rect l="l" t="t" r="r" b="b"/>
              <a:pathLst>
                <a:path h="6311900">
                  <a:moveTo>
                    <a:pt x="0" y="6311900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1369B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/>
              </a:pPr>
              <a:endParaRPr lang="zh-CN" altLang="en-US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Source Han Sans K Bold" panose="020B0800000000000000" pitchFamily="34" charset="-128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4"/>
          <p:cNvSpPr txBox="1"/>
          <p:nvPr/>
        </p:nvSpPr>
        <p:spPr>
          <a:xfrm>
            <a:off x="671275" y="573706"/>
            <a:ext cx="3911644" cy="662276"/>
          </a:xfrm>
          <a:prstGeom prst="rect">
            <a:avLst/>
          </a:prstGeom>
        </p:spPr>
        <p:txBody>
          <a:bodyPr lIns="121897" tIns="60948" rIns="121897" bIns="60948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zh-CN" altLang="en-US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章节概述</a:t>
            </a:r>
            <a:r>
              <a:rPr lang="en-US" altLang="zh-CN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/</a:t>
            </a:r>
            <a:r>
              <a:rPr lang="en-US" altLang="zh-CN" sz="24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 Summary</a:t>
            </a:r>
            <a:endParaRPr lang="en-GB" sz="24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80" name="TextBox 35"/>
          <p:cNvSpPr txBox="1">
            <a:spLocks noChangeArrowheads="1"/>
          </p:cNvSpPr>
          <p:nvPr/>
        </p:nvSpPr>
        <p:spPr bwMode="auto">
          <a:xfrm>
            <a:off x="1210016" y="2676223"/>
            <a:ext cx="9770271" cy="19672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897" tIns="60948" rIns="121897" bIns="60948" anchor="t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 fontAlgn="auto">
              <a:lnSpc>
                <a:spcPct val="150000"/>
              </a:lnSpc>
            </a:pPr>
            <a:r>
              <a:rPr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多线程</a:t>
            </a:r>
            <a:r>
              <a:rPr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是提升程序性能非常重要的一种方式，也是Java编程中的一项重要技术。在程序设计中，多线程就是指一个应用程序中有</a:t>
            </a:r>
            <a:r>
              <a:rPr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多条并发执行</a:t>
            </a:r>
            <a:r>
              <a:rPr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的线索，每条线索都被称作一个</a:t>
            </a:r>
            <a:r>
              <a:rPr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线程</a:t>
            </a:r>
            <a:r>
              <a:rPr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，它们会</a:t>
            </a:r>
            <a:r>
              <a:rPr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交替执行</a:t>
            </a:r>
            <a:r>
              <a:rPr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，彼此间可以进行通信。本章将针对Java中的多线程知识进行详细地讲解等。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4"/>
          <p:cNvSpPr txBox="1"/>
          <p:nvPr/>
        </p:nvSpPr>
        <p:spPr>
          <a:xfrm>
            <a:off x="837863" y="572758"/>
            <a:ext cx="3007988" cy="662532"/>
          </a:xfrm>
          <a:prstGeom prst="rect">
            <a:avLst/>
          </a:prstGeom>
        </p:spPr>
        <p:txBody>
          <a:bodyPr lIns="121917" tIns="60958" rIns="121917" bIns="60958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zh-CN" altLang="en-US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目录</a:t>
            </a:r>
            <a:r>
              <a:rPr lang="en-US" altLang="zh-CN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/</a:t>
            </a:r>
            <a:r>
              <a:rPr lang="en-US" altLang="zh-CN" sz="24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Contents</a:t>
            </a:r>
            <a:endParaRPr lang="en-GB" sz="24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3143206" y="1746896"/>
            <a:ext cx="1192190" cy="613062"/>
            <a:chOff x="2215144" y="982844"/>
            <a:chExt cx="1244730" cy="842780"/>
          </a:xfrm>
        </p:grpSpPr>
        <p:sp>
          <p:nvSpPr>
            <p:cNvPr id="3" name="平行四边形 2"/>
            <p:cNvSpPr/>
            <p:nvPr/>
          </p:nvSpPr>
          <p:spPr>
            <a:xfrm>
              <a:off x="2215144" y="982844"/>
              <a:ext cx="1120898" cy="842780"/>
            </a:xfrm>
            <a:prstGeom prst="parallelogram">
              <a:avLst>
                <a:gd name="adj" fmla="val 48207"/>
              </a:avLst>
            </a:prstGeom>
            <a:solidFill>
              <a:srgbClr val="1369B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4" name="文本框 9"/>
            <p:cNvSpPr txBox="1"/>
            <p:nvPr/>
          </p:nvSpPr>
          <p:spPr>
            <a:xfrm>
              <a:off x="2393075" y="1005670"/>
              <a:ext cx="1066799" cy="80389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32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01</a:t>
              </a:r>
              <a:endParaRPr lang="zh-CN" altLang="en-US" sz="3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grpSp>
        <p:nvGrpSpPr>
          <p:cNvPr id="5" name="组合 4"/>
          <p:cNvGrpSpPr/>
          <p:nvPr/>
        </p:nvGrpSpPr>
        <p:grpSpPr>
          <a:xfrm>
            <a:off x="3143206" y="2602983"/>
            <a:ext cx="1192190" cy="618406"/>
            <a:chOff x="2215144" y="2026500"/>
            <a:chExt cx="1244730" cy="850129"/>
          </a:xfrm>
        </p:grpSpPr>
        <p:sp>
          <p:nvSpPr>
            <p:cNvPr id="6" name="平行四边形 5"/>
            <p:cNvSpPr/>
            <p:nvPr/>
          </p:nvSpPr>
          <p:spPr>
            <a:xfrm>
              <a:off x="2215144" y="2033848"/>
              <a:ext cx="1120898" cy="842781"/>
            </a:xfrm>
            <a:prstGeom prst="parallelogram">
              <a:avLst>
                <a:gd name="adj" fmla="val 48207"/>
              </a:avLst>
            </a:prstGeom>
            <a:solidFill>
              <a:srgbClr val="1369B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7" name="文本框 10"/>
            <p:cNvSpPr txBox="1"/>
            <p:nvPr/>
          </p:nvSpPr>
          <p:spPr>
            <a:xfrm>
              <a:off x="2393075" y="2026500"/>
              <a:ext cx="1066799" cy="80389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32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02</a:t>
              </a:r>
              <a:endParaRPr lang="zh-CN" altLang="en-US" sz="3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grpSp>
        <p:nvGrpSpPr>
          <p:cNvPr id="8" name="组合 7"/>
          <p:cNvGrpSpPr/>
          <p:nvPr/>
        </p:nvGrpSpPr>
        <p:grpSpPr>
          <a:xfrm>
            <a:off x="3143206" y="3465964"/>
            <a:ext cx="1192190" cy="614525"/>
            <a:chOff x="2215144" y="3084852"/>
            <a:chExt cx="1244730" cy="844793"/>
          </a:xfrm>
        </p:grpSpPr>
        <p:sp>
          <p:nvSpPr>
            <p:cNvPr id="9" name="平行四边形 8"/>
            <p:cNvSpPr/>
            <p:nvPr/>
          </p:nvSpPr>
          <p:spPr>
            <a:xfrm>
              <a:off x="2215144" y="3084852"/>
              <a:ext cx="1120898" cy="842781"/>
            </a:xfrm>
            <a:prstGeom prst="parallelogram">
              <a:avLst>
                <a:gd name="adj" fmla="val 48207"/>
              </a:avLst>
            </a:prstGeom>
            <a:solidFill>
              <a:srgbClr val="1369B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10" name="文本框 11"/>
            <p:cNvSpPr txBox="1"/>
            <p:nvPr/>
          </p:nvSpPr>
          <p:spPr>
            <a:xfrm>
              <a:off x="2393075" y="3125750"/>
              <a:ext cx="1066799" cy="80389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32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03</a:t>
              </a:r>
              <a:endParaRPr lang="zh-CN" altLang="en-US" sz="3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grpSp>
        <p:nvGrpSpPr>
          <p:cNvPr id="11" name="组合 10"/>
          <p:cNvGrpSpPr/>
          <p:nvPr/>
        </p:nvGrpSpPr>
        <p:grpSpPr>
          <a:xfrm>
            <a:off x="4048758" y="1738017"/>
            <a:ext cx="5496560" cy="612775"/>
            <a:chOff x="4315150" y="953426"/>
            <a:chExt cx="4122956" cy="539804"/>
          </a:xfrm>
        </p:grpSpPr>
        <p:sp>
          <p:nvSpPr>
            <p:cNvPr id="12" name="矩形 11"/>
            <p:cNvSpPr/>
            <p:nvPr/>
          </p:nvSpPr>
          <p:spPr>
            <a:xfrm>
              <a:off x="4841196" y="1036090"/>
              <a:ext cx="2827147" cy="331154"/>
            </a:xfrm>
            <a:prstGeom prst="rect">
              <a:avLst/>
            </a:prstGeom>
            <a:ln w="15875">
              <a:noFill/>
            </a:ln>
          </p:spPr>
          <p:txBody>
            <a:bodyPr wrap="square" lIns="68580" tIns="34290" rIns="68580" bIns="34290">
              <a:spAutoFit/>
            </a:bodyPr>
            <a:lstStyle/>
            <a:p>
              <a:r>
                <a:rPr 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进程与线程</a:t>
              </a:r>
            </a:p>
          </p:txBody>
        </p:sp>
        <p:sp>
          <p:nvSpPr>
            <p:cNvPr id="13" name="平行四边形 12"/>
            <p:cNvSpPr/>
            <p:nvPr/>
          </p:nvSpPr>
          <p:spPr>
            <a:xfrm>
              <a:off x="4315150" y="953426"/>
              <a:ext cx="4122956" cy="539804"/>
            </a:xfrm>
            <a:prstGeom prst="parallelogram">
              <a:avLst>
                <a:gd name="adj" fmla="val 48207"/>
              </a:avLst>
            </a:prstGeom>
            <a:noFill/>
            <a:ln w="158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rtlCol="0" anchor="ctr"/>
            <a:lstStyle/>
            <a:p>
              <a:endParaRPr lang="zh-CN" altLang="en-US" sz="21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grpSp>
        <p:nvGrpSpPr>
          <p:cNvPr id="14" name="组合 13"/>
          <p:cNvGrpSpPr/>
          <p:nvPr/>
        </p:nvGrpSpPr>
        <p:grpSpPr>
          <a:xfrm>
            <a:off x="4048758" y="2586157"/>
            <a:ext cx="5496560" cy="612775"/>
            <a:chOff x="4315150" y="1647579"/>
            <a:chExt cx="4122956" cy="539804"/>
          </a:xfrm>
        </p:grpSpPr>
        <p:sp>
          <p:nvSpPr>
            <p:cNvPr id="16" name="矩形 15"/>
            <p:cNvSpPr/>
            <p:nvPr/>
          </p:nvSpPr>
          <p:spPr>
            <a:xfrm>
              <a:off x="4840998" y="1730368"/>
              <a:ext cx="3238445" cy="331154"/>
            </a:xfrm>
            <a:prstGeom prst="rect">
              <a:avLst/>
            </a:prstGeom>
            <a:ln w="15875">
              <a:noFill/>
            </a:ln>
          </p:spPr>
          <p:txBody>
            <a:bodyPr wrap="square" lIns="68580" tIns="34290" rIns="68580" bIns="34290">
              <a:spAutoFit/>
            </a:bodyPr>
            <a:lstStyle/>
            <a:p>
              <a:r>
                <a:rPr 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线程的创建</a:t>
              </a:r>
            </a:p>
          </p:txBody>
        </p:sp>
        <p:sp>
          <p:nvSpPr>
            <p:cNvPr id="17" name="平行四边形 16"/>
            <p:cNvSpPr/>
            <p:nvPr/>
          </p:nvSpPr>
          <p:spPr>
            <a:xfrm>
              <a:off x="4315150" y="1647579"/>
              <a:ext cx="4122956" cy="539804"/>
            </a:xfrm>
            <a:prstGeom prst="parallelogram">
              <a:avLst>
                <a:gd name="adj" fmla="val 48207"/>
              </a:avLst>
            </a:prstGeom>
            <a:noFill/>
            <a:ln w="158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rtlCol="0" anchor="ctr"/>
            <a:lstStyle/>
            <a:p>
              <a:endParaRPr lang="zh-CN" altLang="en-US" sz="20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grpSp>
        <p:nvGrpSpPr>
          <p:cNvPr id="18" name="组合 17"/>
          <p:cNvGrpSpPr/>
          <p:nvPr/>
        </p:nvGrpSpPr>
        <p:grpSpPr>
          <a:xfrm>
            <a:off x="4048758" y="3444311"/>
            <a:ext cx="5496560" cy="612775"/>
            <a:chOff x="4315150" y="2341731"/>
            <a:chExt cx="4122956" cy="539804"/>
          </a:xfrm>
        </p:grpSpPr>
        <p:sp>
          <p:nvSpPr>
            <p:cNvPr id="19" name="矩形 18"/>
            <p:cNvSpPr/>
            <p:nvPr/>
          </p:nvSpPr>
          <p:spPr>
            <a:xfrm>
              <a:off x="4840998" y="2424520"/>
              <a:ext cx="3437543" cy="331154"/>
            </a:xfrm>
            <a:prstGeom prst="rect">
              <a:avLst/>
            </a:prstGeom>
            <a:ln w="15875">
              <a:noFill/>
            </a:ln>
          </p:spPr>
          <p:txBody>
            <a:bodyPr wrap="square" lIns="68580" tIns="34290" rIns="68580" bIns="34290">
              <a:spAutoFit/>
            </a:bodyPr>
            <a:lstStyle/>
            <a:p>
              <a:r>
                <a:rPr 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Source Han Sans K Bold" panose="020B0800000000000000" pitchFamily="34" charset="-128"/>
                </a:rPr>
                <a:t>线程的生命周期及状态转换</a:t>
              </a:r>
            </a:p>
          </p:txBody>
        </p:sp>
        <p:sp>
          <p:nvSpPr>
            <p:cNvPr id="20" name="平行四边形 19"/>
            <p:cNvSpPr/>
            <p:nvPr/>
          </p:nvSpPr>
          <p:spPr>
            <a:xfrm>
              <a:off x="4315150" y="2341731"/>
              <a:ext cx="4122956" cy="539804"/>
            </a:xfrm>
            <a:prstGeom prst="parallelogram">
              <a:avLst>
                <a:gd name="adj" fmla="val 48207"/>
              </a:avLst>
            </a:prstGeom>
            <a:noFill/>
            <a:ln w="158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rtlCol="0" anchor="ctr"/>
            <a:lstStyle/>
            <a:p>
              <a:endParaRPr lang="zh-CN" altLang="en-US" sz="21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grpSp>
        <p:nvGrpSpPr>
          <p:cNvPr id="21" name="组合 20"/>
          <p:cNvGrpSpPr/>
          <p:nvPr/>
        </p:nvGrpSpPr>
        <p:grpSpPr>
          <a:xfrm>
            <a:off x="3143206" y="4333374"/>
            <a:ext cx="1192190" cy="613315"/>
            <a:chOff x="2215144" y="3084852"/>
            <a:chExt cx="1244730" cy="843130"/>
          </a:xfrm>
        </p:grpSpPr>
        <p:sp>
          <p:nvSpPr>
            <p:cNvPr id="22" name="平行四边形 21"/>
            <p:cNvSpPr/>
            <p:nvPr/>
          </p:nvSpPr>
          <p:spPr>
            <a:xfrm>
              <a:off x="2215144" y="3084852"/>
              <a:ext cx="1120898" cy="842781"/>
            </a:xfrm>
            <a:prstGeom prst="parallelogram">
              <a:avLst>
                <a:gd name="adj" fmla="val 48207"/>
              </a:avLst>
            </a:prstGeom>
            <a:solidFill>
              <a:srgbClr val="1369B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23" name="文本框 11"/>
            <p:cNvSpPr txBox="1"/>
            <p:nvPr/>
          </p:nvSpPr>
          <p:spPr>
            <a:xfrm>
              <a:off x="2393075" y="3125750"/>
              <a:ext cx="1066799" cy="8022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32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04</a:t>
              </a:r>
              <a:endParaRPr lang="zh-CN" altLang="en-US" sz="3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grpSp>
        <p:nvGrpSpPr>
          <p:cNvPr id="24" name="组合 23"/>
          <p:cNvGrpSpPr/>
          <p:nvPr/>
        </p:nvGrpSpPr>
        <p:grpSpPr>
          <a:xfrm>
            <a:off x="4048758" y="4311721"/>
            <a:ext cx="5496560" cy="612775"/>
            <a:chOff x="4315150" y="2341731"/>
            <a:chExt cx="4122956" cy="539804"/>
          </a:xfrm>
        </p:grpSpPr>
        <p:sp>
          <p:nvSpPr>
            <p:cNvPr id="25" name="矩形 24"/>
            <p:cNvSpPr/>
            <p:nvPr/>
          </p:nvSpPr>
          <p:spPr>
            <a:xfrm>
              <a:off x="4840998" y="2424520"/>
              <a:ext cx="3437543" cy="331154"/>
            </a:xfrm>
            <a:prstGeom prst="rect">
              <a:avLst/>
            </a:prstGeom>
            <a:ln w="15875">
              <a:noFill/>
            </a:ln>
          </p:spPr>
          <p:txBody>
            <a:bodyPr wrap="square" lIns="68580" tIns="34290" rIns="68580" bIns="34290">
              <a:spAutoFit/>
            </a:bodyPr>
            <a:lstStyle/>
            <a:p>
              <a:r>
                <a:rPr lang="zh-CN" altLang="en-US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Source Han Sans K Bold" panose="020B0800000000000000" pitchFamily="34" charset="-128"/>
                </a:rPr>
                <a:t>线程操作的相关方法</a:t>
              </a:r>
              <a:endParaRPr 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Source Han Sans K Bold" panose="020B0800000000000000" pitchFamily="34" charset="-128"/>
              </a:endParaRPr>
            </a:p>
          </p:txBody>
        </p:sp>
        <p:sp>
          <p:nvSpPr>
            <p:cNvPr id="26" name="平行四边形 25"/>
            <p:cNvSpPr/>
            <p:nvPr/>
          </p:nvSpPr>
          <p:spPr>
            <a:xfrm>
              <a:off x="4315150" y="2341731"/>
              <a:ext cx="4122956" cy="539804"/>
            </a:xfrm>
            <a:prstGeom prst="parallelogram">
              <a:avLst>
                <a:gd name="adj" fmla="val 48207"/>
              </a:avLst>
            </a:prstGeom>
            <a:noFill/>
            <a:ln w="158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rtlCol="0" anchor="ctr"/>
            <a:lstStyle/>
            <a:p>
              <a:endParaRPr lang="zh-CN" altLang="en-US" sz="21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grpSp>
        <p:nvGrpSpPr>
          <p:cNvPr id="27" name="组合 26"/>
          <p:cNvGrpSpPr/>
          <p:nvPr/>
        </p:nvGrpSpPr>
        <p:grpSpPr>
          <a:xfrm>
            <a:off x="3143206" y="5167129"/>
            <a:ext cx="1192190" cy="613315"/>
            <a:chOff x="2215144" y="3084852"/>
            <a:chExt cx="1244730" cy="843130"/>
          </a:xfrm>
        </p:grpSpPr>
        <p:sp>
          <p:nvSpPr>
            <p:cNvPr id="28" name="平行四边形 27"/>
            <p:cNvSpPr/>
            <p:nvPr/>
          </p:nvSpPr>
          <p:spPr>
            <a:xfrm>
              <a:off x="2215144" y="3084852"/>
              <a:ext cx="1120898" cy="842781"/>
            </a:xfrm>
            <a:prstGeom prst="parallelogram">
              <a:avLst>
                <a:gd name="adj" fmla="val 48207"/>
              </a:avLst>
            </a:prstGeom>
            <a:solidFill>
              <a:srgbClr val="1369B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29" name="文本框 11"/>
            <p:cNvSpPr txBox="1"/>
            <p:nvPr/>
          </p:nvSpPr>
          <p:spPr>
            <a:xfrm>
              <a:off x="2393075" y="3125750"/>
              <a:ext cx="1066799" cy="8022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32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05</a:t>
              </a:r>
              <a:endParaRPr lang="zh-CN" altLang="en-US" sz="3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grpSp>
        <p:nvGrpSpPr>
          <p:cNvPr id="30" name="组合 29"/>
          <p:cNvGrpSpPr/>
          <p:nvPr/>
        </p:nvGrpSpPr>
        <p:grpSpPr>
          <a:xfrm>
            <a:off x="4048758" y="5145476"/>
            <a:ext cx="5496560" cy="612775"/>
            <a:chOff x="4315150" y="2341731"/>
            <a:chExt cx="4122956" cy="539804"/>
          </a:xfrm>
        </p:grpSpPr>
        <p:sp>
          <p:nvSpPr>
            <p:cNvPr id="31" name="矩形 30"/>
            <p:cNvSpPr/>
            <p:nvPr/>
          </p:nvSpPr>
          <p:spPr>
            <a:xfrm>
              <a:off x="4840998" y="2424520"/>
              <a:ext cx="3437543" cy="331154"/>
            </a:xfrm>
            <a:prstGeom prst="rect">
              <a:avLst/>
            </a:prstGeom>
            <a:ln w="15875">
              <a:noFill/>
            </a:ln>
          </p:spPr>
          <p:txBody>
            <a:bodyPr wrap="square" lIns="68580" tIns="34290" rIns="68580" bIns="34290">
              <a:spAutoFit/>
            </a:bodyPr>
            <a:lstStyle/>
            <a:p>
              <a:r>
                <a:rPr lang="zh-CN" altLang="en-US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Source Han Sans K Bold" panose="020B0800000000000000" pitchFamily="34" charset="-128"/>
                </a:rPr>
                <a:t>线程同步</a:t>
              </a:r>
              <a:endParaRPr 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Source Han Sans K Bold" panose="020B0800000000000000" pitchFamily="34" charset="-128"/>
              </a:endParaRPr>
            </a:p>
          </p:txBody>
        </p:sp>
        <p:sp>
          <p:nvSpPr>
            <p:cNvPr id="32" name="平行四边形 31"/>
            <p:cNvSpPr/>
            <p:nvPr/>
          </p:nvSpPr>
          <p:spPr>
            <a:xfrm>
              <a:off x="4315150" y="2341731"/>
              <a:ext cx="4122956" cy="539804"/>
            </a:xfrm>
            <a:prstGeom prst="parallelogram">
              <a:avLst>
                <a:gd name="adj" fmla="val 48207"/>
              </a:avLst>
            </a:prstGeom>
            <a:noFill/>
            <a:ln w="158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rtlCol="0" anchor="ctr"/>
            <a:lstStyle/>
            <a:p>
              <a:endParaRPr lang="zh-CN" altLang="en-US" sz="21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TextBox 48"/>
          <p:cNvSpPr txBox="1"/>
          <p:nvPr/>
        </p:nvSpPr>
        <p:spPr>
          <a:xfrm>
            <a:off x="3970020" y="3014345"/>
            <a:ext cx="5005186" cy="829945"/>
          </a:xfrm>
          <a:prstGeom prst="rect">
            <a:avLst/>
          </a:prstGeom>
          <a:noFill/>
        </p:spPr>
        <p:txBody>
          <a:bodyPr wrap="square" lIns="91443" tIns="45720" rIns="91443" bIns="45720" rtlCol="0">
            <a:spAutoFit/>
          </a:bodyPr>
          <a:lstStyle/>
          <a:p>
            <a:r>
              <a:rPr lang="zh-CN" sz="48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进程与线程</a:t>
            </a:r>
          </a:p>
        </p:txBody>
      </p:sp>
      <p:sp>
        <p:nvSpPr>
          <p:cNvPr id="2" name="TextBox 48"/>
          <p:cNvSpPr txBox="1"/>
          <p:nvPr/>
        </p:nvSpPr>
        <p:spPr>
          <a:xfrm>
            <a:off x="1316355" y="2809240"/>
            <a:ext cx="2045335" cy="1106805"/>
          </a:xfrm>
          <a:prstGeom prst="rect">
            <a:avLst/>
          </a:prstGeom>
          <a:noFill/>
        </p:spPr>
        <p:txBody>
          <a:bodyPr wrap="square" lIns="91443" tIns="45720" rIns="91443" bIns="45720" rtlCol="0">
            <a:spAutoFit/>
          </a:bodyPr>
          <a:lstStyle/>
          <a:p>
            <a:r>
              <a:rPr lang="en-US" altLang="en-GB" sz="6600" b="1" dirty="0">
                <a:solidFill>
                  <a:srgbClr val="FAFAF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12.1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12.1.1 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进程</a:t>
            </a:r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4880" y="2215515"/>
            <a:ext cx="2797810" cy="3898265"/>
          </a:xfrm>
          <a:prstGeom prst="rect">
            <a:avLst/>
          </a:prstGeom>
        </p:spPr>
      </p:pic>
      <p:sp>
        <p:nvSpPr>
          <p:cNvPr id="13" name="椭圆形标注 12"/>
          <p:cNvSpPr/>
          <p:nvPr/>
        </p:nvSpPr>
        <p:spPr>
          <a:xfrm>
            <a:off x="2968625" y="1847215"/>
            <a:ext cx="2071370" cy="1493520"/>
          </a:xfrm>
          <a:prstGeom prst="wedgeEllipseCallout">
            <a:avLst/>
          </a:prstGeom>
          <a:solidFill>
            <a:schemeClr val="bg1">
              <a:lumMod val="85000"/>
            </a:schemeClr>
          </a:solidFill>
          <a:ln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 </a:t>
            </a:r>
          </a:p>
        </p:txBody>
      </p:sp>
      <p:sp>
        <p:nvSpPr>
          <p:cNvPr id="14" name="TextBox 35"/>
          <p:cNvSpPr txBox="1">
            <a:spLocks noChangeArrowheads="1"/>
          </p:cNvSpPr>
          <p:nvPr/>
        </p:nvSpPr>
        <p:spPr bwMode="auto">
          <a:xfrm>
            <a:off x="3247390" y="1925320"/>
            <a:ext cx="1606550" cy="12280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先定一个</a:t>
            </a: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小目标！</a:t>
            </a:r>
          </a:p>
        </p:txBody>
      </p:sp>
      <p:grpSp>
        <p:nvGrpSpPr>
          <p:cNvPr id="2" name="组合 1"/>
          <p:cNvGrpSpPr/>
          <p:nvPr/>
        </p:nvGrpSpPr>
        <p:grpSpPr>
          <a:xfrm>
            <a:off x="5379720" y="3447415"/>
            <a:ext cx="4650105" cy="495300"/>
            <a:chOff x="8472" y="5429"/>
            <a:chExt cx="7323" cy="780"/>
          </a:xfrm>
        </p:grpSpPr>
        <p:sp>
          <p:nvSpPr>
            <p:cNvPr id="15" name="TextBox 35"/>
            <p:cNvSpPr txBox="1">
              <a:spLocks noChangeArrowheads="1"/>
            </p:cNvSpPr>
            <p:nvPr/>
          </p:nvSpPr>
          <p:spPr bwMode="auto">
            <a:xfrm>
              <a:off x="9159" y="5429"/>
              <a:ext cx="6636" cy="7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121917" tIns="60958" rIns="121917" bIns="60958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ct val="120000"/>
                </a:lnSpc>
                <a:defRPr/>
              </a:pPr>
              <a:r>
                <a:rPr lang="zh-CN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ea"/>
                </a:rPr>
                <a:t>了解</a:t>
              </a:r>
              <a:r>
                <a:rPr lang="zh-CN" altLang="zh-CN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ea"/>
                </a:rPr>
                <a:t>进程</a:t>
              </a:r>
              <a:r>
                <a:rPr lang="zh-CN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ea"/>
                </a:rPr>
                <a:t>，能够说出什么是进程</a:t>
              </a:r>
            </a:p>
          </p:txBody>
        </p:sp>
        <p:grpSp>
          <p:nvGrpSpPr>
            <p:cNvPr id="19" name="组合 18"/>
            <p:cNvGrpSpPr/>
            <p:nvPr/>
          </p:nvGrpSpPr>
          <p:grpSpPr>
            <a:xfrm>
              <a:off x="8472" y="5571"/>
              <a:ext cx="638" cy="638"/>
              <a:chOff x="8881" y="4685"/>
              <a:chExt cx="638" cy="638"/>
            </a:xfrm>
          </p:grpSpPr>
          <p:sp>
            <p:nvSpPr>
              <p:cNvPr id="18" name="椭圆 17"/>
              <p:cNvSpPr/>
              <p:nvPr/>
            </p:nvSpPr>
            <p:spPr>
              <a:xfrm>
                <a:off x="8881" y="4685"/>
                <a:ext cx="638" cy="638"/>
              </a:xfrm>
              <a:prstGeom prst="ellipse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7" name="椭圆 16"/>
              <p:cNvSpPr/>
              <p:nvPr/>
            </p:nvSpPr>
            <p:spPr>
              <a:xfrm>
                <a:off x="8946" y="4750"/>
                <a:ext cx="508" cy="508"/>
              </a:xfrm>
              <a:prstGeom prst="ellipse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12.1.1 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进程</a:t>
            </a:r>
          </a:p>
        </p:txBody>
      </p:sp>
      <p:sp>
        <p:nvSpPr>
          <p:cNvPr id="4" name="Chevron 3"/>
          <p:cNvSpPr/>
          <p:nvPr>
            <p:custDataLst>
              <p:tags r:id="rId1"/>
            </p:custDataLst>
          </p:nvPr>
        </p:nvSpPr>
        <p:spPr>
          <a:xfrm>
            <a:off x="1054100" y="1092200"/>
            <a:ext cx="2529205" cy="666115"/>
          </a:xfrm>
          <a:prstGeom prst="chevron">
            <a:avLst>
              <a:gd name="adj" fmla="val 43848"/>
            </a:avLst>
          </a:prstGeom>
          <a:solidFill>
            <a:srgbClr val="FFFFFF">
              <a:lumMod val="7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rmAutofit/>
          </a:bodyPr>
          <a:lstStyle/>
          <a:p>
            <a:pPr algn="ctr">
              <a:lnSpc>
                <a:spcPct val="120000"/>
              </a:lnSpc>
            </a:pPr>
            <a:endParaRPr lang="en-GB" sz="900">
              <a:solidFill>
                <a:sysClr val="windowText" lastClr="000000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84" name="文本框 18"/>
          <p:cNvSpPr txBox="1"/>
          <p:nvPr>
            <p:custDataLst>
              <p:tags r:id="rId2"/>
            </p:custDataLst>
          </p:nvPr>
        </p:nvSpPr>
        <p:spPr>
          <a:xfrm>
            <a:off x="1497330" y="2559685"/>
            <a:ext cx="9213850" cy="2327910"/>
          </a:xfrm>
          <a:prstGeom prst="rect">
            <a:avLst/>
          </a:prstGeom>
          <a:noFill/>
        </p:spPr>
        <p:txBody>
          <a:bodyPr wrap="square" lIns="89970" tIns="46784" rIns="89970" bIns="46784">
            <a:noAutofit/>
          </a:bodyPr>
          <a:lstStyle>
            <a:defPPr>
              <a:defRPr lang="zh-CN"/>
            </a:defPPr>
            <a:lvl1pPr marL="0" algn="l" defTabSz="913765" rtl="0" eaLnBrk="1" latinLnBrk="0" hangingPunct="1">
              <a:defRPr sz="1800" kern="1200">
                <a:solidFill>
                  <a:sysClr val="windowText" lastClr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defRPr>
            </a:lvl1pPr>
            <a:lvl2pPr marL="457200" algn="l" defTabSz="913765" rtl="0" eaLnBrk="1" latinLnBrk="0" hangingPunct="1">
              <a:defRPr sz="1800" kern="1200">
                <a:solidFill>
                  <a:sysClr val="windowText" lastClr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defRPr>
            </a:lvl2pPr>
            <a:lvl3pPr marL="914400" algn="l" defTabSz="913765" rtl="0" eaLnBrk="1" latinLnBrk="0" hangingPunct="1">
              <a:defRPr sz="1800" kern="1200">
                <a:solidFill>
                  <a:sysClr val="windowText" lastClr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defRPr>
            </a:lvl3pPr>
            <a:lvl4pPr marL="1371600" algn="l" defTabSz="913765" rtl="0" eaLnBrk="1" latinLnBrk="0" hangingPunct="1">
              <a:defRPr sz="1800" kern="1200">
                <a:solidFill>
                  <a:sysClr val="windowText" lastClr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defRPr>
            </a:lvl4pPr>
            <a:lvl5pPr marL="1828800" algn="l" defTabSz="913765" rtl="0" eaLnBrk="1" latinLnBrk="0" hangingPunct="1">
              <a:defRPr sz="1800" kern="1200">
                <a:solidFill>
                  <a:sysClr val="windowText" lastClr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defRPr>
            </a:lvl5pPr>
            <a:lvl6pPr marL="2286000" algn="l" defTabSz="913765" rtl="0" eaLnBrk="1" latinLnBrk="0" hangingPunct="1">
              <a:defRPr sz="1800" kern="1200">
                <a:solidFill>
                  <a:sysClr val="windowText" lastClr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defRPr>
            </a:lvl6pPr>
            <a:lvl7pPr marL="2743200" algn="l" defTabSz="913765" rtl="0" eaLnBrk="1" latinLnBrk="0" hangingPunct="1">
              <a:defRPr sz="1800" kern="1200">
                <a:solidFill>
                  <a:sysClr val="windowText" lastClr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defRPr>
            </a:lvl7pPr>
            <a:lvl8pPr marL="3200400" algn="l" defTabSz="913765" rtl="0" eaLnBrk="1" latinLnBrk="0" hangingPunct="1">
              <a:defRPr sz="1800" kern="1200">
                <a:solidFill>
                  <a:sysClr val="windowText" lastClr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defRPr>
            </a:lvl8pPr>
            <a:lvl9pPr marL="3657600" algn="l" defTabSz="913765" rtl="0" eaLnBrk="1" latinLnBrk="0" hangingPunct="1">
              <a:defRPr sz="1800" kern="1200">
                <a:solidFill>
                  <a:sysClr val="windowText" lastClr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</a:rPr>
              <a:t>进程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</a:rPr>
              <a:t>是计算机中程序的一次运行活动，是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</a:rPr>
              <a:t>系统进行资源分配和调度的基本单位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</a:rPr>
              <a:t>，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</a:rPr>
              <a:t>是操作系统结构的基础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</a:rPr>
              <a:t>。虽说进程在程序执行时产生，但进程并不是程序。程序是“死”的，进程是“活”的，程序是指编译好的二进制文件，它存放在磁盘上，不占用系统资源，是具体的；而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</a:rPr>
              <a:t>进程存在于内存中，占用系统资源，是抽象的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</a:rPr>
              <a:t>。当一次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</a:rPr>
              <a:t>程序执行结束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</a:rPr>
              <a:t>之后，进程随之消失，进程所用的资源被系统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</a:rPr>
              <a:t>回收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</a:rPr>
              <a:t>。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1468288" y="1232159"/>
            <a:ext cx="211582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进程（Process）</a:t>
            </a:r>
          </a:p>
        </p:txBody>
      </p:sp>
      <p:sp>
        <p:nvSpPr>
          <p:cNvPr id="9" name="圆角矩形 8"/>
          <p:cNvSpPr/>
          <p:nvPr/>
        </p:nvSpPr>
        <p:spPr>
          <a:xfrm>
            <a:off x="1163320" y="2306955"/>
            <a:ext cx="9864090" cy="2760345"/>
          </a:xfrm>
          <a:prstGeom prst="roundRect">
            <a:avLst>
              <a:gd name="adj" fmla="val 0"/>
            </a:avLst>
          </a:prstGeom>
          <a:noFill/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0" name="矩形 93"/>
          <p:cNvSpPr/>
          <p:nvPr/>
        </p:nvSpPr>
        <p:spPr>
          <a:xfrm>
            <a:off x="1163320" y="2306955"/>
            <a:ext cx="384175" cy="486410"/>
          </a:xfrm>
          <a:custGeom>
            <a:avLst/>
            <a:gdLst/>
            <a:ahLst/>
            <a:cxnLst/>
            <a:rect l="l" t="t" r="r" b="b"/>
            <a:pathLst>
              <a:path w="504056" h="504056">
                <a:moveTo>
                  <a:pt x="0" y="0"/>
                </a:moveTo>
                <a:lnTo>
                  <a:pt x="504056" y="0"/>
                </a:lnTo>
                <a:lnTo>
                  <a:pt x="504056" y="144016"/>
                </a:lnTo>
                <a:lnTo>
                  <a:pt x="144016" y="144016"/>
                </a:lnTo>
                <a:lnTo>
                  <a:pt x="144016" y="504056"/>
                </a:lnTo>
                <a:lnTo>
                  <a:pt x="0" y="50405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1" name="矩形 93"/>
          <p:cNvSpPr/>
          <p:nvPr/>
        </p:nvSpPr>
        <p:spPr>
          <a:xfrm rot="10800000">
            <a:off x="10643235" y="4580890"/>
            <a:ext cx="384175" cy="486410"/>
          </a:xfrm>
          <a:custGeom>
            <a:avLst/>
            <a:gdLst/>
            <a:ahLst/>
            <a:cxnLst/>
            <a:rect l="l" t="t" r="r" b="b"/>
            <a:pathLst>
              <a:path w="504056" h="504056">
                <a:moveTo>
                  <a:pt x="0" y="0"/>
                </a:moveTo>
                <a:lnTo>
                  <a:pt x="504056" y="0"/>
                </a:lnTo>
                <a:lnTo>
                  <a:pt x="504056" y="144016"/>
                </a:lnTo>
                <a:lnTo>
                  <a:pt x="144016" y="144016"/>
                </a:lnTo>
                <a:lnTo>
                  <a:pt x="144016" y="504056"/>
                </a:lnTo>
                <a:lnTo>
                  <a:pt x="0" y="50405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12.1.1 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进程</a:t>
            </a:r>
          </a:p>
        </p:txBody>
      </p:sp>
      <p:sp>
        <p:nvSpPr>
          <p:cNvPr id="4" name="Chevron 3"/>
          <p:cNvSpPr/>
          <p:nvPr>
            <p:custDataLst>
              <p:tags r:id="rId1"/>
            </p:custDataLst>
          </p:nvPr>
        </p:nvSpPr>
        <p:spPr>
          <a:xfrm>
            <a:off x="1054100" y="1092200"/>
            <a:ext cx="3448050" cy="666115"/>
          </a:xfrm>
          <a:prstGeom prst="chevron">
            <a:avLst>
              <a:gd name="adj" fmla="val 43848"/>
            </a:avLst>
          </a:prstGeom>
          <a:solidFill>
            <a:srgbClr val="FFFFFF">
              <a:lumMod val="7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rmAutofit/>
          </a:bodyPr>
          <a:lstStyle/>
          <a:p>
            <a:pPr algn="ctr">
              <a:lnSpc>
                <a:spcPct val="120000"/>
              </a:lnSpc>
            </a:pPr>
            <a:endParaRPr lang="en-GB" sz="900">
              <a:solidFill>
                <a:sysClr val="windowText" lastClr="000000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84" name="文本框 18"/>
          <p:cNvSpPr txBox="1"/>
          <p:nvPr>
            <p:custDataLst>
              <p:tags r:id="rId2"/>
            </p:custDataLst>
          </p:nvPr>
        </p:nvSpPr>
        <p:spPr>
          <a:xfrm>
            <a:off x="1497330" y="2545715"/>
            <a:ext cx="9213850" cy="1941830"/>
          </a:xfrm>
          <a:prstGeom prst="rect">
            <a:avLst/>
          </a:prstGeom>
          <a:noFill/>
        </p:spPr>
        <p:txBody>
          <a:bodyPr wrap="square" lIns="89970" tIns="46784" rIns="89970" bIns="46784">
            <a:noAutofit/>
          </a:bodyPr>
          <a:lstStyle>
            <a:defPPr>
              <a:defRPr lang="zh-CN"/>
            </a:defPPr>
            <a:lvl1pPr marL="0" algn="l" defTabSz="913765" rtl="0" eaLnBrk="1" latinLnBrk="0" hangingPunct="1">
              <a:defRPr sz="1800" kern="1200">
                <a:solidFill>
                  <a:sysClr val="windowText" lastClr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defRPr>
            </a:lvl1pPr>
            <a:lvl2pPr marL="457200" algn="l" defTabSz="913765" rtl="0" eaLnBrk="1" latinLnBrk="0" hangingPunct="1">
              <a:defRPr sz="1800" kern="1200">
                <a:solidFill>
                  <a:sysClr val="windowText" lastClr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defRPr>
            </a:lvl2pPr>
            <a:lvl3pPr marL="914400" algn="l" defTabSz="913765" rtl="0" eaLnBrk="1" latinLnBrk="0" hangingPunct="1">
              <a:defRPr sz="1800" kern="1200">
                <a:solidFill>
                  <a:sysClr val="windowText" lastClr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defRPr>
            </a:lvl3pPr>
            <a:lvl4pPr marL="1371600" algn="l" defTabSz="913765" rtl="0" eaLnBrk="1" latinLnBrk="0" hangingPunct="1">
              <a:defRPr sz="1800" kern="1200">
                <a:solidFill>
                  <a:sysClr val="windowText" lastClr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defRPr>
            </a:lvl4pPr>
            <a:lvl5pPr marL="1828800" algn="l" defTabSz="913765" rtl="0" eaLnBrk="1" latinLnBrk="0" hangingPunct="1">
              <a:defRPr sz="1800" kern="1200">
                <a:solidFill>
                  <a:sysClr val="windowText" lastClr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defRPr>
            </a:lvl5pPr>
            <a:lvl6pPr marL="2286000" algn="l" defTabSz="913765" rtl="0" eaLnBrk="1" latinLnBrk="0" hangingPunct="1">
              <a:defRPr sz="1800" kern="1200">
                <a:solidFill>
                  <a:sysClr val="windowText" lastClr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defRPr>
            </a:lvl6pPr>
            <a:lvl7pPr marL="2743200" algn="l" defTabSz="913765" rtl="0" eaLnBrk="1" latinLnBrk="0" hangingPunct="1">
              <a:defRPr sz="1800" kern="1200">
                <a:solidFill>
                  <a:sysClr val="windowText" lastClr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defRPr>
            </a:lvl7pPr>
            <a:lvl8pPr marL="3200400" algn="l" defTabSz="913765" rtl="0" eaLnBrk="1" latinLnBrk="0" hangingPunct="1">
              <a:defRPr sz="1800" kern="1200">
                <a:solidFill>
                  <a:sysClr val="windowText" lastClr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defRPr>
            </a:lvl8pPr>
            <a:lvl9pPr marL="3657600" algn="l" defTabSz="913765" rtl="0" eaLnBrk="1" latinLnBrk="0" hangingPunct="1">
              <a:defRPr sz="1800" kern="1200">
                <a:solidFill>
                  <a:sysClr val="windowText" lastClr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</a:rPr>
              <a:t>一个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</a:rPr>
              <a:t>单核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</a:rPr>
              <a:t>的CPU，同一时刻只能处理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</a:rPr>
              <a:t>一个进程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</a:rPr>
              <a:t>，用户之所以认为同时会有多个进程在运行，是因为计算机系统采用了“多道程序设计”技术。所谓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</a:rPr>
              <a:t>多道程序设计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</a:rPr>
              <a:t>，是指计算机允许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</a:rPr>
              <a:t>多个相互独立的程序同时进入内存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</a:rPr>
              <a:t>，在内存的管理控制之下，相互之间穿插运行。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1425743" y="1226444"/>
            <a:ext cx="272288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“多道程序设计”技术</a:t>
            </a:r>
          </a:p>
        </p:txBody>
      </p:sp>
      <p:sp>
        <p:nvSpPr>
          <p:cNvPr id="9" name="圆角矩形 8"/>
          <p:cNvSpPr/>
          <p:nvPr/>
        </p:nvSpPr>
        <p:spPr>
          <a:xfrm>
            <a:off x="1163320" y="2292985"/>
            <a:ext cx="9864090" cy="2273935"/>
          </a:xfrm>
          <a:prstGeom prst="roundRect">
            <a:avLst>
              <a:gd name="adj" fmla="val 0"/>
            </a:avLst>
          </a:prstGeom>
          <a:noFill/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0" name="矩形 93"/>
          <p:cNvSpPr/>
          <p:nvPr/>
        </p:nvSpPr>
        <p:spPr>
          <a:xfrm>
            <a:off x="1163320" y="2292985"/>
            <a:ext cx="384175" cy="486410"/>
          </a:xfrm>
          <a:custGeom>
            <a:avLst/>
            <a:gdLst/>
            <a:ahLst/>
            <a:cxnLst/>
            <a:rect l="l" t="t" r="r" b="b"/>
            <a:pathLst>
              <a:path w="504056" h="504056">
                <a:moveTo>
                  <a:pt x="0" y="0"/>
                </a:moveTo>
                <a:lnTo>
                  <a:pt x="504056" y="0"/>
                </a:lnTo>
                <a:lnTo>
                  <a:pt x="504056" y="144016"/>
                </a:lnTo>
                <a:lnTo>
                  <a:pt x="144016" y="144016"/>
                </a:lnTo>
                <a:lnTo>
                  <a:pt x="144016" y="504056"/>
                </a:lnTo>
                <a:lnTo>
                  <a:pt x="0" y="50405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1" name="矩形 93"/>
          <p:cNvSpPr/>
          <p:nvPr/>
        </p:nvSpPr>
        <p:spPr>
          <a:xfrm rot="10800000">
            <a:off x="10643235" y="4080510"/>
            <a:ext cx="384175" cy="486410"/>
          </a:xfrm>
          <a:custGeom>
            <a:avLst/>
            <a:gdLst/>
            <a:ahLst/>
            <a:cxnLst/>
            <a:rect l="l" t="t" r="r" b="b"/>
            <a:pathLst>
              <a:path w="504056" h="504056">
                <a:moveTo>
                  <a:pt x="0" y="0"/>
                </a:moveTo>
                <a:lnTo>
                  <a:pt x="504056" y="0"/>
                </a:lnTo>
                <a:lnTo>
                  <a:pt x="504056" y="144016"/>
                </a:lnTo>
                <a:lnTo>
                  <a:pt x="144016" y="144016"/>
                </a:lnTo>
                <a:lnTo>
                  <a:pt x="144016" y="504056"/>
                </a:lnTo>
                <a:lnTo>
                  <a:pt x="0" y="50405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12.1.1 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进程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1003300" y="2026285"/>
            <a:ext cx="10183495" cy="2399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buClrTx/>
              <a:buSzTx/>
              <a:buNone/>
            </a:pPr>
            <a:r>
              <a:rPr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采用多道程序设计的系统，会将CPU的整个生命周期划分为长度相同的</a:t>
            </a:r>
            <a:r>
              <a:rPr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时间片</a:t>
            </a:r>
            <a:r>
              <a:rPr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，在</a:t>
            </a:r>
            <a:r>
              <a:rPr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每个CPU时间片内只处理一个进程</a:t>
            </a:r>
            <a:r>
              <a:rPr 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。也就是说，在多个时间片上，系统会让多个进程分时使用CPU。</a:t>
            </a:r>
            <a:r>
              <a:rPr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虽然在同一个时间片中，一个CPU上只能处理一个进程，但CPU划分的时间片是非常微小的，且当下CPU运行速度极快，因此，在</a:t>
            </a:r>
            <a:r>
              <a:rPr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宏观</a:t>
            </a:r>
            <a:r>
              <a:rPr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上，可以认为计算机能</a:t>
            </a:r>
            <a:r>
              <a:rPr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并发执行多个程序、处理多个进程</a:t>
            </a:r>
            <a:r>
              <a:rPr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。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12.1.2 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线程</a:t>
            </a:r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4880" y="2215515"/>
            <a:ext cx="2797810" cy="3898265"/>
          </a:xfrm>
          <a:prstGeom prst="rect">
            <a:avLst/>
          </a:prstGeom>
        </p:spPr>
      </p:pic>
      <p:sp>
        <p:nvSpPr>
          <p:cNvPr id="13" name="椭圆形标注 12"/>
          <p:cNvSpPr/>
          <p:nvPr/>
        </p:nvSpPr>
        <p:spPr>
          <a:xfrm>
            <a:off x="2968625" y="1847215"/>
            <a:ext cx="2071370" cy="1493520"/>
          </a:xfrm>
          <a:prstGeom prst="wedgeEllipseCallout">
            <a:avLst/>
          </a:prstGeom>
          <a:solidFill>
            <a:schemeClr val="bg1">
              <a:lumMod val="85000"/>
            </a:schemeClr>
          </a:solidFill>
          <a:ln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 </a:t>
            </a:r>
          </a:p>
        </p:txBody>
      </p:sp>
      <p:sp>
        <p:nvSpPr>
          <p:cNvPr id="14" name="TextBox 35"/>
          <p:cNvSpPr txBox="1">
            <a:spLocks noChangeArrowheads="1"/>
          </p:cNvSpPr>
          <p:nvPr/>
        </p:nvSpPr>
        <p:spPr bwMode="auto">
          <a:xfrm>
            <a:off x="3247390" y="1925320"/>
            <a:ext cx="1606550" cy="12280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先定一个</a:t>
            </a: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小目标！</a:t>
            </a:r>
          </a:p>
        </p:txBody>
      </p:sp>
      <p:grpSp>
        <p:nvGrpSpPr>
          <p:cNvPr id="2" name="组合 1"/>
          <p:cNvGrpSpPr/>
          <p:nvPr/>
        </p:nvGrpSpPr>
        <p:grpSpPr>
          <a:xfrm>
            <a:off x="5379720" y="3447415"/>
            <a:ext cx="4492625" cy="495300"/>
            <a:chOff x="8472" y="5429"/>
            <a:chExt cx="7075" cy="780"/>
          </a:xfrm>
        </p:grpSpPr>
        <p:sp>
          <p:nvSpPr>
            <p:cNvPr id="15" name="TextBox 35"/>
            <p:cNvSpPr txBox="1">
              <a:spLocks noChangeArrowheads="1"/>
            </p:cNvSpPr>
            <p:nvPr/>
          </p:nvSpPr>
          <p:spPr bwMode="auto">
            <a:xfrm>
              <a:off x="9159" y="5429"/>
              <a:ext cx="6388" cy="7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121917" tIns="60958" rIns="121917" bIns="60958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ct val="120000"/>
                </a:lnSpc>
                <a:defRPr/>
              </a:pPr>
              <a:r>
                <a:rPr lang="zh-CN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ea"/>
                </a:rPr>
                <a:t>了解</a:t>
              </a:r>
              <a:r>
                <a:rPr lang="zh-CN" altLang="zh-CN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ea"/>
                </a:rPr>
                <a:t>线程</a:t>
              </a:r>
              <a:r>
                <a:rPr lang="zh-CN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ea"/>
                </a:rPr>
                <a:t>，能说出什么是线程</a:t>
              </a:r>
            </a:p>
          </p:txBody>
        </p:sp>
        <p:grpSp>
          <p:nvGrpSpPr>
            <p:cNvPr id="19" name="组合 18"/>
            <p:cNvGrpSpPr/>
            <p:nvPr/>
          </p:nvGrpSpPr>
          <p:grpSpPr>
            <a:xfrm>
              <a:off x="8472" y="5571"/>
              <a:ext cx="638" cy="638"/>
              <a:chOff x="8881" y="4685"/>
              <a:chExt cx="638" cy="638"/>
            </a:xfrm>
          </p:grpSpPr>
          <p:sp>
            <p:nvSpPr>
              <p:cNvPr id="18" name="椭圆 17"/>
              <p:cNvSpPr/>
              <p:nvPr/>
            </p:nvSpPr>
            <p:spPr>
              <a:xfrm>
                <a:off x="8881" y="4685"/>
                <a:ext cx="638" cy="638"/>
              </a:xfrm>
              <a:prstGeom prst="ellipse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7" name="椭圆 16"/>
              <p:cNvSpPr/>
              <p:nvPr/>
            </p:nvSpPr>
            <p:spPr>
              <a:xfrm>
                <a:off x="8946" y="4750"/>
                <a:ext cx="508" cy="508"/>
              </a:xfrm>
              <a:prstGeom prst="ellipse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12.1.2 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线程</a:t>
            </a:r>
          </a:p>
        </p:txBody>
      </p:sp>
      <p:sp>
        <p:nvSpPr>
          <p:cNvPr id="4" name="Chevron 3"/>
          <p:cNvSpPr/>
          <p:nvPr>
            <p:custDataLst>
              <p:tags r:id="rId1"/>
            </p:custDataLst>
          </p:nvPr>
        </p:nvSpPr>
        <p:spPr>
          <a:xfrm>
            <a:off x="1054100" y="1092200"/>
            <a:ext cx="2529205" cy="666115"/>
          </a:xfrm>
          <a:prstGeom prst="chevron">
            <a:avLst>
              <a:gd name="adj" fmla="val 43848"/>
            </a:avLst>
          </a:prstGeom>
          <a:solidFill>
            <a:srgbClr val="FFFFFF">
              <a:lumMod val="7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rmAutofit/>
          </a:bodyPr>
          <a:lstStyle/>
          <a:p>
            <a:pPr algn="ctr">
              <a:lnSpc>
                <a:spcPct val="120000"/>
              </a:lnSpc>
            </a:pPr>
            <a:endParaRPr lang="en-GB" sz="900">
              <a:solidFill>
                <a:sysClr val="windowText" lastClr="000000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84" name="文本框 18"/>
          <p:cNvSpPr txBox="1"/>
          <p:nvPr>
            <p:custDataLst>
              <p:tags r:id="rId2"/>
            </p:custDataLst>
          </p:nvPr>
        </p:nvSpPr>
        <p:spPr>
          <a:xfrm>
            <a:off x="1497330" y="2559685"/>
            <a:ext cx="9213850" cy="2327910"/>
          </a:xfrm>
          <a:prstGeom prst="rect">
            <a:avLst/>
          </a:prstGeom>
          <a:noFill/>
        </p:spPr>
        <p:txBody>
          <a:bodyPr wrap="square" lIns="89970" tIns="46784" rIns="89970" bIns="46784">
            <a:noAutofit/>
          </a:bodyPr>
          <a:lstStyle>
            <a:defPPr>
              <a:defRPr lang="zh-CN"/>
            </a:defPPr>
            <a:lvl1pPr marL="0" algn="l" defTabSz="913765" rtl="0" eaLnBrk="1" latinLnBrk="0" hangingPunct="1">
              <a:defRPr sz="1800" kern="1200">
                <a:solidFill>
                  <a:sysClr val="windowText" lastClr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defRPr>
            </a:lvl1pPr>
            <a:lvl2pPr marL="457200" algn="l" defTabSz="913765" rtl="0" eaLnBrk="1" latinLnBrk="0" hangingPunct="1">
              <a:defRPr sz="1800" kern="1200">
                <a:solidFill>
                  <a:sysClr val="windowText" lastClr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defRPr>
            </a:lvl2pPr>
            <a:lvl3pPr marL="914400" algn="l" defTabSz="913765" rtl="0" eaLnBrk="1" latinLnBrk="0" hangingPunct="1">
              <a:defRPr sz="1800" kern="1200">
                <a:solidFill>
                  <a:sysClr val="windowText" lastClr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defRPr>
            </a:lvl3pPr>
            <a:lvl4pPr marL="1371600" algn="l" defTabSz="913765" rtl="0" eaLnBrk="1" latinLnBrk="0" hangingPunct="1">
              <a:defRPr sz="1800" kern="1200">
                <a:solidFill>
                  <a:sysClr val="windowText" lastClr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defRPr>
            </a:lvl4pPr>
            <a:lvl5pPr marL="1828800" algn="l" defTabSz="913765" rtl="0" eaLnBrk="1" latinLnBrk="0" hangingPunct="1">
              <a:defRPr sz="1800" kern="1200">
                <a:solidFill>
                  <a:sysClr val="windowText" lastClr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defRPr>
            </a:lvl5pPr>
            <a:lvl6pPr marL="2286000" algn="l" defTabSz="913765" rtl="0" eaLnBrk="1" latinLnBrk="0" hangingPunct="1">
              <a:defRPr sz="1800" kern="1200">
                <a:solidFill>
                  <a:sysClr val="windowText" lastClr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defRPr>
            </a:lvl6pPr>
            <a:lvl7pPr marL="2743200" algn="l" defTabSz="913765" rtl="0" eaLnBrk="1" latinLnBrk="0" hangingPunct="1">
              <a:defRPr sz="1800" kern="1200">
                <a:solidFill>
                  <a:sysClr val="windowText" lastClr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defRPr>
            </a:lvl7pPr>
            <a:lvl8pPr marL="3200400" algn="l" defTabSz="913765" rtl="0" eaLnBrk="1" latinLnBrk="0" hangingPunct="1">
              <a:defRPr sz="1800" kern="1200">
                <a:solidFill>
                  <a:sysClr val="windowText" lastClr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defRPr>
            </a:lvl8pPr>
            <a:lvl9pPr marL="3657600" algn="l" defTabSz="913765" rtl="0" eaLnBrk="1" latinLnBrk="0" hangingPunct="1">
              <a:defRPr sz="1800" kern="1200">
                <a:solidFill>
                  <a:sysClr val="windowText" lastClr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</a:rPr>
              <a:t>每个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</a:rPr>
              <a:t>运行的程序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</a:rPr>
              <a:t>都是一个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</a:rPr>
              <a:t>进程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</a:rPr>
              <a:t>，在一个进程中还可以有多个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</a:rPr>
              <a:t>执行单元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</a:rPr>
              <a:t>同时运行，这些执行单元可以看作程序执行的一条条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</a:rPr>
              <a:t>线程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</a:rPr>
              <a:t>。每一个进程中都至少存在一个线程。代码按照调用顺序依次往下执行，没有出现两段程序代码交替运行的效果，这样的程序称作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</a:rPr>
              <a:t>单线程程序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</a:rPr>
              <a:t>。如果希望程序中实现多段程序代码交替运行的效果，则需要创建多个线程，即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</a:rPr>
              <a:t>多线程程序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</a:rPr>
              <a:t>。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1970573" y="1232159"/>
            <a:ext cx="69088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线程</a:t>
            </a:r>
          </a:p>
        </p:txBody>
      </p:sp>
      <p:sp>
        <p:nvSpPr>
          <p:cNvPr id="9" name="圆角矩形 8"/>
          <p:cNvSpPr/>
          <p:nvPr/>
        </p:nvSpPr>
        <p:spPr>
          <a:xfrm>
            <a:off x="1163320" y="2306955"/>
            <a:ext cx="9864090" cy="2760345"/>
          </a:xfrm>
          <a:prstGeom prst="roundRect">
            <a:avLst>
              <a:gd name="adj" fmla="val 0"/>
            </a:avLst>
          </a:prstGeom>
          <a:noFill/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0" name="矩形 93"/>
          <p:cNvSpPr/>
          <p:nvPr/>
        </p:nvSpPr>
        <p:spPr>
          <a:xfrm>
            <a:off x="1163320" y="2306955"/>
            <a:ext cx="384175" cy="486410"/>
          </a:xfrm>
          <a:custGeom>
            <a:avLst/>
            <a:gdLst/>
            <a:ahLst/>
            <a:cxnLst/>
            <a:rect l="l" t="t" r="r" b="b"/>
            <a:pathLst>
              <a:path w="504056" h="504056">
                <a:moveTo>
                  <a:pt x="0" y="0"/>
                </a:moveTo>
                <a:lnTo>
                  <a:pt x="504056" y="0"/>
                </a:lnTo>
                <a:lnTo>
                  <a:pt x="504056" y="144016"/>
                </a:lnTo>
                <a:lnTo>
                  <a:pt x="144016" y="144016"/>
                </a:lnTo>
                <a:lnTo>
                  <a:pt x="144016" y="504056"/>
                </a:lnTo>
                <a:lnTo>
                  <a:pt x="0" y="50405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1" name="矩形 93"/>
          <p:cNvSpPr/>
          <p:nvPr/>
        </p:nvSpPr>
        <p:spPr>
          <a:xfrm rot="10800000">
            <a:off x="10643235" y="4580890"/>
            <a:ext cx="384175" cy="486410"/>
          </a:xfrm>
          <a:custGeom>
            <a:avLst/>
            <a:gdLst/>
            <a:ahLst/>
            <a:cxnLst/>
            <a:rect l="l" t="t" r="r" b="b"/>
            <a:pathLst>
              <a:path w="504056" h="504056">
                <a:moveTo>
                  <a:pt x="0" y="0"/>
                </a:moveTo>
                <a:lnTo>
                  <a:pt x="504056" y="0"/>
                </a:lnTo>
                <a:lnTo>
                  <a:pt x="504056" y="144016"/>
                </a:lnTo>
                <a:lnTo>
                  <a:pt x="144016" y="144016"/>
                </a:lnTo>
                <a:lnTo>
                  <a:pt x="144016" y="504056"/>
                </a:lnTo>
                <a:lnTo>
                  <a:pt x="0" y="50405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12.1.2 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线程</a:t>
            </a:r>
          </a:p>
        </p:txBody>
      </p:sp>
      <p:sp>
        <p:nvSpPr>
          <p:cNvPr id="4" name="Chevron 3"/>
          <p:cNvSpPr/>
          <p:nvPr>
            <p:custDataLst>
              <p:tags r:id="rId2"/>
            </p:custDataLst>
          </p:nvPr>
        </p:nvSpPr>
        <p:spPr>
          <a:xfrm>
            <a:off x="1054100" y="1307465"/>
            <a:ext cx="1926590" cy="666115"/>
          </a:xfrm>
          <a:prstGeom prst="chevron">
            <a:avLst>
              <a:gd name="adj" fmla="val 43848"/>
            </a:avLst>
          </a:prstGeom>
          <a:solidFill>
            <a:srgbClr val="FFFFFF">
              <a:lumMod val="7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rmAutofit/>
          </a:bodyPr>
          <a:lstStyle/>
          <a:p>
            <a:pPr algn="ctr">
              <a:lnSpc>
                <a:spcPct val="120000"/>
              </a:lnSpc>
            </a:pPr>
            <a:endParaRPr lang="en-GB" sz="900">
              <a:solidFill>
                <a:sysClr val="windowText" lastClr="000000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540043" y="1447424"/>
            <a:ext cx="94488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多线程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2980055" y="923925"/>
            <a:ext cx="8232140" cy="1476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buClrTx/>
              <a:buSzTx/>
              <a:buNone/>
            </a:pPr>
            <a:r>
              <a:rPr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多线程</a:t>
            </a:r>
            <a:r>
              <a:rPr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是指一个进程在执行过程中可以产生多个单线程，这些单线程程序在运行时是相互独立的，它们可以</a:t>
            </a:r>
            <a:r>
              <a:rPr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并发执行</a:t>
            </a:r>
            <a:r>
              <a:rPr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。多线程程序的执行过程</a:t>
            </a:r>
            <a:r>
              <a:rPr 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如图所示。</a:t>
            </a:r>
          </a:p>
        </p:txBody>
      </p:sp>
      <p:graphicFrame>
        <p:nvGraphicFramePr>
          <p:cNvPr id="5" name="对象 -2147482623"/>
          <p:cNvGraphicFramePr>
            <a:graphicFrameLocks noChangeAspect="1"/>
          </p:cNvGraphicFramePr>
          <p:nvPr/>
        </p:nvGraphicFramePr>
        <p:xfrm>
          <a:off x="4314508" y="2319020"/>
          <a:ext cx="3560209" cy="2520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1" r:id="rId5" imgW="2943860" imgH="2240915" progId="Visio.Drawing.11">
                  <p:embed/>
                </p:oleObj>
              </mc:Choice>
              <mc:Fallback>
                <p:oleObj r:id="rId5" imgW="2943860" imgH="2240915" progId="Visio.Drawing.11">
                  <p:embed/>
                  <p:pic>
                    <p:nvPicPr>
                      <p:cNvPr id="0" name="图片 3075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314508" y="2319020"/>
                        <a:ext cx="3560209" cy="25200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0" name="文本框 99"/>
          <p:cNvSpPr txBox="1"/>
          <p:nvPr/>
        </p:nvSpPr>
        <p:spPr>
          <a:xfrm>
            <a:off x="1073785" y="5127625"/>
            <a:ext cx="10043160" cy="101473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indent="0" fontAlgn="auto">
              <a:lnSpc>
                <a:spcPct val="150000"/>
              </a:lnSpc>
            </a:pPr>
            <a:r>
              <a:rPr sz="20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图中所示的多条线程，看似是同时执行的，其实不然，它们和进程一样，也是由CPU轮流执行的，只不过CPU运行速度很快，因此给人同时执行的感觉。</a:t>
            </a:r>
            <a:endParaRPr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TextBox 48"/>
          <p:cNvSpPr txBox="1"/>
          <p:nvPr/>
        </p:nvSpPr>
        <p:spPr>
          <a:xfrm>
            <a:off x="3970020" y="3014345"/>
            <a:ext cx="7070725" cy="829945"/>
          </a:xfrm>
          <a:prstGeom prst="rect">
            <a:avLst/>
          </a:prstGeom>
          <a:noFill/>
        </p:spPr>
        <p:txBody>
          <a:bodyPr wrap="square" lIns="91443" tIns="45720" rIns="91443" bIns="45720" rtlCol="0">
            <a:spAutoFit/>
          </a:bodyPr>
          <a:lstStyle/>
          <a:p>
            <a:r>
              <a:rPr sz="48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线程的创建</a:t>
            </a:r>
          </a:p>
        </p:txBody>
      </p:sp>
      <p:sp>
        <p:nvSpPr>
          <p:cNvPr id="2" name="TextBox 48"/>
          <p:cNvSpPr txBox="1"/>
          <p:nvPr/>
        </p:nvSpPr>
        <p:spPr>
          <a:xfrm>
            <a:off x="1238885" y="2809240"/>
            <a:ext cx="2122805" cy="1106805"/>
          </a:xfrm>
          <a:prstGeom prst="rect">
            <a:avLst/>
          </a:prstGeom>
          <a:noFill/>
        </p:spPr>
        <p:txBody>
          <a:bodyPr wrap="square" lIns="91443" tIns="45720" rIns="91443" bIns="45720" rtlCol="0">
            <a:spAutoFit/>
          </a:bodyPr>
          <a:lstStyle/>
          <a:p>
            <a:r>
              <a:rPr lang="en-US" altLang="en-GB" sz="6600" b="1" dirty="0">
                <a:solidFill>
                  <a:srgbClr val="FAFAF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12.2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框 8"/>
          <p:cNvSpPr txBox="1"/>
          <p:nvPr/>
        </p:nvSpPr>
        <p:spPr>
          <a:xfrm>
            <a:off x="1691640" y="2154555"/>
            <a:ext cx="8806180" cy="28613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fontAlgn="auto">
              <a:lnSpc>
                <a:spcPct val="150000"/>
              </a:lnSpc>
            </a:pP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Java提供了3种多线程的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创建方式: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</a:t>
            </a:r>
          </a:p>
          <a:p>
            <a:pPr algn="l" fontAlgn="auto">
              <a:lnSpc>
                <a:spcPct val="150000"/>
              </a:lnSpc>
            </a:pP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(1)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继承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javal.ang包中的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Thread类，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重写 Thread类的run()方法，在run()方法中实现多线程代码。 </a:t>
            </a:r>
          </a:p>
          <a:p>
            <a:pPr algn="l" fontAlgn="auto">
              <a:lnSpc>
                <a:spcPct val="150000"/>
              </a:lnSpc>
            </a:pP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(2)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实现javal.ang.Runnable接口，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在run()方法中实现多线程代码。 </a:t>
            </a:r>
          </a:p>
          <a:p>
            <a:pPr algn="l" fontAlgn="auto">
              <a:lnSpc>
                <a:spcPct val="150000"/>
              </a:lnSpc>
            </a:pP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(3)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实现java.util.concurrent.Callable接口，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重写call()方法,并使用 Future接口获取call()方法返回的结果。</a:t>
            </a:r>
          </a:p>
        </p:txBody>
      </p:sp>
      <p:sp>
        <p:nvSpPr>
          <p:cNvPr id="4" name="圆角矩形 3"/>
          <p:cNvSpPr/>
          <p:nvPr/>
        </p:nvSpPr>
        <p:spPr>
          <a:xfrm>
            <a:off x="1548130" y="1876425"/>
            <a:ext cx="9095740" cy="3447415"/>
          </a:xfrm>
          <a:prstGeom prst="roundRect">
            <a:avLst>
              <a:gd name="adj" fmla="val 0"/>
            </a:avLst>
          </a:prstGeom>
          <a:noFill/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7" name="矩形 93"/>
          <p:cNvSpPr/>
          <p:nvPr/>
        </p:nvSpPr>
        <p:spPr>
          <a:xfrm>
            <a:off x="1548130" y="1876425"/>
            <a:ext cx="384175" cy="486410"/>
          </a:xfrm>
          <a:custGeom>
            <a:avLst/>
            <a:gdLst/>
            <a:ahLst/>
            <a:cxnLst/>
            <a:rect l="l" t="t" r="r" b="b"/>
            <a:pathLst>
              <a:path w="504056" h="504056">
                <a:moveTo>
                  <a:pt x="0" y="0"/>
                </a:moveTo>
                <a:lnTo>
                  <a:pt x="504056" y="0"/>
                </a:lnTo>
                <a:lnTo>
                  <a:pt x="504056" y="144016"/>
                </a:lnTo>
                <a:lnTo>
                  <a:pt x="144016" y="144016"/>
                </a:lnTo>
                <a:lnTo>
                  <a:pt x="144016" y="504056"/>
                </a:lnTo>
                <a:lnTo>
                  <a:pt x="0" y="50405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1" name="矩形 93"/>
          <p:cNvSpPr/>
          <p:nvPr/>
        </p:nvSpPr>
        <p:spPr>
          <a:xfrm rot="10800000">
            <a:off x="10259695" y="4848225"/>
            <a:ext cx="384175" cy="486410"/>
          </a:xfrm>
          <a:custGeom>
            <a:avLst/>
            <a:gdLst/>
            <a:ahLst/>
            <a:cxnLst/>
            <a:rect l="l" t="t" r="r" b="b"/>
            <a:pathLst>
              <a:path w="504056" h="504056">
                <a:moveTo>
                  <a:pt x="0" y="0"/>
                </a:moveTo>
                <a:lnTo>
                  <a:pt x="504056" y="0"/>
                </a:lnTo>
                <a:lnTo>
                  <a:pt x="504056" y="144016"/>
                </a:lnTo>
                <a:lnTo>
                  <a:pt x="144016" y="144016"/>
                </a:lnTo>
                <a:lnTo>
                  <a:pt x="144016" y="504056"/>
                </a:lnTo>
                <a:lnTo>
                  <a:pt x="0" y="50405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31" name="Title 1"/>
          <p:cNvSpPr txBox="1"/>
          <p:nvPr/>
        </p:nvSpPr>
        <p:spPr>
          <a:xfrm>
            <a:off x="1143635" y="266700"/>
            <a:ext cx="467169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12.2  线程的创建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>
        <p14:flip dir="r"/>
      </p:transition>
    </mc:Choice>
    <mc:Fallback xmlns="">
      <p:transition spd="slow" advTm="3000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35" y="266700"/>
            <a:ext cx="467169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12.2.1  继承Thread类创建多线程</a:t>
            </a:r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4880" y="2215515"/>
            <a:ext cx="2797810" cy="3898265"/>
          </a:xfrm>
          <a:prstGeom prst="rect">
            <a:avLst/>
          </a:prstGeom>
        </p:spPr>
      </p:pic>
      <p:sp>
        <p:nvSpPr>
          <p:cNvPr id="13" name="椭圆形标注 12"/>
          <p:cNvSpPr/>
          <p:nvPr/>
        </p:nvSpPr>
        <p:spPr>
          <a:xfrm>
            <a:off x="2968625" y="1847215"/>
            <a:ext cx="2071370" cy="1493520"/>
          </a:xfrm>
          <a:prstGeom prst="wedgeEllipseCallout">
            <a:avLst/>
          </a:prstGeom>
          <a:solidFill>
            <a:schemeClr val="bg1">
              <a:lumMod val="85000"/>
            </a:schemeClr>
          </a:solidFill>
          <a:ln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 </a:t>
            </a:r>
          </a:p>
        </p:txBody>
      </p:sp>
      <p:sp>
        <p:nvSpPr>
          <p:cNvPr id="14" name="TextBox 35"/>
          <p:cNvSpPr txBox="1">
            <a:spLocks noChangeArrowheads="1"/>
          </p:cNvSpPr>
          <p:nvPr/>
        </p:nvSpPr>
        <p:spPr bwMode="auto">
          <a:xfrm>
            <a:off x="3247390" y="1925320"/>
            <a:ext cx="1606550" cy="12280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先定一个</a:t>
            </a: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小目标！</a:t>
            </a:r>
          </a:p>
        </p:txBody>
      </p:sp>
      <p:grpSp>
        <p:nvGrpSpPr>
          <p:cNvPr id="2" name="组合 1"/>
          <p:cNvGrpSpPr/>
          <p:nvPr/>
        </p:nvGrpSpPr>
        <p:grpSpPr>
          <a:xfrm>
            <a:off x="5379720" y="3375660"/>
            <a:ext cx="4602480" cy="1505585"/>
            <a:chOff x="8472" y="5316"/>
            <a:chExt cx="7248" cy="2371"/>
          </a:xfrm>
        </p:grpSpPr>
        <p:sp>
          <p:nvSpPr>
            <p:cNvPr id="15" name="TextBox 35"/>
            <p:cNvSpPr txBox="1">
              <a:spLocks noChangeArrowheads="1"/>
            </p:cNvSpPr>
            <p:nvPr/>
          </p:nvSpPr>
          <p:spPr bwMode="auto">
            <a:xfrm>
              <a:off x="9159" y="5316"/>
              <a:ext cx="6561" cy="23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121917" tIns="60958" rIns="121917" bIns="60958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just">
                <a:lnSpc>
                  <a:spcPct val="150000"/>
                </a:lnSpc>
              </a:pPr>
              <a:r>
                <a:rPr lang="zh-CN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ea"/>
                </a:rPr>
                <a:t>掌握</a:t>
              </a:r>
              <a:r>
                <a:rPr lang="zh-CN" altLang="zh-CN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ea"/>
                </a:rPr>
                <a:t>继承Thread类创建多线程</a:t>
              </a:r>
              <a:r>
                <a:rPr lang="zh-CN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ea"/>
                </a:rPr>
                <a:t>，能够通过继承Thread类的方式创建多线程</a:t>
              </a:r>
            </a:p>
          </p:txBody>
        </p:sp>
        <p:grpSp>
          <p:nvGrpSpPr>
            <p:cNvPr id="19" name="组合 18"/>
            <p:cNvGrpSpPr/>
            <p:nvPr/>
          </p:nvGrpSpPr>
          <p:grpSpPr>
            <a:xfrm>
              <a:off x="8472" y="5571"/>
              <a:ext cx="638" cy="638"/>
              <a:chOff x="8881" y="4685"/>
              <a:chExt cx="638" cy="638"/>
            </a:xfrm>
          </p:grpSpPr>
          <p:sp>
            <p:nvSpPr>
              <p:cNvPr id="18" name="椭圆 17"/>
              <p:cNvSpPr/>
              <p:nvPr/>
            </p:nvSpPr>
            <p:spPr>
              <a:xfrm>
                <a:off x="8881" y="4685"/>
                <a:ext cx="638" cy="638"/>
              </a:xfrm>
              <a:prstGeom prst="ellipse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7" name="椭圆 16"/>
              <p:cNvSpPr/>
              <p:nvPr/>
            </p:nvSpPr>
            <p:spPr>
              <a:xfrm>
                <a:off x="8946" y="4750"/>
                <a:ext cx="508" cy="508"/>
              </a:xfrm>
              <a:prstGeom prst="ellipse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35" y="266700"/>
            <a:ext cx="467169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12.2.1  继承Thread类创建多线程</a:t>
            </a:r>
          </a:p>
        </p:txBody>
      </p:sp>
      <p:sp>
        <p:nvSpPr>
          <p:cNvPr id="3" name="Chevron 3"/>
          <p:cNvSpPr/>
          <p:nvPr>
            <p:custDataLst>
              <p:tags r:id="rId1"/>
            </p:custDataLst>
          </p:nvPr>
        </p:nvSpPr>
        <p:spPr>
          <a:xfrm>
            <a:off x="1053866" y="1092196"/>
            <a:ext cx="2065510" cy="665857"/>
          </a:xfrm>
          <a:prstGeom prst="chevron">
            <a:avLst>
              <a:gd name="adj" fmla="val 43848"/>
            </a:avLst>
          </a:prstGeom>
          <a:solidFill>
            <a:srgbClr val="FFFFFF">
              <a:lumMod val="7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rmAutofit/>
          </a:bodyPr>
          <a:lstStyle/>
          <a:p>
            <a:pPr algn="ctr">
              <a:lnSpc>
                <a:spcPct val="120000"/>
              </a:lnSpc>
            </a:pPr>
            <a:endParaRPr lang="en-GB" sz="900">
              <a:solidFill>
                <a:sysClr val="windowText" lastClr="000000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396533" y="1232159"/>
            <a:ext cx="145288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单线程案例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18895" y="1922780"/>
            <a:ext cx="9381490" cy="4420870"/>
          </a:xfrm>
          <a:prstGeom prst="rect">
            <a:avLst/>
          </a:prstGeom>
        </p:spPr>
      </p:pic>
      <p:sp>
        <p:nvSpPr>
          <p:cNvPr id="7" name="矩形 6"/>
          <p:cNvSpPr/>
          <p:nvPr/>
        </p:nvSpPr>
        <p:spPr>
          <a:xfrm>
            <a:off x="1725930" y="1922780"/>
            <a:ext cx="8738870" cy="44208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public class Example01 {</a:t>
            </a:r>
          </a:p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    public static void main(String[] args) {</a:t>
            </a:r>
          </a:p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	MyThread01 myThread = new MyThread01(); // 创建MyThread01实例对象</a:t>
            </a:r>
          </a:p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	myThread.run();                     // 调用MyThread01类的run()方法</a:t>
            </a:r>
          </a:p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	while (true) {                          // 该循环是一个死循环，打印输出语句</a:t>
            </a:r>
          </a:p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		System.out.println("Main方法在运行");</a:t>
            </a:r>
          </a:p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	}</a:t>
            </a:r>
          </a:p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    }</a:t>
            </a:r>
          </a:p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}</a:t>
            </a:r>
          </a:p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class MyThread01 {</a:t>
            </a:r>
          </a:p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 public void run() {</a:t>
            </a:r>
          </a:p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	while (true) {                          // 该循环是一个死循环，打印输出语句</a:t>
            </a:r>
          </a:p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		System.out.println("MyThread类的run()方法在运行");</a:t>
            </a:r>
          </a:p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	}</a:t>
            </a:r>
          </a:p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 }</a:t>
            </a:r>
          </a:p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}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3190240" y="1225550"/>
            <a:ext cx="822769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fontAlgn="auto">
              <a:lnSpc>
                <a:spcPct val="100000"/>
              </a:lnSpc>
            </a:pPr>
            <a:r>
              <a:rPr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在学习多线程之前，先来看一个</a:t>
            </a:r>
            <a:r>
              <a:rPr 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单线程程序的</a:t>
            </a:r>
            <a:r>
              <a:rPr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案例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。具体代码如下所示。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35" y="266700"/>
            <a:ext cx="467169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12.2.1  继承Thread类创建多线程</a:t>
            </a:r>
          </a:p>
        </p:txBody>
      </p:sp>
      <p:sp>
        <p:nvSpPr>
          <p:cNvPr id="2" name="Chevron 3"/>
          <p:cNvSpPr/>
          <p:nvPr>
            <p:custDataLst>
              <p:tags r:id="rId1"/>
            </p:custDataLst>
          </p:nvPr>
        </p:nvSpPr>
        <p:spPr>
          <a:xfrm>
            <a:off x="1054100" y="1092200"/>
            <a:ext cx="1771015" cy="666115"/>
          </a:xfrm>
          <a:prstGeom prst="chevron">
            <a:avLst>
              <a:gd name="adj" fmla="val 43848"/>
            </a:avLst>
          </a:prstGeom>
          <a:solidFill>
            <a:srgbClr val="FFFFFF">
              <a:lumMod val="7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rmAutofit/>
          </a:bodyPr>
          <a:lstStyle/>
          <a:p>
            <a:pPr algn="ctr">
              <a:lnSpc>
                <a:spcPct val="120000"/>
              </a:lnSpc>
            </a:pPr>
            <a:endParaRPr lang="en-GB" sz="900">
              <a:solidFill>
                <a:sysClr val="windowText" lastClr="000000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1396533" y="1232159"/>
            <a:ext cx="119888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运行结果</a:t>
            </a:r>
          </a:p>
        </p:txBody>
      </p:sp>
      <p:pic>
        <p:nvPicPr>
          <p:cNvPr id="3" name="图片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93820" y="2169795"/>
            <a:ext cx="4402231" cy="2520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" name="文本框 9"/>
          <p:cNvSpPr txBox="1"/>
          <p:nvPr/>
        </p:nvSpPr>
        <p:spPr>
          <a:xfrm>
            <a:off x="3336290" y="1225550"/>
            <a:ext cx="551688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 fontAlgn="auto">
              <a:lnSpc>
                <a:spcPct val="100000"/>
              </a:lnSpc>
            </a:pP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运行代码，控制台显示的运行结果如下图所示。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35" y="266700"/>
            <a:ext cx="467169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12.2.1  继承Thread类创建多线程</a:t>
            </a:r>
          </a:p>
        </p:txBody>
      </p:sp>
      <p:sp>
        <p:nvSpPr>
          <p:cNvPr id="2" name="Chevron 3"/>
          <p:cNvSpPr/>
          <p:nvPr>
            <p:custDataLst>
              <p:tags r:id="rId1"/>
            </p:custDataLst>
          </p:nvPr>
        </p:nvSpPr>
        <p:spPr>
          <a:xfrm>
            <a:off x="1054100" y="1092200"/>
            <a:ext cx="2414905" cy="666115"/>
          </a:xfrm>
          <a:prstGeom prst="chevron">
            <a:avLst>
              <a:gd name="adj" fmla="val 43848"/>
            </a:avLst>
          </a:prstGeom>
          <a:solidFill>
            <a:srgbClr val="FFFFFF">
              <a:lumMod val="7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rmAutofit/>
          </a:bodyPr>
          <a:lstStyle/>
          <a:p>
            <a:pPr algn="ctr">
              <a:lnSpc>
                <a:spcPct val="120000"/>
              </a:lnSpc>
            </a:pPr>
            <a:endParaRPr lang="en-GB" sz="900">
              <a:solidFill>
                <a:sysClr val="windowText" lastClr="000000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1396533" y="1232159"/>
            <a:ext cx="170688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运行结果分析</a:t>
            </a:r>
          </a:p>
        </p:txBody>
      </p:sp>
      <p:sp>
        <p:nvSpPr>
          <p:cNvPr id="9" name="文本框 8"/>
          <p:cNvSpPr txBox="1"/>
          <p:nvPr/>
        </p:nvSpPr>
        <p:spPr>
          <a:xfrm>
            <a:off x="1691640" y="2369820"/>
            <a:ext cx="8806180" cy="2399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fontAlgn="auto">
              <a:lnSpc>
                <a:spcPct val="150000"/>
              </a:lnSpc>
            </a:pP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由上图可知，程序一直打印“MyThread类的run()方法在运行”，这是因为该程序是一个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单线程程序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，在调用MyThread01类的run()方法时，遇到定义的死循环中，循环会一直进行。因此，MyThread类的打印语句将被无限执行，而main()方法中的打印语句无法得到执行。如果希望代码两个while循环中的的println语句能够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并发执行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，就需要实现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多线程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。</a:t>
            </a:r>
          </a:p>
        </p:txBody>
      </p:sp>
      <p:sp>
        <p:nvSpPr>
          <p:cNvPr id="4" name="圆角矩形 3"/>
          <p:cNvSpPr/>
          <p:nvPr/>
        </p:nvSpPr>
        <p:spPr>
          <a:xfrm>
            <a:off x="1548130" y="2091690"/>
            <a:ext cx="9095740" cy="2955925"/>
          </a:xfrm>
          <a:prstGeom prst="roundRect">
            <a:avLst>
              <a:gd name="adj" fmla="val 0"/>
            </a:avLst>
          </a:prstGeom>
          <a:noFill/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7" name="矩形 93"/>
          <p:cNvSpPr/>
          <p:nvPr/>
        </p:nvSpPr>
        <p:spPr>
          <a:xfrm>
            <a:off x="1548130" y="2091690"/>
            <a:ext cx="384175" cy="486410"/>
          </a:xfrm>
          <a:custGeom>
            <a:avLst/>
            <a:gdLst/>
            <a:ahLst/>
            <a:cxnLst/>
            <a:rect l="l" t="t" r="r" b="b"/>
            <a:pathLst>
              <a:path w="504056" h="504056">
                <a:moveTo>
                  <a:pt x="0" y="0"/>
                </a:moveTo>
                <a:lnTo>
                  <a:pt x="504056" y="0"/>
                </a:lnTo>
                <a:lnTo>
                  <a:pt x="504056" y="144016"/>
                </a:lnTo>
                <a:lnTo>
                  <a:pt x="144016" y="144016"/>
                </a:lnTo>
                <a:lnTo>
                  <a:pt x="144016" y="504056"/>
                </a:lnTo>
                <a:lnTo>
                  <a:pt x="0" y="50405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1" name="矩形 93"/>
          <p:cNvSpPr/>
          <p:nvPr/>
        </p:nvSpPr>
        <p:spPr>
          <a:xfrm rot="10800000">
            <a:off x="10259695" y="4561205"/>
            <a:ext cx="384175" cy="486410"/>
          </a:xfrm>
          <a:custGeom>
            <a:avLst/>
            <a:gdLst/>
            <a:ahLst/>
            <a:cxnLst/>
            <a:rect l="l" t="t" r="r" b="b"/>
            <a:pathLst>
              <a:path w="504056" h="504056">
                <a:moveTo>
                  <a:pt x="0" y="0"/>
                </a:moveTo>
                <a:lnTo>
                  <a:pt x="504056" y="0"/>
                </a:lnTo>
                <a:lnTo>
                  <a:pt x="504056" y="144016"/>
                </a:lnTo>
                <a:lnTo>
                  <a:pt x="144016" y="144016"/>
                </a:lnTo>
                <a:lnTo>
                  <a:pt x="144016" y="504056"/>
                </a:lnTo>
                <a:lnTo>
                  <a:pt x="0" y="50405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35" y="266700"/>
            <a:ext cx="467169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12.2.1  继承Thread类创建多线程</a:t>
            </a:r>
          </a:p>
        </p:txBody>
      </p:sp>
      <p:sp>
        <p:nvSpPr>
          <p:cNvPr id="4" name="Chevron 3"/>
          <p:cNvSpPr/>
          <p:nvPr>
            <p:custDataLst>
              <p:tags r:id="rId1"/>
            </p:custDataLst>
          </p:nvPr>
        </p:nvSpPr>
        <p:spPr>
          <a:xfrm>
            <a:off x="1054100" y="1092200"/>
            <a:ext cx="2261870" cy="666115"/>
          </a:xfrm>
          <a:prstGeom prst="chevron">
            <a:avLst>
              <a:gd name="adj" fmla="val 43848"/>
            </a:avLst>
          </a:prstGeom>
          <a:solidFill>
            <a:srgbClr val="FFFFFF">
              <a:lumMod val="7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rmAutofit/>
          </a:bodyPr>
          <a:lstStyle/>
          <a:p>
            <a:pPr algn="ctr">
              <a:lnSpc>
                <a:spcPct val="120000"/>
              </a:lnSpc>
            </a:pPr>
            <a:endParaRPr lang="en-GB" sz="900">
              <a:solidFill>
                <a:sysClr val="windowText" lastClr="000000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396533" y="1232159"/>
            <a:ext cx="178689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线程类Thread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1637030" y="2459990"/>
            <a:ext cx="8938895" cy="1938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  <a:buClrTx/>
              <a:buSzTx/>
              <a:buNone/>
            </a:pPr>
            <a:r>
              <a:rPr 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为了</a:t>
            </a:r>
            <a:r>
              <a:rPr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实现多线程</a:t>
            </a:r>
            <a:r>
              <a:rPr 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</a:t>
            </a:r>
            <a:r>
              <a:rPr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Java提供了一个线程类</a:t>
            </a:r>
            <a:r>
              <a:rPr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Thread</a:t>
            </a:r>
            <a:r>
              <a:rPr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，通过</a:t>
            </a:r>
            <a:r>
              <a:rPr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继承Thread类</a:t>
            </a:r>
            <a:r>
              <a:rPr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，并</a:t>
            </a:r>
            <a:r>
              <a:rPr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重写Thread类中的run()方法</a:t>
            </a:r>
            <a:r>
              <a:rPr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便可实现多线程。在Thread类中提供了一个</a:t>
            </a:r>
            <a:r>
              <a:rPr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start()方法用于启动新线程</a:t>
            </a:r>
            <a:r>
              <a:rPr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，新线程启动后，JVM会自动调用run()方法，如果子类重写了run()方法便会执行子类中的run()方法。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35" y="266700"/>
            <a:ext cx="467169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12.2.1  继承Thread类创建多线程</a:t>
            </a:r>
          </a:p>
        </p:txBody>
      </p:sp>
      <p:sp>
        <p:nvSpPr>
          <p:cNvPr id="3" name="Chevron 3"/>
          <p:cNvSpPr/>
          <p:nvPr>
            <p:custDataLst>
              <p:tags r:id="rId1"/>
            </p:custDataLst>
          </p:nvPr>
        </p:nvSpPr>
        <p:spPr>
          <a:xfrm>
            <a:off x="1053866" y="1092196"/>
            <a:ext cx="2065510" cy="665857"/>
          </a:xfrm>
          <a:prstGeom prst="chevron">
            <a:avLst>
              <a:gd name="adj" fmla="val 43848"/>
            </a:avLst>
          </a:prstGeom>
          <a:solidFill>
            <a:srgbClr val="FFFFFF">
              <a:lumMod val="7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rmAutofit/>
          </a:bodyPr>
          <a:lstStyle/>
          <a:p>
            <a:pPr algn="ctr">
              <a:lnSpc>
                <a:spcPct val="120000"/>
              </a:lnSpc>
            </a:pPr>
            <a:endParaRPr lang="en-GB" sz="900">
              <a:solidFill>
                <a:sysClr val="windowText" lastClr="000000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396533" y="1232159"/>
            <a:ext cx="145288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多线程案例</a:t>
            </a: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18895" y="1922780"/>
            <a:ext cx="9381490" cy="4420870"/>
          </a:xfrm>
          <a:prstGeom prst="rect">
            <a:avLst/>
          </a:prstGeom>
        </p:spPr>
      </p:pic>
      <p:sp>
        <p:nvSpPr>
          <p:cNvPr id="8" name="矩形 7"/>
          <p:cNvSpPr/>
          <p:nvPr/>
        </p:nvSpPr>
        <p:spPr>
          <a:xfrm>
            <a:off x="1725930" y="1922780"/>
            <a:ext cx="8738870" cy="44208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public class Example02 {</a:t>
            </a:r>
          </a:p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    public static void main(String[] args) {</a:t>
            </a:r>
          </a:p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	MyThread02 myThread = new MyThread02(); // 创建MyThread02的线程对象</a:t>
            </a:r>
          </a:p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	</a:t>
            </a:r>
            <a:r>
              <a:rPr lang="en-US" altLang="zh-CN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myThread.start()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; // 开启线程</a:t>
            </a:r>
          </a:p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	while (true) { // 通过死循环语句打印输出</a:t>
            </a:r>
          </a:p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		System.out.println("main()方法在运行");</a:t>
            </a:r>
          </a:p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	}</a:t>
            </a:r>
          </a:p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     }</a:t>
            </a:r>
          </a:p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}</a:t>
            </a:r>
          </a:p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class MyThread02 </a:t>
            </a:r>
            <a:r>
              <a:rPr lang="en-US" altLang="zh-CN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extends Thread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{</a:t>
            </a:r>
          </a:p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   </a:t>
            </a:r>
            <a:r>
              <a:rPr lang="en-US" altLang="zh-CN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public void run()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{</a:t>
            </a:r>
          </a:p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	while (true) { // 通过死循环语句打印输出</a:t>
            </a:r>
          </a:p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		System.out.println("MyThread类的run()方法在运行");</a:t>
            </a:r>
          </a:p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	}</a:t>
            </a:r>
          </a:p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  }</a:t>
            </a:r>
          </a:p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}</a:t>
            </a:r>
          </a:p>
        </p:txBody>
      </p:sp>
      <p:sp>
        <p:nvSpPr>
          <p:cNvPr id="9" name="文本框 8"/>
          <p:cNvSpPr txBox="1"/>
          <p:nvPr/>
        </p:nvSpPr>
        <p:spPr>
          <a:xfrm>
            <a:off x="3190240" y="1225550"/>
            <a:ext cx="758317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fontAlgn="auto">
              <a:lnSpc>
                <a:spcPct val="100000"/>
              </a:lnSpc>
            </a:pPr>
            <a:r>
              <a:rPr 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下面</a:t>
            </a:r>
            <a:r>
              <a:rPr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通过继承Thread类的方式来实现多线程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。具体代码如下所示。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35" y="266700"/>
            <a:ext cx="555942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12.2.1  继承Thread类创建多线程</a:t>
            </a:r>
          </a:p>
        </p:txBody>
      </p:sp>
      <p:sp>
        <p:nvSpPr>
          <p:cNvPr id="3" name="Chevron 3"/>
          <p:cNvSpPr/>
          <p:nvPr>
            <p:custDataLst>
              <p:tags r:id="rId1"/>
            </p:custDataLst>
          </p:nvPr>
        </p:nvSpPr>
        <p:spPr>
          <a:xfrm>
            <a:off x="1054100" y="1092200"/>
            <a:ext cx="1771015" cy="666115"/>
          </a:xfrm>
          <a:prstGeom prst="chevron">
            <a:avLst>
              <a:gd name="adj" fmla="val 43848"/>
            </a:avLst>
          </a:prstGeom>
          <a:solidFill>
            <a:srgbClr val="FFFFFF">
              <a:lumMod val="7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rmAutofit/>
          </a:bodyPr>
          <a:lstStyle/>
          <a:p>
            <a:pPr algn="ctr">
              <a:lnSpc>
                <a:spcPct val="120000"/>
              </a:lnSpc>
            </a:pPr>
            <a:endParaRPr lang="en-GB" sz="900">
              <a:solidFill>
                <a:sysClr val="windowText" lastClr="000000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1396533" y="1232159"/>
            <a:ext cx="119888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运行结果</a:t>
            </a:r>
          </a:p>
        </p:txBody>
      </p:sp>
      <p:sp>
        <p:nvSpPr>
          <p:cNvPr id="10" name="文本框 9"/>
          <p:cNvSpPr txBox="1"/>
          <p:nvPr/>
        </p:nvSpPr>
        <p:spPr>
          <a:xfrm>
            <a:off x="3336925" y="1225550"/>
            <a:ext cx="551688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lnSpc>
                <a:spcPct val="100000"/>
              </a:lnSpc>
            </a:pP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运行代码，控制台显示的运行结果如下图所示。</a:t>
            </a: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87470" y="2169795"/>
            <a:ext cx="4415844" cy="2520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0" name="文本框 99"/>
          <p:cNvSpPr txBox="1"/>
          <p:nvPr/>
        </p:nvSpPr>
        <p:spPr>
          <a:xfrm>
            <a:off x="1143635" y="5228590"/>
            <a:ext cx="7579995" cy="39878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indent="0"/>
            <a:r>
              <a:rPr lang="zh-CN" altLang="zh-CN" sz="20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由图可知，两个循环中的语句都有输出，说明程序实现了多线程。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35" y="266700"/>
            <a:ext cx="555942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12.2.1  继承Thread类创建多线程</a:t>
            </a:r>
          </a:p>
        </p:txBody>
      </p:sp>
      <p:sp>
        <p:nvSpPr>
          <p:cNvPr id="3" name="Chevron 3"/>
          <p:cNvSpPr/>
          <p:nvPr>
            <p:custDataLst>
              <p:tags r:id="rId1"/>
            </p:custDataLst>
          </p:nvPr>
        </p:nvSpPr>
        <p:spPr>
          <a:xfrm>
            <a:off x="1054100" y="1092200"/>
            <a:ext cx="3291840" cy="666115"/>
          </a:xfrm>
          <a:prstGeom prst="chevron">
            <a:avLst>
              <a:gd name="adj" fmla="val 43848"/>
            </a:avLst>
          </a:prstGeom>
          <a:solidFill>
            <a:srgbClr val="FFFFFF">
              <a:lumMod val="7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rmAutofit/>
          </a:bodyPr>
          <a:lstStyle/>
          <a:p>
            <a:pPr algn="ctr">
              <a:lnSpc>
                <a:spcPct val="120000"/>
              </a:lnSpc>
            </a:pPr>
            <a:endParaRPr lang="en-GB" sz="900">
              <a:solidFill>
                <a:sysClr val="windowText" lastClr="000000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1396533" y="1232159"/>
            <a:ext cx="272288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单线程和多线程的区别</a:t>
            </a:r>
          </a:p>
        </p:txBody>
      </p:sp>
      <p:sp>
        <p:nvSpPr>
          <p:cNvPr id="100" name="文本框 99"/>
          <p:cNvSpPr txBox="1"/>
          <p:nvPr/>
        </p:nvSpPr>
        <p:spPr>
          <a:xfrm>
            <a:off x="6703060" y="2460625"/>
            <a:ext cx="4495800" cy="239966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indent="0" fontAlgn="auto">
              <a:lnSpc>
                <a:spcPct val="150000"/>
              </a:lnSpc>
            </a:pPr>
            <a:r>
              <a:rPr lang="zh-CN" sz="20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从图可以看出，</a:t>
            </a:r>
            <a:r>
              <a:rPr lang="zh-CN" sz="2000" b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单线程</a:t>
            </a:r>
            <a:r>
              <a:rPr lang="zh-CN" sz="20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的程序在运行时，会按照代码的</a:t>
            </a:r>
            <a:r>
              <a:rPr lang="zh-CN" sz="2000" b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调用顺序</a:t>
            </a:r>
            <a:r>
              <a:rPr lang="zh-CN" sz="20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执行，而在</a:t>
            </a:r>
            <a:r>
              <a:rPr lang="zh-CN" sz="2000" b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多线程</a:t>
            </a:r>
            <a:r>
              <a:rPr lang="zh-CN" sz="20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中，</a:t>
            </a:r>
            <a:r>
              <a:rPr lang="en-US" sz="20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main()</a:t>
            </a:r>
            <a:r>
              <a:rPr lang="zh-CN" sz="20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方法和</a:t>
            </a:r>
            <a:r>
              <a:rPr lang="en-US" sz="20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MyThread</a:t>
            </a:r>
            <a:r>
              <a:rPr lang="zh-CN" sz="20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类的</a:t>
            </a:r>
            <a:r>
              <a:rPr lang="en-US" sz="20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run()</a:t>
            </a:r>
            <a:r>
              <a:rPr lang="zh-CN" sz="20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方法却可以</a:t>
            </a:r>
            <a:r>
              <a:rPr lang="zh-CN" sz="2000" b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同时运行</a:t>
            </a:r>
            <a:r>
              <a:rPr lang="zh-CN" sz="20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，互不影响。</a:t>
            </a:r>
            <a:endParaRPr lang="zh-CN" altLang="en-US" sz="2000" b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117" name="图片 1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9947" y="2077403"/>
            <a:ext cx="5266690" cy="393763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35" y="266700"/>
            <a:ext cx="555942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12.2.2  实现Runnable接口创建多线程</a:t>
            </a:r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4880" y="2215515"/>
            <a:ext cx="2797810" cy="3898265"/>
          </a:xfrm>
          <a:prstGeom prst="rect">
            <a:avLst/>
          </a:prstGeom>
        </p:spPr>
      </p:pic>
      <p:sp>
        <p:nvSpPr>
          <p:cNvPr id="13" name="椭圆形标注 12"/>
          <p:cNvSpPr/>
          <p:nvPr/>
        </p:nvSpPr>
        <p:spPr>
          <a:xfrm>
            <a:off x="2968625" y="1847215"/>
            <a:ext cx="2071370" cy="1493520"/>
          </a:xfrm>
          <a:prstGeom prst="wedgeEllipseCallout">
            <a:avLst/>
          </a:prstGeom>
          <a:solidFill>
            <a:schemeClr val="bg1">
              <a:lumMod val="85000"/>
            </a:schemeClr>
          </a:solidFill>
          <a:ln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 </a:t>
            </a:r>
          </a:p>
        </p:txBody>
      </p:sp>
      <p:sp>
        <p:nvSpPr>
          <p:cNvPr id="14" name="TextBox 35"/>
          <p:cNvSpPr txBox="1">
            <a:spLocks noChangeArrowheads="1"/>
          </p:cNvSpPr>
          <p:nvPr/>
        </p:nvSpPr>
        <p:spPr bwMode="auto">
          <a:xfrm>
            <a:off x="3247390" y="1925320"/>
            <a:ext cx="1606550" cy="12280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先定一个</a:t>
            </a: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小目标！</a:t>
            </a:r>
          </a:p>
        </p:txBody>
      </p:sp>
      <p:grpSp>
        <p:nvGrpSpPr>
          <p:cNvPr id="2" name="组合 1"/>
          <p:cNvGrpSpPr/>
          <p:nvPr/>
        </p:nvGrpSpPr>
        <p:grpSpPr>
          <a:xfrm>
            <a:off x="5379720" y="3375660"/>
            <a:ext cx="5489575" cy="1043940"/>
            <a:chOff x="8472" y="5316"/>
            <a:chExt cx="8645" cy="1644"/>
          </a:xfrm>
        </p:grpSpPr>
        <p:sp>
          <p:nvSpPr>
            <p:cNvPr id="15" name="TextBox 35"/>
            <p:cNvSpPr txBox="1">
              <a:spLocks noChangeArrowheads="1"/>
            </p:cNvSpPr>
            <p:nvPr/>
          </p:nvSpPr>
          <p:spPr bwMode="auto">
            <a:xfrm>
              <a:off x="9159" y="5316"/>
              <a:ext cx="7958" cy="16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121917" tIns="60958" rIns="121917" bIns="60958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just">
                <a:lnSpc>
                  <a:spcPct val="150000"/>
                </a:lnSpc>
              </a:pPr>
              <a:r>
                <a:rPr lang="zh-CN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ea"/>
                </a:rPr>
                <a:t>掌握</a:t>
              </a:r>
              <a:r>
                <a:rPr lang="zh-CN" altLang="zh-CN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ea"/>
                </a:rPr>
                <a:t>实现Runnable接口创建多线程</a:t>
              </a:r>
              <a:r>
                <a:rPr lang="zh-CN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ea"/>
                </a:rPr>
                <a:t>，能够通过实现Runnable接口的方式创建多线程</a:t>
              </a:r>
            </a:p>
          </p:txBody>
        </p:sp>
        <p:grpSp>
          <p:nvGrpSpPr>
            <p:cNvPr id="19" name="组合 18"/>
            <p:cNvGrpSpPr/>
            <p:nvPr/>
          </p:nvGrpSpPr>
          <p:grpSpPr>
            <a:xfrm>
              <a:off x="8472" y="5571"/>
              <a:ext cx="638" cy="638"/>
              <a:chOff x="8881" y="4685"/>
              <a:chExt cx="638" cy="638"/>
            </a:xfrm>
          </p:grpSpPr>
          <p:sp>
            <p:nvSpPr>
              <p:cNvPr id="18" name="椭圆 17"/>
              <p:cNvSpPr/>
              <p:nvPr/>
            </p:nvSpPr>
            <p:spPr>
              <a:xfrm>
                <a:off x="8881" y="4685"/>
                <a:ext cx="638" cy="638"/>
              </a:xfrm>
              <a:prstGeom prst="ellipse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7" name="椭圆 16"/>
              <p:cNvSpPr/>
              <p:nvPr/>
            </p:nvSpPr>
            <p:spPr>
              <a:xfrm>
                <a:off x="8946" y="4750"/>
                <a:ext cx="508" cy="508"/>
              </a:xfrm>
              <a:prstGeom prst="ellipse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35" y="266700"/>
            <a:ext cx="555942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12.2.2  实现Runnable接口创建多线程</a:t>
            </a:r>
          </a:p>
        </p:txBody>
      </p:sp>
      <p:sp>
        <p:nvSpPr>
          <p:cNvPr id="4" name="Chevron 3"/>
          <p:cNvSpPr/>
          <p:nvPr>
            <p:custDataLst>
              <p:tags r:id="rId1"/>
            </p:custDataLst>
          </p:nvPr>
        </p:nvSpPr>
        <p:spPr>
          <a:xfrm>
            <a:off x="1054100" y="1092200"/>
            <a:ext cx="4521835" cy="666115"/>
          </a:xfrm>
          <a:prstGeom prst="chevron">
            <a:avLst>
              <a:gd name="adj" fmla="val 43848"/>
            </a:avLst>
          </a:prstGeom>
          <a:solidFill>
            <a:srgbClr val="FFFFFF">
              <a:lumMod val="7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rmAutofit/>
          </a:bodyPr>
          <a:lstStyle/>
          <a:p>
            <a:pPr algn="ctr">
              <a:lnSpc>
                <a:spcPct val="120000"/>
              </a:lnSpc>
            </a:pPr>
            <a:endParaRPr lang="en-GB" sz="900">
              <a:solidFill>
                <a:sysClr val="windowText" lastClr="000000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84" name="文本框 18"/>
          <p:cNvSpPr txBox="1"/>
          <p:nvPr>
            <p:custDataLst>
              <p:tags r:id="rId2"/>
            </p:custDataLst>
          </p:nvPr>
        </p:nvSpPr>
        <p:spPr>
          <a:xfrm>
            <a:off x="1487805" y="2459355"/>
            <a:ext cx="9213850" cy="1941830"/>
          </a:xfrm>
          <a:prstGeom prst="rect">
            <a:avLst/>
          </a:prstGeom>
          <a:noFill/>
        </p:spPr>
        <p:txBody>
          <a:bodyPr wrap="square" lIns="89970" tIns="46784" rIns="89970" bIns="46784">
            <a:noAutofit/>
          </a:bodyPr>
          <a:lstStyle>
            <a:defPPr>
              <a:defRPr lang="zh-CN"/>
            </a:defPPr>
            <a:lvl1pPr marL="0" algn="l" defTabSz="913765" rtl="0" eaLnBrk="1" latinLnBrk="0" hangingPunct="1">
              <a:defRPr sz="1800" kern="1200">
                <a:solidFill>
                  <a:sysClr val="windowText" lastClr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defRPr>
            </a:lvl1pPr>
            <a:lvl2pPr marL="457200" algn="l" defTabSz="913765" rtl="0" eaLnBrk="1" latinLnBrk="0" hangingPunct="1">
              <a:defRPr sz="1800" kern="1200">
                <a:solidFill>
                  <a:sysClr val="windowText" lastClr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defRPr>
            </a:lvl2pPr>
            <a:lvl3pPr marL="914400" algn="l" defTabSz="913765" rtl="0" eaLnBrk="1" latinLnBrk="0" hangingPunct="1">
              <a:defRPr sz="1800" kern="1200">
                <a:solidFill>
                  <a:sysClr val="windowText" lastClr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defRPr>
            </a:lvl3pPr>
            <a:lvl4pPr marL="1371600" algn="l" defTabSz="913765" rtl="0" eaLnBrk="1" latinLnBrk="0" hangingPunct="1">
              <a:defRPr sz="1800" kern="1200">
                <a:solidFill>
                  <a:sysClr val="windowText" lastClr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defRPr>
            </a:lvl4pPr>
            <a:lvl5pPr marL="1828800" algn="l" defTabSz="913765" rtl="0" eaLnBrk="1" latinLnBrk="0" hangingPunct="1">
              <a:defRPr sz="1800" kern="1200">
                <a:solidFill>
                  <a:sysClr val="windowText" lastClr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defRPr>
            </a:lvl5pPr>
            <a:lvl6pPr marL="2286000" algn="l" defTabSz="913765" rtl="0" eaLnBrk="1" latinLnBrk="0" hangingPunct="1">
              <a:defRPr sz="1800" kern="1200">
                <a:solidFill>
                  <a:sysClr val="windowText" lastClr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defRPr>
            </a:lvl6pPr>
            <a:lvl7pPr marL="2743200" algn="l" defTabSz="913765" rtl="0" eaLnBrk="1" latinLnBrk="0" hangingPunct="1">
              <a:defRPr sz="1800" kern="1200">
                <a:solidFill>
                  <a:sysClr val="windowText" lastClr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defRPr>
            </a:lvl7pPr>
            <a:lvl8pPr marL="3200400" algn="l" defTabSz="913765" rtl="0" eaLnBrk="1" latinLnBrk="0" hangingPunct="1">
              <a:defRPr sz="1800" kern="1200">
                <a:solidFill>
                  <a:sysClr val="windowText" lastClr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defRPr>
            </a:lvl8pPr>
            <a:lvl9pPr marL="3657600" algn="l" defTabSz="913765" rtl="0" eaLnBrk="1" latinLnBrk="0" hangingPunct="1">
              <a:defRPr sz="1800" kern="1200">
                <a:solidFill>
                  <a:sysClr val="windowText" lastClr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</a:rPr>
              <a:t>通过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</a:rPr>
              <a:t>继承Thread类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</a:rPr>
              <a:t>实现了多线程，但是这种方式有一定的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</a:rPr>
              <a:t>局限性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</a:rPr>
              <a:t>。因为Java只支持单继承，一个类一旦继承了某个父类就无法再继承Thread类，比如学生类Student继承了Person类，那么Student类就无法再通过继承Thread类创建线程。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1425743" y="1226444"/>
            <a:ext cx="381889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继承Thread类实现多线程的弊端</a:t>
            </a:r>
          </a:p>
        </p:txBody>
      </p:sp>
      <p:sp>
        <p:nvSpPr>
          <p:cNvPr id="9" name="圆角矩形 8"/>
          <p:cNvSpPr/>
          <p:nvPr/>
        </p:nvSpPr>
        <p:spPr>
          <a:xfrm>
            <a:off x="1163320" y="2292985"/>
            <a:ext cx="9864090" cy="2273935"/>
          </a:xfrm>
          <a:prstGeom prst="roundRect">
            <a:avLst>
              <a:gd name="adj" fmla="val 0"/>
            </a:avLst>
          </a:prstGeom>
          <a:noFill/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0" name="矩形 93"/>
          <p:cNvSpPr/>
          <p:nvPr/>
        </p:nvSpPr>
        <p:spPr>
          <a:xfrm>
            <a:off x="1163320" y="2292985"/>
            <a:ext cx="384175" cy="486410"/>
          </a:xfrm>
          <a:custGeom>
            <a:avLst/>
            <a:gdLst/>
            <a:ahLst/>
            <a:cxnLst/>
            <a:rect l="l" t="t" r="r" b="b"/>
            <a:pathLst>
              <a:path w="504056" h="504056">
                <a:moveTo>
                  <a:pt x="0" y="0"/>
                </a:moveTo>
                <a:lnTo>
                  <a:pt x="504056" y="0"/>
                </a:lnTo>
                <a:lnTo>
                  <a:pt x="504056" y="144016"/>
                </a:lnTo>
                <a:lnTo>
                  <a:pt x="144016" y="144016"/>
                </a:lnTo>
                <a:lnTo>
                  <a:pt x="144016" y="504056"/>
                </a:lnTo>
                <a:lnTo>
                  <a:pt x="0" y="50405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1" name="矩形 93"/>
          <p:cNvSpPr/>
          <p:nvPr/>
        </p:nvSpPr>
        <p:spPr>
          <a:xfrm rot="10800000">
            <a:off x="10643235" y="4080510"/>
            <a:ext cx="384175" cy="486410"/>
          </a:xfrm>
          <a:custGeom>
            <a:avLst/>
            <a:gdLst/>
            <a:ahLst/>
            <a:cxnLst/>
            <a:rect l="l" t="t" r="r" b="b"/>
            <a:pathLst>
              <a:path w="504056" h="504056">
                <a:moveTo>
                  <a:pt x="0" y="0"/>
                </a:moveTo>
                <a:lnTo>
                  <a:pt x="504056" y="0"/>
                </a:lnTo>
                <a:lnTo>
                  <a:pt x="504056" y="144016"/>
                </a:lnTo>
                <a:lnTo>
                  <a:pt x="144016" y="144016"/>
                </a:lnTo>
                <a:lnTo>
                  <a:pt x="144016" y="504056"/>
                </a:lnTo>
                <a:lnTo>
                  <a:pt x="0" y="50405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35" y="266700"/>
            <a:ext cx="555942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12.2.2  实现Runnable接口创建多线程</a:t>
            </a:r>
          </a:p>
        </p:txBody>
      </p:sp>
      <p:sp>
        <p:nvSpPr>
          <p:cNvPr id="4" name="Chevron 3"/>
          <p:cNvSpPr/>
          <p:nvPr>
            <p:custDataLst>
              <p:tags r:id="rId1"/>
            </p:custDataLst>
          </p:nvPr>
        </p:nvSpPr>
        <p:spPr>
          <a:xfrm>
            <a:off x="1054100" y="1092200"/>
            <a:ext cx="6283325" cy="666115"/>
          </a:xfrm>
          <a:prstGeom prst="chevron">
            <a:avLst>
              <a:gd name="adj" fmla="val 43848"/>
            </a:avLst>
          </a:prstGeom>
          <a:solidFill>
            <a:srgbClr val="FFFFFF">
              <a:lumMod val="7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rmAutofit/>
          </a:bodyPr>
          <a:lstStyle/>
          <a:p>
            <a:pPr algn="ctr">
              <a:lnSpc>
                <a:spcPct val="120000"/>
              </a:lnSpc>
            </a:pPr>
            <a:endParaRPr lang="en-GB" sz="900">
              <a:solidFill>
                <a:sysClr val="windowText" lastClr="000000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84" name="文本框 18"/>
          <p:cNvSpPr txBox="1"/>
          <p:nvPr>
            <p:custDataLst>
              <p:tags r:id="rId2"/>
            </p:custDataLst>
          </p:nvPr>
        </p:nvSpPr>
        <p:spPr>
          <a:xfrm>
            <a:off x="1402080" y="2425065"/>
            <a:ext cx="9385300" cy="2440305"/>
          </a:xfrm>
          <a:prstGeom prst="rect">
            <a:avLst/>
          </a:prstGeom>
          <a:noFill/>
        </p:spPr>
        <p:txBody>
          <a:bodyPr wrap="square" lIns="89970" tIns="46784" rIns="89970" bIns="46784">
            <a:noAutofit/>
          </a:bodyPr>
          <a:lstStyle>
            <a:defPPr>
              <a:defRPr lang="zh-CN"/>
            </a:defPPr>
            <a:lvl1pPr marL="0" algn="l" defTabSz="913765" rtl="0" eaLnBrk="1" latinLnBrk="0" hangingPunct="1">
              <a:defRPr sz="1800" kern="1200">
                <a:solidFill>
                  <a:sysClr val="windowText" lastClr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defRPr>
            </a:lvl1pPr>
            <a:lvl2pPr marL="457200" algn="l" defTabSz="913765" rtl="0" eaLnBrk="1" latinLnBrk="0" hangingPunct="1">
              <a:defRPr sz="1800" kern="1200">
                <a:solidFill>
                  <a:sysClr val="windowText" lastClr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defRPr>
            </a:lvl2pPr>
            <a:lvl3pPr marL="914400" algn="l" defTabSz="913765" rtl="0" eaLnBrk="1" latinLnBrk="0" hangingPunct="1">
              <a:defRPr sz="1800" kern="1200">
                <a:solidFill>
                  <a:sysClr val="windowText" lastClr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defRPr>
            </a:lvl3pPr>
            <a:lvl4pPr marL="1371600" algn="l" defTabSz="913765" rtl="0" eaLnBrk="1" latinLnBrk="0" hangingPunct="1">
              <a:defRPr sz="1800" kern="1200">
                <a:solidFill>
                  <a:sysClr val="windowText" lastClr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defRPr>
            </a:lvl4pPr>
            <a:lvl5pPr marL="1828800" algn="l" defTabSz="913765" rtl="0" eaLnBrk="1" latinLnBrk="0" hangingPunct="1">
              <a:defRPr sz="1800" kern="1200">
                <a:solidFill>
                  <a:sysClr val="windowText" lastClr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defRPr>
            </a:lvl5pPr>
            <a:lvl6pPr marL="2286000" algn="l" defTabSz="913765" rtl="0" eaLnBrk="1" latinLnBrk="0" hangingPunct="1">
              <a:defRPr sz="1800" kern="1200">
                <a:solidFill>
                  <a:sysClr val="windowText" lastClr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defRPr>
            </a:lvl6pPr>
            <a:lvl7pPr marL="2743200" algn="l" defTabSz="913765" rtl="0" eaLnBrk="1" latinLnBrk="0" hangingPunct="1">
              <a:defRPr sz="1800" kern="1200">
                <a:solidFill>
                  <a:sysClr val="windowText" lastClr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defRPr>
            </a:lvl7pPr>
            <a:lvl8pPr marL="3200400" algn="l" defTabSz="913765" rtl="0" eaLnBrk="1" latinLnBrk="0" hangingPunct="1">
              <a:defRPr sz="1800" kern="1200">
                <a:solidFill>
                  <a:sysClr val="windowText" lastClr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defRPr>
            </a:lvl8pPr>
            <a:lvl9pPr marL="3657600" algn="l" defTabSz="913765" rtl="0" eaLnBrk="1" latinLnBrk="0" hangingPunct="1">
              <a:defRPr sz="1800" kern="1200">
                <a:solidFill>
                  <a:sysClr val="windowText" lastClr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defRPr>
            </a:lvl9pPr>
          </a:lstStyle>
          <a:p>
            <a:pPr>
              <a:lnSpc>
                <a:spcPct val="150000"/>
              </a:lnSpc>
            </a:pPr>
            <a:r>
              <a:rPr sz="2000" dirty="0">
                <a:solidFill>
                  <a:srgbClr val="595959"/>
                </a:solidFill>
                <a:latin typeface="微软雅黑" panose="020B0503020204020204" pitchFamily="34" charset="-122"/>
              </a:rPr>
              <a:t>为了克服这种弊端，Thread类提供了另外一个构造方法</a:t>
            </a:r>
            <a:r>
              <a:rPr sz="2000" dirty="0">
                <a:solidFill>
                  <a:srgbClr val="1369B2"/>
                </a:solidFill>
                <a:latin typeface="微软雅黑" panose="020B0503020204020204" pitchFamily="34" charset="-122"/>
              </a:rPr>
              <a:t>Thread(Runnable target)</a:t>
            </a:r>
            <a:r>
              <a:rPr sz="2000" dirty="0">
                <a:solidFill>
                  <a:srgbClr val="595959"/>
                </a:solidFill>
                <a:latin typeface="微软雅黑" panose="020B0503020204020204" pitchFamily="34" charset="-122"/>
              </a:rPr>
              <a:t>，其中参数类型</a:t>
            </a:r>
            <a:r>
              <a:rPr sz="2000" dirty="0">
                <a:solidFill>
                  <a:srgbClr val="1369B2"/>
                </a:solidFill>
                <a:latin typeface="微软雅黑" panose="020B0503020204020204" pitchFamily="34" charset="-122"/>
              </a:rPr>
              <a:t>Runnable</a:t>
            </a:r>
            <a:r>
              <a:rPr sz="2000" dirty="0">
                <a:solidFill>
                  <a:srgbClr val="595959"/>
                </a:solidFill>
                <a:latin typeface="微软雅黑" panose="020B0503020204020204" pitchFamily="34" charset="-122"/>
              </a:rPr>
              <a:t>是一个接口，它只有一个</a:t>
            </a:r>
            <a:r>
              <a:rPr sz="2000" dirty="0">
                <a:solidFill>
                  <a:srgbClr val="1369B2"/>
                </a:solidFill>
                <a:latin typeface="微软雅黑" panose="020B0503020204020204" pitchFamily="34" charset="-122"/>
              </a:rPr>
              <a:t>run()方法</a:t>
            </a:r>
            <a:r>
              <a:rPr sz="2000" dirty="0">
                <a:solidFill>
                  <a:srgbClr val="595959"/>
                </a:solidFill>
                <a:latin typeface="微软雅黑" panose="020B0503020204020204" pitchFamily="34" charset="-122"/>
              </a:rPr>
              <a:t>。当通过Thread(Runnable target)构造方法创建线程对象时，只需为该方法传递一个实现了</a:t>
            </a:r>
            <a:r>
              <a:rPr sz="2000" dirty="0">
                <a:solidFill>
                  <a:srgbClr val="1369B2"/>
                </a:solidFill>
                <a:latin typeface="微软雅黑" panose="020B0503020204020204" pitchFamily="34" charset="-122"/>
              </a:rPr>
              <a:t>Runnable接口</a:t>
            </a:r>
            <a:r>
              <a:rPr sz="2000" dirty="0">
                <a:solidFill>
                  <a:srgbClr val="595959"/>
                </a:solidFill>
                <a:latin typeface="微软雅黑" panose="020B0503020204020204" pitchFamily="34" charset="-122"/>
              </a:rPr>
              <a:t>的对象，这样创建的线程将</a:t>
            </a:r>
            <a:r>
              <a:rPr sz="2000" dirty="0">
                <a:solidFill>
                  <a:srgbClr val="1369B2"/>
                </a:solidFill>
                <a:latin typeface="微软雅黑" panose="020B0503020204020204" pitchFamily="34" charset="-122"/>
              </a:rPr>
              <a:t>实现</a:t>
            </a:r>
            <a:r>
              <a:rPr sz="2000" dirty="0">
                <a:solidFill>
                  <a:srgbClr val="595959"/>
                </a:solidFill>
                <a:latin typeface="微软雅黑" panose="020B0503020204020204" pitchFamily="34" charset="-122"/>
              </a:rPr>
              <a:t>了Runnable接口中的</a:t>
            </a:r>
            <a:r>
              <a:rPr sz="2000" dirty="0">
                <a:solidFill>
                  <a:srgbClr val="1369B2"/>
                </a:solidFill>
                <a:latin typeface="微软雅黑" panose="020B0503020204020204" pitchFamily="34" charset="-122"/>
              </a:rPr>
              <a:t>run()方法</a:t>
            </a:r>
            <a:r>
              <a:rPr sz="2000" dirty="0">
                <a:solidFill>
                  <a:srgbClr val="595959"/>
                </a:solidFill>
                <a:latin typeface="微软雅黑" panose="020B0503020204020204" pitchFamily="34" charset="-122"/>
              </a:rPr>
              <a:t>作为运行代码，而不需要调用Thread类中的run()方法。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1425743" y="1226444"/>
            <a:ext cx="564896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克服弊端的方式：实现Runnable接口创建多线程</a:t>
            </a:r>
          </a:p>
        </p:txBody>
      </p:sp>
      <p:sp>
        <p:nvSpPr>
          <p:cNvPr id="9" name="圆角矩形 8"/>
          <p:cNvSpPr/>
          <p:nvPr/>
        </p:nvSpPr>
        <p:spPr>
          <a:xfrm>
            <a:off x="1163320" y="2292985"/>
            <a:ext cx="9864090" cy="2703830"/>
          </a:xfrm>
          <a:prstGeom prst="roundRect">
            <a:avLst>
              <a:gd name="adj" fmla="val 0"/>
            </a:avLst>
          </a:prstGeom>
          <a:noFill/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0" name="矩形 93"/>
          <p:cNvSpPr/>
          <p:nvPr/>
        </p:nvSpPr>
        <p:spPr>
          <a:xfrm>
            <a:off x="1163320" y="2292985"/>
            <a:ext cx="384175" cy="486410"/>
          </a:xfrm>
          <a:custGeom>
            <a:avLst/>
            <a:gdLst/>
            <a:ahLst/>
            <a:cxnLst/>
            <a:rect l="l" t="t" r="r" b="b"/>
            <a:pathLst>
              <a:path w="504056" h="504056">
                <a:moveTo>
                  <a:pt x="0" y="0"/>
                </a:moveTo>
                <a:lnTo>
                  <a:pt x="504056" y="0"/>
                </a:lnTo>
                <a:lnTo>
                  <a:pt x="504056" y="144016"/>
                </a:lnTo>
                <a:lnTo>
                  <a:pt x="144016" y="144016"/>
                </a:lnTo>
                <a:lnTo>
                  <a:pt x="144016" y="504056"/>
                </a:lnTo>
                <a:lnTo>
                  <a:pt x="0" y="50405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1" name="矩形 93"/>
          <p:cNvSpPr/>
          <p:nvPr/>
        </p:nvSpPr>
        <p:spPr>
          <a:xfrm rot="10800000">
            <a:off x="10643235" y="4510405"/>
            <a:ext cx="384175" cy="486410"/>
          </a:xfrm>
          <a:custGeom>
            <a:avLst/>
            <a:gdLst/>
            <a:ahLst/>
            <a:cxnLst/>
            <a:rect l="l" t="t" r="r" b="b"/>
            <a:pathLst>
              <a:path w="504056" h="504056">
                <a:moveTo>
                  <a:pt x="0" y="0"/>
                </a:moveTo>
                <a:lnTo>
                  <a:pt x="504056" y="0"/>
                </a:lnTo>
                <a:lnTo>
                  <a:pt x="504056" y="144016"/>
                </a:lnTo>
                <a:lnTo>
                  <a:pt x="144016" y="144016"/>
                </a:lnTo>
                <a:lnTo>
                  <a:pt x="144016" y="504056"/>
                </a:lnTo>
                <a:lnTo>
                  <a:pt x="0" y="50405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35" y="266700"/>
            <a:ext cx="555942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12.2.2  实现Runnable接口创建多线程</a:t>
            </a: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17320" y="4077335"/>
            <a:ext cx="9356090" cy="2118360"/>
          </a:xfrm>
          <a:prstGeom prst="rect">
            <a:avLst/>
          </a:prstGeom>
        </p:spPr>
      </p:pic>
      <p:sp>
        <p:nvSpPr>
          <p:cNvPr id="4" name="矩形 3"/>
          <p:cNvSpPr/>
          <p:nvPr/>
        </p:nvSpPr>
        <p:spPr>
          <a:xfrm>
            <a:off x="1990725" y="4221480"/>
            <a:ext cx="7976870" cy="18281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auto">
              <a:lnSpc>
                <a:spcPct val="101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class MyThread03 implements Runnable {</a:t>
            </a:r>
          </a:p>
          <a:p>
            <a:pPr fontAlgn="auto">
              <a:lnSpc>
                <a:spcPct val="101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public void run() {// 线程的代码段，当调用start()方法时，线程从此处开始执行</a:t>
            </a:r>
          </a:p>
          <a:p>
            <a:pPr fontAlgn="auto">
              <a:lnSpc>
                <a:spcPct val="101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    while (true) {</a:t>
            </a:r>
          </a:p>
          <a:p>
            <a:pPr fontAlgn="auto">
              <a:lnSpc>
                <a:spcPct val="101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	System.out.println("MyThread类的run()方法在运行");</a:t>
            </a:r>
          </a:p>
          <a:p>
            <a:pPr fontAlgn="auto">
              <a:lnSpc>
                <a:spcPct val="101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    }</a:t>
            </a:r>
          </a:p>
          <a:p>
            <a:pPr fontAlgn="auto">
              <a:lnSpc>
                <a:spcPct val="101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}</a:t>
            </a:r>
          </a:p>
          <a:p>
            <a:pPr fontAlgn="auto">
              <a:lnSpc>
                <a:spcPct val="101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}</a:t>
            </a:r>
          </a:p>
        </p:txBody>
      </p:sp>
      <p:sp>
        <p:nvSpPr>
          <p:cNvPr id="9" name="文本框 8"/>
          <p:cNvSpPr txBox="1"/>
          <p:nvPr/>
        </p:nvSpPr>
        <p:spPr>
          <a:xfrm>
            <a:off x="1271270" y="2853055"/>
            <a:ext cx="987742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fontAlgn="auto">
              <a:lnSpc>
                <a:spcPct val="150000"/>
              </a:lnSpc>
            </a:pPr>
            <a:r>
              <a:rPr lang="zh-CN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步骤一：</a:t>
            </a:r>
            <a:r>
              <a:rPr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定义</a:t>
            </a:r>
            <a:r>
              <a:rPr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MyThread03类</a:t>
            </a:r>
            <a:r>
              <a:rPr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实现Runnable接口</a:t>
            </a:r>
            <a:r>
              <a:rPr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</a:t>
            </a:r>
            <a:r>
              <a:rPr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重写</a:t>
            </a:r>
            <a:r>
              <a:rPr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了Runnable接口中的run()方法。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代码如</a:t>
            </a:r>
            <a:r>
              <a:rPr lang="zh-CN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下所示：</a:t>
            </a:r>
            <a:endParaRPr lang="zh-CN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1198880" y="2148840"/>
            <a:ext cx="10261600" cy="5530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buClrTx/>
              <a:buSzTx/>
              <a:buNone/>
            </a:pPr>
            <a:r>
              <a:rPr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下面通过一个案例演示如何通过实现Runnable接口的方式来创建多线程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。具体步骤如下。</a:t>
            </a:r>
            <a:endParaRPr 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12" name="Chevron 3"/>
          <p:cNvSpPr/>
          <p:nvPr>
            <p:custDataLst>
              <p:tags r:id="rId1"/>
            </p:custDataLst>
          </p:nvPr>
        </p:nvSpPr>
        <p:spPr>
          <a:xfrm>
            <a:off x="1143635" y="1111250"/>
            <a:ext cx="5131435" cy="666115"/>
          </a:xfrm>
          <a:prstGeom prst="chevron">
            <a:avLst>
              <a:gd name="adj" fmla="val 43848"/>
            </a:avLst>
          </a:prstGeom>
          <a:solidFill>
            <a:srgbClr val="FFFFFF">
              <a:lumMod val="7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rmAutofit/>
          </a:bodyPr>
          <a:lstStyle/>
          <a:p>
            <a:pPr algn="ctr">
              <a:lnSpc>
                <a:spcPct val="120000"/>
              </a:lnSpc>
            </a:pPr>
            <a:endParaRPr lang="en-GB" sz="900">
              <a:solidFill>
                <a:sysClr val="windowText" lastClr="000000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1414145" y="1245235"/>
            <a:ext cx="473392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案例演示实现Runnable接口创建多线程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35" y="266700"/>
            <a:ext cx="555942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12.2.2  实现Runnable接口创建多线程</a:t>
            </a: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30655" y="2347595"/>
            <a:ext cx="9356090" cy="2971165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1586865" y="2546985"/>
            <a:ext cx="9043670" cy="25723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auto">
              <a:lnSpc>
                <a:spcPct val="101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public class Example03 {</a:t>
            </a:r>
          </a:p>
          <a:p>
            <a:pPr fontAlgn="auto">
              <a:lnSpc>
                <a:spcPct val="101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   public static void main(String[] args) {</a:t>
            </a:r>
          </a:p>
          <a:p>
            <a:pPr fontAlgn="auto">
              <a:lnSpc>
                <a:spcPct val="101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	MyThread03 myThread = new MyThread03(); // 创建MyThread03的实例对象</a:t>
            </a:r>
          </a:p>
          <a:p>
            <a:pPr fontAlgn="auto">
              <a:lnSpc>
                <a:spcPct val="101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	Thread thread = new Thread(myThread);    // 创建线程对象</a:t>
            </a:r>
          </a:p>
          <a:p>
            <a:pPr fontAlgn="auto">
              <a:lnSpc>
                <a:spcPct val="101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	thread.start();          // 开启线程，执行线程中的run()方法</a:t>
            </a:r>
          </a:p>
          <a:p>
            <a:pPr fontAlgn="auto">
              <a:lnSpc>
                <a:spcPct val="101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	while (true) {</a:t>
            </a:r>
          </a:p>
          <a:p>
            <a:pPr fontAlgn="auto">
              <a:lnSpc>
                <a:spcPct val="101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		System.out.println("main()方法在运行");</a:t>
            </a:r>
          </a:p>
          <a:p>
            <a:pPr fontAlgn="auto">
              <a:lnSpc>
                <a:spcPct val="101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	}</a:t>
            </a:r>
          </a:p>
          <a:p>
            <a:pPr fontAlgn="auto">
              <a:lnSpc>
                <a:spcPct val="101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   }</a:t>
            </a:r>
          </a:p>
          <a:p>
            <a:pPr fontAlgn="auto">
              <a:lnSpc>
                <a:spcPct val="101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}</a:t>
            </a:r>
          </a:p>
        </p:txBody>
      </p:sp>
      <p:sp>
        <p:nvSpPr>
          <p:cNvPr id="9" name="文本框 8"/>
          <p:cNvSpPr txBox="1"/>
          <p:nvPr/>
        </p:nvSpPr>
        <p:spPr>
          <a:xfrm>
            <a:off x="999490" y="923925"/>
            <a:ext cx="10401300" cy="1337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fontAlgn="auto">
              <a:lnSpc>
                <a:spcPct val="150000"/>
              </a:lnSpc>
            </a:pPr>
            <a:r>
              <a:rPr lang="zh-CN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步骤二：</a:t>
            </a:r>
            <a:r>
              <a:rPr 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定义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main()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方法，创建MyThread03的实例对象，调用Thread类的构造方法将MyThread03类的实例对象作为参数传入，然后调用start()方法开启新线程执行MyThread03类中的代码，而主线程继续执行main()方法中的代码</a:t>
            </a:r>
            <a:r>
              <a:rPr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。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代码如</a:t>
            </a:r>
            <a:r>
              <a:rPr lang="zh-CN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下所示：</a:t>
            </a:r>
            <a:endParaRPr lang="zh-CN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35" y="266700"/>
            <a:ext cx="555942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12.2.2  实现Runnable接口创建多线程</a:t>
            </a:r>
          </a:p>
        </p:txBody>
      </p:sp>
      <p:sp>
        <p:nvSpPr>
          <p:cNvPr id="2" name="Chevron 3"/>
          <p:cNvSpPr/>
          <p:nvPr>
            <p:custDataLst>
              <p:tags r:id="rId1"/>
            </p:custDataLst>
          </p:nvPr>
        </p:nvSpPr>
        <p:spPr>
          <a:xfrm>
            <a:off x="1054100" y="1092200"/>
            <a:ext cx="1771015" cy="666115"/>
          </a:xfrm>
          <a:prstGeom prst="chevron">
            <a:avLst>
              <a:gd name="adj" fmla="val 43848"/>
            </a:avLst>
          </a:prstGeom>
          <a:solidFill>
            <a:srgbClr val="FFFFFF">
              <a:lumMod val="7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rmAutofit/>
          </a:bodyPr>
          <a:lstStyle/>
          <a:p>
            <a:pPr algn="ctr">
              <a:lnSpc>
                <a:spcPct val="120000"/>
              </a:lnSpc>
            </a:pPr>
            <a:endParaRPr lang="en-GB" sz="900">
              <a:solidFill>
                <a:sysClr val="windowText" lastClr="000000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396533" y="1232159"/>
            <a:ext cx="119888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运行结果</a:t>
            </a:r>
          </a:p>
        </p:txBody>
      </p:sp>
      <p:sp>
        <p:nvSpPr>
          <p:cNvPr id="10" name="文本框 9"/>
          <p:cNvSpPr txBox="1"/>
          <p:nvPr/>
        </p:nvSpPr>
        <p:spPr>
          <a:xfrm>
            <a:off x="3336925" y="1225550"/>
            <a:ext cx="551688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lnSpc>
                <a:spcPct val="100000"/>
              </a:lnSpc>
            </a:pP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运行代码，控制台显示的运行结果如下图所示。</a:t>
            </a:r>
          </a:p>
        </p:txBody>
      </p:sp>
      <p:sp>
        <p:nvSpPr>
          <p:cNvPr id="100" name="文本框 99"/>
          <p:cNvSpPr txBox="1"/>
          <p:nvPr/>
        </p:nvSpPr>
        <p:spPr>
          <a:xfrm>
            <a:off x="1143635" y="5228590"/>
            <a:ext cx="9934575" cy="101473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indent="0" fontAlgn="auto">
              <a:lnSpc>
                <a:spcPct val="150000"/>
              </a:lnSpc>
            </a:pPr>
            <a:r>
              <a:rPr lang="zh-CN" altLang="zh-CN" sz="20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由图可知，main()方法和MyThread03类中run()方法都执行了，说明文件12-3实现了多线程。</a:t>
            </a:r>
          </a:p>
        </p:txBody>
      </p:sp>
      <p:pic>
        <p:nvPicPr>
          <p:cNvPr id="3" name="图片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94505" y="2298383"/>
            <a:ext cx="3724429" cy="23400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35" y="266700"/>
            <a:ext cx="5523230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12.2.3  </a:t>
            </a:r>
            <a:r>
              <a:rPr 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实现</a:t>
            </a:r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Callable接口</a:t>
            </a:r>
            <a:r>
              <a:rPr 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创建</a:t>
            </a:r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多线程</a:t>
            </a:r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4880" y="2215515"/>
            <a:ext cx="2797810" cy="3898265"/>
          </a:xfrm>
          <a:prstGeom prst="rect">
            <a:avLst/>
          </a:prstGeom>
        </p:spPr>
      </p:pic>
      <p:sp>
        <p:nvSpPr>
          <p:cNvPr id="13" name="椭圆形标注 12"/>
          <p:cNvSpPr/>
          <p:nvPr/>
        </p:nvSpPr>
        <p:spPr>
          <a:xfrm>
            <a:off x="2968625" y="1847215"/>
            <a:ext cx="2071370" cy="1493520"/>
          </a:xfrm>
          <a:prstGeom prst="wedgeEllipseCallout">
            <a:avLst/>
          </a:prstGeom>
          <a:solidFill>
            <a:schemeClr val="bg1">
              <a:lumMod val="85000"/>
            </a:schemeClr>
          </a:solidFill>
          <a:ln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 </a:t>
            </a:r>
          </a:p>
        </p:txBody>
      </p:sp>
      <p:sp>
        <p:nvSpPr>
          <p:cNvPr id="14" name="TextBox 35"/>
          <p:cNvSpPr txBox="1">
            <a:spLocks noChangeArrowheads="1"/>
          </p:cNvSpPr>
          <p:nvPr/>
        </p:nvSpPr>
        <p:spPr bwMode="auto">
          <a:xfrm>
            <a:off x="3247390" y="1925320"/>
            <a:ext cx="1606550" cy="12280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先定一个</a:t>
            </a: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小目标！</a:t>
            </a:r>
          </a:p>
        </p:txBody>
      </p:sp>
      <p:grpSp>
        <p:nvGrpSpPr>
          <p:cNvPr id="2" name="组合 1"/>
          <p:cNvGrpSpPr/>
          <p:nvPr/>
        </p:nvGrpSpPr>
        <p:grpSpPr>
          <a:xfrm>
            <a:off x="5379720" y="3375660"/>
            <a:ext cx="5489575" cy="1043940"/>
            <a:chOff x="8472" y="5316"/>
            <a:chExt cx="8645" cy="1644"/>
          </a:xfrm>
        </p:grpSpPr>
        <p:sp>
          <p:nvSpPr>
            <p:cNvPr id="15" name="TextBox 35"/>
            <p:cNvSpPr txBox="1">
              <a:spLocks noChangeArrowheads="1"/>
            </p:cNvSpPr>
            <p:nvPr/>
          </p:nvSpPr>
          <p:spPr bwMode="auto">
            <a:xfrm>
              <a:off x="9159" y="5316"/>
              <a:ext cx="7958" cy="16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121917" tIns="60958" rIns="121917" bIns="60958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just">
                <a:lnSpc>
                  <a:spcPct val="150000"/>
                </a:lnSpc>
              </a:pPr>
              <a:r>
                <a:rPr lang="zh-CN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ea"/>
                </a:rPr>
                <a:t>掌握</a:t>
              </a:r>
              <a:r>
                <a:rPr lang="zh-CN" altLang="zh-CN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ea"/>
                </a:rPr>
                <a:t>实现Callable接口创建多线程</a:t>
              </a:r>
              <a:r>
                <a:rPr lang="zh-CN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ea"/>
                </a:rPr>
                <a:t>，能够通过实现Callable接口的方式创建多线程</a:t>
              </a:r>
            </a:p>
          </p:txBody>
        </p:sp>
        <p:grpSp>
          <p:nvGrpSpPr>
            <p:cNvPr id="19" name="组合 18"/>
            <p:cNvGrpSpPr/>
            <p:nvPr/>
          </p:nvGrpSpPr>
          <p:grpSpPr>
            <a:xfrm>
              <a:off x="8472" y="5571"/>
              <a:ext cx="638" cy="638"/>
              <a:chOff x="8881" y="4685"/>
              <a:chExt cx="638" cy="638"/>
            </a:xfrm>
          </p:grpSpPr>
          <p:sp>
            <p:nvSpPr>
              <p:cNvPr id="18" name="椭圆 17"/>
              <p:cNvSpPr/>
              <p:nvPr/>
            </p:nvSpPr>
            <p:spPr>
              <a:xfrm>
                <a:off x="8881" y="4685"/>
                <a:ext cx="638" cy="638"/>
              </a:xfrm>
              <a:prstGeom prst="ellipse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7" name="椭圆 16"/>
              <p:cNvSpPr/>
              <p:nvPr/>
            </p:nvSpPr>
            <p:spPr>
              <a:xfrm>
                <a:off x="8946" y="4750"/>
                <a:ext cx="508" cy="508"/>
              </a:xfrm>
              <a:prstGeom prst="ellipse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hevron 3"/>
          <p:cNvSpPr/>
          <p:nvPr>
            <p:custDataLst>
              <p:tags r:id="rId1"/>
            </p:custDataLst>
          </p:nvPr>
        </p:nvSpPr>
        <p:spPr>
          <a:xfrm>
            <a:off x="1054100" y="1092200"/>
            <a:ext cx="4521835" cy="666115"/>
          </a:xfrm>
          <a:prstGeom prst="chevron">
            <a:avLst>
              <a:gd name="adj" fmla="val 43848"/>
            </a:avLst>
          </a:prstGeom>
          <a:solidFill>
            <a:srgbClr val="FFFFFF">
              <a:lumMod val="7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rmAutofit/>
          </a:bodyPr>
          <a:lstStyle/>
          <a:p>
            <a:pPr algn="ctr">
              <a:lnSpc>
                <a:spcPct val="120000"/>
              </a:lnSpc>
            </a:pPr>
            <a:endParaRPr lang="en-GB" sz="900">
              <a:solidFill>
                <a:sysClr val="windowText" lastClr="000000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84" name="文本框 18"/>
          <p:cNvSpPr txBox="1"/>
          <p:nvPr>
            <p:custDataLst>
              <p:tags r:id="rId2"/>
            </p:custDataLst>
          </p:nvPr>
        </p:nvSpPr>
        <p:spPr>
          <a:xfrm>
            <a:off x="1488440" y="2459355"/>
            <a:ext cx="9213850" cy="1941830"/>
          </a:xfrm>
          <a:prstGeom prst="rect">
            <a:avLst/>
          </a:prstGeom>
          <a:noFill/>
        </p:spPr>
        <p:txBody>
          <a:bodyPr wrap="square" lIns="89970" tIns="46784" rIns="89970" bIns="46784">
            <a:noAutofit/>
          </a:bodyPr>
          <a:lstStyle>
            <a:defPPr>
              <a:defRPr lang="zh-CN"/>
            </a:defPPr>
            <a:lvl1pPr marL="0" algn="l" defTabSz="913765" rtl="0" eaLnBrk="1" latinLnBrk="0" hangingPunct="1">
              <a:defRPr sz="1800" kern="1200">
                <a:solidFill>
                  <a:sysClr val="windowText" lastClr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defRPr>
            </a:lvl1pPr>
            <a:lvl2pPr marL="457200" algn="l" defTabSz="913765" rtl="0" eaLnBrk="1" latinLnBrk="0" hangingPunct="1">
              <a:defRPr sz="1800" kern="1200">
                <a:solidFill>
                  <a:sysClr val="windowText" lastClr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defRPr>
            </a:lvl2pPr>
            <a:lvl3pPr marL="914400" algn="l" defTabSz="913765" rtl="0" eaLnBrk="1" latinLnBrk="0" hangingPunct="1">
              <a:defRPr sz="1800" kern="1200">
                <a:solidFill>
                  <a:sysClr val="windowText" lastClr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defRPr>
            </a:lvl3pPr>
            <a:lvl4pPr marL="1371600" algn="l" defTabSz="913765" rtl="0" eaLnBrk="1" latinLnBrk="0" hangingPunct="1">
              <a:defRPr sz="1800" kern="1200">
                <a:solidFill>
                  <a:sysClr val="windowText" lastClr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defRPr>
            </a:lvl4pPr>
            <a:lvl5pPr marL="1828800" algn="l" defTabSz="913765" rtl="0" eaLnBrk="1" latinLnBrk="0" hangingPunct="1">
              <a:defRPr sz="1800" kern="1200">
                <a:solidFill>
                  <a:sysClr val="windowText" lastClr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defRPr>
            </a:lvl5pPr>
            <a:lvl6pPr marL="2286000" algn="l" defTabSz="913765" rtl="0" eaLnBrk="1" latinLnBrk="0" hangingPunct="1">
              <a:defRPr sz="1800" kern="1200">
                <a:solidFill>
                  <a:sysClr val="windowText" lastClr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defRPr>
            </a:lvl6pPr>
            <a:lvl7pPr marL="2743200" algn="l" defTabSz="913765" rtl="0" eaLnBrk="1" latinLnBrk="0" hangingPunct="1">
              <a:defRPr sz="1800" kern="1200">
                <a:solidFill>
                  <a:sysClr val="windowText" lastClr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defRPr>
            </a:lvl7pPr>
            <a:lvl8pPr marL="3200400" algn="l" defTabSz="913765" rtl="0" eaLnBrk="1" latinLnBrk="0" hangingPunct="1">
              <a:defRPr sz="1800" kern="1200">
                <a:solidFill>
                  <a:sysClr val="windowText" lastClr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defRPr>
            </a:lvl8pPr>
            <a:lvl9pPr marL="3657600" algn="l" defTabSz="913765" rtl="0" eaLnBrk="1" latinLnBrk="0" hangingPunct="1">
              <a:defRPr sz="1800" kern="1200">
                <a:solidFill>
                  <a:sysClr val="windowText" lastClr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</a:rPr>
              <a:t>通过Thread类和Runnable接口实现多线程时，需要重写run()方法，但是由于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</a:rPr>
              <a:t>run()方法没有返回值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</a:rPr>
              <a:t>，因此无法从新线程中获取返回结果。为了解决这个问题，Java提供了一个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</a:rPr>
              <a:t>Callable接口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</a:rPr>
              <a:t>，来满足这种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</a:rPr>
              <a:t>既能创建新线程又可以有返回值的需求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</a:rPr>
              <a:t>。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1425743" y="1226444"/>
            <a:ext cx="3810635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解决run()方法没有返回值的问题</a:t>
            </a:r>
          </a:p>
        </p:txBody>
      </p:sp>
      <p:sp>
        <p:nvSpPr>
          <p:cNvPr id="9" name="圆角矩形 8"/>
          <p:cNvSpPr/>
          <p:nvPr/>
        </p:nvSpPr>
        <p:spPr>
          <a:xfrm>
            <a:off x="1163320" y="2292985"/>
            <a:ext cx="9864090" cy="2273935"/>
          </a:xfrm>
          <a:prstGeom prst="roundRect">
            <a:avLst>
              <a:gd name="adj" fmla="val 0"/>
            </a:avLst>
          </a:prstGeom>
          <a:noFill/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0" name="矩形 93"/>
          <p:cNvSpPr/>
          <p:nvPr/>
        </p:nvSpPr>
        <p:spPr>
          <a:xfrm>
            <a:off x="1163320" y="2292985"/>
            <a:ext cx="384175" cy="486410"/>
          </a:xfrm>
          <a:custGeom>
            <a:avLst/>
            <a:gdLst/>
            <a:ahLst/>
            <a:cxnLst/>
            <a:rect l="l" t="t" r="r" b="b"/>
            <a:pathLst>
              <a:path w="504056" h="504056">
                <a:moveTo>
                  <a:pt x="0" y="0"/>
                </a:moveTo>
                <a:lnTo>
                  <a:pt x="504056" y="0"/>
                </a:lnTo>
                <a:lnTo>
                  <a:pt x="504056" y="144016"/>
                </a:lnTo>
                <a:lnTo>
                  <a:pt x="144016" y="144016"/>
                </a:lnTo>
                <a:lnTo>
                  <a:pt x="144016" y="504056"/>
                </a:lnTo>
                <a:lnTo>
                  <a:pt x="0" y="50405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1" name="矩形 93"/>
          <p:cNvSpPr/>
          <p:nvPr/>
        </p:nvSpPr>
        <p:spPr>
          <a:xfrm rot="10800000">
            <a:off x="10643235" y="4080510"/>
            <a:ext cx="384175" cy="486410"/>
          </a:xfrm>
          <a:custGeom>
            <a:avLst/>
            <a:gdLst/>
            <a:ahLst/>
            <a:cxnLst/>
            <a:rect l="l" t="t" r="r" b="b"/>
            <a:pathLst>
              <a:path w="504056" h="504056">
                <a:moveTo>
                  <a:pt x="0" y="0"/>
                </a:moveTo>
                <a:lnTo>
                  <a:pt x="504056" y="0"/>
                </a:lnTo>
                <a:lnTo>
                  <a:pt x="504056" y="144016"/>
                </a:lnTo>
                <a:lnTo>
                  <a:pt x="144016" y="144016"/>
                </a:lnTo>
                <a:lnTo>
                  <a:pt x="144016" y="504056"/>
                </a:lnTo>
                <a:lnTo>
                  <a:pt x="0" y="50405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" name="Title 1"/>
          <p:cNvSpPr txBox="1"/>
          <p:nvPr/>
        </p:nvSpPr>
        <p:spPr>
          <a:xfrm>
            <a:off x="1143635" y="266700"/>
            <a:ext cx="5523230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12.2.3  </a:t>
            </a:r>
            <a:r>
              <a:rPr 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实现</a:t>
            </a:r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Callable接口</a:t>
            </a:r>
            <a:r>
              <a:rPr 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创建</a:t>
            </a:r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多线程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hevron 3"/>
          <p:cNvSpPr/>
          <p:nvPr>
            <p:custDataLst>
              <p:tags r:id="rId1"/>
            </p:custDataLst>
          </p:nvPr>
        </p:nvSpPr>
        <p:spPr>
          <a:xfrm>
            <a:off x="1054100" y="1092200"/>
            <a:ext cx="7685405" cy="666115"/>
          </a:xfrm>
          <a:prstGeom prst="chevron">
            <a:avLst>
              <a:gd name="adj" fmla="val 43848"/>
            </a:avLst>
          </a:prstGeom>
          <a:solidFill>
            <a:srgbClr val="FFFFFF">
              <a:lumMod val="7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rmAutofit/>
          </a:bodyPr>
          <a:lstStyle/>
          <a:p>
            <a:pPr algn="ctr">
              <a:lnSpc>
                <a:spcPct val="120000"/>
              </a:lnSpc>
            </a:pPr>
            <a:endParaRPr lang="en-GB" sz="900">
              <a:solidFill>
                <a:sysClr val="windowText" lastClr="000000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425743" y="1226444"/>
            <a:ext cx="698373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通过实现Callable接口的方式创建并启动线程的主要步骤如下</a:t>
            </a:r>
          </a:p>
        </p:txBody>
      </p:sp>
      <p:sp>
        <p:nvSpPr>
          <p:cNvPr id="100" name="文本框 99"/>
          <p:cNvSpPr txBox="1"/>
          <p:nvPr/>
        </p:nvSpPr>
        <p:spPr>
          <a:xfrm>
            <a:off x="1355090" y="2447290"/>
            <a:ext cx="9479915" cy="239966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indent="0" fontAlgn="auto">
              <a:lnSpc>
                <a:spcPct val="150000"/>
              </a:lnSpc>
            </a:pPr>
            <a:r>
              <a:rPr lang="zh-CN" sz="20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（</a:t>
            </a:r>
            <a:r>
              <a:rPr lang="en-US" sz="20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</a:t>
            </a:r>
            <a:r>
              <a:rPr lang="zh-CN" sz="20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）创建一个</a:t>
            </a:r>
            <a:r>
              <a:rPr lang="en-US" sz="2000" b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Callable</a:t>
            </a:r>
            <a:r>
              <a:rPr lang="zh-CN" sz="2000" b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接口的实现类</a:t>
            </a:r>
            <a:r>
              <a:rPr lang="zh-CN" sz="20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，同时</a:t>
            </a:r>
            <a:r>
              <a:rPr lang="zh-CN" sz="2000" b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重写</a:t>
            </a:r>
            <a:r>
              <a:rPr lang="en-US" sz="20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Callable</a:t>
            </a:r>
            <a:r>
              <a:rPr lang="zh-CN" sz="20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接口的</a:t>
            </a:r>
            <a:r>
              <a:rPr lang="en-US" sz="2000" b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call()</a:t>
            </a:r>
            <a:r>
              <a:rPr lang="zh-CN" sz="2000" b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方法</a:t>
            </a:r>
            <a:r>
              <a:rPr lang="zh-CN" sz="20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。</a:t>
            </a:r>
          </a:p>
          <a:p>
            <a:pPr indent="0" fontAlgn="auto">
              <a:lnSpc>
                <a:spcPct val="150000"/>
              </a:lnSpc>
            </a:pPr>
            <a:r>
              <a:rPr lang="zh-CN" sz="20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（</a:t>
            </a:r>
            <a:r>
              <a:rPr lang="en-US" sz="20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</a:t>
            </a:r>
            <a:r>
              <a:rPr lang="zh-CN" sz="20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）创建</a:t>
            </a:r>
            <a:r>
              <a:rPr lang="en-US" sz="20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Callable</a:t>
            </a:r>
            <a:r>
              <a:rPr lang="zh-CN" sz="20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接口的实现类对象。</a:t>
            </a:r>
          </a:p>
          <a:p>
            <a:pPr indent="0" fontAlgn="auto">
              <a:lnSpc>
                <a:spcPct val="150000"/>
              </a:lnSpc>
            </a:pPr>
            <a:r>
              <a:rPr lang="zh-CN" sz="20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（</a:t>
            </a:r>
            <a:r>
              <a:rPr lang="en-US" sz="20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3</a:t>
            </a:r>
            <a:r>
              <a:rPr lang="zh-CN" sz="20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）通过</a:t>
            </a:r>
            <a:r>
              <a:rPr lang="en-US" sz="2000" b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FutureTask</a:t>
            </a:r>
            <a:r>
              <a:rPr lang="zh-CN" sz="20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线程结果处理类的有参构造方法封装</a:t>
            </a:r>
            <a:r>
              <a:rPr lang="en-US" sz="20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Callable</a:t>
            </a:r>
            <a:r>
              <a:rPr lang="zh-CN" sz="20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接口实现类对象。</a:t>
            </a:r>
          </a:p>
          <a:p>
            <a:pPr indent="0" fontAlgn="auto">
              <a:lnSpc>
                <a:spcPct val="150000"/>
              </a:lnSpc>
            </a:pPr>
            <a:r>
              <a:rPr lang="zh-CN" sz="20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（</a:t>
            </a:r>
            <a:r>
              <a:rPr lang="en-US" sz="20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4</a:t>
            </a:r>
            <a:r>
              <a:rPr lang="zh-CN" sz="20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）调用参数为</a:t>
            </a:r>
            <a:r>
              <a:rPr lang="en-US" sz="20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FutureTask</a:t>
            </a:r>
            <a:r>
              <a:rPr lang="zh-CN" sz="20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类对象的</a:t>
            </a:r>
            <a:r>
              <a:rPr lang="en-US" sz="20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Thread</a:t>
            </a:r>
            <a:r>
              <a:rPr lang="zh-CN" sz="20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有参构造方法创建</a:t>
            </a:r>
            <a:r>
              <a:rPr lang="en-US" sz="20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Thread</a:t>
            </a:r>
            <a:r>
              <a:rPr lang="zh-CN" sz="20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线程实例。</a:t>
            </a:r>
          </a:p>
          <a:p>
            <a:pPr indent="0" fontAlgn="auto">
              <a:lnSpc>
                <a:spcPct val="150000"/>
              </a:lnSpc>
            </a:pPr>
            <a:r>
              <a:rPr lang="zh-CN" sz="20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（</a:t>
            </a:r>
            <a:r>
              <a:rPr lang="en-US" sz="20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5</a:t>
            </a:r>
            <a:r>
              <a:rPr lang="zh-CN" sz="20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）调用线程实例的</a:t>
            </a:r>
            <a:r>
              <a:rPr lang="en-US" sz="2000" b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start()</a:t>
            </a:r>
            <a:r>
              <a:rPr lang="zh-CN" sz="2000" b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方法</a:t>
            </a:r>
            <a:r>
              <a:rPr lang="zh-CN" sz="20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启动线程。</a:t>
            </a:r>
            <a:endParaRPr lang="zh-CN" altLang="en-US" sz="2000" b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" name="Title 1"/>
          <p:cNvSpPr txBox="1"/>
          <p:nvPr/>
        </p:nvSpPr>
        <p:spPr>
          <a:xfrm>
            <a:off x="1143635" y="266700"/>
            <a:ext cx="5523230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12.2.3  </a:t>
            </a:r>
            <a:r>
              <a:rPr 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实现</a:t>
            </a:r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Callable接口</a:t>
            </a:r>
            <a:r>
              <a:rPr 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创建</a:t>
            </a:r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多线程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Chevron 3"/>
          <p:cNvSpPr/>
          <p:nvPr>
            <p:custDataLst>
              <p:tags r:id="rId1"/>
            </p:custDataLst>
          </p:nvPr>
        </p:nvSpPr>
        <p:spPr>
          <a:xfrm>
            <a:off x="1143635" y="1111250"/>
            <a:ext cx="5131435" cy="666115"/>
          </a:xfrm>
          <a:prstGeom prst="chevron">
            <a:avLst>
              <a:gd name="adj" fmla="val 43848"/>
            </a:avLst>
          </a:prstGeom>
          <a:solidFill>
            <a:srgbClr val="FFFFFF">
              <a:lumMod val="7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rmAutofit/>
          </a:bodyPr>
          <a:lstStyle/>
          <a:p>
            <a:pPr algn="ctr">
              <a:lnSpc>
                <a:spcPct val="120000"/>
              </a:lnSpc>
            </a:pPr>
            <a:endParaRPr lang="en-GB" sz="900">
              <a:solidFill>
                <a:sysClr val="windowText" lastClr="000000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1414145" y="1245235"/>
            <a:ext cx="473392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案例演示实现Callable接口创建多线程</a:t>
            </a:r>
          </a:p>
        </p:txBody>
      </p:sp>
      <p:sp>
        <p:nvSpPr>
          <p:cNvPr id="14" name="文本框 13"/>
          <p:cNvSpPr txBox="1"/>
          <p:nvPr/>
        </p:nvSpPr>
        <p:spPr>
          <a:xfrm>
            <a:off x="1706880" y="2922270"/>
            <a:ext cx="8775700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buClrTx/>
              <a:buSzTx/>
              <a:buNone/>
            </a:pPr>
            <a:r>
              <a:rPr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下面通过一个案例演示如何通过实现Callable接口的方式来创建多线程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。具体步骤如下。</a:t>
            </a:r>
            <a:endParaRPr 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2" name="Title 1"/>
          <p:cNvSpPr txBox="1"/>
          <p:nvPr/>
        </p:nvSpPr>
        <p:spPr>
          <a:xfrm>
            <a:off x="1143635" y="266700"/>
            <a:ext cx="5523230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12.2.3  </a:t>
            </a:r>
            <a:r>
              <a:rPr 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实现</a:t>
            </a:r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Callable接口</a:t>
            </a:r>
            <a:r>
              <a:rPr 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创建</a:t>
            </a:r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多线程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17320" y="2455545"/>
            <a:ext cx="9356090" cy="3028950"/>
          </a:xfrm>
          <a:prstGeom prst="rect">
            <a:avLst/>
          </a:prstGeom>
        </p:spPr>
      </p:pic>
      <p:sp>
        <p:nvSpPr>
          <p:cNvPr id="4" name="矩形 3"/>
          <p:cNvSpPr/>
          <p:nvPr/>
        </p:nvSpPr>
        <p:spPr>
          <a:xfrm>
            <a:off x="2613660" y="2559685"/>
            <a:ext cx="6963410" cy="28206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auto">
              <a:lnSpc>
                <a:spcPct val="101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class MyThread04 implements Callable&lt;Object&gt; {</a:t>
            </a:r>
          </a:p>
          <a:p>
            <a:pPr fontAlgn="auto">
              <a:lnSpc>
                <a:spcPct val="101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// 重写Callable接口的call()方法</a:t>
            </a:r>
          </a:p>
          <a:p>
            <a:pPr fontAlgn="auto">
              <a:lnSpc>
                <a:spcPct val="101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public Object call() throws Exception {</a:t>
            </a:r>
          </a:p>
          <a:p>
            <a:pPr fontAlgn="auto">
              <a:lnSpc>
                <a:spcPct val="101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int i = 0;</a:t>
            </a:r>
          </a:p>
          <a:p>
            <a:pPr fontAlgn="auto">
              <a:lnSpc>
                <a:spcPct val="101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while (i++ &lt; 5) {</a:t>
            </a:r>
          </a:p>
          <a:p>
            <a:pPr fontAlgn="auto">
              <a:lnSpc>
                <a:spcPct val="101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    System.out.println(Thread.currentThread().getName()</a:t>
            </a:r>
          </a:p>
          <a:p>
            <a:pPr fontAlgn="auto">
              <a:lnSpc>
                <a:spcPct val="101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            + "的call()方法在运行");</a:t>
            </a:r>
          </a:p>
          <a:p>
            <a:pPr fontAlgn="auto">
              <a:lnSpc>
                <a:spcPct val="101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}</a:t>
            </a:r>
          </a:p>
          <a:p>
            <a:pPr fontAlgn="auto">
              <a:lnSpc>
                <a:spcPct val="101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return i;</a:t>
            </a:r>
          </a:p>
          <a:p>
            <a:pPr fontAlgn="auto">
              <a:lnSpc>
                <a:spcPct val="101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}</a:t>
            </a:r>
          </a:p>
          <a:p>
            <a:pPr fontAlgn="auto">
              <a:lnSpc>
                <a:spcPct val="101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}</a:t>
            </a:r>
          </a:p>
        </p:txBody>
      </p:sp>
      <p:sp>
        <p:nvSpPr>
          <p:cNvPr id="9" name="文本框 8"/>
          <p:cNvSpPr txBox="1"/>
          <p:nvPr/>
        </p:nvSpPr>
        <p:spPr>
          <a:xfrm>
            <a:off x="1143000" y="1210945"/>
            <a:ext cx="987742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fontAlgn="auto">
              <a:lnSpc>
                <a:spcPct val="150000"/>
              </a:lnSpc>
            </a:pPr>
            <a:r>
              <a:rPr lang="zh-CN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步骤一：</a:t>
            </a:r>
            <a:r>
              <a:rPr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定义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MyThread04</a:t>
            </a:r>
            <a:r>
              <a:rPr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类实现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Callable</a:t>
            </a:r>
            <a:r>
              <a:rPr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接口，重写Runnable接口中的call()方法。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代码如</a:t>
            </a:r>
            <a:r>
              <a:rPr lang="zh-CN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下所示：</a:t>
            </a:r>
            <a:endParaRPr lang="zh-CN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2" name="Title 1"/>
          <p:cNvSpPr txBox="1"/>
          <p:nvPr/>
        </p:nvSpPr>
        <p:spPr>
          <a:xfrm>
            <a:off x="1143635" y="266700"/>
            <a:ext cx="5523230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12.2.3  </a:t>
            </a:r>
            <a:r>
              <a:rPr 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实现</a:t>
            </a:r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Callable接口</a:t>
            </a:r>
            <a:r>
              <a:rPr 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创建</a:t>
            </a:r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多线程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30655" y="1845310"/>
            <a:ext cx="9356090" cy="4558030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1723390" y="1845945"/>
            <a:ext cx="8743950" cy="45580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auto">
              <a:lnSpc>
                <a:spcPct val="101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public class Example04 {</a:t>
            </a:r>
          </a:p>
          <a:p>
            <a:pPr fontAlgn="auto">
              <a:lnSpc>
                <a:spcPct val="101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public static void main(String[] args) throws InterruptedException,</a:t>
            </a:r>
          </a:p>
          <a:p>
            <a:pPr fontAlgn="auto">
              <a:lnSpc>
                <a:spcPct val="101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    ExecutionException {</a:t>
            </a:r>
          </a:p>
          <a:p>
            <a:pPr fontAlgn="auto">
              <a:lnSpc>
                <a:spcPct val="101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MyThread04 myThread = new MyThread04(); // 创建Callable接口的实例对象</a:t>
            </a:r>
          </a:p>
          <a:p>
            <a:pPr fontAlgn="auto">
              <a:lnSpc>
                <a:spcPct val="101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//使用FutureTask封装MyThread04类</a:t>
            </a:r>
          </a:p>
          <a:p>
            <a:pPr fontAlgn="auto">
              <a:lnSpc>
                <a:spcPct val="101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FutureTask&lt;Object&gt; ft1 = new FutureTask&lt;&gt;(myThread);</a:t>
            </a:r>
          </a:p>
          <a:p>
            <a:pPr fontAlgn="auto">
              <a:lnSpc>
                <a:spcPct val="101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//使用Thread(Runnable target ,String name)构造方法创建线程对象</a:t>
            </a:r>
          </a:p>
          <a:p>
            <a:pPr fontAlgn="auto">
              <a:lnSpc>
                <a:spcPct val="101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Thread thread1 = new Thread(ft1, "thread");</a:t>
            </a:r>
          </a:p>
          <a:p>
            <a:pPr fontAlgn="auto">
              <a:lnSpc>
                <a:spcPct val="101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//调用线程对象的start()方法启动线程</a:t>
            </a:r>
          </a:p>
          <a:p>
            <a:pPr fontAlgn="auto">
              <a:lnSpc>
                <a:spcPct val="101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thread1.start();</a:t>
            </a:r>
          </a:p>
          <a:p>
            <a:pPr fontAlgn="auto">
              <a:lnSpc>
                <a:spcPct val="101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//通过FutureTask对象的方法管理返回值</a:t>
            </a:r>
          </a:p>
          <a:p>
            <a:pPr fontAlgn="auto">
              <a:lnSpc>
                <a:spcPct val="101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System.out.println(Thread.currentThread().getName()+ "的返回结果："+ ft1.get());</a:t>
            </a:r>
          </a:p>
          <a:p>
            <a:pPr fontAlgn="auto">
              <a:lnSpc>
                <a:spcPct val="101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int a=0;</a:t>
            </a:r>
          </a:p>
          <a:p>
            <a:pPr fontAlgn="auto">
              <a:lnSpc>
                <a:spcPct val="101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while (a++&lt;5) {</a:t>
            </a:r>
          </a:p>
          <a:p>
            <a:pPr fontAlgn="auto">
              <a:lnSpc>
                <a:spcPct val="101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    System.out.println("main()方法在运行");</a:t>
            </a:r>
          </a:p>
          <a:p>
            <a:pPr fontAlgn="auto">
              <a:lnSpc>
                <a:spcPct val="101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}</a:t>
            </a:r>
          </a:p>
          <a:p>
            <a:pPr fontAlgn="auto">
              <a:lnSpc>
                <a:spcPct val="101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}</a:t>
            </a:r>
          </a:p>
          <a:p>
            <a:pPr fontAlgn="auto">
              <a:lnSpc>
                <a:spcPct val="101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}</a:t>
            </a:r>
          </a:p>
        </p:txBody>
      </p:sp>
      <p:sp>
        <p:nvSpPr>
          <p:cNvPr id="9" name="文本框 8"/>
          <p:cNvSpPr txBox="1"/>
          <p:nvPr/>
        </p:nvSpPr>
        <p:spPr>
          <a:xfrm>
            <a:off x="999490" y="923925"/>
            <a:ext cx="1040130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fontAlgn="auto">
              <a:lnSpc>
                <a:spcPct val="150000"/>
              </a:lnSpc>
            </a:pPr>
            <a:r>
              <a:rPr lang="zh-CN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步骤二：</a:t>
            </a:r>
            <a:r>
              <a:rPr 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定义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main()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方法，创建Callable接口的实例，并调用有参的Thread()构造方法创建线程对象thread1；调用线程对象thread1的start()方法启动线程</a:t>
            </a:r>
            <a:r>
              <a:rPr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。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代码如</a:t>
            </a:r>
            <a:r>
              <a:rPr lang="zh-CN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下所示：</a:t>
            </a:r>
            <a:endParaRPr lang="zh-CN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2" name="Title 1"/>
          <p:cNvSpPr txBox="1"/>
          <p:nvPr/>
        </p:nvSpPr>
        <p:spPr>
          <a:xfrm>
            <a:off x="1143635" y="266700"/>
            <a:ext cx="5523230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12.2.3  </a:t>
            </a:r>
            <a:r>
              <a:rPr 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实现</a:t>
            </a:r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Callable接口</a:t>
            </a:r>
            <a:r>
              <a:rPr 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创建</a:t>
            </a:r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多线程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evron 3"/>
          <p:cNvSpPr/>
          <p:nvPr>
            <p:custDataLst>
              <p:tags r:id="rId1"/>
            </p:custDataLst>
          </p:nvPr>
        </p:nvSpPr>
        <p:spPr>
          <a:xfrm>
            <a:off x="1054100" y="1092200"/>
            <a:ext cx="1771015" cy="666115"/>
          </a:xfrm>
          <a:prstGeom prst="chevron">
            <a:avLst>
              <a:gd name="adj" fmla="val 43848"/>
            </a:avLst>
          </a:prstGeom>
          <a:solidFill>
            <a:srgbClr val="FFFFFF">
              <a:lumMod val="7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rmAutofit/>
          </a:bodyPr>
          <a:lstStyle/>
          <a:p>
            <a:pPr algn="ctr">
              <a:lnSpc>
                <a:spcPct val="120000"/>
              </a:lnSpc>
            </a:pPr>
            <a:endParaRPr lang="en-GB" sz="900">
              <a:solidFill>
                <a:sysClr val="windowText" lastClr="000000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396533" y="1232159"/>
            <a:ext cx="119888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运行结果</a:t>
            </a:r>
          </a:p>
        </p:txBody>
      </p:sp>
      <p:sp>
        <p:nvSpPr>
          <p:cNvPr id="10" name="文本框 9"/>
          <p:cNvSpPr txBox="1"/>
          <p:nvPr/>
        </p:nvSpPr>
        <p:spPr>
          <a:xfrm>
            <a:off x="3336925" y="1225550"/>
            <a:ext cx="551688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lnSpc>
                <a:spcPct val="100000"/>
              </a:lnSpc>
            </a:pP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运行代码，控制台显示的运行结果如下图所示。</a:t>
            </a:r>
          </a:p>
        </p:txBody>
      </p:sp>
      <p:sp>
        <p:nvSpPr>
          <p:cNvPr id="100" name="文本框 99"/>
          <p:cNvSpPr txBox="1"/>
          <p:nvPr/>
        </p:nvSpPr>
        <p:spPr>
          <a:xfrm>
            <a:off x="1143635" y="5228590"/>
            <a:ext cx="8207375" cy="55308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indent="0" fontAlgn="auto">
              <a:lnSpc>
                <a:spcPct val="150000"/>
              </a:lnSpc>
            </a:pPr>
            <a:r>
              <a:rPr lang="zh-CN" altLang="zh-CN" sz="20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由图可知，通过实现Callable接口的方式实现了多线程并带有返回结果。</a:t>
            </a:r>
          </a:p>
        </p:txBody>
      </p:sp>
      <p:pic>
        <p:nvPicPr>
          <p:cNvPr id="3" name="图片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49445" y="2230120"/>
            <a:ext cx="3308998" cy="2412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5" name="Title 1"/>
          <p:cNvSpPr txBox="1"/>
          <p:nvPr/>
        </p:nvSpPr>
        <p:spPr>
          <a:xfrm>
            <a:off x="1143635" y="266700"/>
            <a:ext cx="5523230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12.2.3  </a:t>
            </a:r>
            <a:r>
              <a:rPr 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实现</a:t>
            </a:r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Callable接口</a:t>
            </a:r>
            <a:r>
              <a:rPr 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创建</a:t>
            </a:r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多线程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evron 3"/>
          <p:cNvSpPr/>
          <p:nvPr>
            <p:custDataLst>
              <p:tags r:id="rId1"/>
            </p:custDataLst>
          </p:nvPr>
        </p:nvSpPr>
        <p:spPr>
          <a:xfrm>
            <a:off x="1054100" y="1092200"/>
            <a:ext cx="3575685" cy="666115"/>
          </a:xfrm>
          <a:prstGeom prst="chevron">
            <a:avLst>
              <a:gd name="adj" fmla="val 43848"/>
            </a:avLst>
          </a:prstGeom>
          <a:solidFill>
            <a:srgbClr val="FFFFFF">
              <a:lumMod val="7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rmAutofit/>
          </a:bodyPr>
          <a:lstStyle/>
          <a:p>
            <a:pPr algn="ctr">
              <a:lnSpc>
                <a:spcPct val="120000"/>
              </a:lnSpc>
            </a:pPr>
            <a:endParaRPr lang="en-GB" sz="900">
              <a:solidFill>
                <a:sysClr val="windowText" lastClr="000000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396533" y="1232159"/>
            <a:ext cx="2999105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FutureTask类的继承关系</a:t>
            </a:r>
          </a:p>
        </p:txBody>
      </p:sp>
      <p:sp>
        <p:nvSpPr>
          <p:cNvPr id="10" name="文本框 9"/>
          <p:cNvSpPr txBox="1"/>
          <p:nvPr/>
        </p:nvSpPr>
        <p:spPr>
          <a:xfrm>
            <a:off x="6168390" y="2287270"/>
            <a:ext cx="4970145" cy="33229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lnSpc>
                <a:spcPct val="150000"/>
              </a:lnSpc>
            </a:pP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Callable接口方式实现的多线程是通过FutureTask类来封装和管理返回结果的，FutureTask类的直接父接口是RunnableFuture。从左图可知，FutureTask本质是Runnable接口和Future接口的实现类，其中，Future接口用于管理线程返回结果，它共有5个方法。</a:t>
            </a:r>
          </a:p>
        </p:txBody>
      </p:sp>
      <p:pic>
        <p:nvPicPr>
          <p:cNvPr id="3" name="图片 -214748261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56080" y="2472373"/>
            <a:ext cx="3647043" cy="2952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5" name="Title 1"/>
          <p:cNvSpPr txBox="1"/>
          <p:nvPr/>
        </p:nvSpPr>
        <p:spPr>
          <a:xfrm>
            <a:off x="1143635" y="266700"/>
            <a:ext cx="5523230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12.2.3  </a:t>
            </a:r>
            <a:r>
              <a:rPr 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实现</a:t>
            </a:r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Callable接口</a:t>
            </a:r>
            <a:r>
              <a:rPr 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创建</a:t>
            </a:r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多线程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hevron 3"/>
          <p:cNvSpPr/>
          <p:nvPr>
            <p:custDataLst>
              <p:tags r:id="rId1"/>
            </p:custDataLst>
          </p:nvPr>
        </p:nvSpPr>
        <p:spPr>
          <a:xfrm>
            <a:off x="1143635" y="1039495"/>
            <a:ext cx="3600450" cy="666115"/>
          </a:xfrm>
          <a:prstGeom prst="chevron">
            <a:avLst>
              <a:gd name="adj" fmla="val 43848"/>
            </a:avLst>
          </a:prstGeom>
          <a:solidFill>
            <a:srgbClr val="FFFFFF">
              <a:lumMod val="7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rmAutofit/>
          </a:bodyPr>
          <a:lstStyle/>
          <a:p>
            <a:pPr algn="ctr">
              <a:lnSpc>
                <a:spcPct val="120000"/>
              </a:lnSpc>
            </a:pPr>
            <a:endParaRPr lang="en-GB" sz="900">
              <a:solidFill>
                <a:sysClr val="windowText" lastClr="000000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486068" y="1173739"/>
            <a:ext cx="299466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Future接口的方法及说明</a:t>
            </a:r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custDataLst>
              <p:tags r:id="rId2"/>
            </p:custDataLst>
          </p:nvPr>
        </p:nvGraphicFramePr>
        <p:xfrm>
          <a:off x="1644957" y="1940719"/>
          <a:ext cx="9208135" cy="4088638"/>
        </p:xfrm>
        <a:graphic>
          <a:graphicData uri="http://schemas.openxmlformats.org/drawingml/2006/table">
            <a:tbl>
              <a:tblPr>
                <a:tableStyleId>{7DF18680-E054-41AD-8BC1-D1AEF772440D}</a:tableStyleId>
              </a:tblPr>
              <a:tblGrid>
                <a:gridCol w="40519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56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20065">
                <a:tc>
                  <a:txBody>
                    <a:bodyPr/>
                    <a:lstStyle/>
                    <a:p>
                      <a:pPr indent="267970" algn="ctr">
                        <a:spcAft>
                          <a:spcPts val="0"/>
                        </a:spcAft>
                      </a:pPr>
                      <a:r>
                        <a:rPr lang="zh-CN" sz="1600" b="1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方法声明</a:t>
                      </a: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267970" algn="ctr">
                        <a:spcAft>
                          <a:spcPts val="0"/>
                        </a:spcAft>
                      </a:pPr>
                      <a:r>
                        <a:rPr lang="zh-CN" sz="1600" b="1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功能描述</a:t>
                      </a: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8945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zh-CN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boolean cancel(boolean </a:t>
                      </a:r>
                    </a:p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zh-CN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                mayInterruptIfRunning)</a:t>
                      </a: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zh-CN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用于取消任务，参数mayInterruptIfRunning表示是否允许取消正在执行却没有执行完毕的任务，如果设置true，则表示可以取消正在执行的任务</a:t>
                      </a:r>
                    </a:p>
                  </a:txBody>
                  <a:tcPr marL="68580" marR="68580" marT="0" marB="0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8945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zh-CN" altLang="en-US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boolean isCancelled()</a:t>
                      </a: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zh-CN" altLang="en-US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判断任务是否被取消成功，如果在任务正常完成前被取消成功，则返回 true</a:t>
                      </a:r>
                    </a:p>
                  </a:txBody>
                  <a:tcPr marL="68580" marR="68580" marT="0" marB="0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8945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zh-CN" altLang="en-US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boolean isDone()</a:t>
                      </a: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zh-CN" altLang="en-US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判断任务是否已经完成，若任务完成，则返回true</a:t>
                      </a:r>
                    </a:p>
                  </a:txBody>
                  <a:tcPr marL="68580" marR="68580" marT="0" marB="0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8945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zh-CN" altLang="en-US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V get()</a:t>
                      </a: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zh-CN" altLang="en-US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用于获取执行结果，这个方法会发生阻塞，一直等到任务执行完毕才返回执行结果</a:t>
                      </a:r>
                    </a:p>
                  </a:txBody>
                  <a:tcPr marL="68580" marR="68580" marT="0" marB="0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48945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zh-CN" altLang="en-US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V get(long timeout, TimeUnit unit)</a:t>
                      </a: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zh-CN" altLang="en-US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用于在指定时间内获取执行结果，如果在指定时间内，还没获取到结果，就直接返回null</a:t>
                      </a:r>
                    </a:p>
                  </a:txBody>
                  <a:tcPr marL="68580" marR="68580" marT="0" marB="0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" name="Title 1"/>
          <p:cNvSpPr txBox="1"/>
          <p:nvPr/>
        </p:nvSpPr>
        <p:spPr>
          <a:xfrm>
            <a:off x="1143635" y="266700"/>
            <a:ext cx="5523230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12.2.3  </a:t>
            </a:r>
            <a:r>
              <a:rPr 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实现</a:t>
            </a:r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Callable接口</a:t>
            </a:r>
            <a:r>
              <a:rPr 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创建</a:t>
            </a:r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多线程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35" y="266700"/>
            <a:ext cx="746823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12.2.4  Thread类与Runnable接口实现多线程的对比</a:t>
            </a:r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4880" y="2215515"/>
            <a:ext cx="2797810" cy="3898265"/>
          </a:xfrm>
          <a:prstGeom prst="rect">
            <a:avLst/>
          </a:prstGeom>
        </p:spPr>
      </p:pic>
      <p:sp>
        <p:nvSpPr>
          <p:cNvPr id="13" name="椭圆形标注 12"/>
          <p:cNvSpPr/>
          <p:nvPr/>
        </p:nvSpPr>
        <p:spPr>
          <a:xfrm>
            <a:off x="2968625" y="1847215"/>
            <a:ext cx="2071370" cy="1493520"/>
          </a:xfrm>
          <a:prstGeom prst="wedgeEllipseCallout">
            <a:avLst/>
          </a:prstGeom>
          <a:solidFill>
            <a:schemeClr val="bg1">
              <a:lumMod val="85000"/>
            </a:schemeClr>
          </a:solidFill>
          <a:ln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 </a:t>
            </a:r>
          </a:p>
        </p:txBody>
      </p:sp>
      <p:sp>
        <p:nvSpPr>
          <p:cNvPr id="14" name="TextBox 35"/>
          <p:cNvSpPr txBox="1">
            <a:spLocks noChangeArrowheads="1"/>
          </p:cNvSpPr>
          <p:nvPr/>
        </p:nvSpPr>
        <p:spPr bwMode="auto">
          <a:xfrm>
            <a:off x="3247390" y="1925320"/>
            <a:ext cx="1606550" cy="12280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先定一个</a:t>
            </a: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小目标！</a:t>
            </a:r>
          </a:p>
        </p:txBody>
      </p:sp>
      <p:grpSp>
        <p:nvGrpSpPr>
          <p:cNvPr id="2" name="组合 1"/>
          <p:cNvGrpSpPr/>
          <p:nvPr/>
        </p:nvGrpSpPr>
        <p:grpSpPr>
          <a:xfrm>
            <a:off x="5379720" y="3375660"/>
            <a:ext cx="4509770" cy="1967230"/>
            <a:chOff x="8472" y="5316"/>
            <a:chExt cx="7102" cy="3098"/>
          </a:xfrm>
        </p:grpSpPr>
        <p:sp>
          <p:nvSpPr>
            <p:cNvPr id="15" name="TextBox 35"/>
            <p:cNvSpPr txBox="1">
              <a:spLocks noChangeArrowheads="1"/>
            </p:cNvSpPr>
            <p:nvPr/>
          </p:nvSpPr>
          <p:spPr bwMode="auto">
            <a:xfrm>
              <a:off x="9159" y="5316"/>
              <a:ext cx="6415" cy="30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121917" tIns="60958" rIns="121917" bIns="60958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just">
                <a:lnSpc>
                  <a:spcPct val="150000"/>
                </a:lnSpc>
              </a:pPr>
              <a:r>
                <a:rPr lang="zh-CN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ea"/>
                </a:rPr>
                <a:t>了解</a:t>
              </a:r>
              <a:r>
                <a:rPr lang="zh-CN" altLang="zh-CN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ea"/>
                </a:rPr>
                <a:t>Thread类与Runnable接口实现多线程方式的对比</a:t>
              </a:r>
              <a:r>
                <a:rPr lang="zh-CN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ea"/>
                </a:rPr>
                <a:t>，能说出通过继承</a:t>
              </a:r>
              <a:r>
                <a:rPr lang="zh-CN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Thread类创建多线程和实现Runnable接口创建多线程的区别</a:t>
              </a:r>
              <a:endPara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grpSp>
          <p:nvGrpSpPr>
            <p:cNvPr id="19" name="组合 18"/>
            <p:cNvGrpSpPr/>
            <p:nvPr/>
          </p:nvGrpSpPr>
          <p:grpSpPr>
            <a:xfrm>
              <a:off x="8472" y="5571"/>
              <a:ext cx="638" cy="638"/>
              <a:chOff x="8881" y="4685"/>
              <a:chExt cx="638" cy="638"/>
            </a:xfrm>
          </p:grpSpPr>
          <p:sp>
            <p:nvSpPr>
              <p:cNvPr id="18" name="椭圆 17"/>
              <p:cNvSpPr/>
              <p:nvPr/>
            </p:nvSpPr>
            <p:spPr>
              <a:xfrm>
                <a:off x="8881" y="4685"/>
                <a:ext cx="638" cy="638"/>
              </a:xfrm>
              <a:prstGeom prst="ellipse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7" name="椭圆 16"/>
              <p:cNvSpPr/>
              <p:nvPr/>
            </p:nvSpPr>
            <p:spPr>
              <a:xfrm>
                <a:off x="8946" y="4750"/>
                <a:ext cx="508" cy="508"/>
              </a:xfrm>
              <a:prstGeom prst="ellipse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35" y="266700"/>
            <a:ext cx="746823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12.2.4  Thread类与Runnable接口实现多线程的对比</a:t>
            </a:r>
          </a:p>
        </p:txBody>
      </p:sp>
      <p:sp>
        <p:nvSpPr>
          <p:cNvPr id="84" name="文本框 18"/>
          <p:cNvSpPr txBox="1"/>
          <p:nvPr>
            <p:custDataLst>
              <p:tags r:id="rId1"/>
            </p:custDataLst>
          </p:nvPr>
        </p:nvSpPr>
        <p:spPr>
          <a:xfrm>
            <a:off x="1488440" y="2858770"/>
            <a:ext cx="9213850" cy="1143000"/>
          </a:xfrm>
          <a:prstGeom prst="rect">
            <a:avLst/>
          </a:prstGeom>
          <a:noFill/>
        </p:spPr>
        <p:txBody>
          <a:bodyPr wrap="square" lIns="89970" tIns="46784" rIns="89970" bIns="46784">
            <a:noAutofit/>
          </a:bodyPr>
          <a:lstStyle>
            <a:defPPr>
              <a:defRPr lang="zh-CN"/>
            </a:defPPr>
            <a:lvl1pPr marL="0" algn="l" defTabSz="913765" rtl="0" eaLnBrk="1" latinLnBrk="0" hangingPunct="1">
              <a:defRPr sz="1800" kern="1200">
                <a:solidFill>
                  <a:sysClr val="windowText" lastClr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defRPr>
            </a:lvl1pPr>
            <a:lvl2pPr marL="457200" algn="l" defTabSz="913765" rtl="0" eaLnBrk="1" latinLnBrk="0" hangingPunct="1">
              <a:defRPr sz="1800" kern="1200">
                <a:solidFill>
                  <a:sysClr val="windowText" lastClr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defRPr>
            </a:lvl2pPr>
            <a:lvl3pPr marL="914400" algn="l" defTabSz="913765" rtl="0" eaLnBrk="1" latinLnBrk="0" hangingPunct="1">
              <a:defRPr sz="1800" kern="1200">
                <a:solidFill>
                  <a:sysClr val="windowText" lastClr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defRPr>
            </a:lvl3pPr>
            <a:lvl4pPr marL="1371600" algn="l" defTabSz="913765" rtl="0" eaLnBrk="1" latinLnBrk="0" hangingPunct="1">
              <a:defRPr sz="1800" kern="1200">
                <a:solidFill>
                  <a:sysClr val="windowText" lastClr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defRPr>
            </a:lvl4pPr>
            <a:lvl5pPr marL="1828800" algn="l" defTabSz="913765" rtl="0" eaLnBrk="1" latinLnBrk="0" hangingPunct="1">
              <a:defRPr sz="1800" kern="1200">
                <a:solidFill>
                  <a:sysClr val="windowText" lastClr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defRPr>
            </a:lvl5pPr>
            <a:lvl6pPr marL="2286000" algn="l" defTabSz="913765" rtl="0" eaLnBrk="1" latinLnBrk="0" hangingPunct="1">
              <a:defRPr sz="1800" kern="1200">
                <a:solidFill>
                  <a:sysClr val="windowText" lastClr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defRPr>
            </a:lvl6pPr>
            <a:lvl7pPr marL="2743200" algn="l" defTabSz="913765" rtl="0" eaLnBrk="1" latinLnBrk="0" hangingPunct="1">
              <a:defRPr sz="1800" kern="1200">
                <a:solidFill>
                  <a:sysClr val="windowText" lastClr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defRPr>
            </a:lvl7pPr>
            <a:lvl8pPr marL="3200400" algn="l" defTabSz="913765" rtl="0" eaLnBrk="1" latinLnBrk="0" hangingPunct="1">
              <a:defRPr sz="1800" kern="1200">
                <a:solidFill>
                  <a:sysClr val="windowText" lastClr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defRPr>
            </a:lvl8pPr>
            <a:lvl9pPr marL="3657600" algn="l" defTabSz="913765" rtl="0" eaLnBrk="1" latinLnBrk="0" hangingPunct="1">
              <a:defRPr sz="1800" kern="1200">
                <a:solidFill>
                  <a:sysClr val="windowText" lastClr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</a:rPr>
              <a:t>通过继承Thread类和实现Runnable接口实现多线程方式会有一定的区别，下面通过一个应用场景来分析说明。</a:t>
            </a:r>
          </a:p>
        </p:txBody>
      </p:sp>
      <p:sp>
        <p:nvSpPr>
          <p:cNvPr id="9" name="圆角矩形 8"/>
          <p:cNvSpPr/>
          <p:nvPr/>
        </p:nvSpPr>
        <p:spPr>
          <a:xfrm>
            <a:off x="1163320" y="2688590"/>
            <a:ext cx="9864090" cy="1482725"/>
          </a:xfrm>
          <a:prstGeom prst="roundRect">
            <a:avLst>
              <a:gd name="adj" fmla="val 0"/>
            </a:avLst>
          </a:prstGeom>
          <a:noFill/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0" name="矩形 93"/>
          <p:cNvSpPr/>
          <p:nvPr/>
        </p:nvSpPr>
        <p:spPr>
          <a:xfrm>
            <a:off x="1163320" y="2688590"/>
            <a:ext cx="384175" cy="486410"/>
          </a:xfrm>
          <a:custGeom>
            <a:avLst/>
            <a:gdLst/>
            <a:ahLst/>
            <a:cxnLst/>
            <a:rect l="l" t="t" r="r" b="b"/>
            <a:pathLst>
              <a:path w="504056" h="504056">
                <a:moveTo>
                  <a:pt x="0" y="0"/>
                </a:moveTo>
                <a:lnTo>
                  <a:pt x="504056" y="0"/>
                </a:lnTo>
                <a:lnTo>
                  <a:pt x="504056" y="144016"/>
                </a:lnTo>
                <a:lnTo>
                  <a:pt x="144016" y="144016"/>
                </a:lnTo>
                <a:lnTo>
                  <a:pt x="144016" y="504056"/>
                </a:lnTo>
                <a:lnTo>
                  <a:pt x="0" y="50405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1" name="矩形 93"/>
          <p:cNvSpPr/>
          <p:nvPr/>
        </p:nvSpPr>
        <p:spPr>
          <a:xfrm rot="10800000">
            <a:off x="10643235" y="3684905"/>
            <a:ext cx="384175" cy="486410"/>
          </a:xfrm>
          <a:custGeom>
            <a:avLst/>
            <a:gdLst/>
            <a:ahLst/>
            <a:cxnLst/>
            <a:rect l="l" t="t" r="r" b="b"/>
            <a:pathLst>
              <a:path w="504056" h="504056">
                <a:moveTo>
                  <a:pt x="0" y="0"/>
                </a:moveTo>
                <a:lnTo>
                  <a:pt x="504056" y="0"/>
                </a:lnTo>
                <a:lnTo>
                  <a:pt x="504056" y="144016"/>
                </a:lnTo>
                <a:lnTo>
                  <a:pt x="144016" y="144016"/>
                </a:lnTo>
                <a:lnTo>
                  <a:pt x="144016" y="504056"/>
                </a:lnTo>
                <a:lnTo>
                  <a:pt x="0" y="50405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35" y="266700"/>
            <a:ext cx="746823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12.2.4  Thread类与Runnable接口实现多线程的对比</a:t>
            </a:r>
          </a:p>
        </p:txBody>
      </p:sp>
      <p:sp>
        <p:nvSpPr>
          <p:cNvPr id="12" name="Chevron 3"/>
          <p:cNvSpPr/>
          <p:nvPr>
            <p:custDataLst>
              <p:tags r:id="rId1"/>
            </p:custDataLst>
          </p:nvPr>
        </p:nvSpPr>
        <p:spPr>
          <a:xfrm>
            <a:off x="1143635" y="1111250"/>
            <a:ext cx="5131435" cy="666115"/>
          </a:xfrm>
          <a:prstGeom prst="chevron">
            <a:avLst>
              <a:gd name="adj" fmla="val 43848"/>
            </a:avLst>
          </a:prstGeom>
          <a:solidFill>
            <a:srgbClr val="FFFFFF">
              <a:lumMod val="7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rmAutofit/>
          </a:bodyPr>
          <a:lstStyle/>
          <a:p>
            <a:pPr algn="ctr">
              <a:lnSpc>
                <a:spcPct val="120000"/>
              </a:lnSpc>
            </a:pPr>
            <a:endParaRPr lang="en-GB" sz="900">
              <a:solidFill>
                <a:sysClr val="windowText" lastClr="000000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1414145" y="1245235"/>
            <a:ext cx="447548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通过继承Thread类的方式创建多线程</a:t>
            </a:r>
          </a:p>
        </p:txBody>
      </p:sp>
      <p:sp>
        <p:nvSpPr>
          <p:cNvPr id="14" name="文本框 13"/>
          <p:cNvSpPr txBox="1"/>
          <p:nvPr/>
        </p:nvSpPr>
        <p:spPr>
          <a:xfrm>
            <a:off x="1707515" y="2229485"/>
            <a:ext cx="8775700" cy="1938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buClrTx/>
              <a:buSzTx/>
              <a:buNone/>
            </a:pPr>
            <a:r>
              <a:rPr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假设售票厅有四个窗口可发售某日某次列车的100张车票，这时，100张车票可以看做共享资源，四个售票窗口同时售票，可以看作四个线程同时运行。为了更直观显示窗口的售票情况，可以调用Thread的currentThread()方法获取当前的线程的实例对象，然后调用getName()方法可以获取到线程的名称。</a:t>
            </a:r>
            <a:endParaRPr 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35" y="266700"/>
            <a:ext cx="746823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12.2.4  Thread类与Runnable接口实现多线程的对比</a:t>
            </a: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17320" y="2455545"/>
            <a:ext cx="9356090" cy="3028950"/>
          </a:xfrm>
          <a:prstGeom prst="rect">
            <a:avLst/>
          </a:prstGeom>
        </p:spPr>
      </p:pic>
      <p:sp>
        <p:nvSpPr>
          <p:cNvPr id="4" name="矩形 3"/>
          <p:cNvSpPr/>
          <p:nvPr/>
        </p:nvSpPr>
        <p:spPr>
          <a:xfrm>
            <a:off x="1604010" y="2683510"/>
            <a:ext cx="8982710" cy="25723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auto">
              <a:lnSpc>
                <a:spcPct val="101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class TicketWindow extends Thread {</a:t>
            </a:r>
          </a:p>
          <a:p>
            <a:pPr fontAlgn="auto">
              <a:lnSpc>
                <a:spcPct val="101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	private int tickets = 100;</a:t>
            </a:r>
          </a:p>
          <a:p>
            <a:pPr fontAlgn="auto">
              <a:lnSpc>
                <a:spcPct val="101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	public void run() {</a:t>
            </a:r>
          </a:p>
          <a:p>
            <a:pPr fontAlgn="auto">
              <a:lnSpc>
                <a:spcPct val="101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		while (tickets &gt; 0) { // 通过while循环判断票数并打印语句</a:t>
            </a:r>
          </a:p>
          <a:p>
            <a:pPr fontAlgn="auto">
              <a:lnSpc>
                <a:spcPct val="101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		Thread th = Thread.currentThread(); // 获取当前线程</a:t>
            </a:r>
          </a:p>
          <a:p>
            <a:pPr fontAlgn="auto">
              <a:lnSpc>
                <a:spcPct val="101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		String th_name = th.getName(); // 获取当前线程的名字</a:t>
            </a:r>
          </a:p>
          <a:p>
            <a:pPr fontAlgn="auto">
              <a:lnSpc>
                <a:spcPct val="101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		System.out.println(th_name + " 正在发售第 " + tickets-- + " 张票 ");</a:t>
            </a:r>
          </a:p>
          <a:p>
            <a:pPr fontAlgn="auto">
              <a:lnSpc>
                <a:spcPct val="101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		}</a:t>
            </a:r>
          </a:p>
          <a:p>
            <a:pPr fontAlgn="auto">
              <a:lnSpc>
                <a:spcPct val="101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	}</a:t>
            </a:r>
          </a:p>
          <a:p>
            <a:pPr fontAlgn="auto">
              <a:lnSpc>
                <a:spcPct val="101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}</a:t>
            </a:r>
          </a:p>
        </p:txBody>
      </p:sp>
      <p:sp>
        <p:nvSpPr>
          <p:cNvPr id="9" name="文本框 8"/>
          <p:cNvSpPr txBox="1"/>
          <p:nvPr/>
        </p:nvSpPr>
        <p:spPr>
          <a:xfrm>
            <a:off x="1143000" y="1210945"/>
            <a:ext cx="9877425" cy="506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fontAlgn="auto">
              <a:lnSpc>
                <a:spcPct val="150000"/>
              </a:lnSpc>
            </a:pPr>
            <a:r>
              <a:rPr lang="zh-CN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步骤一：</a:t>
            </a:r>
            <a:r>
              <a:rPr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定义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TicketWindow</a:t>
            </a:r>
            <a:r>
              <a:rPr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类</a:t>
            </a:r>
            <a:r>
              <a:rPr 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继承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Thread</a:t>
            </a:r>
            <a:r>
              <a:rPr 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类</a:t>
            </a:r>
            <a:r>
              <a:rPr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，重写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Thread</a:t>
            </a:r>
            <a:r>
              <a:rPr 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类</a:t>
            </a:r>
            <a:r>
              <a:rPr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中的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run</a:t>
            </a:r>
            <a:r>
              <a:rPr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()方法。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代码如</a:t>
            </a:r>
            <a:r>
              <a:rPr lang="zh-CN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下所示：</a:t>
            </a:r>
            <a:endParaRPr lang="zh-CN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35" y="266700"/>
            <a:ext cx="746823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12.2.4  Thread类与Runnable接口实现多线程的对比</a:t>
            </a: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30655" y="2347595"/>
            <a:ext cx="9356090" cy="2315210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1908810" y="2466975"/>
            <a:ext cx="8399780" cy="20764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auto">
              <a:lnSpc>
                <a:spcPct val="101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public class Example05 {</a:t>
            </a:r>
          </a:p>
          <a:p>
            <a:pPr fontAlgn="auto">
              <a:lnSpc>
                <a:spcPct val="101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   public static void main(String[] args) {</a:t>
            </a:r>
          </a:p>
          <a:p>
            <a:pPr fontAlgn="auto">
              <a:lnSpc>
                <a:spcPct val="101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	new TicketWindow().start(); // 创建并开启第一个线程对象TicketWindow </a:t>
            </a:r>
          </a:p>
          <a:p>
            <a:pPr fontAlgn="auto">
              <a:lnSpc>
                <a:spcPct val="101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	new TicketWindow().start(); // 创建并开启第二个线程对象TicketWindow </a:t>
            </a:r>
          </a:p>
          <a:p>
            <a:pPr fontAlgn="auto">
              <a:lnSpc>
                <a:spcPct val="101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	new TicketWindow().start(); // 创建并开启第三个线程对象TicketWindow </a:t>
            </a:r>
          </a:p>
          <a:p>
            <a:pPr fontAlgn="auto">
              <a:lnSpc>
                <a:spcPct val="101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	new TicketWindow().start(); // 创建并开启第四个线程对象TicketWindow </a:t>
            </a:r>
          </a:p>
          <a:p>
            <a:pPr fontAlgn="auto">
              <a:lnSpc>
                <a:spcPct val="101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   }</a:t>
            </a:r>
          </a:p>
          <a:p>
            <a:pPr fontAlgn="auto">
              <a:lnSpc>
                <a:spcPct val="101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}</a:t>
            </a:r>
          </a:p>
        </p:txBody>
      </p:sp>
      <p:sp>
        <p:nvSpPr>
          <p:cNvPr id="9" name="文本框 8"/>
          <p:cNvSpPr txBox="1"/>
          <p:nvPr/>
        </p:nvSpPr>
        <p:spPr>
          <a:xfrm>
            <a:off x="999490" y="1250315"/>
            <a:ext cx="8338185" cy="506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fontAlgn="auto">
              <a:lnSpc>
                <a:spcPct val="150000"/>
              </a:lnSpc>
            </a:pPr>
            <a:r>
              <a:rPr lang="zh-CN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步骤二：</a:t>
            </a:r>
            <a:r>
              <a:rPr 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定义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main()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方法，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创建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四个线程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并开启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四个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线程对象</a:t>
            </a:r>
            <a:r>
              <a:rPr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。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代码如</a:t>
            </a:r>
            <a:r>
              <a:rPr lang="zh-CN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下所示：</a:t>
            </a:r>
            <a:endParaRPr lang="zh-CN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35" y="266700"/>
            <a:ext cx="746823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12.2.4  Thread类与Runnable接口实现多线程的对比</a:t>
            </a:r>
          </a:p>
        </p:txBody>
      </p:sp>
      <p:sp>
        <p:nvSpPr>
          <p:cNvPr id="2" name="Chevron 3"/>
          <p:cNvSpPr/>
          <p:nvPr>
            <p:custDataLst>
              <p:tags r:id="rId1"/>
            </p:custDataLst>
          </p:nvPr>
        </p:nvSpPr>
        <p:spPr>
          <a:xfrm>
            <a:off x="1054100" y="1092200"/>
            <a:ext cx="1771015" cy="666115"/>
          </a:xfrm>
          <a:prstGeom prst="chevron">
            <a:avLst>
              <a:gd name="adj" fmla="val 43848"/>
            </a:avLst>
          </a:prstGeom>
          <a:solidFill>
            <a:srgbClr val="FFFFFF">
              <a:lumMod val="7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rmAutofit/>
          </a:bodyPr>
          <a:lstStyle/>
          <a:p>
            <a:pPr algn="ctr">
              <a:lnSpc>
                <a:spcPct val="120000"/>
              </a:lnSpc>
            </a:pPr>
            <a:endParaRPr lang="en-GB" sz="900">
              <a:solidFill>
                <a:sysClr val="windowText" lastClr="000000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396533" y="1232159"/>
            <a:ext cx="119888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运行结果</a:t>
            </a:r>
          </a:p>
        </p:txBody>
      </p:sp>
      <p:sp>
        <p:nvSpPr>
          <p:cNvPr id="10" name="文本框 9"/>
          <p:cNvSpPr txBox="1"/>
          <p:nvPr/>
        </p:nvSpPr>
        <p:spPr>
          <a:xfrm>
            <a:off x="3336925" y="1225550"/>
            <a:ext cx="551688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lnSpc>
                <a:spcPct val="100000"/>
              </a:lnSpc>
            </a:pP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运行代码，控制台显示的运行结果如下图所示。</a:t>
            </a:r>
          </a:p>
        </p:txBody>
      </p:sp>
      <p:sp>
        <p:nvSpPr>
          <p:cNvPr id="100" name="文本框 99"/>
          <p:cNvSpPr txBox="1"/>
          <p:nvPr/>
        </p:nvSpPr>
        <p:spPr>
          <a:xfrm>
            <a:off x="6210300" y="1999615"/>
            <a:ext cx="3643630" cy="424624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indent="0" fontAlgn="auto">
              <a:lnSpc>
                <a:spcPct val="150000"/>
              </a:lnSpc>
            </a:pPr>
            <a:r>
              <a:rPr lang="zh-CN" altLang="zh-CN" sz="20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由图可知，每张票都被打印了四次。出现这样现象的原因是四个线程没有共享100张票，而是各自出售了100张票。在程序中创建了四个TicketWindow对象，就等于创建了四个售票线程，每个线程中都有100张票，每个线程在独立地处理各自的资源。</a:t>
            </a:r>
          </a:p>
        </p:txBody>
      </p:sp>
      <p:pic>
        <p:nvPicPr>
          <p:cNvPr id="3" name="图片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23123" y="1999615"/>
            <a:ext cx="3924300" cy="42291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35" y="266700"/>
            <a:ext cx="746823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12.2.4  Thread类与Runnable接口实现多线程的对比</a:t>
            </a:r>
          </a:p>
        </p:txBody>
      </p:sp>
      <p:sp>
        <p:nvSpPr>
          <p:cNvPr id="12" name="Chevron 3"/>
          <p:cNvSpPr/>
          <p:nvPr>
            <p:custDataLst>
              <p:tags r:id="rId1"/>
            </p:custDataLst>
          </p:nvPr>
        </p:nvSpPr>
        <p:spPr>
          <a:xfrm>
            <a:off x="1143635" y="1111250"/>
            <a:ext cx="5508625" cy="666115"/>
          </a:xfrm>
          <a:prstGeom prst="chevron">
            <a:avLst>
              <a:gd name="adj" fmla="val 43848"/>
            </a:avLst>
          </a:prstGeom>
          <a:solidFill>
            <a:srgbClr val="FFFFFF">
              <a:lumMod val="7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rmAutofit/>
          </a:bodyPr>
          <a:lstStyle/>
          <a:p>
            <a:pPr algn="ctr">
              <a:lnSpc>
                <a:spcPct val="120000"/>
              </a:lnSpc>
            </a:pPr>
            <a:endParaRPr lang="en-GB" sz="900">
              <a:solidFill>
                <a:sysClr val="windowText" lastClr="000000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1414145" y="1245235"/>
            <a:ext cx="499110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通过实现Runnable接口的方式实现多线程</a:t>
            </a:r>
          </a:p>
        </p:txBody>
      </p:sp>
      <p:sp>
        <p:nvSpPr>
          <p:cNvPr id="14" name="文本框 13"/>
          <p:cNvSpPr txBox="1"/>
          <p:nvPr/>
        </p:nvSpPr>
        <p:spPr>
          <a:xfrm>
            <a:off x="1707515" y="2230120"/>
            <a:ext cx="8775700" cy="2399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buClrTx/>
              <a:buSzTx/>
              <a:buNone/>
            </a:pPr>
            <a:r>
              <a:rPr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由于现实中铁路系统的票资源是共享的，为了保证资源共享，在程序中只能创建一个售票对象，然后开启多个线程去运行同一个售票对象的售票方法，简单来说就是四个线程运行同一个售票程序。接下来，通过实现Runnable接口的方式实现多线程的创建。使用构造方法Thread(Runnable target, String name)在创建线程对象时指定线程的名称。</a:t>
            </a:r>
            <a:endParaRPr 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35" y="266700"/>
            <a:ext cx="746823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12.2.4  Thread类与Runnable接口实现多线程的对比</a:t>
            </a: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17320" y="2455545"/>
            <a:ext cx="9356090" cy="3028950"/>
          </a:xfrm>
          <a:prstGeom prst="rect">
            <a:avLst/>
          </a:prstGeom>
        </p:spPr>
      </p:pic>
      <p:sp>
        <p:nvSpPr>
          <p:cNvPr id="4" name="矩形 3"/>
          <p:cNvSpPr/>
          <p:nvPr/>
        </p:nvSpPr>
        <p:spPr>
          <a:xfrm>
            <a:off x="1604010" y="2559685"/>
            <a:ext cx="8982710" cy="28206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auto">
              <a:lnSpc>
                <a:spcPct val="101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class TicketWindow implements Runnable {</a:t>
            </a:r>
          </a:p>
          <a:p>
            <a:pPr fontAlgn="auto">
              <a:lnSpc>
                <a:spcPct val="101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   private int tickets = 100;</a:t>
            </a:r>
          </a:p>
          <a:p>
            <a:pPr fontAlgn="auto">
              <a:lnSpc>
                <a:spcPct val="101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   public void run() {</a:t>
            </a:r>
          </a:p>
          <a:p>
            <a:pPr fontAlgn="auto">
              <a:lnSpc>
                <a:spcPct val="101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	while (tickets &gt; 0) {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01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		Thread th = Thread.currentThread(); // 获取当前线程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01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		String th_name = th.getName(); // 获取当前线程的名字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01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		System.out.println(th_name + " 正在发售第 " + tickets-- + " 张票 ");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01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	}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01000"/>
              </a:lnSpc>
            </a:pP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01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   }</a:t>
            </a:r>
          </a:p>
          <a:p>
            <a:pPr fontAlgn="auto">
              <a:lnSpc>
                <a:spcPct val="101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}</a:t>
            </a:r>
          </a:p>
        </p:txBody>
      </p:sp>
      <p:sp>
        <p:nvSpPr>
          <p:cNvPr id="9" name="文本框 8"/>
          <p:cNvSpPr txBox="1"/>
          <p:nvPr/>
        </p:nvSpPr>
        <p:spPr>
          <a:xfrm>
            <a:off x="1143000" y="1210945"/>
            <a:ext cx="987742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fontAlgn="auto">
              <a:lnSpc>
                <a:spcPct val="150000"/>
              </a:lnSpc>
            </a:pPr>
            <a:r>
              <a:rPr lang="zh-CN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步骤一：</a:t>
            </a:r>
            <a:r>
              <a:rPr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定义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TicketWindow</a:t>
            </a:r>
            <a:r>
              <a:rPr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类</a:t>
            </a:r>
            <a:r>
              <a:rPr 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实现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Runnable</a:t>
            </a:r>
            <a:r>
              <a:rPr 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接口</a:t>
            </a:r>
            <a:r>
              <a:rPr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，重写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Runnable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接口</a:t>
            </a:r>
            <a:r>
              <a:rPr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中的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run</a:t>
            </a:r>
            <a:r>
              <a:rPr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()方法。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代码如</a:t>
            </a:r>
            <a:r>
              <a:rPr lang="zh-CN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下所示：</a:t>
            </a:r>
            <a:endParaRPr lang="zh-CN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35" y="266700"/>
            <a:ext cx="746823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12.2.4  Thread类与Runnable接口实现多线程的对比</a:t>
            </a: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30655" y="2778125"/>
            <a:ext cx="9356090" cy="2563495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1831975" y="2897505"/>
            <a:ext cx="8554085" cy="23247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auto">
              <a:lnSpc>
                <a:spcPct val="101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public class Example06 {</a:t>
            </a:r>
          </a:p>
          <a:p>
            <a:pPr fontAlgn="auto">
              <a:lnSpc>
                <a:spcPct val="101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   public static void main(String[] args) {</a:t>
            </a:r>
          </a:p>
          <a:p>
            <a:pPr fontAlgn="auto">
              <a:lnSpc>
                <a:spcPct val="101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	TicketWindow tw = new TicketWindow(); // 创建TicketWindow实例对象tw</a:t>
            </a:r>
          </a:p>
          <a:p>
            <a:pPr fontAlgn="auto">
              <a:lnSpc>
                <a:spcPct val="101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	new Thread(tw, "窗口1").start(); // 创建线程对象并命名为窗口1，开启线程</a:t>
            </a:r>
          </a:p>
          <a:p>
            <a:pPr fontAlgn="auto">
              <a:lnSpc>
                <a:spcPct val="101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	new Thread(tw, "窗口2").start(); // 创建线程对象并命名为窗口2，开启线程</a:t>
            </a:r>
          </a:p>
          <a:p>
            <a:pPr fontAlgn="auto">
              <a:lnSpc>
                <a:spcPct val="101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	new Thread(tw, "窗口3").start(); // 创建线程对象并命名为窗口3，开启线程</a:t>
            </a:r>
          </a:p>
          <a:p>
            <a:pPr fontAlgn="auto">
              <a:lnSpc>
                <a:spcPct val="101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	new Thread(tw, "窗口4").start(); // 创建线程对象并命名为窗口4，开启线程           </a:t>
            </a:r>
          </a:p>
          <a:p>
            <a:pPr fontAlgn="auto">
              <a:lnSpc>
                <a:spcPct val="101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    }</a:t>
            </a:r>
          </a:p>
          <a:p>
            <a:pPr fontAlgn="auto">
              <a:lnSpc>
                <a:spcPct val="101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}</a:t>
            </a:r>
          </a:p>
        </p:txBody>
      </p:sp>
      <p:sp>
        <p:nvSpPr>
          <p:cNvPr id="9" name="文本框 8"/>
          <p:cNvSpPr txBox="1"/>
          <p:nvPr/>
        </p:nvSpPr>
        <p:spPr>
          <a:xfrm>
            <a:off x="999490" y="1250315"/>
            <a:ext cx="10065385" cy="1337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fontAlgn="auto">
              <a:lnSpc>
                <a:spcPct val="150000"/>
              </a:lnSpc>
            </a:pPr>
            <a:r>
              <a:rPr lang="zh-CN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步骤二：</a:t>
            </a:r>
            <a:r>
              <a:rPr 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定义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main()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方法，</a:t>
            </a:r>
            <a:r>
              <a:rPr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创建了一个TicketWindow对象tw，并创建了四个线程，每个线程都去调用这个tw对象中的run()方法，这样就可以确保四个线程访问的是同一个tickets变量，共享100张车票</a:t>
            </a:r>
            <a:r>
              <a:rPr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。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代码如</a:t>
            </a:r>
            <a:r>
              <a:rPr lang="zh-CN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下所示：</a:t>
            </a:r>
            <a:endParaRPr lang="zh-CN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35" y="266700"/>
            <a:ext cx="746823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12.2.4  Thread类与Runnable接口实现多线程的对比</a:t>
            </a:r>
          </a:p>
        </p:txBody>
      </p:sp>
      <p:sp>
        <p:nvSpPr>
          <p:cNvPr id="2" name="Chevron 3"/>
          <p:cNvSpPr/>
          <p:nvPr>
            <p:custDataLst>
              <p:tags r:id="rId1"/>
            </p:custDataLst>
          </p:nvPr>
        </p:nvSpPr>
        <p:spPr>
          <a:xfrm>
            <a:off x="1054100" y="1092200"/>
            <a:ext cx="1771015" cy="666115"/>
          </a:xfrm>
          <a:prstGeom prst="chevron">
            <a:avLst>
              <a:gd name="adj" fmla="val 43848"/>
            </a:avLst>
          </a:prstGeom>
          <a:solidFill>
            <a:srgbClr val="FFFFFF">
              <a:lumMod val="7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rmAutofit/>
          </a:bodyPr>
          <a:lstStyle/>
          <a:p>
            <a:pPr algn="ctr">
              <a:lnSpc>
                <a:spcPct val="120000"/>
              </a:lnSpc>
            </a:pPr>
            <a:endParaRPr lang="en-GB" sz="900">
              <a:solidFill>
                <a:sysClr val="windowText" lastClr="000000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396533" y="1232159"/>
            <a:ext cx="119888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运行结果</a:t>
            </a:r>
          </a:p>
        </p:txBody>
      </p:sp>
      <p:sp>
        <p:nvSpPr>
          <p:cNvPr id="10" name="文本框 9"/>
          <p:cNvSpPr txBox="1"/>
          <p:nvPr/>
        </p:nvSpPr>
        <p:spPr>
          <a:xfrm>
            <a:off x="3336925" y="1225550"/>
            <a:ext cx="551688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lnSpc>
                <a:spcPct val="100000"/>
              </a:lnSpc>
            </a:pP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运行代码，控制台显示的运行结果如下图所示。</a:t>
            </a:r>
          </a:p>
        </p:txBody>
      </p:sp>
      <p:pic>
        <p:nvPicPr>
          <p:cNvPr id="3" name="图片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66578" y="2243773"/>
            <a:ext cx="3456940" cy="237172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35" y="266700"/>
            <a:ext cx="746823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12.2.4  Thread类与Runnable接口实现多线程的对比</a:t>
            </a:r>
          </a:p>
        </p:txBody>
      </p:sp>
      <p:sp>
        <p:nvSpPr>
          <p:cNvPr id="12" name="Chevron 3"/>
          <p:cNvSpPr/>
          <p:nvPr>
            <p:custDataLst>
              <p:tags r:id="rId1"/>
            </p:custDataLst>
          </p:nvPr>
        </p:nvSpPr>
        <p:spPr>
          <a:xfrm>
            <a:off x="1143635" y="1111250"/>
            <a:ext cx="5808980" cy="666115"/>
          </a:xfrm>
          <a:prstGeom prst="chevron">
            <a:avLst>
              <a:gd name="adj" fmla="val 43848"/>
            </a:avLst>
          </a:prstGeom>
          <a:solidFill>
            <a:srgbClr val="FFFFFF">
              <a:lumMod val="7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rmAutofit/>
          </a:bodyPr>
          <a:lstStyle/>
          <a:p>
            <a:pPr algn="ctr">
              <a:lnSpc>
                <a:spcPct val="120000"/>
              </a:lnSpc>
            </a:pPr>
            <a:endParaRPr lang="en-GB" sz="900">
              <a:solidFill>
                <a:sysClr val="windowText" lastClr="000000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1414145" y="1245235"/>
            <a:ext cx="538607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Thread类与Runnable接口实现多线程的区别</a:t>
            </a:r>
          </a:p>
        </p:txBody>
      </p:sp>
      <p:sp>
        <p:nvSpPr>
          <p:cNvPr id="84" name="文本框 18"/>
          <p:cNvSpPr txBox="1"/>
          <p:nvPr>
            <p:custDataLst>
              <p:tags r:id="rId2"/>
            </p:custDataLst>
          </p:nvPr>
        </p:nvSpPr>
        <p:spPr>
          <a:xfrm>
            <a:off x="1488440" y="2858770"/>
            <a:ext cx="9213850" cy="1143000"/>
          </a:xfrm>
          <a:prstGeom prst="rect">
            <a:avLst/>
          </a:prstGeom>
          <a:noFill/>
        </p:spPr>
        <p:txBody>
          <a:bodyPr wrap="square" lIns="89970" tIns="46784" rIns="89970" bIns="46784">
            <a:noAutofit/>
          </a:bodyPr>
          <a:lstStyle>
            <a:defPPr>
              <a:defRPr lang="zh-CN"/>
            </a:defPPr>
            <a:lvl1pPr marL="0" algn="l" defTabSz="913765" rtl="0" eaLnBrk="1" latinLnBrk="0" hangingPunct="1">
              <a:defRPr sz="1800" kern="1200">
                <a:solidFill>
                  <a:sysClr val="windowText" lastClr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defRPr>
            </a:lvl1pPr>
            <a:lvl2pPr marL="457200" algn="l" defTabSz="913765" rtl="0" eaLnBrk="1" latinLnBrk="0" hangingPunct="1">
              <a:defRPr sz="1800" kern="1200">
                <a:solidFill>
                  <a:sysClr val="windowText" lastClr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defRPr>
            </a:lvl2pPr>
            <a:lvl3pPr marL="914400" algn="l" defTabSz="913765" rtl="0" eaLnBrk="1" latinLnBrk="0" hangingPunct="1">
              <a:defRPr sz="1800" kern="1200">
                <a:solidFill>
                  <a:sysClr val="windowText" lastClr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defRPr>
            </a:lvl3pPr>
            <a:lvl4pPr marL="1371600" algn="l" defTabSz="913765" rtl="0" eaLnBrk="1" latinLnBrk="0" hangingPunct="1">
              <a:defRPr sz="1800" kern="1200">
                <a:solidFill>
                  <a:sysClr val="windowText" lastClr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defRPr>
            </a:lvl4pPr>
            <a:lvl5pPr marL="1828800" algn="l" defTabSz="913765" rtl="0" eaLnBrk="1" latinLnBrk="0" hangingPunct="1">
              <a:defRPr sz="1800" kern="1200">
                <a:solidFill>
                  <a:sysClr val="windowText" lastClr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defRPr>
            </a:lvl5pPr>
            <a:lvl6pPr marL="2286000" algn="l" defTabSz="913765" rtl="0" eaLnBrk="1" latinLnBrk="0" hangingPunct="1">
              <a:defRPr sz="1800" kern="1200">
                <a:solidFill>
                  <a:sysClr val="windowText" lastClr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defRPr>
            </a:lvl6pPr>
            <a:lvl7pPr marL="2743200" algn="l" defTabSz="913765" rtl="0" eaLnBrk="1" latinLnBrk="0" hangingPunct="1">
              <a:defRPr sz="1800" kern="1200">
                <a:solidFill>
                  <a:sysClr val="windowText" lastClr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defRPr>
            </a:lvl7pPr>
            <a:lvl8pPr marL="3200400" algn="l" defTabSz="913765" rtl="0" eaLnBrk="1" latinLnBrk="0" hangingPunct="1">
              <a:defRPr sz="1800" kern="1200">
                <a:solidFill>
                  <a:sysClr val="windowText" lastClr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defRPr>
            </a:lvl8pPr>
            <a:lvl9pPr marL="3657600" algn="l" defTabSz="913765" rtl="0" eaLnBrk="1" latinLnBrk="0" hangingPunct="1">
              <a:defRPr sz="1800" kern="1200">
                <a:solidFill>
                  <a:sysClr val="windowText" lastClr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</a:rPr>
              <a:t>Thread类创建多线程，无法保证多个线程对共享资源的正确操作，而Runnable接口可以保证多个线程对共享资源的正确访问。</a:t>
            </a:r>
          </a:p>
        </p:txBody>
      </p:sp>
      <p:sp>
        <p:nvSpPr>
          <p:cNvPr id="9" name="圆角矩形 8"/>
          <p:cNvSpPr/>
          <p:nvPr/>
        </p:nvSpPr>
        <p:spPr>
          <a:xfrm>
            <a:off x="1163320" y="2688590"/>
            <a:ext cx="9864090" cy="1482725"/>
          </a:xfrm>
          <a:prstGeom prst="roundRect">
            <a:avLst>
              <a:gd name="adj" fmla="val 0"/>
            </a:avLst>
          </a:prstGeom>
          <a:noFill/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0" name="矩形 93"/>
          <p:cNvSpPr/>
          <p:nvPr/>
        </p:nvSpPr>
        <p:spPr>
          <a:xfrm>
            <a:off x="1163320" y="2688590"/>
            <a:ext cx="384175" cy="486410"/>
          </a:xfrm>
          <a:custGeom>
            <a:avLst/>
            <a:gdLst/>
            <a:ahLst/>
            <a:cxnLst/>
            <a:rect l="l" t="t" r="r" b="b"/>
            <a:pathLst>
              <a:path w="504056" h="504056">
                <a:moveTo>
                  <a:pt x="0" y="0"/>
                </a:moveTo>
                <a:lnTo>
                  <a:pt x="504056" y="0"/>
                </a:lnTo>
                <a:lnTo>
                  <a:pt x="504056" y="144016"/>
                </a:lnTo>
                <a:lnTo>
                  <a:pt x="144016" y="144016"/>
                </a:lnTo>
                <a:lnTo>
                  <a:pt x="144016" y="504056"/>
                </a:lnTo>
                <a:lnTo>
                  <a:pt x="0" y="50405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1" name="矩形 93"/>
          <p:cNvSpPr/>
          <p:nvPr/>
        </p:nvSpPr>
        <p:spPr>
          <a:xfrm rot="10800000">
            <a:off x="10643235" y="3684905"/>
            <a:ext cx="384175" cy="486410"/>
          </a:xfrm>
          <a:custGeom>
            <a:avLst/>
            <a:gdLst/>
            <a:ahLst/>
            <a:cxnLst/>
            <a:rect l="l" t="t" r="r" b="b"/>
            <a:pathLst>
              <a:path w="504056" h="504056">
                <a:moveTo>
                  <a:pt x="0" y="0"/>
                </a:moveTo>
                <a:lnTo>
                  <a:pt x="504056" y="0"/>
                </a:lnTo>
                <a:lnTo>
                  <a:pt x="504056" y="144016"/>
                </a:lnTo>
                <a:lnTo>
                  <a:pt x="144016" y="144016"/>
                </a:lnTo>
                <a:lnTo>
                  <a:pt x="144016" y="504056"/>
                </a:lnTo>
                <a:lnTo>
                  <a:pt x="0" y="50405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35" y="266700"/>
            <a:ext cx="746823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12.2.4  Thread类与Runnable接口实现多线程的对比</a:t>
            </a:r>
          </a:p>
        </p:txBody>
      </p:sp>
      <p:sp>
        <p:nvSpPr>
          <p:cNvPr id="12" name="Chevron 3"/>
          <p:cNvSpPr/>
          <p:nvPr>
            <p:custDataLst>
              <p:tags r:id="rId1"/>
            </p:custDataLst>
          </p:nvPr>
        </p:nvSpPr>
        <p:spPr>
          <a:xfrm>
            <a:off x="1143635" y="1111250"/>
            <a:ext cx="5397500" cy="666115"/>
          </a:xfrm>
          <a:prstGeom prst="chevron">
            <a:avLst>
              <a:gd name="adj" fmla="val 43848"/>
            </a:avLst>
          </a:prstGeom>
          <a:solidFill>
            <a:srgbClr val="FFFFFF">
              <a:lumMod val="7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rmAutofit/>
          </a:bodyPr>
          <a:lstStyle/>
          <a:p>
            <a:pPr algn="ctr">
              <a:lnSpc>
                <a:spcPct val="120000"/>
              </a:lnSpc>
            </a:pPr>
            <a:endParaRPr lang="en-GB" sz="900">
              <a:solidFill>
                <a:sysClr val="windowText" lastClr="000000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1414145" y="1245235"/>
            <a:ext cx="486219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小提示：使用Lambda表达式创建多线程</a:t>
            </a: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1885" y="3395345"/>
            <a:ext cx="4859655" cy="1172845"/>
          </a:xfrm>
          <a:prstGeom prst="rect">
            <a:avLst/>
          </a:prstGeom>
        </p:spPr>
      </p:pic>
      <p:sp>
        <p:nvSpPr>
          <p:cNvPr id="4" name="矩形 3"/>
          <p:cNvSpPr/>
          <p:nvPr/>
        </p:nvSpPr>
        <p:spPr>
          <a:xfrm>
            <a:off x="4203065" y="3563620"/>
            <a:ext cx="3783965" cy="835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auto">
              <a:lnSpc>
                <a:spcPct val="101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Thread t = new Thread(() -&gt; {</a:t>
            </a:r>
          </a:p>
          <a:p>
            <a:pPr fontAlgn="auto">
              <a:lnSpc>
                <a:spcPct val="101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    }</a:t>
            </a:r>
          </a:p>
          <a:p>
            <a:pPr fontAlgn="auto">
              <a:lnSpc>
                <a:spcPct val="101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});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2072005" y="2143125"/>
            <a:ext cx="804608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fontAlgn="auto">
              <a:lnSpc>
                <a:spcPct val="150000"/>
              </a:lnSpc>
            </a:pPr>
            <a:r>
              <a:rPr lang="zh-CN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Lambda表达式可以简化多线程的创建与调用过程，在创建线程时可以指定线程要调用的方法，格式如下。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35" y="266700"/>
            <a:ext cx="746823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12.2.4  Thread类与Runnable接口实现多线程的对比</a:t>
            </a:r>
          </a:p>
        </p:txBody>
      </p:sp>
      <p:sp>
        <p:nvSpPr>
          <p:cNvPr id="12" name="Chevron 3"/>
          <p:cNvSpPr/>
          <p:nvPr>
            <p:custDataLst>
              <p:tags r:id="rId1"/>
            </p:custDataLst>
          </p:nvPr>
        </p:nvSpPr>
        <p:spPr>
          <a:xfrm>
            <a:off x="1000125" y="1039495"/>
            <a:ext cx="5397500" cy="666115"/>
          </a:xfrm>
          <a:prstGeom prst="chevron">
            <a:avLst>
              <a:gd name="adj" fmla="val 43848"/>
            </a:avLst>
          </a:prstGeom>
          <a:solidFill>
            <a:srgbClr val="FFFFFF">
              <a:lumMod val="7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rmAutofit/>
          </a:bodyPr>
          <a:lstStyle/>
          <a:p>
            <a:pPr algn="ctr">
              <a:lnSpc>
                <a:spcPct val="120000"/>
              </a:lnSpc>
            </a:pPr>
            <a:endParaRPr lang="en-GB" sz="900">
              <a:solidFill>
                <a:sysClr val="windowText" lastClr="000000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1270635" y="1173480"/>
            <a:ext cx="486219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案例演示使用Lambda表达式创建多线程</a:t>
            </a: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68120" y="1851025"/>
            <a:ext cx="8862695" cy="4652645"/>
          </a:xfrm>
          <a:prstGeom prst="rect">
            <a:avLst/>
          </a:prstGeom>
        </p:spPr>
      </p:pic>
      <p:sp>
        <p:nvSpPr>
          <p:cNvPr id="8" name="矩形 7"/>
          <p:cNvSpPr/>
          <p:nvPr/>
        </p:nvSpPr>
        <p:spPr>
          <a:xfrm>
            <a:off x="2041525" y="1821180"/>
            <a:ext cx="7716520" cy="46913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public class Main {</a:t>
            </a:r>
          </a:p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public static void main(String[] args) {</a:t>
            </a:r>
          </a:p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Thread t = new Thread(() -&gt; {</a:t>
            </a:r>
          </a:p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    while (true){</a:t>
            </a:r>
          </a:p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        System.out.println("start new thread!");</a:t>
            </a:r>
          </a:p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    }</a:t>
            </a:r>
          </a:p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});</a:t>
            </a:r>
          </a:p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t.start(); // 启动新线程</a:t>
            </a:r>
          </a:p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}</a:t>
            </a:r>
          </a:p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}</a:t>
            </a:r>
          </a:p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class MyThread extends Thread {</a:t>
            </a:r>
          </a:p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public void run() {</a:t>
            </a:r>
          </a:p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while (true) { // 通过死循环语句打印输出</a:t>
            </a:r>
          </a:p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    System.out.println("MyThread类的run()方法在运行");</a:t>
            </a:r>
          </a:p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}</a:t>
            </a:r>
          </a:p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}</a:t>
            </a:r>
          </a:p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}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35" y="266700"/>
            <a:ext cx="3404870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12.2.5  后台线程</a:t>
            </a:r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4880" y="2215515"/>
            <a:ext cx="2797810" cy="3898265"/>
          </a:xfrm>
          <a:prstGeom prst="rect">
            <a:avLst/>
          </a:prstGeom>
        </p:spPr>
      </p:pic>
      <p:sp>
        <p:nvSpPr>
          <p:cNvPr id="13" name="椭圆形标注 12"/>
          <p:cNvSpPr/>
          <p:nvPr/>
        </p:nvSpPr>
        <p:spPr>
          <a:xfrm>
            <a:off x="2968625" y="1847215"/>
            <a:ext cx="2071370" cy="1493520"/>
          </a:xfrm>
          <a:prstGeom prst="wedgeEllipseCallout">
            <a:avLst/>
          </a:prstGeom>
          <a:solidFill>
            <a:schemeClr val="bg1">
              <a:lumMod val="85000"/>
            </a:schemeClr>
          </a:solidFill>
          <a:ln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 </a:t>
            </a:r>
          </a:p>
        </p:txBody>
      </p:sp>
      <p:sp>
        <p:nvSpPr>
          <p:cNvPr id="14" name="TextBox 35"/>
          <p:cNvSpPr txBox="1">
            <a:spLocks noChangeArrowheads="1"/>
          </p:cNvSpPr>
          <p:nvPr/>
        </p:nvSpPr>
        <p:spPr bwMode="auto">
          <a:xfrm>
            <a:off x="3247390" y="1925320"/>
            <a:ext cx="1606550" cy="12280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先定一个</a:t>
            </a: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小目标！</a:t>
            </a:r>
          </a:p>
        </p:txBody>
      </p:sp>
      <p:grpSp>
        <p:nvGrpSpPr>
          <p:cNvPr id="2" name="组合 1"/>
          <p:cNvGrpSpPr/>
          <p:nvPr/>
        </p:nvGrpSpPr>
        <p:grpSpPr>
          <a:xfrm>
            <a:off x="5379720" y="3375660"/>
            <a:ext cx="5489575" cy="1043940"/>
            <a:chOff x="8472" y="5316"/>
            <a:chExt cx="8645" cy="1644"/>
          </a:xfrm>
        </p:grpSpPr>
        <p:sp>
          <p:nvSpPr>
            <p:cNvPr id="15" name="TextBox 35"/>
            <p:cNvSpPr txBox="1">
              <a:spLocks noChangeArrowheads="1"/>
            </p:cNvSpPr>
            <p:nvPr/>
          </p:nvSpPr>
          <p:spPr bwMode="auto">
            <a:xfrm>
              <a:off x="9159" y="5316"/>
              <a:ext cx="7958" cy="16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121917" tIns="60958" rIns="121917" bIns="60958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just">
                <a:lnSpc>
                  <a:spcPct val="150000"/>
                </a:lnSpc>
              </a:pPr>
              <a:r>
                <a:rPr lang="zh-CN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ea"/>
                </a:rPr>
                <a:t>熟悉</a:t>
              </a:r>
              <a:r>
                <a:rPr lang="zh-CN" altLang="zh-CN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ea"/>
                </a:rPr>
                <a:t>后台线程</a:t>
              </a:r>
              <a:r>
                <a:rPr lang="zh-CN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ea"/>
                </a:rPr>
                <a:t>，能够说出设置后台线程的的方法</a:t>
              </a:r>
            </a:p>
          </p:txBody>
        </p:sp>
        <p:grpSp>
          <p:nvGrpSpPr>
            <p:cNvPr id="19" name="组合 18"/>
            <p:cNvGrpSpPr/>
            <p:nvPr/>
          </p:nvGrpSpPr>
          <p:grpSpPr>
            <a:xfrm>
              <a:off x="8472" y="5571"/>
              <a:ext cx="638" cy="638"/>
              <a:chOff x="8881" y="4685"/>
              <a:chExt cx="638" cy="638"/>
            </a:xfrm>
          </p:grpSpPr>
          <p:sp>
            <p:nvSpPr>
              <p:cNvPr id="18" name="椭圆 17"/>
              <p:cNvSpPr/>
              <p:nvPr/>
            </p:nvSpPr>
            <p:spPr>
              <a:xfrm>
                <a:off x="8881" y="4685"/>
                <a:ext cx="638" cy="638"/>
              </a:xfrm>
              <a:prstGeom prst="ellipse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7" name="椭圆 16"/>
              <p:cNvSpPr/>
              <p:nvPr/>
            </p:nvSpPr>
            <p:spPr>
              <a:xfrm>
                <a:off x="8946" y="4750"/>
                <a:ext cx="508" cy="508"/>
              </a:xfrm>
              <a:prstGeom prst="ellipse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35" y="266700"/>
            <a:ext cx="3404870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12.2.5  后台线程</a:t>
            </a:r>
          </a:p>
        </p:txBody>
      </p:sp>
      <p:sp>
        <p:nvSpPr>
          <p:cNvPr id="4" name="Chevron 3"/>
          <p:cNvSpPr/>
          <p:nvPr>
            <p:custDataLst>
              <p:tags r:id="rId1"/>
            </p:custDataLst>
          </p:nvPr>
        </p:nvSpPr>
        <p:spPr>
          <a:xfrm>
            <a:off x="1054100" y="1092200"/>
            <a:ext cx="2667000" cy="666115"/>
          </a:xfrm>
          <a:prstGeom prst="chevron">
            <a:avLst>
              <a:gd name="adj" fmla="val 43848"/>
            </a:avLst>
          </a:prstGeom>
          <a:solidFill>
            <a:srgbClr val="FFFFFF">
              <a:lumMod val="7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rmAutofit/>
          </a:bodyPr>
          <a:lstStyle/>
          <a:p>
            <a:pPr algn="ctr">
              <a:lnSpc>
                <a:spcPct val="120000"/>
              </a:lnSpc>
            </a:pPr>
            <a:endParaRPr lang="en-GB" sz="900">
              <a:solidFill>
                <a:sysClr val="windowText" lastClr="000000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84" name="文本框 18"/>
          <p:cNvSpPr txBox="1"/>
          <p:nvPr>
            <p:custDataLst>
              <p:tags r:id="rId2"/>
            </p:custDataLst>
          </p:nvPr>
        </p:nvSpPr>
        <p:spPr>
          <a:xfrm>
            <a:off x="1487805" y="2562860"/>
            <a:ext cx="9213850" cy="1965325"/>
          </a:xfrm>
          <a:prstGeom prst="rect">
            <a:avLst/>
          </a:prstGeom>
          <a:noFill/>
        </p:spPr>
        <p:txBody>
          <a:bodyPr wrap="square" lIns="89970" tIns="46784" rIns="89970" bIns="46784">
            <a:noAutofit/>
          </a:bodyPr>
          <a:lstStyle>
            <a:defPPr>
              <a:defRPr lang="zh-CN"/>
            </a:defPPr>
            <a:lvl1pPr marL="0" algn="l" defTabSz="913765" rtl="0" eaLnBrk="1" latinLnBrk="0" hangingPunct="1">
              <a:defRPr sz="1800" kern="1200">
                <a:solidFill>
                  <a:sysClr val="windowText" lastClr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defRPr>
            </a:lvl1pPr>
            <a:lvl2pPr marL="457200" algn="l" defTabSz="913765" rtl="0" eaLnBrk="1" latinLnBrk="0" hangingPunct="1">
              <a:defRPr sz="1800" kern="1200">
                <a:solidFill>
                  <a:sysClr val="windowText" lastClr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defRPr>
            </a:lvl2pPr>
            <a:lvl3pPr marL="914400" algn="l" defTabSz="913765" rtl="0" eaLnBrk="1" latinLnBrk="0" hangingPunct="1">
              <a:defRPr sz="1800" kern="1200">
                <a:solidFill>
                  <a:sysClr val="windowText" lastClr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defRPr>
            </a:lvl3pPr>
            <a:lvl4pPr marL="1371600" algn="l" defTabSz="913765" rtl="0" eaLnBrk="1" latinLnBrk="0" hangingPunct="1">
              <a:defRPr sz="1800" kern="1200">
                <a:solidFill>
                  <a:sysClr val="windowText" lastClr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defRPr>
            </a:lvl4pPr>
            <a:lvl5pPr marL="1828800" algn="l" defTabSz="913765" rtl="0" eaLnBrk="1" latinLnBrk="0" hangingPunct="1">
              <a:defRPr sz="1800" kern="1200">
                <a:solidFill>
                  <a:sysClr val="windowText" lastClr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defRPr>
            </a:lvl5pPr>
            <a:lvl6pPr marL="2286000" algn="l" defTabSz="913765" rtl="0" eaLnBrk="1" latinLnBrk="0" hangingPunct="1">
              <a:defRPr sz="1800" kern="1200">
                <a:solidFill>
                  <a:sysClr val="windowText" lastClr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defRPr>
            </a:lvl6pPr>
            <a:lvl7pPr marL="2743200" algn="l" defTabSz="913765" rtl="0" eaLnBrk="1" latinLnBrk="0" hangingPunct="1">
              <a:defRPr sz="1800" kern="1200">
                <a:solidFill>
                  <a:sysClr val="windowText" lastClr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defRPr>
            </a:lvl7pPr>
            <a:lvl8pPr marL="3200400" algn="l" defTabSz="913765" rtl="0" eaLnBrk="1" latinLnBrk="0" hangingPunct="1">
              <a:defRPr sz="1800" kern="1200">
                <a:solidFill>
                  <a:sysClr val="windowText" lastClr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defRPr>
            </a:lvl8pPr>
            <a:lvl9pPr marL="3657600" algn="l" defTabSz="913765" rtl="0" eaLnBrk="1" latinLnBrk="0" hangingPunct="1">
              <a:defRPr sz="1800" kern="1200">
                <a:solidFill>
                  <a:sysClr val="windowText" lastClr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</a:rPr>
              <a:t>前台线程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</a:rPr>
              <a:t>和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</a:rPr>
              <a:t>后台线程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</a:rPr>
              <a:t>是一种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</a:rPr>
              <a:t>相对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</a:rPr>
              <a:t>的概念，新创建的线程默认都是前台线程，如果某个线程对象在启动之前执行了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</a:rPr>
              <a:t>setDaemon(true)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</a:rPr>
              <a:t>语句，这个线程就变成一个后台线程。对Java程序来说，只要还有一个前台线程在运行，这个进程就不会结束，如果一个进程中只有后台线程运行，这个进程就会结束。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1425743" y="1226444"/>
            <a:ext cx="196088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什么是后台线程</a:t>
            </a:r>
          </a:p>
        </p:txBody>
      </p:sp>
      <p:sp>
        <p:nvSpPr>
          <p:cNvPr id="9" name="圆角矩形 8"/>
          <p:cNvSpPr/>
          <p:nvPr/>
        </p:nvSpPr>
        <p:spPr>
          <a:xfrm>
            <a:off x="1163320" y="2292985"/>
            <a:ext cx="9864090" cy="2505075"/>
          </a:xfrm>
          <a:prstGeom prst="roundRect">
            <a:avLst>
              <a:gd name="adj" fmla="val 0"/>
            </a:avLst>
          </a:prstGeom>
          <a:noFill/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0" name="矩形 93"/>
          <p:cNvSpPr/>
          <p:nvPr/>
        </p:nvSpPr>
        <p:spPr>
          <a:xfrm>
            <a:off x="1163320" y="2292985"/>
            <a:ext cx="384175" cy="486410"/>
          </a:xfrm>
          <a:custGeom>
            <a:avLst/>
            <a:gdLst/>
            <a:ahLst/>
            <a:cxnLst/>
            <a:rect l="l" t="t" r="r" b="b"/>
            <a:pathLst>
              <a:path w="504056" h="504056">
                <a:moveTo>
                  <a:pt x="0" y="0"/>
                </a:moveTo>
                <a:lnTo>
                  <a:pt x="504056" y="0"/>
                </a:lnTo>
                <a:lnTo>
                  <a:pt x="504056" y="144016"/>
                </a:lnTo>
                <a:lnTo>
                  <a:pt x="144016" y="144016"/>
                </a:lnTo>
                <a:lnTo>
                  <a:pt x="144016" y="504056"/>
                </a:lnTo>
                <a:lnTo>
                  <a:pt x="0" y="50405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1" name="矩形 93"/>
          <p:cNvSpPr/>
          <p:nvPr/>
        </p:nvSpPr>
        <p:spPr>
          <a:xfrm rot="10800000">
            <a:off x="10643235" y="4311650"/>
            <a:ext cx="384175" cy="486410"/>
          </a:xfrm>
          <a:custGeom>
            <a:avLst/>
            <a:gdLst/>
            <a:ahLst/>
            <a:cxnLst/>
            <a:rect l="l" t="t" r="r" b="b"/>
            <a:pathLst>
              <a:path w="504056" h="504056">
                <a:moveTo>
                  <a:pt x="0" y="0"/>
                </a:moveTo>
                <a:lnTo>
                  <a:pt x="504056" y="0"/>
                </a:lnTo>
                <a:lnTo>
                  <a:pt x="504056" y="144016"/>
                </a:lnTo>
                <a:lnTo>
                  <a:pt x="144016" y="144016"/>
                </a:lnTo>
                <a:lnTo>
                  <a:pt x="144016" y="504056"/>
                </a:lnTo>
                <a:lnTo>
                  <a:pt x="0" y="50405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35" y="266700"/>
            <a:ext cx="3404870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12.2.5  后台线程</a:t>
            </a:r>
          </a:p>
        </p:txBody>
      </p:sp>
      <p:sp>
        <p:nvSpPr>
          <p:cNvPr id="3" name="Chevron 3"/>
          <p:cNvSpPr/>
          <p:nvPr>
            <p:custDataLst>
              <p:tags r:id="rId1"/>
            </p:custDataLst>
          </p:nvPr>
        </p:nvSpPr>
        <p:spPr>
          <a:xfrm>
            <a:off x="1143635" y="1111250"/>
            <a:ext cx="4478655" cy="666115"/>
          </a:xfrm>
          <a:prstGeom prst="chevron">
            <a:avLst>
              <a:gd name="adj" fmla="val 43848"/>
            </a:avLst>
          </a:prstGeom>
          <a:solidFill>
            <a:srgbClr val="FFFFFF">
              <a:lumMod val="7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rmAutofit/>
          </a:bodyPr>
          <a:lstStyle/>
          <a:p>
            <a:pPr algn="ctr">
              <a:lnSpc>
                <a:spcPct val="120000"/>
              </a:lnSpc>
            </a:pPr>
            <a:endParaRPr lang="en-GB" sz="900">
              <a:solidFill>
                <a:sysClr val="windowText" lastClr="000000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414145" y="1245235"/>
            <a:ext cx="420878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案例演示程序只有后台线程的情况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1524000" y="2133600"/>
            <a:ext cx="9142730" cy="5530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buClrTx/>
              <a:buSzTx/>
              <a:buNone/>
            </a:pPr>
            <a:r>
              <a:rPr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下面通过一个案例演示当程序只有后台线程时就会结束的情况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。具体步骤如下。</a:t>
            </a:r>
            <a:endParaRPr 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1414145" y="2925445"/>
            <a:ext cx="9877425" cy="506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fontAlgn="auto">
              <a:lnSpc>
                <a:spcPct val="150000"/>
              </a:lnSpc>
            </a:pPr>
            <a:r>
              <a:rPr lang="zh-CN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步骤一：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定义DamonThread类实现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Runnable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接口，并重写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run()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方法</a:t>
            </a:r>
            <a:r>
              <a:rPr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。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代码如</a:t>
            </a:r>
            <a:r>
              <a:rPr lang="zh-CN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下所示：</a:t>
            </a:r>
            <a:endParaRPr lang="zh-CN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24000" y="3861435"/>
            <a:ext cx="9356090" cy="2118360"/>
          </a:xfrm>
          <a:prstGeom prst="rect">
            <a:avLst/>
          </a:prstGeom>
        </p:spPr>
      </p:pic>
      <p:sp>
        <p:nvSpPr>
          <p:cNvPr id="4" name="矩形 3"/>
          <p:cNvSpPr/>
          <p:nvPr/>
        </p:nvSpPr>
        <p:spPr>
          <a:xfrm>
            <a:off x="2106295" y="4005580"/>
            <a:ext cx="7976870" cy="18281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auto">
              <a:lnSpc>
                <a:spcPct val="101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class DamonThread implements Runnable {</a:t>
            </a:r>
          </a:p>
          <a:p>
            <a:pPr fontAlgn="auto">
              <a:lnSpc>
                <a:spcPct val="101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public void run() {</a:t>
            </a:r>
          </a:p>
          <a:p>
            <a:pPr fontAlgn="auto">
              <a:lnSpc>
                <a:spcPct val="101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while (true) {</a:t>
            </a:r>
          </a:p>
          <a:p>
            <a:pPr fontAlgn="auto">
              <a:lnSpc>
                <a:spcPct val="101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    System.out.println(Thread.currentThread().getName()+ "---在运行");</a:t>
            </a:r>
          </a:p>
          <a:p>
            <a:pPr fontAlgn="auto">
              <a:lnSpc>
                <a:spcPct val="101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}</a:t>
            </a:r>
          </a:p>
          <a:p>
            <a:pPr fontAlgn="auto">
              <a:lnSpc>
                <a:spcPct val="101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}</a:t>
            </a:r>
          </a:p>
          <a:p>
            <a:pPr fontAlgn="auto">
              <a:lnSpc>
                <a:spcPct val="101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}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35" y="266700"/>
            <a:ext cx="3404870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12.2.5  后台线程</a:t>
            </a: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17320" y="2001520"/>
            <a:ext cx="9356090" cy="4062095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2118995" y="2001520"/>
            <a:ext cx="8654415" cy="40614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auto">
              <a:lnSpc>
                <a:spcPct val="101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public class Example07 {</a:t>
            </a:r>
          </a:p>
          <a:p>
            <a:pPr fontAlgn="auto">
              <a:lnSpc>
                <a:spcPct val="101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public static void main(String[] args) {</a:t>
            </a:r>
          </a:p>
          <a:p>
            <a:pPr fontAlgn="auto">
              <a:lnSpc>
                <a:spcPct val="101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// 判断是否为后台线程</a:t>
            </a:r>
          </a:p>
          <a:p>
            <a:pPr fontAlgn="auto">
              <a:lnSpc>
                <a:spcPct val="101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System.out.println("main线程是后台线程吗?"+ Thread.currentThread().isDaemon());</a:t>
            </a:r>
          </a:p>
          <a:p>
            <a:pPr fontAlgn="auto">
              <a:lnSpc>
                <a:spcPct val="101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DamonThread dt = new DamonThread();</a:t>
            </a:r>
          </a:p>
          <a:p>
            <a:pPr fontAlgn="auto">
              <a:lnSpc>
                <a:spcPct val="101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Thread thread = new Thread(dt, "后台线程");</a:t>
            </a:r>
          </a:p>
          <a:p>
            <a:pPr fontAlgn="auto">
              <a:lnSpc>
                <a:spcPct val="101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System.out.println("thread线程默认是后台线程吗?"+ thread.isDaemon());</a:t>
            </a:r>
          </a:p>
          <a:p>
            <a:pPr fontAlgn="auto">
              <a:lnSpc>
                <a:spcPct val="101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// 将线程thread线程对象设置为后台线程</a:t>
            </a:r>
          </a:p>
          <a:p>
            <a:pPr fontAlgn="auto">
              <a:lnSpc>
                <a:spcPct val="101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thread.setDaemon(true);</a:t>
            </a:r>
          </a:p>
          <a:p>
            <a:pPr fontAlgn="auto">
              <a:lnSpc>
                <a:spcPct val="101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thread.start();</a:t>
            </a:r>
          </a:p>
          <a:p>
            <a:pPr fontAlgn="auto">
              <a:lnSpc>
                <a:spcPct val="101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// 模拟主线程main的执行任务</a:t>
            </a:r>
          </a:p>
          <a:p>
            <a:pPr fontAlgn="auto">
              <a:lnSpc>
                <a:spcPct val="101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for (int i = 0; i &lt; 5; i++) {</a:t>
            </a:r>
          </a:p>
          <a:p>
            <a:pPr fontAlgn="auto">
              <a:lnSpc>
                <a:spcPct val="101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    System.out.println(i);</a:t>
            </a:r>
          </a:p>
          <a:p>
            <a:pPr fontAlgn="auto">
              <a:lnSpc>
                <a:spcPct val="101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}</a:t>
            </a:r>
          </a:p>
          <a:p>
            <a:pPr fontAlgn="auto">
              <a:lnSpc>
                <a:spcPct val="101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}</a:t>
            </a:r>
          </a:p>
          <a:p>
            <a:pPr fontAlgn="auto">
              <a:lnSpc>
                <a:spcPct val="101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}</a:t>
            </a:r>
          </a:p>
        </p:txBody>
      </p:sp>
      <p:sp>
        <p:nvSpPr>
          <p:cNvPr id="9" name="文本框 8"/>
          <p:cNvSpPr txBox="1"/>
          <p:nvPr/>
        </p:nvSpPr>
        <p:spPr>
          <a:xfrm>
            <a:off x="1143000" y="923925"/>
            <a:ext cx="987742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fontAlgn="auto">
              <a:lnSpc>
                <a:spcPct val="150000"/>
              </a:lnSpc>
            </a:pPr>
            <a:r>
              <a:rPr lang="zh-CN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步骤二：</a:t>
            </a:r>
            <a:r>
              <a:rPr 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定义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main()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方法，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将线程thread对象设置为后台线程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，启动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thread线程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，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模拟主线程main的执行任务</a:t>
            </a:r>
            <a:r>
              <a:rPr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。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代码如</a:t>
            </a:r>
            <a:r>
              <a:rPr lang="zh-CN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下所示：</a:t>
            </a:r>
            <a:endParaRPr lang="zh-CN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35" y="266700"/>
            <a:ext cx="3404870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12.2.5  后台线程</a:t>
            </a:r>
          </a:p>
        </p:txBody>
      </p:sp>
      <p:sp>
        <p:nvSpPr>
          <p:cNvPr id="2" name="Chevron 3"/>
          <p:cNvSpPr/>
          <p:nvPr>
            <p:custDataLst>
              <p:tags r:id="rId1"/>
            </p:custDataLst>
          </p:nvPr>
        </p:nvSpPr>
        <p:spPr>
          <a:xfrm>
            <a:off x="1054100" y="1092200"/>
            <a:ext cx="1771015" cy="666115"/>
          </a:xfrm>
          <a:prstGeom prst="chevron">
            <a:avLst>
              <a:gd name="adj" fmla="val 43848"/>
            </a:avLst>
          </a:prstGeom>
          <a:solidFill>
            <a:srgbClr val="FFFFFF">
              <a:lumMod val="7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rmAutofit/>
          </a:bodyPr>
          <a:lstStyle/>
          <a:p>
            <a:pPr algn="ctr">
              <a:lnSpc>
                <a:spcPct val="120000"/>
              </a:lnSpc>
            </a:pPr>
            <a:endParaRPr lang="en-GB" sz="900">
              <a:solidFill>
                <a:sysClr val="windowText" lastClr="000000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396533" y="1232159"/>
            <a:ext cx="119888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运行结果</a:t>
            </a:r>
          </a:p>
        </p:txBody>
      </p:sp>
      <p:sp>
        <p:nvSpPr>
          <p:cNvPr id="10" name="文本框 9"/>
          <p:cNvSpPr txBox="1"/>
          <p:nvPr/>
        </p:nvSpPr>
        <p:spPr>
          <a:xfrm>
            <a:off x="3336925" y="1225550"/>
            <a:ext cx="551688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lnSpc>
                <a:spcPct val="100000"/>
              </a:lnSpc>
            </a:pP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运行代码，控制台显示的运行结果如下图所示。</a:t>
            </a:r>
          </a:p>
        </p:txBody>
      </p:sp>
      <p:sp>
        <p:nvSpPr>
          <p:cNvPr id="100" name="文本框 99"/>
          <p:cNvSpPr txBox="1"/>
          <p:nvPr/>
        </p:nvSpPr>
        <p:spPr>
          <a:xfrm>
            <a:off x="1143635" y="5228590"/>
            <a:ext cx="9934575" cy="101473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indent="0" fontAlgn="auto">
              <a:lnSpc>
                <a:spcPct val="150000"/>
              </a:lnSpc>
            </a:pPr>
            <a:r>
              <a:rPr lang="zh-CN" altLang="zh-CN" sz="2000" b="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注意：要将某个线程设置为后台线程，必须在该线程启动之前，也就是说setDaemon()方法必须在start()方法之前调用，否则后台线程设置无效。</a:t>
            </a:r>
          </a:p>
        </p:txBody>
      </p:sp>
      <p:pic>
        <p:nvPicPr>
          <p:cNvPr id="3" name="图片 4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90975" y="2255838"/>
            <a:ext cx="4259062" cy="23760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TextBox 48"/>
          <p:cNvSpPr txBox="1"/>
          <p:nvPr/>
        </p:nvSpPr>
        <p:spPr>
          <a:xfrm>
            <a:off x="3970020" y="3014345"/>
            <a:ext cx="7631430" cy="829945"/>
          </a:xfrm>
          <a:prstGeom prst="rect">
            <a:avLst/>
          </a:prstGeom>
          <a:noFill/>
        </p:spPr>
        <p:txBody>
          <a:bodyPr wrap="square" lIns="91443" tIns="45720" rIns="91443" bIns="45720" rtlCol="0">
            <a:spAutoFit/>
          </a:bodyPr>
          <a:lstStyle/>
          <a:p>
            <a:r>
              <a:rPr sz="48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线程的生命周期及状态转换</a:t>
            </a:r>
          </a:p>
        </p:txBody>
      </p:sp>
      <p:sp>
        <p:nvSpPr>
          <p:cNvPr id="2" name="TextBox 48"/>
          <p:cNvSpPr txBox="1"/>
          <p:nvPr/>
        </p:nvSpPr>
        <p:spPr>
          <a:xfrm>
            <a:off x="1313180" y="2809240"/>
            <a:ext cx="2048510" cy="1106805"/>
          </a:xfrm>
          <a:prstGeom prst="rect">
            <a:avLst/>
          </a:prstGeom>
          <a:noFill/>
        </p:spPr>
        <p:txBody>
          <a:bodyPr wrap="square" lIns="91443" tIns="45720" rIns="91443" bIns="45720" rtlCol="0">
            <a:spAutoFit/>
          </a:bodyPr>
          <a:lstStyle/>
          <a:p>
            <a:r>
              <a:rPr lang="en-US" altLang="en-GB" sz="6600" b="1" dirty="0">
                <a:solidFill>
                  <a:srgbClr val="FAFAF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12.3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35" y="266700"/>
            <a:ext cx="5220970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12.3  线程的生命周期及状态转换</a:t>
            </a:r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4880" y="2215515"/>
            <a:ext cx="2797810" cy="3898265"/>
          </a:xfrm>
          <a:prstGeom prst="rect">
            <a:avLst/>
          </a:prstGeom>
        </p:spPr>
      </p:pic>
      <p:sp>
        <p:nvSpPr>
          <p:cNvPr id="13" name="椭圆形标注 12"/>
          <p:cNvSpPr/>
          <p:nvPr/>
        </p:nvSpPr>
        <p:spPr>
          <a:xfrm>
            <a:off x="2968625" y="1847215"/>
            <a:ext cx="2071370" cy="1493520"/>
          </a:xfrm>
          <a:prstGeom prst="wedgeEllipseCallout">
            <a:avLst/>
          </a:prstGeom>
          <a:solidFill>
            <a:schemeClr val="bg1">
              <a:lumMod val="85000"/>
            </a:schemeClr>
          </a:solidFill>
          <a:ln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 </a:t>
            </a:r>
          </a:p>
        </p:txBody>
      </p:sp>
      <p:sp>
        <p:nvSpPr>
          <p:cNvPr id="14" name="TextBox 35"/>
          <p:cNvSpPr txBox="1">
            <a:spLocks noChangeArrowheads="1"/>
          </p:cNvSpPr>
          <p:nvPr/>
        </p:nvSpPr>
        <p:spPr bwMode="auto">
          <a:xfrm>
            <a:off x="3247390" y="1925320"/>
            <a:ext cx="1606550" cy="12280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先定一个</a:t>
            </a: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小目标！</a:t>
            </a:r>
          </a:p>
        </p:txBody>
      </p:sp>
      <p:grpSp>
        <p:nvGrpSpPr>
          <p:cNvPr id="2" name="组合 1"/>
          <p:cNvGrpSpPr/>
          <p:nvPr/>
        </p:nvGrpSpPr>
        <p:grpSpPr>
          <a:xfrm>
            <a:off x="5379720" y="3375660"/>
            <a:ext cx="5059680" cy="1505585"/>
            <a:chOff x="8472" y="5316"/>
            <a:chExt cx="7968" cy="2371"/>
          </a:xfrm>
        </p:grpSpPr>
        <p:sp>
          <p:nvSpPr>
            <p:cNvPr id="15" name="TextBox 35"/>
            <p:cNvSpPr txBox="1">
              <a:spLocks noChangeArrowheads="1"/>
            </p:cNvSpPr>
            <p:nvPr/>
          </p:nvSpPr>
          <p:spPr bwMode="auto">
            <a:xfrm>
              <a:off x="9159" y="5316"/>
              <a:ext cx="7281" cy="23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121917" tIns="60958" rIns="121917" bIns="60958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just">
                <a:lnSpc>
                  <a:spcPct val="150000"/>
                </a:lnSpc>
              </a:pPr>
              <a:r>
                <a:rPr 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ea"/>
                </a:rPr>
                <a:t>了解</a:t>
              </a:r>
              <a:r>
                <a:rPr lang="zh-CN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ea"/>
                </a:rPr>
                <a:t>线程的生命周期及状态转换</a:t>
              </a:r>
              <a:r>
                <a:rPr 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ea"/>
                </a:rPr>
                <a:t>，能够说出线程的生命周期的</a:t>
              </a:r>
              <a:r>
                <a:rPr lang="en-US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ea"/>
                </a:rPr>
                <a:t>6</a:t>
              </a:r>
              <a:r>
                <a:rPr 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ea"/>
                </a:rPr>
                <a:t>种状态，以及状态在什么情况下会进行转换</a:t>
              </a:r>
            </a:p>
          </p:txBody>
        </p:sp>
        <p:grpSp>
          <p:nvGrpSpPr>
            <p:cNvPr id="19" name="组合 18"/>
            <p:cNvGrpSpPr/>
            <p:nvPr/>
          </p:nvGrpSpPr>
          <p:grpSpPr>
            <a:xfrm>
              <a:off x="8472" y="5571"/>
              <a:ext cx="638" cy="638"/>
              <a:chOff x="8881" y="4685"/>
              <a:chExt cx="638" cy="638"/>
            </a:xfrm>
          </p:grpSpPr>
          <p:sp>
            <p:nvSpPr>
              <p:cNvPr id="18" name="椭圆 17"/>
              <p:cNvSpPr/>
              <p:nvPr/>
            </p:nvSpPr>
            <p:spPr>
              <a:xfrm>
                <a:off x="8881" y="4685"/>
                <a:ext cx="638" cy="638"/>
              </a:xfrm>
              <a:prstGeom prst="ellipse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7" name="椭圆 16"/>
              <p:cNvSpPr/>
              <p:nvPr/>
            </p:nvSpPr>
            <p:spPr>
              <a:xfrm>
                <a:off x="8946" y="4750"/>
                <a:ext cx="508" cy="508"/>
              </a:xfrm>
              <a:prstGeom prst="ellipse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35" y="266700"/>
            <a:ext cx="5220970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12.3  线程的生命周期及状态转换</a:t>
            </a:r>
          </a:p>
        </p:txBody>
      </p:sp>
      <p:sp>
        <p:nvSpPr>
          <p:cNvPr id="3" name="Chevron 3"/>
          <p:cNvSpPr/>
          <p:nvPr>
            <p:custDataLst>
              <p:tags r:id="rId1"/>
            </p:custDataLst>
          </p:nvPr>
        </p:nvSpPr>
        <p:spPr>
          <a:xfrm>
            <a:off x="1054100" y="1092200"/>
            <a:ext cx="2414905" cy="666115"/>
          </a:xfrm>
          <a:prstGeom prst="chevron">
            <a:avLst>
              <a:gd name="adj" fmla="val 43848"/>
            </a:avLst>
          </a:prstGeom>
          <a:solidFill>
            <a:srgbClr val="FFFFFF">
              <a:lumMod val="7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rmAutofit/>
          </a:bodyPr>
          <a:lstStyle/>
          <a:p>
            <a:pPr algn="ctr">
              <a:lnSpc>
                <a:spcPct val="120000"/>
              </a:lnSpc>
            </a:pPr>
            <a:endParaRPr lang="en-GB" sz="900">
              <a:solidFill>
                <a:sysClr val="windowText" lastClr="000000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1396533" y="1232159"/>
            <a:ext cx="170688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线程生命周期</a:t>
            </a:r>
          </a:p>
        </p:txBody>
      </p:sp>
      <p:sp>
        <p:nvSpPr>
          <p:cNvPr id="9" name="文本框 8"/>
          <p:cNvSpPr txBox="1"/>
          <p:nvPr/>
        </p:nvSpPr>
        <p:spPr>
          <a:xfrm>
            <a:off x="1691005" y="2437130"/>
            <a:ext cx="9444355" cy="1938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fontAlgn="auto">
              <a:lnSpc>
                <a:spcPct val="150000"/>
              </a:lnSpc>
            </a:pP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在线程整个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生命周期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中，基本状态一共有6种，分别是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新建状态（New）、可运行（Runnable）、锁阻塞（Blocked）、无限等待（Waiting）、计时等待（Timed_Waiting） 、被终止（Teminated）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，线程的不同状态表明了线程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当前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正在进行的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活动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。</a:t>
            </a:r>
          </a:p>
        </p:txBody>
      </p:sp>
      <p:sp>
        <p:nvSpPr>
          <p:cNvPr id="4" name="圆角矩形 3"/>
          <p:cNvSpPr/>
          <p:nvPr/>
        </p:nvSpPr>
        <p:spPr>
          <a:xfrm>
            <a:off x="1547495" y="2230755"/>
            <a:ext cx="9587865" cy="2757170"/>
          </a:xfrm>
          <a:prstGeom prst="roundRect">
            <a:avLst>
              <a:gd name="adj" fmla="val 0"/>
            </a:avLst>
          </a:prstGeom>
          <a:noFill/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7" name="矩形 93"/>
          <p:cNvSpPr/>
          <p:nvPr/>
        </p:nvSpPr>
        <p:spPr>
          <a:xfrm>
            <a:off x="1547495" y="2230755"/>
            <a:ext cx="384175" cy="486410"/>
          </a:xfrm>
          <a:custGeom>
            <a:avLst/>
            <a:gdLst/>
            <a:ahLst/>
            <a:cxnLst/>
            <a:rect l="l" t="t" r="r" b="b"/>
            <a:pathLst>
              <a:path w="504056" h="504056">
                <a:moveTo>
                  <a:pt x="0" y="0"/>
                </a:moveTo>
                <a:lnTo>
                  <a:pt x="504056" y="0"/>
                </a:lnTo>
                <a:lnTo>
                  <a:pt x="504056" y="144016"/>
                </a:lnTo>
                <a:lnTo>
                  <a:pt x="144016" y="144016"/>
                </a:lnTo>
                <a:lnTo>
                  <a:pt x="144016" y="504056"/>
                </a:lnTo>
                <a:lnTo>
                  <a:pt x="0" y="50405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1" name="矩形 93"/>
          <p:cNvSpPr/>
          <p:nvPr/>
        </p:nvSpPr>
        <p:spPr>
          <a:xfrm rot="10800000">
            <a:off x="10761345" y="4500245"/>
            <a:ext cx="384175" cy="486410"/>
          </a:xfrm>
          <a:custGeom>
            <a:avLst/>
            <a:gdLst/>
            <a:ahLst/>
            <a:cxnLst/>
            <a:rect l="l" t="t" r="r" b="b"/>
            <a:pathLst>
              <a:path w="504056" h="504056">
                <a:moveTo>
                  <a:pt x="0" y="0"/>
                </a:moveTo>
                <a:lnTo>
                  <a:pt x="504056" y="0"/>
                </a:lnTo>
                <a:lnTo>
                  <a:pt x="504056" y="144016"/>
                </a:lnTo>
                <a:lnTo>
                  <a:pt x="144016" y="144016"/>
                </a:lnTo>
                <a:lnTo>
                  <a:pt x="144016" y="504056"/>
                </a:lnTo>
                <a:lnTo>
                  <a:pt x="0" y="50405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35" y="266700"/>
            <a:ext cx="5220970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12.3  线程的生命周期及状态转换</a:t>
            </a:r>
          </a:p>
        </p:txBody>
      </p:sp>
      <p:sp>
        <p:nvSpPr>
          <p:cNvPr id="4" name="Chevron 3"/>
          <p:cNvSpPr/>
          <p:nvPr>
            <p:custDataLst>
              <p:tags r:id="rId1"/>
            </p:custDataLst>
          </p:nvPr>
        </p:nvSpPr>
        <p:spPr>
          <a:xfrm>
            <a:off x="1054100" y="1092200"/>
            <a:ext cx="4445000" cy="666115"/>
          </a:xfrm>
          <a:prstGeom prst="chevron">
            <a:avLst>
              <a:gd name="adj" fmla="val 43848"/>
            </a:avLst>
          </a:prstGeom>
          <a:solidFill>
            <a:srgbClr val="FFFFFF">
              <a:lumMod val="7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rmAutofit/>
          </a:bodyPr>
          <a:lstStyle/>
          <a:p>
            <a:pPr algn="ctr">
              <a:lnSpc>
                <a:spcPct val="120000"/>
              </a:lnSpc>
            </a:pPr>
            <a:endParaRPr lang="en-GB" sz="900">
              <a:solidFill>
                <a:sysClr val="windowText" lastClr="000000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396533" y="1232159"/>
            <a:ext cx="373888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线程生命周期中的五种基本状态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1144270" y="2101215"/>
            <a:ext cx="9955530" cy="37846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  <a:buClrTx/>
              <a:buSzTx/>
              <a:buNone/>
            </a:pPr>
            <a:r>
              <a:rPr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1．</a:t>
            </a:r>
            <a:r>
              <a:rPr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新建</a:t>
            </a:r>
            <a:r>
              <a:rPr 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状态</a:t>
            </a:r>
            <a:endParaRPr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algn="l">
              <a:lnSpc>
                <a:spcPct val="150000"/>
              </a:lnSpc>
              <a:buClrTx/>
              <a:buSzTx/>
              <a:buNone/>
            </a:pPr>
            <a:r>
              <a:rPr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创建一个线程对象</a:t>
            </a:r>
            <a:r>
              <a:rPr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后，该线程对象就处于</a:t>
            </a:r>
            <a:r>
              <a:rPr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新建状态</a:t>
            </a:r>
            <a:r>
              <a:rPr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。此时还没调用start()方法进行启动，和其他Java对象一样，仅仅由JVM为其分配了内存，没有表现出任何线程的动态特征。</a:t>
            </a:r>
          </a:p>
          <a:p>
            <a:pPr algn="l">
              <a:lnSpc>
                <a:spcPct val="150000"/>
              </a:lnSpc>
              <a:buClrTx/>
              <a:buSzTx/>
              <a:buNone/>
            </a:pPr>
            <a:endParaRPr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algn="l">
              <a:lnSpc>
                <a:spcPct val="150000"/>
              </a:lnSpc>
              <a:buClrTx/>
              <a:buSzTx/>
              <a:buNone/>
            </a:pPr>
            <a:r>
              <a:rPr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2．</a:t>
            </a:r>
            <a:r>
              <a:rPr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可运行</a:t>
            </a:r>
            <a:r>
              <a:rPr 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状态</a:t>
            </a:r>
            <a:endParaRPr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algn="l">
              <a:lnSpc>
                <a:spcPct val="150000"/>
              </a:lnSpc>
              <a:buClrTx/>
              <a:buSzTx/>
              <a:buNone/>
            </a:pPr>
            <a:r>
              <a:rPr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可运行状态也称为</a:t>
            </a:r>
            <a:r>
              <a:rPr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就绪状态</a:t>
            </a:r>
            <a:r>
              <a:rPr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。当线程对象调用了start()方法后，该线程就进入就绪状态。处于就绪状态的线程位于线程队列中，此时它只是具备了运行的条件，能否获得CPU的使用权并开始运行，还需要</a:t>
            </a:r>
            <a:r>
              <a:rPr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等待</a:t>
            </a:r>
            <a:r>
              <a:rPr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系统的</a:t>
            </a:r>
            <a:r>
              <a:rPr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调度</a:t>
            </a:r>
            <a:r>
              <a:rPr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。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35" y="266700"/>
            <a:ext cx="5220970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12.3  线程的生命周期及状态转换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1088390" y="1306195"/>
            <a:ext cx="10012680" cy="47078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  <a:buClrTx/>
              <a:buSzTx/>
              <a:buNone/>
            </a:pPr>
            <a:r>
              <a:rPr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3．</a:t>
            </a:r>
            <a:r>
              <a:rPr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锁阻塞</a:t>
            </a:r>
            <a:r>
              <a:rPr 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状态</a:t>
            </a:r>
            <a:endParaRPr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algn="l">
              <a:lnSpc>
                <a:spcPct val="150000"/>
              </a:lnSpc>
              <a:buClrTx/>
              <a:buSzTx/>
              <a:buNone/>
            </a:pPr>
            <a:r>
              <a:rPr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如果处于可运行的线程获得了CPU的</a:t>
            </a:r>
            <a:r>
              <a:rPr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使用权</a:t>
            </a:r>
            <a:r>
              <a:rPr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，并</a:t>
            </a:r>
            <a:r>
              <a:rPr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开始执行run()方法</a:t>
            </a:r>
            <a:r>
              <a:rPr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中的线程执行体，则该线程处于</a:t>
            </a:r>
            <a:r>
              <a:rPr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运行状态</a:t>
            </a:r>
            <a:r>
              <a:rPr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。一个线程启动后，它可能不会一直处于运行状态，当一个线程试图获取一个对象锁，而该对象锁被其他的线程持有，则该线程进入</a:t>
            </a:r>
            <a:r>
              <a:rPr 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锁阻塞</a:t>
            </a:r>
            <a:r>
              <a:rPr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状态；当该线程持有锁时，该线程将变成</a:t>
            </a:r>
            <a:r>
              <a:rPr 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可运行</a:t>
            </a:r>
            <a:r>
              <a:rPr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状态。</a:t>
            </a:r>
          </a:p>
          <a:p>
            <a:pPr algn="l">
              <a:lnSpc>
                <a:spcPct val="150000"/>
              </a:lnSpc>
              <a:buClrTx/>
              <a:buSzTx/>
              <a:buNone/>
            </a:pPr>
            <a:endParaRPr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algn="l">
              <a:lnSpc>
                <a:spcPct val="150000"/>
              </a:lnSpc>
              <a:buClrTx/>
              <a:buSzTx/>
              <a:buNone/>
            </a:pPr>
            <a:r>
              <a:rPr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4.</a:t>
            </a:r>
            <a:r>
              <a:rPr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无限等待</a:t>
            </a:r>
            <a:r>
              <a:rPr 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状态</a:t>
            </a:r>
            <a:endParaRPr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algn="l">
              <a:lnSpc>
                <a:spcPct val="150000"/>
              </a:lnSpc>
              <a:buClrTx/>
              <a:buSzTx/>
              <a:buNone/>
            </a:pPr>
            <a:r>
              <a:rPr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一个线程在</a:t>
            </a:r>
            <a:r>
              <a:rPr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等待</a:t>
            </a:r>
            <a:r>
              <a:rPr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另一个线程执行一个（</a:t>
            </a:r>
            <a:r>
              <a:rPr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唤醒</a:t>
            </a:r>
            <a:r>
              <a:rPr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）动作时，该线程进入</a:t>
            </a:r>
            <a:r>
              <a:rPr 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无限等待状态</a:t>
            </a:r>
            <a:r>
              <a:rPr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。进入这个状态后是</a:t>
            </a:r>
            <a:r>
              <a:rPr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不能自动唤醒</a:t>
            </a:r>
            <a:r>
              <a:rPr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的，必须等待另一个线程调用notify或者notifyAll方法才能够唤醒。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35" y="266700"/>
            <a:ext cx="5220970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12.3  线程的生命周期及状态转换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1144270" y="1240790"/>
            <a:ext cx="9888220" cy="37846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  <a:buClrTx/>
              <a:buSzTx/>
              <a:buNone/>
            </a:pPr>
            <a:r>
              <a:rPr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5．</a:t>
            </a:r>
            <a:r>
              <a:rPr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计时等待</a:t>
            </a:r>
            <a:r>
              <a:rPr 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状态</a:t>
            </a:r>
          </a:p>
          <a:p>
            <a:pPr algn="l">
              <a:lnSpc>
                <a:spcPct val="150000"/>
              </a:lnSpc>
              <a:buClrTx/>
              <a:buSzTx/>
              <a:buNone/>
            </a:pPr>
            <a:r>
              <a:rPr 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计时等待状态是</a:t>
            </a:r>
            <a:r>
              <a:rPr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具有</a:t>
            </a:r>
            <a:r>
              <a:rPr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指定等待时间</a:t>
            </a:r>
            <a:r>
              <a:rPr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的等待线程的线程状态。线程由于调用了计时等待的方法（Thread.sleep() 、Object.wait()、Thread.join()、LockSupport.parkNanos()、LockSupport.parkUntil()），并且指定了等待时间而处于计时等待状态。这一状态将一直保持到超时期满或者接收到唤醒通知。</a:t>
            </a:r>
          </a:p>
          <a:p>
            <a:pPr algn="l">
              <a:lnSpc>
                <a:spcPct val="150000"/>
              </a:lnSpc>
              <a:buClrTx/>
              <a:buSzTx/>
              <a:buNone/>
            </a:pPr>
            <a:r>
              <a:rPr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6.</a:t>
            </a:r>
            <a:r>
              <a:rPr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被终止</a:t>
            </a:r>
            <a:r>
              <a:rPr 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状态</a:t>
            </a:r>
            <a:endParaRPr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algn="l">
              <a:lnSpc>
                <a:spcPct val="150000"/>
              </a:lnSpc>
              <a:buClrTx/>
              <a:buSzTx/>
              <a:buNone/>
            </a:pPr>
            <a:r>
              <a:rPr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被终止状态是</a:t>
            </a:r>
            <a:r>
              <a:rPr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终止线程</a:t>
            </a:r>
            <a:r>
              <a:rPr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的线程状态。线程因为run()方法正常退出而死亡，或者因为没有捕获的异常终止了run()方法而完成执行。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35" y="266700"/>
            <a:ext cx="5220970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12.3  线程的生命周期及状态转换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3654425" y="1082675"/>
            <a:ext cx="7920990" cy="529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buClrTx/>
              <a:buSzTx/>
              <a:buNone/>
            </a:pPr>
            <a:r>
              <a:rPr sz="19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在程序中，通过一些操作，可以使线程在不同状态之间转换，如图所示</a:t>
            </a:r>
            <a:r>
              <a:rPr lang="zh-CN" sz="19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。</a:t>
            </a:r>
          </a:p>
        </p:txBody>
      </p:sp>
      <p:sp>
        <p:nvSpPr>
          <p:cNvPr id="3" name="Chevron 3"/>
          <p:cNvSpPr/>
          <p:nvPr>
            <p:custDataLst>
              <p:tags r:id="rId1"/>
            </p:custDataLst>
          </p:nvPr>
        </p:nvSpPr>
        <p:spPr>
          <a:xfrm>
            <a:off x="1054100" y="1092200"/>
            <a:ext cx="2543175" cy="666115"/>
          </a:xfrm>
          <a:prstGeom prst="chevron">
            <a:avLst>
              <a:gd name="adj" fmla="val 43848"/>
            </a:avLst>
          </a:prstGeom>
          <a:solidFill>
            <a:srgbClr val="FFFFFF">
              <a:lumMod val="7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rmAutofit/>
          </a:bodyPr>
          <a:lstStyle/>
          <a:p>
            <a:pPr algn="ctr">
              <a:lnSpc>
                <a:spcPct val="120000"/>
              </a:lnSpc>
            </a:pPr>
            <a:endParaRPr lang="en-GB" sz="900">
              <a:solidFill>
                <a:sysClr val="windowText" lastClr="000000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1396533" y="1232159"/>
            <a:ext cx="196088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线程状态转换图</a:t>
            </a:r>
          </a:p>
        </p:txBody>
      </p:sp>
      <p:pic>
        <p:nvPicPr>
          <p:cNvPr id="130" name="图片 1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62405" y="2234883"/>
            <a:ext cx="9880464" cy="370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TextBox 48"/>
          <p:cNvSpPr txBox="1"/>
          <p:nvPr/>
        </p:nvSpPr>
        <p:spPr>
          <a:xfrm>
            <a:off x="3970020" y="3014345"/>
            <a:ext cx="6045200" cy="829945"/>
          </a:xfrm>
          <a:prstGeom prst="rect">
            <a:avLst/>
          </a:prstGeom>
          <a:noFill/>
        </p:spPr>
        <p:txBody>
          <a:bodyPr wrap="square" lIns="91443" tIns="45720" rIns="91443" bIns="45720" rtlCol="0">
            <a:spAutoFit/>
          </a:bodyPr>
          <a:lstStyle/>
          <a:p>
            <a:r>
              <a:rPr sz="48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线程操作的相关方</a:t>
            </a:r>
            <a:r>
              <a:rPr lang="zh-CN" sz="48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法</a:t>
            </a:r>
          </a:p>
        </p:txBody>
      </p:sp>
      <p:sp>
        <p:nvSpPr>
          <p:cNvPr id="2" name="TextBox 48"/>
          <p:cNvSpPr txBox="1"/>
          <p:nvPr/>
        </p:nvSpPr>
        <p:spPr>
          <a:xfrm>
            <a:off x="1237615" y="2809240"/>
            <a:ext cx="2124075" cy="1106805"/>
          </a:xfrm>
          <a:prstGeom prst="rect">
            <a:avLst/>
          </a:prstGeom>
          <a:noFill/>
        </p:spPr>
        <p:txBody>
          <a:bodyPr wrap="square" lIns="91443" tIns="45720" rIns="91443" bIns="45720" rtlCol="0">
            <a:spAutoFit/>
          </a:bodyPr>
          <a:lstStyle/>
          <a:p>
            <a:r>
              <a:rPr lang="en-US" altLang="en-GB" sz="6600" b="1" dirty="0">
                <a:solidFill>
                  <a:srgbClr val="FAFAF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12.4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35" y="266700"/>
            <a:ext cx="5220970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12.4.1  线程的优先级</a:t>
            </a:r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4880" y="2215515"/>
            <a:ext cx="2797810" cy="3898265"/>
          </a:xfrm>
          <a:prstGeom prst="rect">
            <a:avLst/>
          </a:prstGeom>
        </p:spPr>
      </p:pic>
      <p:sp>
        <p:nvSpPr>
          <p:cNvPr id="13" name="椭圆形标注 12"/>
          <p:cNvSpPr/>
          <p:nvPr/>
        </p:nvSpPr>
        <p:spPr>
          <a:xfrm>
            <a:off x="2968625" y="1847215"/>
            <a:ext cx="2071370" cy="1493520"/>
          </a:xfrm>
          <a:prstGeom prst="wedgeEllipseCallout">
            <a:avLst/>
          </a:prstGeom>
          <a:solidFill>
            <a:schemeClr val="bg1">
              <a:lumMod val="85000"/>
            </a:schemeClr>
          </a:solidFill>
          <a:ln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 </a:t>
            </a:r>
          </a:p>
        </p:txBody>
      </p:sp>
      <p:sp>
        <p:nvSpPr>
          <p:cNvPr id="14" name="TextBox 35"/>
          <p:cNvSpPr txBox="1">
            <a:spLocks noChangeArrowheads="1"/>
          </p:cNvSpPr>
          <p:nvPr/>
        </p:nvSpPr>
        <p:spPr bwMode="auto">
          <a:xfrm>
            <a:off x="3247390" y="1925320"/>
            <a:ext cx="1606550" cy="12280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先定一个</a:t>
            </a: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小目标！</a:t>
            </a:r>
          </a:p>
        </p:txBody>
      </p:sp>
      <p:grpSp>
        <p:nvGrpSpPr>
          <p:cNvPr id="2" name="组合 1"/>
          <p:cNvGrpSpPr/>
          <p:nvPr/>
        </p:nvGrpSpPr>
        <p:grpSpPr>
          <a:xfrm>
            <a:off x="5379720" y="3375660"/>
            <a:ext cx="4317365" cy="1043940"/>
            <a:chOff x="8472" y="5316"/>
            <a:chExt cx="6799" cy="1644"/>
          </a:xfrm>
        </p:grpSpPr>
        <p:sp>
          <p:nvSpPr>
            <p:cNvPr id="15" name="TextBox 35"/>
            <p:cNvSpPr txBox="1">
              <a:spLocks noChangeArrowheads="1"/>
            </p:cNvSpPr>
            <p:nvPr/>
          </p:nvSpPr>
          <p:spPr bwMode="auto">
            <a:xfrm>
              <a:off x="9159" y="5316"/>
              <a:ext cx="6112" cy="16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121917" tIns="60958" rIns="121917" bIns="60958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just">
                <a:lnSpc>
                  <a:spcPct val="150000"/>
                </a:lnSpc>
              </a:pPr>
              <a:r>
                <a:rPr 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ea"/>
                </a:rPr>
                <a:t>掌握</a:t>
              </a:r>
              <a:r>
                <a:rPr lang="zh-CN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ea"/>
                </a:rPr>
                <a:t>线程的优先级</a:t>
              </a:r>
              <a:r>
                <a:rPr 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ea"/>
                </a:rPr>
                <a:t>，能够在程序中手动设置线程的优先级</a:t>
              </a:r>
            </a:p>
          </p:txBody>
        </p:sp>
        <p:grpSp>
          <p:nvGrpSpPr>
            <p:cNvPr id="19" name="组合 18"/>
            <p:cNvGrpSpPr/>
            <p:nvPr/>
          </p:nvGrpSpPr>
          <p:grpSpPr>
            <a:xfrm>
              <a:off x="8472" y="5571"/>
              <a:ext cx="638" cy="638"/>
              <a:chOff x="8881" y="4685"/>
              <a:chExt cx="638" cy="638"/>
            </a:xfrm>
          </p:grpSpPr>
          <p:sp>
            <p:nvSpPr>
              <p:cNvPr id="18" name="椭圆 17"/>
              <p:cNvSpPr/>
              <p:nvPr/>
            </p:nvSpPr>
            <p:spPr>
              <a:xfrm>
                <a:off x="8881" y="4685"/>
                <a:ext cx="638" cy="638"/>
              </a:xfrm>
              <a:prstGeom prst="ellipse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7" name="椭圆 16"/>
              <p:cNvSpPr/>
              <p:nvPr/>
            </p:nvSpPr>
            <p:spPr>
              <a:xfrm>
                <a:off x="8946" y="4750"/>
                <a:ext cx="508" cy="508"/>
              </a:xfrm>
              <a:prstGeom prst="ellipse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35" y="266700"/>
            <a:ext cx="5220970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12.4.1  线程的优先级</a:t>
            </a:r>
          </a:p>
        </p:txBody>
      </p:sp>
      <p:sp>
        <p:nvSpPr>
          <p:cNvPr id="3" name="Chevron 3"/>
          <p:cNvSpPr/>
          <p:nvPr>
            <p:custDataLst>
              <p:tags r:id="rId1"/>
            </p:custDataLst>
          </p:nvPr>
        </p:nvSpPr>
        <p:spPr>
          <a:xfrm>
            <a:off x="1143635" y="1111250"/>
            <a:ext cx="2320925" cy="666115"/>
          </a:xfrm>
          <a:prstGeom prst="chevron">
            <a:avLst>
              <a:gd name="adj" fmla="val 43848"/>
            </a:avLst>
          </a:prstGeom>
          <a:solidFill>
            <a:srgbClr val="FFFFFF">
              <a:lumMod val="7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rmAutofit/>
          </a:bodyPr>
          <a:lstStyle/>
          <a:p>
            <a:pPr algn="ctr">
              <a:lnSpc>
                <a:spcPct val="120000"/>
              </a:lnSpc>
            </a:pPr>
            <a:endParaRPr lang="en-GB" sz="900">
              <a:solidFill>
                <a:sysClr val="windowText" lastClr="000000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486068" y="1245494"/>
            <a:ext cx="170688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线程</a:t>
            </a:r>
            <a:r>
              <a:rPr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的优先级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1741170" y="2230120"/>
            <a:ext cx="8708390" cy="2399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buClrTx/>
              <a:buSzTx/>
              <a:buNone/>
            </a:pPr>
            <a:r>
              <a:rPr 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在应用程序中，如果要对线程进行调度，最直接的方式就是设置线程的优先级。优先级越高的线程获得CPU执行的机会越大，而优先级越低的线程获得CPU执行的机会越小。线程的</a:t>
            </a:r>
            <a:r>
              <a:rPr 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优先级用1~10之间的整数表示</a:t>
            </a:r>
            <a:r>
              <a:rPr 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</a:t>
            </a:r>
            <a:r>
              <a:rPr 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数字越大优先级越高</a:t>
            </a:r>
            <a:r>
              <a:rPr 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。除了可以直接使用数字表示线程的优先级，还可以使用Thread类中提供的三个静态常量表示线程的优先级。</a:t>
            </a:r>
          </a:p>
        </p:txBody>
      </p:sp>
      <p:sp>
        <p:nvSpPr>
          <p:cNvPr id="4" name="圆角矩形 3"/>
          <p:cNvSpPr/>
          <p:nvPr/>
        </p:nvSpPr>
        <p:spPr>
          <a:xfrm>
            <a:off x="1547495" y="2050415"/>
            <a:ext cx="9095740" cy="2758440"/>
          </a:xfrm>
          <a:prstGeom prst="roundRect">
            <a:avLst>
              <a:gd name="adj" fmla="val 0"/>
            </a:avLst>
          </a:prstGeom>
          <a:noFill/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7" name="矩形 93"/>
          <p:cNvSpPr/>
          <p:nvPr/>
        </p:nvSpPr>
        <p:spPr>
          <a:xfrm>
            <a:off x="1547495" y="2050415"/>
            <a:ext cx="384175" cy="486410"/>
          </a:xfrm>
          <a:custGeom>
            <a:avLst/>
            <a:gdLst/>
            <a:ahLst/>
            <a:cxnLst/>
            <a:rect l="l" t="t" r="r" b="b"/>
            <a:pathLst>
              <a:path w="504056" h="504056">
                <a:moveTo>
                  <a:pt x="0" y="0"/>
                </a:moveTo>
                <a:lnTo>
                  <a:pt x="504056" y="0"/>
                </a:lnTo>
                <a:lnTo>
                  <a:pt x="504056" y="144016"/>
                </a:lnTo>
                <a:lnTo>
                  <a:pt x="144016" y="144016"/>
                </a:lnTo>
                <a:lnTo>
                  <a:pt x="144016" y="504056"/>
                </a:lnTo>
                <a:lnTo>
                  <a:pt x="0" y="50405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1" name="矩形 93"/>
          <p:cNvSpPr/>
          <p:nvPr/>
        </p:nvSpPr>
        <p:spPr>
          <a:xfrm rot="10800000">
            <a:off x="10259060" y="4322445"/>
            <a:ext cx="384175" cy="486410"/>
          </a:xfrm>
          <a:custGeom>
            <a:avLst/>
            <a:gdLst/>
            <a:ahLst/>
            <a:cxnLst/>
            <a:rect l="l" t="t" r="r" b="b"/>
            <a:pathLst>
              <a:path w="504056" h="504056">
                <a:moveTo>
                  <a:pt x="0" y="0"/>
                </a:moveTo>
                <a:lnTo>
                  <a:pt x="504056" y="0"/>
                </a:lnTo>
                <a:lnTo>
                  <a:pt x="504056" y="144016"/>
                </a:lnTo>
                <a:lnTo>
                  <a:pt x="144016" y="144016"/>
                </a:lnTo>
                <a:lnTo>
                  <a:pt x="144016" y="504056"/>
                </a:lnTo>
                <a:lnTo>
                  <a:pt x="0" y="50405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35" y="266700"/>
            <a:ext cx="5220970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12.4.1  线程的优先级</a:t>
            </a:r>
          </a:p>
        </p:txBody>
      </p:sp>
      <p:sp>
        <p:nvSpPr>
          <p:cNvPr id="3" name="Chevron 3"/>
          <p:cNvSpPr/>
          <p:nvPr>
            <p:custDataLst>
              <p:tags r:id="rId1"/>
            </p:custDataLst>
          </p:nvPr>
        </p:nvSpPr>
        <p:spPr>
          <a:xfrm>
            <a:off x="1143635" y="1111250"/>
            <a:ext cx="3274060" cy="666115"/>
          </a:xfrm>
          <a:prstGeom prst="chevron">
            <a:avLst>
              <a:gd name="adj" fmla="val 43848"/>
            </a:avLst>
          </a:prstGeom>
          <a:solidFill>
            <a:srgbClr val="FFFFFF">
              <a:lumMod val="7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rmAutofit/>
          </a:bodyPr>
          <a:lstStyle/>
          <a:p>
            <a:pPr algn="ctr">
              <a:lnSpc>
                <a:spcPct val="120000"/>
              </a:lnSpc>
            </a:pPr>
            <a:endParaRPr lang="en-GB" sz="900">
              <a:solidFill>
                <a:sysClr val="windowText" lastClr="000000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486068" y="1245494"/>
            <a:ext cx="280289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Thread类的优先级常量</a:t>
            </a:r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custDataLst>
              <p:tags r:id="rId2"/>
            </p:custDataLst>
          </p:nvPr>
        </p:nvGraphicFramePr>
        <p:xfrm>
          <a:off x="1644957" y="2299494"/>
          <a:ext cx="9208135" cy="1866900"/>
        </p:xfrm>
        <a:graphic>
          <a:graphicData uri="http://schemas.openxmlformats.org/drawingml/2006/table">
            <a:tbl>
              <a:tblPr>
                <a:tableStyleId>{7DF18680-E054-41AD-8BC1-D1AEF772440D}</a:tableStyleId>
              </a:tblPr>
              <a:tblGrid>
                <a:gridCol w="40519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56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20065">
                <a:tc>
                  <a:txBody>
                    <a:bodyPr/>
                    <a:lstStyle/>
                    <a:p>
                      <a:pPr indent="267970" algn="ctr">
                        <a:spcAft>
                          <a:spcPts val="0"/>
                        </a:spcAft>
                      </a:pPr>
                      <a:r>
                        <a:rPr lang="zh-CN" sz="1600" b="1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Thread类的优先级常量</a:t>
                      </a: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267970" algn="ctr">
                        <a:spcAft>
                          <a:spcPts val="0"/>
                        </a:spcAft>
                      </a:pPr>
                      <a:r>
                        <a:rPr lang="zh-CN" sz="1600" b="1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功能描述</a:t>
                      </a: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8945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zh-CN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static int MAX_PRIORITY</a:t>
                      </a: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zh-CN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表示线程的最高优先级，值为10</a:t>
                      </a:r>
                    </a:p>
                  </a:txBody>
                  <a:tcPr marL="68580" marR="68580" marT="0" marB="0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8945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zh-CN" altLang="en-US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static int MIN_PRIORITY</a:t>
                      </a: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zh-CN" altLang="en-US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表示线程的最低优先级，值为1</a:t>
                      </a:r>
                    </a:p>
                  </a:txBody>
                  <a:tcPr marL="68580" marR="68580" marT="0" marB="0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8945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zh-CN" altLang="en-US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static int NORM_PRIORITY</a:t>
                      </a: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zh-CN" altLang="en-US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表示线程的默认优先级，值为5</a:t>
                      </a:r>
                    </a:p>
                  </a:txBody>
                  <a:tcPr marL="68580" marR="68580" marT="0" marB="0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35" y="266700"/>
            <a:ext cx="5220970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12.4.1  线程的优先级</a:t>
            </a:r>
          </a:p>
        </p:txBody>
      </p:sp>
      <p:sp>
        <p:nvSpPr>
          <p:cNvPr id="3" name="Chevron 3"/>
          <p:cNvSpPr/>
          <p:nvPr>
            <p:custDataLst>
              <p:tags r:id="rId1"/>
            </p:custDataLst>
          </p:nvPr>
        </p:nvSpPr>
        <p:spPr>
          <a:xfrm>
            <a:off x="1143635" y="1111250"/>
            <a:ext cx="5706745" cy="666115"/>
          </a:xfrm>
          <a:prstGeom prst="chevron">
            <a:avLst>
              <a:gd name="adj" fmla="val 43848"/>
            </a:avLst>
          </a:prstGeom>
          <a:solidFill>
            <a:srgbClr val="FFFFFF">
              <a:lumMod val="7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rmAutofit/>
          </a:bodyPr>
          <a:lstStyle/>
          <a:p>
            <a:pPr algn="ctr">
              <a:lnSpc>
                <a:spcPct val="120000"/>
              </a:lnSpc>
            </a:pPr>
            <a:endParaRPr lang="en-GB" sz="900">
              <a:solidFill>
                <a:sysClr val="windowText" lastClr="000000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414313" y="1245494"/>
            <a:ext cx="5211445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Thread类的setPriority(int newPriority)方法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1707515" y="2460625"/>
            <a:ext cx="8775700" cy="1938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buClrTx/>
              <a:buSzTx/>
              <a:buNone/>
            </a:pPr>
            <a:r>
              <a:rPr 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程序在运行期间，处于就绪状态的每个线程都有自己的优先级，例如，主线程具有普通优先级。然而线程优先级不是固定不变的，可以通过调用Thread类的</a:t>
            </a:r>
            <a:r>
              <a:rPr 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setPriority(int newPriority)方法</a:t>
            </a:r>
            <a:r>
              <a:rPr 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进行设置，setPriority()方法中的参数newPriority接收的是</a:t>
            </a:r>
            <a:r>
              <a:rPr 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1~10之间的整数或者Thread类的三个静态常量</a:t>
            </a:r>
            <a:r>
              <a:rPr 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。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35" y="266700"/>
            <a:ext cx="5220970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12.4.1  线程的优先级</a:t>
            </a:r>
          </a:p>
        </p:txBody>
      </p:sp>
      <p:sp>
        <p:nvSpPr>
          <p:cNvPr id="3" name="Chevron 3"/>
          <p:cNvSpPr/>
          <p:nvPr>
            <p:custDataLst>
              <p:tags r:id="rId1"/>
            </p:custDataLst>
          </p:nvPr>
        </p:nvSpPr>
        <p:spPr>
          <a:xfrm>
            <a:off x="1143635" y="1111250"/>
            <a:ext cx="5706745" cy="666115"/>
          </a:xfrm>
          <a:prstGeom prst="chevron">
            <a:avLst>
              <a:gd name="adj" fmla="val 43848"/>
            </a:avLst>
          </a:prstGeom>
          <a:solidFill>
            <a:srgbClr val="FFFFFF">
              <a:lumMod val="7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rmAutofit/>
          </a:bodyPr>
          <a:lstStyle/>
          <a:p>
            <a:pPr algn="ctr">
              <a:lnSpc>
                <a:spcPct val="120000"/>
              </a:lnSpc>
            </a:pPr>
            <a:endParaRPr lang="en-GB" sz="900">
              <a:solidFill>
                <a:sysClr val="windowText" lastClr="000000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414145" y="1245235"/>
            <a:ext cx="507682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案例演示不同优先级的两个线程的运行情况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1271270" y="2115820"/>
            <a:ext cx="9940290" cy="5530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buClrTx/>
              <a:buSzTx/>
              <a:buNone/>
            </a:pPr>
            <a:r>
              <a:rPr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下面通过一个案例演示不同优先级的两个线程在程序中的运行情况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。具体步骤如下。</a:t>
            </a:r>
            <a:endParaRPr 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1303020" y="2853055"/>
            <a:ext cx="987742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fontAlgn="auto">
              <a:lnSpc>
                <a:spcPct val="150000"/>
              </a:lnSpc>
            </a:pPr>
            <a:r>
              <a:rPr lang="zh-CN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步骤一：</a:t>
            </a:r>
            <a:r>
              <a:rPr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定义</a:t>
            </a:r>
            <a:r>
              <a:rPr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MaxPriority</a:t>
            </a:r>
            <a:r>
              <a:rPr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类并实现Runnable接口。在MaxPriority中，使用for循环打印正在发售的票数。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代码如</a:t>
            </a:r>
            <a:r>
              <a:rPr lang="zh-CN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下所示：</a:t>
            </a:r>
            <a:endParaRPr lang="zh-CN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43025" y="3933190"/>
            <a:ext cx="9356090" cy="2118360"/>
          </a:xfrm>
          <a:prstGeom prst="rect">
            <a:avLst/>
          </a:prstGeom>
        </p:spPr>
      </p:pic>
      <p:sp>
        <p:nvSpPr>
          <p:cNvPr id="4" name="矩形 3"/>
          <p:cNvSpPr/>
          <p:nvPr/>
        </p:nvSpPr>
        <p:spPr>
          <a:xfrm>
            <a:off x="2032635" y="4072255"/>
            <a:ext cx="7976870" cy="18281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auto">
              <a:lnSpc>
                <a:spcPct val="101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class MaxPriority implements Runnable {</a:t>
            </a:r>
          </a:p>
          <a:p>
            <a:pPr fontAlgn="auto">
              <a:lnSpc>
                <a:spcPct val="101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public void run() {</a:t>
            </a:r>
          </a:p>
          <a:p>
            <a:pPr fontAlgn="auto">
              <a:lnSpc>
                <a:spcPct val="101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for (int i = 0; i &lt; 5; i++) {</a:t>
            </a:r>
          </a:p>
          <a:p>
            <a:pPr fontAlgn="auto">
              <a:lnSpc>
                <a:spcPct val="101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    System.out.println(Thread.currentThread().getName() + "正在输出：" + i);</a:t>
            </a:r>
          </a:p>
          <a:p>
            <a:pPr fontAlgn="auto">
              <a:lnSpc>
                <a:spcPct val="101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}</a:t>
            </a:r>
          </a:p>
          <a:p>
            <a:pPr fontAlgn="auto">
              <a:lnSpc>
                <a:spcPct val="101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}</a:t>
            </a:r>
          </a:p>
          <a:p>
            <a:pPr fontAlgn="auto">
              <a:lnSpc>
                <a:spcPct val="101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}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35" y="266700"/>
            <a:ext cx="5220970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12.4.1  线程的优先级</a:t>
            </a:r>
            <a:endParaRPr 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17320" y="2455545"/>
            <a:ext cx="9356090" cy="2118360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2106930" y="2600960"/>
            <a:ext cx="7976870" cy="18281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auto">
              <a:lnSpc>
                <a:spcPct val="101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class MinPriority implements Runnable {</a:t>
            </a:r>
          </a:p>
          <a:p>
            <a:pPr fontAlgn="auto">
              <a:lnSpc>
                <a:spcPct val="101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public void run() {</a:t>
            </a:r>
          </a:p>
          <a:p>
            <a:pPr fontAlgn="auto">
              <a:lnSpc>
                <a:spcPct val="101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for (int i = 0; i &lt; 5; i++) {</a:t>
            </a:r>
          </a:p>
          <a:p>
            <a:pPr fontAlgn="auto">
              <a:lnSpc>
                <a:spcPct val="101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    System.out.println(Thread.currentThread().getName() + "正在输出：" + i);</a:t>
            </a:r>
          </a:p>
          <a:p>
            <a:pPr fontAlgn="auto">
              <a:lnSpc>
                <a:spcPct val="101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}</a:t>
            </a:r>
          </a:p>
          <a:p>
            <a:pPr fontAlgn="auto">
              <a:lnSpc>
                <a:spcPct val="101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}</a:t>
            </a:r>
          </a:p>
          <a:p>
            <a:pPr fontAlgn="auto">
              <a:lnSpc>
                <a:spcPct val="101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}</a:t>
            </a:r>
          </a:p>
        </p:txBody>
      </p:sp>
      <p:sp>
        <p:nvSpPr>
          <p:cNvPr id="9" name="文本框 8"/>
          <p:cNvSpPr txBox="1"/>
          <p:nvPr/>
        </p:nvSpPr>
        <p:spPr>
          <a:xfrm>
            <a:off x="1143000" y="1210945"/>
            <a:ext cx="987742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fontAlgn="auto">
              <a:lnSpc>
                <a:spcPct val="150000"/>
              </a:lnSpc>
            </a:pPr>
            <a:r>
              <a:rPr lang="zh-CN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步骤二：</a:t>
            </a:r>
            <a:r>
              <a:rPr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定义</a:t>
            </a:r>
            <a:r>
              <a:rPr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MinPriority</a:t>
            </a:r>
            <a:r>
              <a:rPr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类并实现Runnable接口。在MinPriority中，使用for循环打印正在发售的票数。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代码如</a:t>
            </a:r>
            <a:r>
              <a:rPr lang="zh-CN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下所示：</a:t>
            </a:r>
            <a:endParaRPr lang="zh-CN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35" y="266700"/>
            <a:ext cx="5220970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12.4.1  线程的优先级</a:t>
            </a:r>
            <a:endParaRPr 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30655" y="2204085"/>
            <a:ext cx="9356090" cy="3177540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1699260" y="2258060"/>
            <a:ext cx="8819515" cy="30689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auto">
              <a:lnSpc>
                <a:spcPct val="101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public class Example08 {</a:t>
            </a:r>
          </a:p>
          <a:p>
            <a:pPr fontAlgn="auto">
              <a:lnSpc>
                <a:spcPct val="101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public static void main(String[] args) {</a:t>
            </a:r>
          </a:p>
          <a:p>
            <a:pPr fontAlgn="auto">
              <a:lnSpc>
                <a:spcPct val="101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// 创建两个线程</a:t>
            </a:r>
          </a:p>
          <a:p>
            <a:pPr fontAlgn="auto">
              <a:lnSpc>
                <a:spcPct val="101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Thread minPriority = new Thread(new MinPriority(), "优先级较低的线程");</a:t>
            </a:r>
          </a:p>
          <a:p>
            <a:pPr fontAlgn="auto">
              <a:lnSpc>
                <a:spcPct val="101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Thread maxPriority = new Thread(new MaxPriority(), "优先级较高的线程");</a:t>
            </a:r>
          </a:p>
          <a:p>
            <a:pPr fontAlgn="auto">
              <a:lnSpc>
                <a:spcPct val="101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minPriority.setPriority(Thread.MIN_PRIORITY); 	// 设置线程的优先级为1</a:t>
            </a:r>
          </a:p>
          <a:p>
            <a:pPr fontAlgn="auto">
              <a:lnSpc>
                <a:spcPct val="101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maxPriority.setPriority(Thread.MAX_PRIORITY); 	// 设置线程的优先级为10</a:t>
            </a:r>
          </a:p>
          <a:p>
            <a:pPr fontAlgn="auto">
              <a:lnSpc>
                <a:spcPct val="101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// 开启两个线程</a:t>
            </a:r>
          </a:p>
          <a:p>
            <a:pPr fontAlgn="auto">
              <a:lnSpc>
                <a:spcPct val="101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maxPriority.start();</a:t>
            </a:r>
          </a:p>
          <a:p>
            <a:pPr fontAlgn="auto">
              <a:lnSpc>
                <a:spcPct val="101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minPriority.start();</a:t>
            </a:r>
          </a:p>
          <a:p>
            <a:pPr fontAlgn="auto">
              <a:lnSpc>
                <a:spcPct val="101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}</a:t>
            </a:r>
          </a:p>
          <a:p>
            <a:pPr fontAlgn="auto">
              <a:lnSpc>
                <a:spcPct val="101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}</a:t>
            </a:r>
          </a:p>
        </p:txBody>
      </p:sp>
      <p:sp>
        <p:nvSpPr>
          <p:cNvPr id="9" name="文本框 8"/>
          <p:cNvSpPr txBox="1"/>
          <p:nvPr/>
        </p:nvSpPr>
        <p:spPr>
          <a:xfrm>
            <a:off x="1143000" y="923925"/>
            <a:ext cx="987742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fontAlgn="auto">
              <a:lnSpc>
                <a:spcPct val="150000"/>
              </a:lnSpc>
            </a:pPr>
            <a:r>
              <a:rPr lang="zh-CN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步骤三：</a:t>
            </a:r>
            <a:r>
              <a:rPr 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定义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main()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方法，创建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两个线程，分别设置线程的优先级，然后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开启线程</a:t>
            </a:r>
            <a:r>
              <a:rPr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。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代码如</a:t>
            </a:r>
            <a:r>
              <a:rPr lang="zh-CN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下所示：</a:t>
            </a:r>
            <a:endParaRPr lang="zh-CN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35" y="266700"/>
            <a:ext cx="5220970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12.4.1  线程的优先级</a:t>
            </a:r>
          </a:p>
        </p:txBody>
      </p:sp>
      <p:sp>
        <p:nvSpPr>
          <p:cNvPr id="3" name="Chevron 3"/>
          <p:cNvSpPr/>
          <p:nvPr>
            <p:custDataLst>
              <p:tags r:id="rId1"/>
            </p:custDataLst>
          </p:nvPr>
        </p:nvSpPr>
        <p:spPr>
          <a:xfrm>
            <a:off x="1054100" y="1092200"/>
            <a:ext cx="1771015" cy="666115"/>
          </a:xfrm>
          <a:prstGeom prst="chevron">
            <a:avLst>
              <a:gd name="adj" fmla="val 43848"/>
            </a:avLst>
          </a:prstGeom>
          <a:solidFill>
            <a:srgbClr val="FFFFFF">
              <a:lumMod val="7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rmAutofit/>
          </a:bodyPr>
          <a:lstStyle/>
          <a:p>
            <a:pPr algn="ctr">
              <a:lnSpc>
                <a:spcPct val="120000"/>
              </a:lnSpc>
            </a:pPr>
            <a:endParaRPr lang="en-GB" sz="900">
              <a:solidFill>
                <a:sysClr val="windowText" lastClr="000000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396533" y="1232159"/>
            <a:ext cx="119888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运行结果</a:t>
            </a:r>
          </a:p>
        </p:txBody>
      </p:sp>
      <p:sp>
        <p:nvSpPr>
          <p:cNvPr id="10" name="文本框 9"/>
          <p:cNvSpPr txBox="1"/>
          <p:nvPr/>
        </p:nvSpPr>
        <p:spPr>
          <a:xfrm>
            <a:off x="3336925" y="1225550"/>
            <a:ext cx="551688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lnSpc>
                <a:spcPct val="100000"/>
              </a:lnSpc>
            </a:pP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运行代码，控制台显示的运行结果如下图所示。</a:t>
            </a:r>
          </a:p>
        </p:txBody>
      </p:sp>
      <p:sp>
        <p:nvSpPr>
          <p:cNvPr id="100" name="文本框 99"/>
          <p:cNvSpPr txBox="1"/>
          <p:nvPr/>
        </p:nvSpPr>
        <p:spPr>
          <a:xfrm>
            <a:off x="1143635" y="5228590"/>
            <a:ext cx="9934575" cy="101473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indent="0" fontAlgn="auto">
              <a:lnSpc>
                <a:spcPct val="150000"/>
              </a:lnSpc>
            </a:pPr>
            <a:r>
              <a:rPr lang="zh-CN" altLang="zh-CN" sz="20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由图可知，优先级较高的maxPriority线程先运行了，运行完毕后优先级较低的minPriority线程才开始运行。所以优先级越高的线程获取CPU切换时间片的机率越大。</a:t>
            </a:r>
          </a:p>
        </p:txBody>
      </p:sp>
      <p:pic>
        <p:nvPicPr>
          <p:cNvPr id="4" name="图片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86885" y="2169478"/>
            <a:ext cx="3616867" cy="25200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35" y="266700"/>
            <a:ext cx="5220970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12.4.1  线程的优先级</a:t>
            </a:r>
          </a:p>
        </p:txBody>
      </p:sp>
      <p:sp>
        <p:nvSpPr>
          <p:cNvPr id="3" name="Chevron 3"/>
          <p:cNvSpPr/>
          <p:nvPr>
            <p:custDataLst>
              <p:tags r:id="rId1"/>
            </p:custDataLst>
          </p:nvPr>
        </p:nvSpPr>
        <p:spPr>
          <a:xfrm>
            <a:off x="1054100" y="1092200"/>
            <a:ext cx="3988435" cy="666115"/>
          </a:xfrm>
          <a:prstGeom prst="chevron">
            <a:avLst>
              <a:gd name="adj" fmla="val 43848"/>
            </a:avLst>
          </a:prstGeom>
          <a:solidFill>
            <a:srgbClr val="FFFFFF">
              <a:lumMod val="7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rmAutofit/>
          </a:bodyPr>
          <a:lstStyle/>
          <a:p>
            <a:pPr algn="ctr">
              <a:lnSpc>
                <a:spcPct val="120000"/>
              </a:lnSpc>
            </a:pPr>
            <a:endParaRPr lang="en-GB" sz="900">
              <a:solidFill>
                <a:sysClr val="windowText" lastClr="000000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324778" y="1232159"/>
            <a:ext cx="348488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使用</a:t>
            </a:r>
            <a:r>
              <a:rPr lang="zh-CN" altLang="en-US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线程优先级需要注意的是</a:t>
            </a:r>
          </a:p>
        </p:txBody>
      </p:sp>
      <p:sp>
        <p:nvSpPr>
          <p:cNvPr id="100" name="文本框 99"/>
          <p:cNvSpPr txBox="1"/>
          <p:nvPr/>
        </p:nvSpPr>
        <p:spPr>
          <a:xfrm>
            <a:off x="1127760" y="2460625"/>
            <a:ext cx="9934575" cy="193802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indent="0" fontAlgn="auto">
              <a:lnSpc>
                <a:spcPct val="150000"/>
              </a:lnSpc>
            </a:pPr>
            <a:r>
              <a:rPr lang="zh-CN" altLang="zh-CN" sz="20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虽然Java提供了10个线程优先级，但是这些优先级需要操作系统的支持，不同的操作系统对优先级的支持是不一样的，操作系统中的线程优先级不会和Java中线程优先级一一对应，因此，在设计多线程应用程序时，其功能的实现一定不能依赖于线程的优先级，而只能把线程优先级作为一种提高程序效率的手段。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35" y="266700"/>
            <a:ext cx="5220970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12.4.2  线程休眠</a:t>
            </a:r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4880" y="2215515"/>
            <a:ext cx="2797810" cy="3898265"/>
          </a:xfrm>
          <a:prstGeom prst="rect">
            <a:avLst/>
          </a:prstGeom>
        </p:spPr>
      </p:pic>
      <p:sp>
        <p:nvSpPr>
          <p:cNvPr id="13" name="椭圆形标注 12"/>
          <p:cNvSpPr/>
          <p:nvPr/>
        </p:nvSpPr>
        <p:spPr>
          <a:xfrm>
            <a:off x="2968625" y="1847215"/>
            <a:ext cx="2071370" cy="1493520"/>
          </a:xfrm>
          <a:prstGeom prst="wedgeEllipseCallout">
            <a:avLst/>
          </a:prstGeom>
          <a:solidFill>
            <a:schemeClr val="bg1">
              <a:lumMod val="85000"/>
            </a:schemeClr>
          </a:solidFill>
          <a:ln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 </a:t>
            </a:r>
          </a:p>
        </p:txBody>
      </p:sp>
      <p:sp>
        <p:nvSpPr>
          <p:cNvPr id="14" name="TextBox 35"/>
          <p:cNvSpPr txBox="1">
            <a:spLocks noChangeArrowheads="1"/>
          </p:cNvSpPr>
          <p:nvPr/>
        </p:nvSpPr>
        <p:spPr bwMode="auto">
          <a:xfrm>
            <a:off x="3247390" y="1925320"/>
            <a:ext cx="1606550" cy="12280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先定一个</a:t>
            </a: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小目标！</a:t>
            </a:r>
          </a:p>
        </p:txBody>
      </p:sp>
      <p:grpSp>
        <p:nvGrpSpPr>
          <p:cNvPr id="2" name="组合 1"/>
          <p:cNvGrpSpPr/>
          <p:nvPr/>
        </p:nvGrpSpPr>
        <p:grpSpPr>
          <a:xfrm>
            <a:off x="5379720" y="3375660"/>
            <a:ext cx="4296410" cy="1043940"/>
            <a:chOff x="8472" y="5316"/>
            <a:chExt cx="6766" cy="1644"/>
          </a:xfrm>
        </p:grpSpPr>
        <p:sp>
          <p:nvSpPr>
            <p:cNvPr id="15" name="TextBox 35"/>
            <p:cNvSpPr txBox="1">
              <a:spLocks noChangeArrowheads="1"/>
            </p:cNvSpPr>
            <p:nvPr/>
          </p:nvSpPr>
          <p:spPr bwMode="auto">
            <a:xfrm>
              <a:off x="9159" y="5316"/>
              <a:ext cx="6079" cy="16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121917" tIns="60958" rIns="121917" bIns="60958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just">
                <a:lnSpc>
                  <a:spcPct val="150000"/>
                </a:lnSpc>
              </a:pPr>
              <a:r>
                <a:rPr 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ea"/>
                </a:rPr>
                <a:t>掌握</a:t>
              </a:r>
              <a:r>
                <a:rPr lang="zh-CN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ea"/>
                </a:rPr>
                <a:t>线程休眠</a:t>
              </a:r>
              <a:r>
                <a:rPr 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ea"/>
                </a:rPr>
                <a:t>，能够通过</a:t>
              </a:r>
              <a:r>
                <a:rPr lang="en-US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ea"/>
                </a:rPr>
                <a:t>sleep()</a:t>
              </a:r>
              <a:r>
                <a:rPr 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ea"/>
                </a:rPr>
                <a:t>方法让线程休眠</a:t>
              </a:r>
              <a:endPara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endParaRPr>
            </a:p>
          </p:txBody>
        </p:sp>
        <p:grpSp>
          <p:nvGrpSpPr>
            <p:cNvPr id="19" name="组合 18"/>
            <p:cNvGrpSpPr/>
            <p:nvPr/>
          </p:nvGrpSpPr>
          <p:grpSpPr>
            <a:xfrm>
              <a:off x="8472" y="5571"/>
              <a:ext cx="638" cy="638"/>
              <a:chOff x="8881" y="4685"/>
              <a:chExt cx="638" cy="638"/>
            </a:xfrm>
          </p:grpSpPr>
          <p:sp>
            <p:nvSpPr>
              <p:cNvPr id="18" name="椭圆 17"/>
              <p:cNvSpPr/>
              <p:nvPr/>
            </p:nvSpPr>
            <p:spPr>
              <a:xfrm>
                <a:off x="8881" y="4685"/>
                <a:ext cx="638" cy="638"/>
              </a:xfrm>
              <a:prstGeom prst="ellipse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7" name="椭圆 16"/>
              <p:cNvSpPr/>
              <p:nvPr/>
            </p:nvSpPr>
            <p:spPr>
              <a:xfrm>
                <a:off x="8946" y="4750"/>
                <a:ext cx="508" cy="508"/>
              </a:xfrm>
              <a:prstGeom prst="ellipse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35" y="266700"/>
            <a:ext cx="5220970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12.4.2  线程休眠</a:t>
            </a:r>
          </a:p>
        </p:txBody>
      </p:sp>
      <p:sp>
        <p:nvSpPr>
          <p:cNvPr id="3" name="Chevron 3"/>
          <p:cNvSpPr/>
          <p:nvPr>
            <p:custDataLst>
              <p:tags r:id="rId1"/>
            </p:custDataLst>
          </p:nvPr>
        </p:nvSpPr>
        <p:spPr>
          <a:xfrm>
            <a:off x="1054100" y="1092200"/>
            <a:ext cx="2414905" cy="666115"/>
          </a:xfrm>
          <a:prstGeom prst="chevron">
            <a:avLst>
              <a:gd name="adj" fmla="val 43848"/>
            </a:avLst>
          </a:prstGeom>
          <a:solidFill>
            <a:srgbClr val="FFFFFF">
              <a:lumMod val="7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rmAutofit/>
          </a:bodyPr>
          <a:lstStyle/>
          <a:p>
            <a:pPr algn="ctr">
              <a:lnSpc>
                <a:spcPct val="120000"/>
              </a:lnSpc>
            </a:pPr>
            <a:endParaRPr lang="en-GB" sz="900">
              <a:solidFill>
                <a:sysClr val="windowText" lastClr="000000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1324778" y="1232159"/>
            <a:ext cx="196088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什么是线程休眠</a:t>
            </a:r>
          </a:p>
        </p:txBody>
      </p:sp>
      <p:sp>
        <p:nvSpPr>
          <p:cNvPr id="9" name="文本框 8"/>
          <p:cNvSpPr txBox="1"/>
          <p:nvPr/>
        </p:nvSpPr>
        <p:spPr>
          <a:xfrm>
            <a:off x="1692275" y="2229485"/>
            <a:ext cx="8806180" cy="2399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fontAlgn="auto">
              <a:lnSpc>
                <a:spcPct val="150000"/>
              </a:lnSpc>
            </a:pP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线程休眠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指让当前线程暂停执行，从运行状态进入阻塞状态，将CPU资源让给其他线程的一种调度方式，可以调用线程的操作方法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sleep()来实现线程休眠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，sleep()方法是java.lang.Thread类中定义的静态方法。使用sleep()方法时需要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指定当前线程休眠的时间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，传入一个long类型的数据作为休眠时间，单位为毫秒，并且任意一个线程的实例化对象都可以调用该方法。</a:t>
            </a:r>
          </a:p>
        </p:txBody>
      </p:sp>
      <p:sp>
        <p:nvSpPr>
          <p:cNvPr id="4" name="圆角矩形 3"/>
          <p:cNvSpPr/>
          <p:nvPr/>
        </p:nvSpPr>
        <p:spPr>
          <a:xfrm>
            <a:off x="1547495" y="2028825"/>
            <a:ext cx="9095740" cy="2800985"/>
          </a:xfrm>
          <a:prstGeom prst="roundRect">
            <a:avLst>
              <a:gd name="adj" fmla="val 0"/>
            </a:avLst>
          </a:prstGeom>
          <a:noFill/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7" name="矩形 93"/>
          <p:cNvSpPr/>
          <p:nvPr/>
        </p:nvSpPr>
        <p:spPr>
          <a:xfrm>
            <a:off x="1547495" y="2028825"/>
            <a:ext cx="384175" cy="486410"/>
          </a:xfrm>
          <a:custGeom>
            <a:avLst/>
            <a:gdLst/>
            <a:ahLst/>
            <a:cxnLst/>
            <a:rect l="l" t="t" r="r" b="b"/>
            <a:pathLst>
              <a:path w="504056" h="504056">
                <a:moveTo>
                  <a:pt x="0" y="0"/>
                </a:moveTo>
                <a:lnTo>
                  <a:pt x="504056" y="0"/>
                </a:lnTo>
                <a:lnTo>
                  <a:pt x="504056" y="144016"/>
                </a:lnTo>
                <a:lnTo>
                  <a:pt x="144016" y="144016"/>
                </a:lnTo>
                <a:lnTo>
                  <a:pt x="144016" y="504056"/>
                </a:lnTo>
                <a:lnTo>
                  <a:pt x="0" y="50405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1" name="矩形 93"/>
          <p:cNvSpPr/>
          <p:nvPr/>
        </p:nvSpPr>
        <p:spPr>
          <a:xfrm rot="10800000">
            <a:off x="10259060" y="4343400"/>
            <a:ext cx="384175" cy="486410"/>
          </a:xfrm>
          <a:custGeom>
            <a:avLst/>
            <a:gdLst/>
            <a:ahLst/>
            <a:cxnLst/>
            <a:rect l="l" t="t" r="r" b="b"/>
            <a:pathLst>
              <a:path w="504056" h="504056">
                <a:moveTo>
                  <a:pt x="0" y="0"/>
                </a:moveTo>
                <a:lnTo>
                  <a:pt x="504056" y="0"/>
                </a:lnTo>
                <a:lnTo>
                  <a:pt x="504056" y="144016"/>
                </a:lnTo>
                <a:lnTo>
                  <a:pt x="144016" y="144016"/>
                </a:lnTo>
                <a:lnTo>
                  <a:pt x="144016" y="504056"/>
                </a:lnTo>
                <a:lnTo>
                  <a:pt x="0" y="50405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35" y="266700"/>
            <a:ext cx="5220970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12.4.2  线程休眠</a:t>
            </a:r>
            <a:endParaRPr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3" name="Chevron 3"/>
          <p:cNvSpPr/>
          <p:nvPr>
            <p:custDataLst>
              <p:tags r:id="rId1"/>
            </p:custDataLst>
          </p:nvPr>
        </p:nvSpPr>
        <p:spPr>
          <a:xfrm>
            <a:off x="1143635" y="1111250"/>
            <a:ext cx="5114925" cy="666115"/>
          </a:xfrm>
          <a:prstGeom prst="chevron">
            <a:avLst>
              <a:gd name="adj" fmla="val 43848"/>
            </a:avLst>
          </a:prstGeom>
          <a:solidFill>
            <a:srgbClr val="FFFFFF">
              <a:lumMod val="7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rmAutofit/>
          </a:bodyPr>
          <a:lstStyle/>
          <a:p>
            <a:pPr algn="ctr">
              <a:lnSpc>
                <a:spcPct val="120000"/>
              </a:lnSpc>
            </a:pPr>
            <a:endParaRPr lang="en-GB" sz="900">
              <a:solidFill>
                <a:sysClr val="windowText" lastClr="000000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414145" y="1245235"/>
            <a:ext cx="469074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案例演示使用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sleep()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方法实现线程休眠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1707515" y="3152775"/>
            <a:ext cx="8775700" cy="5530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buClrTx/>
              <a:buSzTx/>
              <a:buNone/>
            </a:pPr>
            <a:r>
              <a:rPr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下面通过一个案例演示sleep()方法在程序中的使用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。具体步骤如下。</a:t>
            </a:r>
            <a:endParaRPr 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35" y="266700"/>
            <a:ext cx="5220970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12.4.2  线程休眠</a:t>
            </a: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17320" y="1915795"/>
            <a:ext cx="9356090" cy="4806950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2106930" y="1915795"/>
            <a:ext cx="7976870" cy="4806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auto">
              <a:lnSpc>
                <a:spcPct val="101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class SleepThread implements Runnable {</a:t>
            </a:r>
          </a:p>
          <a:p>
            <a:pPr fontAlgn="auto">
              <a:lnSpc>
                <a:spcPct val="101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 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public void run() {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01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	for (int i = 1; i &lt;= 8; i++) {</a:t>
            </a:r>
          </a:p>
          <a:p>
            <a:pPr fontAlgn="auto">
              <a:lnSpc>
                <a:spcPct val="101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	      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if (i == 3) {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01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	            try {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01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		Thread.sleep(2000); // 当前线程休眠2秒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01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	            } catch (InterruptedException e) {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01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		e.printStackTrace();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01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	            }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01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	      }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01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	      System.out.println("SleepThread线程正在输出:" + i);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01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	      try {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01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	             Thread.sleep(500); // 当前线程休眠500毫秒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01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	      catch (Exception e) {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01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	             e.printStackTrace();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01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	      }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01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	}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01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        }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01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}</a:t>
            </a:r>
          </a:p>
        </p:txBody>
      </p:sp>
      <p:sp>
        <p:nvSpPr>
          <p:cNvPr id="9" name="文本框 8"/>
          <p:cNvSpPr txBox="1"/>
          <p:nvPr/>
        </p:nvSpPr>
        <p:spPr>
          <a:xfrm>
            <a:off x="1143000" y="852170"/>
            <a:ext cx="1012571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fontAlgn="auto">
              <a:lnSpc>
                <a:spcPct val="150000"/>
              </a:lnSpc>
            </a:pPr>
            <a:r>
              <a:rPr lang="zh-CN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步骤一：</a:t>
            </a:r>
            <a:r>
              <a:rPr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定义</a:t>
            </a:r>
            <a:r>
              <a:rPr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SleepThread类并实现Runnable接口。重写run()方法，在run()方法中使用for循环打印线程输出语句；使用if判断当变量i=3时，</a:t>
            </a:r>
            <a:r>
              <a:rPr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调用sleep()方法</a:t>
            </a:r>
            <a:r>
              <a:rPr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线程休眠2000毫秒。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代码如</a:t>
            </a:r>
            <a:r>
              <a:rPr lang="zh-CN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下所示：</a:t>
            </a:r>
            <a:endParaRPr lang="zh-CN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35" y="266700"/>
            <a:ext cx="5220970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12.4.2  线程休眠</a:t>
            </a: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30655" y="2204085"/>
            <a:ext cx="9356090" cy="3392805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2595880" y="2242185"/>
            <a:ext cx="6971030" cy="33172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auto">
              <a:lnSpc>
                <a:spcPct val="101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public class Example09 {</a:t>
            </a:r>
          </a:p>
          <a:p>
            <a:pPr fontAlgn="auto">
              <a:lnSpc>
                <a:spcPct val="101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 public static void main(String[] args) throws Exception {</a:t>
            </a:r>
          </a:p>
          <a:p>
            <a:pPr lvl="1" fontAlgn="auto">
              <a:lnSpc>
                <a:spcPct val="101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 // 创建一个线程</a:t>
            </a:r>
          </a:p>
          <a:p>
            <a:pPr lvl="1" fontAlgn="auto">
              <a:lnSpc>
                <a:spcPct val="101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 new Thread(new SleepThread()).start();</a:t>
            </a:r>
          </a:p>
          <a:p>
            <a:pPr lvl="1" fontAlgn="auto">
              <a:lnSpc>
                <a:spcPct val="101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 for (int i = 1; i &lt;= 8; i++) {</a:t>
            </a:r>
          </a:p>
          <a:p>
            <a:pPr lvl="1" fontAlgn="auto">
              <a:lnSpc>
                <a:spcPct val="101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	if (i == 5) {</a:t>
            </a:r>
          </a:p>
          <a:p>
            <a:pPr lvl="1" fontAlgn="auto">
              <a:lnSpc>
                <a:spcPct val="101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	        Thread.sleep(2000);  // 当前线程休眠2000毫秒</a:t>
            </a:r>
          </a:p>
          <a:p>
            <a:pPr lvl="1" fontAlgn="auto">
              <a:lnSpc>
                <a:spcPct val="101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	}</a:t>
            </a:r>
          </a:p>
          <a:p>
            <a:pPr lvl="1" fontAlgn="auto">
              <a:lnSpc>
                <a:spcPct val="101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	System.out.println("主线程正在输出:" + i);</a:t>
            </a:r>
          </a:p>
          <a:p>
            <a:pPr lvl="1" fontAlgn="auto">
              <a:lnSpc>
                <a:spcPct val="101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	Thread.sleep(500); // 当前线程休眠500毫秒</a:t>
            </a:r>
          </a:p>
          <a:p>
            <a:pPr lvl="1" fontAlgn="auto">
              <a:lnSpc>
                <a:spcPct val="101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 }</a:t>
            </a:r>
          </a:p>
          <a:p>
            <a:pPr fontAlgn="auto">
              <a:lnSpc>
                <a:spcPct val="101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 }</a:t>
            </a:r>
          </a:p>
          <a:p>
            <a:pPr fontAlgn="auto">
              <a:lnSpc>
                <a:spcPct val="101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}</a:t>
            </a:r>
          </a:p>
        </p:txBody>
      </p:sp>
      <p:sp>
        <p:nvSpPr>
          <p:cNvPr id="9" name="文本框 8"/>
          <p:cNvSpPr txBox="1"/>
          <p:nvPr/>
        </p:nvSpPr>
        <p:spPr>
          <a:xfrm>
            <a:off x="1143000" y="923925"/>
            <a:ext cx="987742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fontAlgn="auto">
              <a:lnSpc>
                <a:spcPct val="150000"/>
              </a:lnSpc>
            </a:pPr>
            <a:r>
              <a:rPr lang="zh-CN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步骤二：</a:t>
            </a:r>
            <a:r>
              <a:rPr 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定义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main()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方法，</a:t>
            </a:r>
            <a:r>
              <a:rPr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使用new关键词创建SleepThread线程并启动，使用for循环打印主线程的输出语句，使用if判断当变量i=5时，线程休眠2000毫秒</a:t>
            </a:r>
            <a:r>
              <a:rPr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。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代码如</a:t>
            </a:r>
            <a:r>
              <a:rPr lang="zh-CN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下所示：</a:t>
            </a:r>
            <a:endParaRPr lang="zh-CN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35" y="266700"/>
            <a:ext cx="5220970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12.4.2  线程休眠</a:t>
            </a:r>
          </a:p>
        </p:txBody>
      </p:sp>
      <p:sp>
        <p:nvSpPr>
          <p:cNvPr id="3" name="Chevron 3"/>
          <p:cNvSpPr/>
          <p:nvPr>
            <p:custDataLst>
              <p:tags r:id="rId1"/>
            </p:custDataLst>
          </p:nvPr>
        </p:nvSpPr>
        <p:spPr>
          <a:xfrm>
            <a:off x="1054100" y="1092200"/>
            <a:ext cx="1771015" cy="666115"/>
          </a:xfrm>
          <a:prstGeom prst="chevron">
            <a:avLst>
              <a:gd name="adj" fmla="val 43848"/>
            </a:avLst>
          </a:prstGeom>
          <a:solidFill>
            <a:srgbClr val="FFFFFF">
              <a:lumMod val="7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rmAutofit/>
          </a:bodyPr>
          <a:lstStyle/>
          <a:p>
            <a:pPr algn="ctr">
              <a:lnSpc>
                <a:spcPct val="120000"/>
              </a:lnSpc>
            </a:pPr>
            <a:endParaRPr lang="en-GB" sz="900">
              <a:solidFill>
                <a:sysClr val="windowText" lastClr="000000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396533" y="1232159"/>
            <a:ext cx="119888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运行结果</a:t>
            </a:r>
          </a:p>
        </p:txBody>
      </p:sp>
      <p:sp>
        <p:nvSpPr>
          <p:cNvPr id="10" name="文本框 9"/>
          <p:cNvSpPr txBox="1"/>
          <p:nvPr/>
        </p:nvSpPr>
        <p:spPr>
          <a:xfrm>
            <a:off x="3336925" y="1225550"/>
            <a:ext cx="526288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lnSpc>
                <a:spcPct val="100000"/>
              </a:lnSpc>
            </a:pP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运行代码，控制台显示的运行结果如图所示。</a:t>
            </a:r>
          </a:p>
        </p:txBody>
      </p:sp>
      <p:sp>
        <p:nvSpPr>
          <p:cNvPr id="100" name="文本框 99"/>
          <p:cNvSpPr txBox="1"/>
          <p:nvPr/>
        </p:nvSpPr>
        <p:spPr>
          <a:xfrm>
            <a:off x="6486525" y="1880870"/>
            <a:ext cx="3732530" cy="378460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indent="0" fontAlgn="auto">
              <a:lnSpc>
                <a:spcPct val="150000"/>
              </a:lnSpc>
            </a:pPr>
            <a:r>
              <a:rPr lang="zh-CN" altLang="zh-CN" sz="20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由图可知，主线程输出2后，SleepThread类线程没有交替输出3，而是主线程接着输出了3和4，这说明了当i等于3时，SleepThread类线程进入了休眠状态。对于主线程也一样，当i等于5时，主线程会休眠2000毫秒。</a:t>
            </a:r>
            <a:endParaRPr lang="zh-CN" altLang="zh-CN" sz="2000" b="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pic>
        <p:nvPicPr>
          <p:cNvPr id="4" name="图片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87538" y="2024063"/>
            <a:ext cx="3732600" cy="36000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35" y="266700"/>
            <a:ext cx="5220970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12.4.2  线程休眠</a:t>
            </a:r>
          </a:p>
        </p:txBody>
      </p:sp>
      <p:sp>
        <p:nvSpPr>
          <p:cNvPr id="3" name="Chevron 3"/>
          <p:cNvSpPr/>
          <p:nvPr>
            <p:custDataLst>
              <p:tags r:id="rId1"/>
            </p:custDataLst>
          </p:nvPr>
        </p:nvSpPr>
        <p:spPr>
          <a:xfrm>
            <a:off x="1054100" y="1092200"/>
            <a:ext cx="3988435" cy="666115"/>
          </a:xfrm>
          <a:prstGeom prst="chevron">
            <a:avLst>
              <a:gd name="adj" fmla="val 43848"/>
            </a:avLst>
          </a:prstGeom>
          <a:solidFill>
            <a:srgbClr val="FFFFFF">
              <a:lumMod val="7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rmAutofit/>
          </a:bodyPr>
          <a:lstStyle/>
          <a:p>
            <a:pPr algn="ctr">
              <a:lnSpc>
                <a:spcPct val="120000"/>
              </a:lnSpc>
            </a:pPr>
            <a:endParaRPr lang="en-GB" sz="900">
              <a:solidFill>
                <a:sysClr val="windowText" lastClr="000000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324778" y="1232159"/>
            <a:ext cx="352806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使用</a:t>
            </a:r>
            <a:r>
              <a:rPr lang="zh-CN" altLang="en-US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sleep()方法需要注意的是</a:t>
            </a:r>
          </a:p>
        </p:txBody>
      </p:sp>
      <p:sp>
        <p:nvSpPr>
          <p:cNvPr id="100" name="文本框 99"/>
          <p:cNvSpPr txBox="1"/>
          <p:nvPr/>
        </p:nvSpPr>
        <p:spPr>
          <a:xfrm>
            <a:off x="1127760" y="2922270"/>
            <a:ext cx="9934575" cy="101473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indent="0" fontAlgn="auto">
              <a:lnSpc>
                <a:spcPct val="150000"/>
              </a:lnSpc>
            </a:pPr>
            <a:r>
              <a:rPr lang="zh-CN" altLang="zh-CN" sz="20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sleep()是静态方法，只能控制当前正在运行的线程休眠，而不能控制其他线程休眠。当休眠时间结束后，线程就会返回到就绪状态，而不是立即开始运行。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35" y="266700"/>
            <a:ext cx="5220970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12.4.3  线程插队</a:t>
            </a:r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4880" y="2215515"/>
            <a:ext cx="2797810" cy="3898265"/>
          </a:xfrm>
          <a:prstGeom prst="rect">
            <a:avLst/>
          </a:prstGeom>
        </p:spPr>
      </p:pic>
      <p:sp>
        <p:nvSpPr>
          <p:cNvPr id="13" name="椭圆形标注 12"/>
          <p:cNvSpPr/>
          <p:nvPr/>
        </p:nvSpPr>
        <p:spPr>
          <a:xfrm>
            <a:off x="2968625" y="1847215"/>
            <a:ext cx="2071370" cy="1493520"/>
          </a:xfrm>
          <a:prstGeom prst="wedgeEllipseCallout">
            <a:avLst/>
          </a:prstGeom>
          <a:solidFill>
            <a:schemeClr val="bg1">
              <a:lumMod val="85000"/>
            </a:schemeClr>
          </a:solidFill>
          <a:ln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 </a:t>
            </a:r>
          </a:p>
        </p:txBody>
      </p:sp>
      <p:sp>
        <p:nvSpPr>
          <p:cNvPr id="14" name="TextBox 35"/>
          <p:cNvSpPr txBox="1">
            <a:spLocks noChangeArrowheads="1"/>
          </p:cNvSpPr>
          <p:nvPr/>
        </p:nvSpPr>
        <p:spPr bwMode="auto">
          <a:xfrm>
            <a:off x="3247390" y="1925320"/>
            <a:ext cx="1606550" cy="12280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先定一个</a:t>
            </a: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小目标！</a:t>
            </a:r>
          </a:p>
        </p:txBody>
      </p:sp>
      <p:grpSp>
        <p:nvGrpSpPr>
          <p:cNvPr id="2" name="组合 1"/>
          <p:cNvGrpSpPr/>
          <p:nvPr/>
        </p:nvGrpSpPr>
        <p:grpSpPr>
          <a:xfrm>
            <a:off x="5379720" y="3375660"/>
            <a:ext cx="4322445" cy="1043940"/>
            <a:chOff x="8472" y="5316"/>
            <a:chExt cx="6807" cy="1644"/>
          </a:xfrm>
        </p:grpSpPr>
        <p:sp>
          <p:nvSpPr>
            <p:cNvPr id="15" name="TextBox 35"/>
            <p:cNvSpPr txBox="1">
              <a:spLocks noChangeArrowheads="1"/>
            </p:cNvSpPr>
            <p:nvPr/>
          </p:nvSpPr>
          <p:spPr bwMode="auto">
            <a:xfrm>
              <a:off x="9159" y="5316"/>
              <a:ext cx="6120" cy="16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121917" tIns="60958" rIns="121917" bIns="60958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just">
                <a:lnSpc>
                  <a:spcPct val="150000"/>
                </a:lnSpc>
              </a:pPr>
              <a:r>
                <a:rPr 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ea"/>
                </a:rPr>
                <a:t>掌握</a:t>
              </a:r>
              <a:r>
                <a:rPr lang="zh-CN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ea"/>
                </a:rPr>
                <a:t>线程插队</a:t>
              </a:r>
              <a:r>
                <a:rPr 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ea"/>
                </a:rPr>
                <a:t>，能够使用</a:t>
              </a:r>
              <a:r>
                <a:rPr lang="en-US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ea"/>
                </a:rPr>
                <a:t>join()</a:t>
              </a:r>
              <a:r>
                <a:rPr lang="zh-CN" altLang="en-US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ea"/>
                </a:rPr>
                <a:t>方法实现</a:t>
              </a:r>
              <a:r>
                <a:rPr 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ea"/>
                </a:rPr>
                <a:t>线程的插队</a:t>
              </a:r>
              <a:endPara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endParaRPr>
            </a:p>
          </p:txBody>
        </p:sp>
        <p:grpSp>
          <p:nvGrpSpPr>
            <p:cNvPr id="19" name="组合 18"/>
            <p:cNvGrpSpPr/>
            <p:nvPr/>
          </p:nvGrpSpPr>
          <p:grpSpPr>
            <a:xfrm>
              <a:off x="8472" y="5571"/>
              <a:ext cx="638" cy="638"/>
              <a:chOff x="8881" y="4685"/>
              <a:chExt cx="638" cy="638"/>
            </a:xfrm>
          </p:grpSpPr>
          <p:sp>
            <p:nvSpPr>
              <p:cNvPr id="18" name="椭圆 17"/>
              <p:cNvSpPr/>
              <p:nvPr/>
            </p:nvSpPr>
            <p:spPr>
              <a:xfrm>
                <a:off x="8881" y="4685"/>
                <a:ext cx="638" cy="638"/>
              </a:xfrm>
              <a:prstGeom prst="ellipse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7" name="椭圆 16"/>
              <p:cNvSpPr/>
              <p:nvPr/>
            </p:nvSpPr>
            <p:spPr>
              <a:xfrm>
                <a:off x="8946" y="4750"/>
                <a:ext cx="508" cy="508"/>
              </a:xfrm>
              <a:prstGeom prst="ellipse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35" y="266700"/>
            <a:ext cx="5220970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12.4.3  线程插队</a:t>
            </a:r>
          </a:p>
        </p:txBody>
      </p:sp>
      <p:sp>
        <p:nvSpPr>
          <p:cNvPr id="3" name="Chevron 3"/>
          <p:cNvSpPr/>
          <p:nvPr>
            <p:custDataLst>
              <p:tags r:id="rId1"/>
            </p:custDataLst>
          </p:nvPr>
        </p:nvSpPr>
        <p:spPr>
          <a:xfrm>
            <a:off x="1054100" y="1092200"/>
            <a:ext cx="2414905" cy="666115"/>
          </a:xfrm>
          <a:prstGeom prst="chevron">
            <a:avLst>
              <a:gd name="adj" fmla="val 43848"/>
            </a:avLst>
          </a:prstGeom>
          <a:solidFill>
            <a:srgbClr val="FFFFFF">
              <a:lumMod val="7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rmAutofit/>
          </a:bodyPr>
          <a:lstStyle/>
          <a:p>
            <a:pPr algn="ctr">
              <a:lnSpc>
                <a:spcPct val="120000"/>
              </a:lnSpc>
            </a:pPr>
            <a:endParaRPr lang="en-GB" sz="900">
              <a:solidFill>
                <a:sysClr val="windowText" lastClr="000000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1324778" y="1232159"/>
            <a:ext cx="196088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什么是线程插队</a:t>
            </a:r>
          </a:p>
        </p:txBody>
      </p:sp>
      <p:sp>
        <p:nvSpPr>
          <p:cNvPr id="9" name="文本框 8"/>
          <p:cNvSpPr txBox="1"/>
          <p:nvPr/>
        </p:nvSpPr>
        <p:spPr>
          <a:xfrm>
            <a:off x="1692275" y="2691130"/>
            <a:ext cx="8806180" cy="1476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fontAlgn="auto">
              <a:lnSpc>
                <a:spcPct val="150000"/>
              </a:lnSpc>
            </a:pP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线程插队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指将某个线程插入到当前线程中，由两个线程交替执行变成两个线程顺序执行，即一个线程执行完毕之后再来执行第二个线程，可以通过调用线程对象的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join()方法来实现线程插队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。</a:t>
            </a:r>
          </a:p>
        </p:txBody>
      </p:sp>
      <p:sp>
        <p:nvSpPr>
          <p:cNvPr id="4" name="圆角矩形 3"/>
          <p:cNvSpPr/>
          <p:nvPr/>
        </p:nvSpPr>
        <p:spPr>
          <a:xfrm>
            <a:off x="1547495" y="2471420"/>
            <a:ext cx="9095740" cy="1915795"/>
          </a:xfrm>
          <a:prstGeom prst="roundRect">
            <a:avLst>
              <a:gd name="adj" fmla="val 0"/>
            </a:avLst>
          </a:prstGeom>
          <a:noFill/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7" name="矩形 93"/>
          <p:cNvSpPr/>
          <p:nvPr/>
        </p:nvSpPr>
        <p:spPr>
          <a:xfrm>
            <a:off x="1547495" y="2471420"/>
            <a:ext cx="384175" cy="486410"/>
          </a:xfrm>
          <a:custGeom>
            <a:avLst/>
            <a:gdLst/>
            <a:ahLst/>
            <a:cxnLst/>
            <a:rect l="l" t="t" r="r" b="b"/>
            <a:pathLst>
              <a:path w="504056" h="504056">
                <a:moveTo>
                  <a:pt x="0" y="0"/>
                </a:moveTo>
                <a:lnTo>
                  <a:pt x="504056" y="0"/>
                </a:lnTo>
                <a:lnTo>
                  <a:pt x="504056" y="144016"/>
                </a:lnTo>
                <a:lnTo>
                  <a:pt x="144016" y="144016"/>
                </a:lnTo>
                <a:lnTo>
                  <a:pt x="144016" y="504056"/>
                </a:lnTo>
                <a:lnTo>
                  <a:pt x="0" y="50405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1" name="矩形 93"/>
          <p:cNvSpPr/>
          <p:nvPr/>
        </p:nvSpPr>
        <p:spPr>
          <a:xfrm rot="10800000">
            <a:off x="10259060" y="3900805"/>
            <a:ext cx="384175" cy="486410"/>
          </a:xfrm>
          <a:custGeom>
            <a:avLst/>
            <a:gdLst/>
            <a:ahLst/>
            <a:cxnLst/>
            <a:rect l="l" t="t" r="r" b="b"/>
            <a:pathLst>
              <a:path w="504056" h="504056">
                <a:moveTo>
                  <a:pt x="0" y="0"/>
                </a:moveTo>
                <a:lnTo>
                  <a:pt x="504056" y="0"/>
                </a:lnTo>
                <a:lnTo>
                  <a:pt x="504056" y="144016"/>
                </a:lnTo>
                <a:lnTo>
                  <a:pt x="144016" y="144016"/>
                </a:lnTo>
                <a:lnTo>
                  <a:pt x="144016" y="504056"/>
                </a:lnTo>
                <a:lnTo>
                  <a:pt x="0" y="50405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35" y="266700"/>
            <a:ext cx="5220970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12.4.3  线程插队</a:t>
            </a:r>
          </a:p>
        </p:txBody>
      </p:sp>
      <p:sp>
        <p:nvSpPr>
          <p:cNvPr id="3" name="Chevron 3"/>
          <p:cNvSpPr/>
          <p:nvPr>
            <p:custDataLst>
              <p:tags r:id="rId1"/>
            </p:custDataLst>
          </p:nvPr>
        </p:nvSpPr>
        <p:spPr>
          <a:xfrm>
            <a:off x="1054100" y="1092200"/>
            <a:ext cx="3024505" cy="666115"/>
          </a:xfrm>
          <a:prstGeom prst="chevron">
            <a:avLst>
              <a:gd name="adj" fmla="val 43848"/>
            </a:avLst>
          </a:prstGeom>
          <a:solidFill>
            <a:srgbClr val="FFFFFF">
              <a:lumMod val="7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rmAutofit/>
          </a:bodyPr>
          <a:lstStyle/>
          <a:p>
            <a:pPr algn="ctr">
              <a:lnSpc>
                <a:spcPct val="120000"/>
              </a:lnSpc>
            </a:pPr>
            <a:endParaRPr lang="en-GB" sz="900">
              <a:solidFill>
                <a:sysClr val="windowText" lastClr="000000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1324778" y="1232159"/>
            <a:ext cx="246888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线程插队的执行过程</a:t>
            </a:r>
          </a:p>
        </p:txBody>
      </p:sp>
      <p:sp>
        <p:nvSpPr>
          <p:cNvPr id="9" name="文本框 8"/>
          <p:cNvSpPr txBox="1"/>
          <p:nvPr/>
        </p:nvSpPr>
        <p:spPr>
          <a:xfrm>
            <a:off x="1692275" y="2460625"/>
            <a:ext cx="8806180" cy="1938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fontAlgn="auto">
              <a:lnSpc>
                <a:spcPct val="150000"/>
              </a:lnSpc>
            </a:pP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假设有两个线程，线程甲和线程乙。线程甲在执行到某个时间点的时候调用线程乙的join()方法，则表示从当前时间点开始CPU资源被线程乙独占，线程甲进入阻塞状态。直到线程乙执行完毕，线程甲进入就绪状态，等待获取CPU资源进入运行状态继续执行。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35" y="266700"/>
            <a:ext cx="5220970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12.4.3  线程插队</a:t>
            </a:r>
          </a:p>
        </p:txBody>
      </p:sp>
      <p:sp>
        <p:nvSpPr>
          <p:cNvPr id="2" name="Chevron 3"/>
          <p:cNvSpPr/>
          <p:nvPr>
            <p:custDataLst>
              <p:tags r:id="rId1"/>
            </p:custDataLst>
          </p:nvPr>
        </p:nvSpPr>
        <p:spPr>
          <a:xfrm>
            <a:off x="1054100" y="1092200"/>
            <a:ext cx="3413125" cy="666115"/>
          </a:xfrm>
          <a:prstGeom prst="chevron">
            <a:avLst>
              <a:gd name="adj" fmla="val 43848"/>
            </a:avLst>
          </a:prstGeom>
          <a:solidFill>
            <a:srgbClr val="FFFFFF">
              <a:lumMod val="7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rmAutofit/>
          </a:bodyPr>
          <a:lstStyle/>
          <a:p>
            <a:pPr algn="ctr">
              <a:lnSpc>
                <a:spcPct val="120000"/>
              </a:lnSpc>
            </a:pPr>
            <a:endParaRPr lang="en-GB" sz="900">
              <a:solidFill>
                <a:sysClr val="windowText" lastClr="000000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396533" y="1232159"/>
            <a:ext cx="2837815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使用join()方法案例演示</a:t>
            </a: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68120" y="1994535"/>
            <a:ext cx="8862695" cy="4652645"/>
          </a:xfrm>
          <a:prstGeom prst="rect">
            <a:avLst/>
          </a:prstGeom>
        </p:spPr>
      </p:pic>
      <p:sp>
        <p:nvSpPr>
          <p:cNvPr id="8" name="矩形 7"/>
          <p:cNvSpPr/>
          <p:nvPr/>
        </p:nvSpPr>
        <p:spPr>
          <a:xfrm>
            <a:off x="2041525" y="1964690"/>
            <a:ext cx="7716520" cy="46913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1 public static void main(String[] args) throws InterruptedException {</a:t>
            </a:r>
          </a:p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2        Thread thread = new Thread(new JoinRunnable(),"thread");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// 创建线程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3        thread.start();                             // 开启thread线程</a:t>
            </a:r>
          </a:p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4        for (int i = 1; i &lt;= 5; i++) {</a:t>
            </a:r>
          </a:p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5            System.out.println(Thread.currentThread().getName()+"输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出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："+i);</a:t>
            </a:r>
          </a:p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6            if (i == 2) {</a:t>
            </a:r>
          </a:p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7                </a:t>
            </a:r>
            <a:r>
              <a:rPr lang="en-US" altLang="zh-CN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thread.join(); 		// 调用join()方法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8            }</a:t>
            </a:r>
          </a:p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9        }</a:t>
            </a:r>
          </a:p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10 }</a:t>
            </a:r>
          </a:p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11 class JoinRunnable implements Runnable {</a:t>
            </a:r>
          </a:p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12    public void run() {</a:t>
            </a:r>
          </a:p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13        for (int i = 1; i &lt;= 3; i++) {</a:t>
            </a:r>
          </a:p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14            System.out.println(Thread.currentThread().getName()+"输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出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："+i);</a:t>
            </a:r>
          </a:p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15        }</a:t>
            </a:r>
          </a:p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16    }</a:t>
            </a:r>
          </a:p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17 }</a:t>
            </a:r>
          </a:p>
        </p:txBody>
      </p:sp>
      <p:sp>
        <p:nvSpPr>
          <p:cNvPr id="9" name="文本框 8"/>
          <p:cNvSpPr txBox="1"/>
          <p:nvPr/>
        </p:nvSpPr>
        <p:spPr>
          <a:xfrm>
            <a:off x="4538980" y="923925"/>
            <a:ext cx="6268720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fontAlgn="auto">
              <a:lnSpc>
                <a:spcPct val="150000"/>
              </a:lnSpc>
            </a:pPr>
            <a:r>
              <a:rPr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下面通过一个案例演示</a:t>
            </a:r>
            <a:r>
              <a:rPr 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join</a:t>
            </a:r>
            <a:r>
              <a:rPr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()方法在程序中的使用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。具体代码如下所示。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35" y="266700"/>
            <a:ext cx="5220970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12.4.3  线程插队</a:t>
            </a:r>
          </a:p>
        </p:txBody>
      </p:sp>
      <p:sp>
        <p:nvSpPr>
          <p:cNvPr id="3" name="Chevron 3"/>
          <p:cNvSpPr/>
          <p:nvPr>
            <p:custDataLst>
              <p:tags r:id="rId1"/>
            </p:custDataLst>
          </p:nvPr>
        </p:nvSpPr>
        <p:spPr>
          <a:xfrm>
            <a:off x="1054100" y="1092200"/>
            <a:ext cx="1771015" cy="666115"/>
          </a:xfrm>
          <a:prstGeom prst="chevron">
            <a:avLst>
              <a:gd name="adj" fmla="val 43848"/>
            </a:avLst>
          </a:prstGeom>
          <a:solidFill>
            <a:srgbClr val="FFFFFF">
              <a:lumMod val="7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rmAutofit/>
          </a:bodyPr>
          <a:lstStyle/>
          <a:p>
            <a:pPr algn="ctr">
              <a:lnSpc>
                <a:spcPct val="120000"/>
              </a:lnSpc>
            </a:pPr>
            <a:endParaRPr lang="en-GB" sz="900">
              <a:solidFill>
                <a:sysClr val="windowText" lastClr="000000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396533" y="1232159"/>
            <a:ext cx="119888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运行结果</a:t>
            </a:r>
          </a:p>
        </p:txBody>
      </p:sp>
      <p:sp>
        <p:nvSpPr>
          <p:cNvPr id="10" name="文本框 9"/>
          <p:cNvSpPr txBox="1"/>
          <p:nvPr/>
        </p:nvSpPr>
        <p:spPr>
          <a:xfrm>
            <a:off x="3336925" y="1225550"/>
            <a:ext cx="526288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lnSpc>
                <a:spcPct val="100000"/>
              </a:lnSpc>
            </a:pP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运行代码，控制台显示的运行结果如图所示。</a:t>
            </a:r>
          </a:p>
        </p:txBody>
      </p:sp>
      <p:sp>
        <p:nvSpPr>
          <p:cNvPr id="100" name="文本框 99"/>
          <p:cNvSpPr txBox="1"/>
          <p:nvPr/>
        </p:nvSpPr>
        <p:spPr>
          <a:xfrm>
            <a:off x="6581140" y="2804160"/>
            <a:ext cx="3732530" cy="193802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indent="0" fontAlgn="auto">
              <a:lnSpc>
                <a:spcPct val="150000"/>
              </a:lnSpc>
            </a:pPr>
            <a:r>
              <a:rPr lang="zh-CN" altLang="zh-CN" sz="20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由图可以看出，当main线程输入2以后，thread线程就开始执行，直到执行完毕，main线程才继续执行。</a:t>
            </a:r>
          </a:p>
        </p:txBody>
      </p:sp>
      <p:pic>
        <p:nvPicPr>
          <p:cNvPr id="65" name="图片 2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96682" y="2358708"/>
            <a:ext cx="4750546" cy="3312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35" y="266700"/>
            <a:ext cx="5220970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12.4.3  线程插队</a:t>
            </a:r>
          </a:p>
        </p:txBody>
      </p:sp>
      <p:sp>
        <p:nvSpPr>
          <p:cNvPr id="4" name="Chevron 3"/>
          <p:cNvSpPr/>
          <p:nvPr>
            <p:custDataLst>
              <p:tags r:id="rId1"/>
            </p:custDataLst>
          </p:nvPr>
        </p:nvSpPr>
        <p:spPr>
          <a:xfrm>
            <a:off x="1054100" y="1092200"/>
            <a:ext cx="4485005" cy="666115"/>
          </a:xfrm>
          <a:prstGeom prst="chevron">
            <a:avLst>
              <a:gd name="adj" fmla="val 43848"/>
            </a:avLst>
          </a:prstGeom>
          <a:solidFill>
            <a:srgbClr val="FFFFFF">
              <a:lumMod val="7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rmAutofit/>
          </a:bodyPr>
          <a:lstStyle/>
          <a:p>
            <a:pPr algn="ctr">
              <a:lnSpc>
                <a:spcPct val="120000"/>
              </a:lnSpc>
            </a:pPr>
            <a:endParaRPr lang="en-GB" sz="900">
              <a:solidFill>
                <a:sysClr val="windowText" lastClr="000000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1324778" y="1232159"/>
            <a:ext cx="3910965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Thread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类的join(long millis)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方法</a:t>
            </a:r>
            <a:endParaRPr lang="zh-CN" altLang="en-US" sz="20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1692275" y="2691130"/>
            <a:ext cx="8806180" cy="1476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fontAlgn="auto">
              <a:lnSpc>
                <a:spcPct val="150000"/>
              </a:lnSpc>
            </a:pP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Thread类除了提供一个无参数的线程插队join()方法外，还提供了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带有时间参数的线程插队方法join(long millis)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。当执行带有时间参数的join(long millis)进行线程插队时，必须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等待插入的线程指定时间过后才会继续执行其他线程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。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35" y="266700"/>
            <a:ext cx="5220970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12.4.3  线程插队</a:t>
            </a:r>
          </a:p>
        </p:txBody>
      </p:sp>
      <p:sp>
        <p:nvSpPr>
          <p:cNvPr id="4" name="Chevron 3"/>
          <p:cNvSpPr/>
          <p:nvPr>
            <p:custDataLst>
              <p:tags r:id="rId1"/>
            </p:custDataLst>
          </p:nvPr>
        </p:nvSpPr>
        <p:spPr>
          <a:xfrm>
            <a:off x="1054100" y="1092200"/>
            <a:ext cx="4167505" cy="666115"/>
          </a:xfrm>
          <a:prstGeom prst="chevron">
            <a:avLst>
              <a:gd name="adj" fmla="val 43848"/>
            </a:avLst>
          </a:prstGeom>
          <a:solidFill>
            <a:srgbClr val="FFFFFF">
              <a:lumMod val="7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rmAutofit/>
          </a:bodyPr>
          <a:lstStyle/>
          <a:p>
            <a:pPr algn="ctr">
              <a:lnSpc>
                <a:spcPct val="120000"/>
              </a:lnSpc>
            </a:pPr>
            <a:endParaRPr lang="en-GB" sz="900">
              <a:solidFill>
                <a:sysClr val="windowText" lastClr="000000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1324778" y="1232159"/>
            <a:ext cx="369189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join()和join(long millis)</a:t>
            </a:r>
            <a:r>
              <a:rPr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的</a:t>
            </a:r>
            <a:r>
              <a:rPr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区别</a:t>
            </a:r>
          </a:p>
        </p:txBody>
      </p:sp>
      <p:sp>
        <p:nvSpPr>
          <p:cNvPr id="9" name="文本框 8"/>
          <p:cNvSpPr txBox="1"/>
          <p:nvPr/>
        </p:nvSpPr>
        <p:spPr>
          <a:xfrm>
            <a:off x="1692275" y="2691130"/>
            <a:ext cx="8806180" cy="1476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fontAlgn="auto">
              <a:lnSpc>
                <a:spcPct val="150000"/>
              </a:lnSpc>
            </a:pP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join()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表示在被调用线程执行完成之后才能执行其他线程。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join(long millis)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则表示被调用线程执行millis毫秒之后，无论是否执行完毕，其他线程都可以和它来争夺CPU资源。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35" y="266700"/>
            <a:ext cx="5220970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12.4.3  线程插队</a:t>
            </a:r>
          </a:p>
        </p:txBody>
      </p:sp>
      <p:sp>
        <p:nvSpPr>
          <p:cNvPr id="2" name="Chevron 3"/>
          <p:cNvSpPr/>
          <p:nvPr>
            <p:custDataLst>
              <p:tags r:id="rId1"/>
            </p:custDataLst>
          </p:nvPr>
        </p:nvSpPr>
        <p:spPr>
          <a:xfrm>
            <a:off x="1054100" y="1092200"/>
            <a:ext cx="4624070" cy="666115"/>
          </a:xfrm>
          <a:prstGeom prst="chevron">
            <a:avLst>
              <a:gd name="adj" fmla="val 43848"/>
            </a:avLst>
          </a:prstGeom>
          <a:solidFill>
            <a:srgbClr val="FFFFFF">
              <a:lumMod val="7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rmAutofit/>
          </a:bodyPr>
          <a:lstStyle/>
          <a:p>
            <a:pPr algn="ctr">
              <a:lnSpc>
                <a:spcPct val="120000"/>
              </a:lnSpc>
            </a:pPr>
            <a:endParaRPr lang="en-GB" sz="900">
              <a:solidFill>
                <a:sysClr val="windowText" lastClr="000000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396533" y="1232159"/>
            <a:ext cx="4084955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使用join(long millis)方法案例演示</a:t>
            </a:r>
          </a:p>
        </p:txBody>
      </p:sp>
      <p:sp>
        <p:nvSpPr>
          <p:cNvPr id="9" name="文本框 8"/>
          <p:cNvSpPr txBox="1"/>
          <p:nvPr/>
        </p:nvSpPr>
        <p:spPr>
          <a:xfrm>
            <a:off x="1482090" y="2118995"/>
            <a:ext cx="9225915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fontAlgn="auto">
              <a:lnSpc>
                <a:spcPct val="150000"/>
              </a:lnSpc>
            </a:pPr>
            <a:r>
              <a:rPr 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步骤一：</a:t>
            </a:r>
            <a:r>
              <a:rPr 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上面案例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main()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方法中的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join()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方法改为</a:t>
            </a:r>
            <a:r>
              <a:rPr 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join</a:t>
            </a:r>
            <a:r>
              <a:rPr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(long millis)方法</a:t>
            </a:r>
            <a:r>
              <a:rPr 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第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7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行代码修改如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下所示：</a:t>
            </a:r>
          </a:p>
        </p:txBody>
      </p:sp>
      <p:sp>
        <p:nvSpPr>
          <p:cNvPr id="13" name="矩形 12"/>
          <p:cNvSpPr/>
          <p:nvPr/>
        </p:nvSpPr>
        <p:spPr>
          <a:xfrm>
            <a:off x="2545080" y="3494405"/>
            <a:ext cx="7099300" cy="649605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1" algn="l" fontAlgn="auto">
              <a:lnSpc>
                <a:spcPct val="110000"/>
              </a:lnSpc>
            </a:pPr>
            <a:r>
              <a:rPr lang="zh-CN" altLang="en-US" sz="18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thread.join(3000); // 调用join()方法并将参数设置为3000</a:t>
            </a:r>
            <a:endParaRPr lang="zh-CN" altLang="en-US" sz="18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35" y="266700"/>
            <a:ext cx="5220970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12.4.3  线程插队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1445895" y="1480820"/>
            <a:ext cx="8209280" cy="5530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fontAlgn="auto">
              <a:lnSpc>
                <a:spcPct val="150000"/>
              </a:lnSpc>
            </a:pPr>
            <a:r>
              <a:rPr 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步骤二：</a:t>
            </a:r>
            <a:r>
              <a:rPr 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上面案例</a:t>
            </a:r>
            <a:r>
              <a:rPr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JoinRunnable类</a:t>
            </a:r>
            <a:r>
              <a:rPr 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中的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第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14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行替换为如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下所示的代码：</a:t>
            </a:r>
          </a:p>
        </p:txBody>
      </p:sp>
      <p:sp>
        <p:nvSpPr>
          <p:cNvPr id="5" name="矩形 4"/>
          <p:cNvSpPr/>
          <p:nvPr/>
        </p:nvSpPr>
        <p:spPr>
          <a:xfrm>
            <a:off x="1827530" y="2421890"/>
            <a:ext cx="8535670" cy="201549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1" algn="l" fontAlgn="auto">
              <a:lnSpc>
                <a:spcPct val="110000"/>
              </a:lnSpc>
            </a:pPr>
            <a:r>
              <a:rPr lang="zh-CN" altLang="en-US" sz="18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try {</a:t>
            </a:r>
          </a:p>
          <a:p>
            <a:pPr lvl="1" algn="l" fontAlgn="auto">
              <a:lnSpc>
                <a:spcPct val="110000"/>
              </a:lnSpc>
            </a:pPr>
            <a:r>
              <a:rPr lang="zh-CN" altLang="en-US" sz="18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</a:t>
            </a:r>
            <a:r>
              <a:rPr lang="en-US" altLang="zh-CN" sz="18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	</a:t>
            </a:r>
            <a:r>
              <a:rPr lang="zh-CN" altLang="en-US" sz="18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Thread.currentThread().sleep(1500);</a:t>
            </a:r>
          </a:p>
          <a:p>
            <a:pPr lvl="1" algn="l" fontAlgn="auto">
              <a:lnSpc>
                <a:spcPct val="110000"/>
              </a:lnSpc>
            </a:pPr>
            <a:r>
              <a:rPr lang="zh-CN" altLang="en-US" sz="18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} catch (InterruptedException e) {</a:t>
            </a:r>
          </a:p>
          <a:p>
            <a:pPr lvl="1" algn="l" fontAlgn="auto">
              <a:lnSpc>
                <a:spcPct val="110000"/>
              </a:lnSpc>
            </a:pPr>
            <a:r>
              <a:rPr lang="zh-CN" altLang="en-US" sz="18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</a:t>
            </a:r>
            <a:r>
              <a:rPr lang="en-US" altLang="zh-CN" sz="18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	</a:t>
            </a:r>
            <a:r>
              <a:rPr lang="zh-CN" altLang="en-US" sz="18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e.printStackTrace();</a:t>
            </a:r>
          </a:p>
          <a:p>
            <a:pPr lvl="1" algn="l" fontAlgn="auto">
              <a:lnSpc>
                <a:spcPct val="110000"/>
              </a:lnSpc>
            </a:pPr>
            <a:r>
              <a:rPr lang="zh-CN" altLang="en-US" sz="18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}</a:t>
            </a:r>
          </a:p>
          <a:p>
            <a:pPr lvl="1" algn="l" fontAlgn="auto">
              <a:lnSpc>
                <a:spcPct val="110000"/>
              </a:lnSpc>
            </a:pPr>
            <a:r>
              <a:rPr lang="zh-CN" altLang="en-US" sz="18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System.out.println(Thread.currentThread().getName()+"输出："+i);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35" y="266700"/>
            <a:ext cx="5220970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12.4.3  线程插队</a:t>
            </a:r>
          </a:p>
        </p:txBody>
      </p:sp>
      <p:sp>
        <p:nvSpPr>
          <p:cNvPr id="2" name="Chevron 3"/>
          <p:cNvSpPr/>
          <p:nvPr>
            <p:custDataLst>
              <p:tags r:id="rId1"/>
            </p:custDataLst>
          </p:nvPr>
        </p:nvSpPr>
        <p:spPr>
          <a:xfrm>
            <a:off x="1054100" y="1092200"/>
            <a:ext cx="1771015" cy="666115"/>
          </a:xfrm>
          <a:prstGeom prst="chevron">
            <a:avLst>
              <a:gd name="adj" fmla="val 43848"/>
            </a:avLst>
          </a:prstGeom>
          <a:solidFill>
            <a:srgbClr val="FFFFFF">
              <a:lumMod val="7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rmAutofit/>
          </a:bodyPr>
          <a:lstStyle/>
          <a:p>
            <a:pPr algn="ctr">
              <a:lnSpc>
                <a:spcPct val="120000"/>
              </a:lnSpc>
            </a:pPr>
            <a:endParaRPr lang="en-GB" sz="900">
              <a:solidFill>
                <a:sysClr val="windowText" lastClr="000000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396533" y="1232159"/>
            <a:ext cx="119888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运行结果</a:t>
            </a:r>
          </a:p>
        </p:txBody>
      </p:sp>
      <p:sp>
        <p:nvSpPr>
          <p:cNvPr id="10" name="文本框 9"/>
          <p:cNvSpPr txBox="1"/>
          <p:nvPr/>
        </p:nvSpPr>
        <p:spPr>
          <a:xfrm>
            <a:off x="3336925" y="1225550"/>
            <a:ext cx="526288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lnSpc>
                <a:spcPct val="100000"/>
              </a:lnSpc>
            </a:pP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运行代码，控制台显示的运行结果如图所示。</a:t>
            </a:r>
          </a:p>
        </p:txBody>
      </p:sp>
      <p:pic>
        <p:nvPicPr>
          <p:cNvPr id="3" name="图片 -2147482559"/>
          <p:cNvPicPr>
            <a:picLocks noChangeAspect="1"/>
          </p:cNvPicPr>
          <p:nvPr/>
        </p:nvPicPr>
        <p:blipFill>
          <a:blip r:embed="rId4"/>
          <a:srcRect r="145"/>
          <a:stretch>
            <a:fillRect/>
          </a:stretch>
        </p:blipFill>
        <p:spPr>
          <a:xfrm>
            <a:off x="2825115" y="2114550"/>
            <a:ext cx="7097592" cy="33480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35" y="266700"/>
            <a:ext cx="5220970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12.4.3  线程插队</a:t>
            </a:r>
          </a:p>
        </p:txBody>
      </p:sp>
      <p:sp>
        <p:nvSpPr>
          <p:cNvPr id="2" name="Chevron 3"/>
          <p:cNvSpPr/>
          <p:nvPr>
            <p:custDataLst>
              <p:tags r:id="rId1"/>
            </p:custDataLst>
          </p:nvPr>
        </p:nvSpPr>
        <p:spPr>
          <a:xfrm>
            <a:off x="1054100" y="1092200"/>
            <a:ext cx="2355215" cy="666115"/>
          </a:xfrm>
          <a:prstGeom prst="chevron">
            <a:avLst>
              <a:gd name="adj" fmla="val 43848"/>
            </a:avLst>
          </a:prstGeom>
          <a:solidFill>
            <a:srgbClr val="FFFFFF">
              <a:lumMod val="7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rmAutofit/>
          </a:bodyPr>
          <a:lstStyle/>
          <a:p>
            <a:pPr algn="ctr">
              <a:lnSpc>
                <a:spcPct val="120000"/>
              </a:lnSpc>
            </a:pPr>
            <a:endParaRPr lang="en-GB" sz="900">
              <a:solidFill>
                <a:sysClr val="windowText" lastClr="000000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396533" y="1232159"/>
            <a:ext cx="170688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运行结果分析</a:t>
            </a:r>
          </a:p>
        </p:txBody>
      </p:sp>
      <p:sp>
        <p:nvSpPr>
          <p:cNvPr id="100" name="文本框 99"/>
          <p:cNvSpPr txBox="1"/>
          <p:nvPr/>
        </p:nvSpPr>
        <p:spPr>
          <a:xfrm>
            <a:off x="1391920" y="2230120"/>
            <a:ext cx="9405620" cy="239966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indent="0" fontAlgn="auto">
              <a:lnSpc>
                <a:spcPct val="150000"/>
              </a:lnSpc>
            </a:pPr>
            <a:r>
              <a:rPr lang="zh-CN" altLang="zh-CN" sz="20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由图可以看到当main线程执行到i=2时，thread线程插队到了main线程。Thread线程插队是通过调用join(3000)方法实现的。从插队开始thread线程独占CPU资源执行3000毫秒之后，main线程继续与thread线程抢占资源。因为thread线程每次执行会休眠1500毫秒，所以看到的结果是执行了两次thread线程之后，main线程再次进入就绪状态抢占CPU资源。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35" y="266700"/>
            <a:ext cx="5220970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12.4.4  线程让步</a:t>
            </a:r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4880" y="2215515"/>
            <a:ext cx="2797810" cy="3898265"/>
          </a:xfrm>
          <a:prstGeom prst="rect">
            <a:avLst/>
          </a:prstGeom>
        </p:spPr>
      </p:pic>
      <p:sp>
        <p:nvSpPr>
          <p:cNvPr id="13" name="椭圆形标注 12"/>
          <p:cNvSpPr/>
          <p:nvPr/>
        </p:nvSpPr>
        <p:spPr>
          <a:xfrm>
            <a:off x="2968625" y="1847215"/>
            <a:ext cx="2071370" cy="1493520"/>
          </a:xfrm>
          <a:prstGeom prst="wedgeEllipseCallout">
            <a:avLst/>
          </a:prstGeom>
          <a:solidFill>
            <a:schemeClr val="bg1">
              <a:lumMod val="85000"/>
            </a:schemeClr>
          </a:solidFill>
          <a:ln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 </a:t>
            </a:r>
          </a:p>
        </p:txBody>
      </p:sp>
      <p:sp>
        <p:nvSpPr>
          <p:cNvPr id="14" name="TextBox 35"/>
          <p:cNvSpPr txBox="1">
            <a:spLocks noChangeArrowheads="1"/>
          </p:cNvSpPr>
          <p:nvPr/>
        </p:nvSpPr>
        <p:spPr bwMode="auto">
          <a:xfrm>
            <a:off x="3247390" y="1925320"/>
            <a:ext cx="1606550" cy="12280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先定一个</a:t>
            </a: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小目标！</a:t>
            </a:r>
          </a:p>
        </p:txBody>
      </p:sp>
      <p:grpSp>
        <p:nvGrpSpPr>
          <p:cNvPr id="2" name="组合 1"/>
          <p:cNvGrpSpPr/>
          <p:nvPr/>
        </p:nvGrpSpPr>
        <p:grpSpPr>
          <a:xfrm>
            <a:off x="5379720" y="3375660"/>
            <a:ext cx="4871085" cy="1043940"/>
            <a:chOff x="8472" y="5316"/>
            <a:chExt cx="7671" cy="1644"/>
          </a:xfrm>
        </p:grpSpPr>
        <p:sp>
          <p:nvSpPr>
            <p:cNvPr id="15" name="TextBox 35"/>
            <p:cNvSpPr txBox="1">
              <a:spLocks noChangeArrowheads="1"/>
            </p:cNvSpPr>
            <p:nvPr/>
          </p:nvSpPr>
          <p:spPr bwMode="auto">
            <a:xfrm>
              <a:off x="9159" y="5316"/>
              <a:ext cx="6984" cy="16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121917" tIns="60958" rIns="121917" bIns="60958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just">
                <a:lnSpc>
                  <a:spcPct val="150000"/>
                </a:lnSpc>
              </a:pPr>
              <a:r>
                <a:rPr 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ea"/>
                </a:rPr>
                <a:t>掌握</a:t>
              </a:r>
              <a:r>
                <a:rPr lang="zh-CN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ea"/>
                </a:rPr>
                <a:t>线程让步</a:t>
              </a:r>
              <a:r>
                <a:rPr 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ea"/>
                </a:rPr>
                <a:t>，能够通过yield()方法实现线程让步</a:t>
              </a:r>
            </a:p>
          </p:txBody>
        </p:sp>
        <p:grpSp>
          <p:nvGrpSpPr>
            <p:cNvPr id="19" name="组合 18"/>
            <p:cNvGrpSpPr/>
            <p:nvPr/>
          </p:nvGrpSpPr>
          <p:grpSpPr>
            <a:xfrm>
              <a:off x="8472" y="5571"/>
              <a:ext cx="638" cy="638"/>
              <a:chOff x="8881" y="4685"/>
              <a:chExt cx="638" cy="638"/>
            </a:xfrm>
          </p:grpSpPr>
          <p:sp>
            <p:nvSpPr>
              <p:cNvPr id="18" name="椭圆 17"/>
              <p:cNvSpPr/>
              <p:nvPr/>
            </p:nvSpPr>
            <p:spPr>
              <a:xfrm>
                <a:off x="8881" y="4685"/>
                <a:ext cx="638" cy="638"/>
              </a:xfrm>
              <a:prstGeom prst="ellipse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7" name="椭圆 16"/>
              <p:cNvSpPr/>
              <p:nvPr/>
            </p:nvSpPr>
            <p:spPr>
              <a:xfrm>
                <a:off x="8946" y="4750"/>
                <a:ext cx="508" cy="508"/>
              </a:xfrm>
              <a:prstGeom prst="ellipse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35" y="266700"/>
            <a:ext cx="5220970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12.4.4  线程让步</a:t>
            </a:r>
          </a:p>
        </p:txBody>
      </p:sp>
      <p:sp>
        <p:nvSpPr>
          <p:cNvPr id="3" name="Chevron 3"/>
          <p:cNvSpPr/>
          <p:nvPr>
            <p:custDataLst>
              <p:tags r:id="rId1"/>
            </p:custDataLst>
          </p:nvPr>
        </p:nvSpPr>
        <p:spPr>
          <a:xfrm>
            <a:off x="1054100" y="1092200"/>
            <a:ext cx="2414905" cy="666115"/>
          </a:xfrm>
          <a:prstGeom prst="chevron">
            <a:avLst>
              <a:gd name="adj" fmla="val 43848"/>
            </a:avLst>
          </a:prstGeom>
          <a:solidFill>
            <a:srgbClr val="FFFFFF">
              <a:lumMod val="7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rmAutofit/>
          </a:bodyPr>
          <a:lstStyle/>
          <a:p>
            <a:pPr algn="ctr">
              <a:lnSpc>
                <a:spcPct val="120000"/>
              </a:lnSpc>
            </a:pPr>
            <a:endParaRPr lang="en-GB" sz="900">
              <a:solidFill>
                <a:sysClr val="windowText" lastClr="000000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1324778" y="1232159"/>
            <a:ext cx="196088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什么是线程让步</a:t>
            </a:r>
          </a:p>
        </p:txBody>
      </p:sp>
      <p:sp>
        <p:nvSpPr>
          <p:cNvPr id="9" name="文本框 8"/>
          <p:cNvSpPr txBox="1"/>
          <p:nvPr/>
        </p:nvSpPr>
        <p:spPr>
          <a:xfrm>
            <a:off x="1691640" y="2691765"/>
            <a:ext cx="8806180" cy="1476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fontAlgn="auto">
              <a:lnSpc>
                <a:spcPct val="150000"/>
              </a:lnSpc>
            </a:pP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线程让步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是指在某个特定的时间点，让线程暂停抢占CPU资源的行为，即从运行状态或就绪状态到阻塞状态，从而将CPU资源让给其他线程使用。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可以通过调用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yield()方法来实现线程让步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。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4" name="圆角矩形 3"/>
          <p:cNvSpPr/>
          <p:nvPr/>
        </p:nvSpPr>
        <p:spPr>
          <a:xfrm>
            <a:off x="1546860" y="2530475"/>
            <a:ext cx="9095740" cy="1798320"/>
          </a:xfrm>
          <a:prstGeom prst="roundRect">
            <a:avLst>
              <a:gd name="adj" fmla="val 0"/>
            </a:avLst>
          </a:prstGeom>
          <a:noFill/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7" name="矩形 93"/>
          <p:cNvSpPr/>
          <p:nvPr/>
        </p:nvSpPr>
        <p:spPr>
          <a:xfrm>
            <a:off x="1546860" y="2530475"/>
            <a:ext cx="384175" cy="486410"/>
          </a:xfrm>
          <a:custGeom>
            <a:avLst/>
            <a:gdLst/>
            <a:ahLst/>
            <a:cxnLst/>
            <a:rect l="l" t="t" r="r" b="b"/>
            <a:pathLst>
              <a:path w="504056" h="504056">
                <a:moveTo>
                  <a:pt x="0" y="0"/>
                </a:moveTo>
                <a:lnTo>
                  <a:pt x="504056" y="0"/>
                </a:lnTo>
                <a:lnTo>
                  <a:pt x="504056" y="144016"/>
                </a:lnTo>
                <a:lnTo>
                  <a:pt x="144016" y="144016"/>
                </a:lnTo>
                <a:lnTo>
                  <a:pt x="144016" y="504056"/>
                </a:lnTo>
                <a:lnTo>
                  <a:pt x="0" y="50405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1" name="矩形 93"/>
          <p:cNvSpPr/>
          <p:nvPr/>
        </p:nvSpPr>
        <p:spPr>
          <a:xfrm rot="10800000">
            <a:off x="10258425" y="3842385"/>
            <a:ext cx="384175" cy="486410"/>
          </a:xfrm>
          <a:custGeom>
            <a:avLst/>
            <a:gdLst/>
            <a:ahLst/>
            <a:cxnLst/>
            <a:rect l="l" t="t" r="r" b="b"/>
            <a:pathLst>
              <a:path w="504056" h="504056">
                <a:moveTo>
                  <a:pt x="0" y="0"/>
                </a:moveTo>
                <a:lnTo>
                  <a:pt x="504056" y="0"/>
                </a:lnTo>
                <a:lnTo>
                  <a:pt x="504056" y="144016"/>
                </a:lnTo>
                <a:lnTo>
                  <a:pt x="144016" y="144016"/>
                </a:lnTo>
                <a:lnTo>
                  <a:pt x="144016" y="504056"/>
                </a:lnTo>
                <a:lnTo>
                  <a:pt x="0" y="50405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35" y="266700"/>
            <a:ext cx="5220970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12.4.4  线程让步</a:t>
            </a:r>
          </a:p>
        </p:txBody>
      </p:sp>
      <p:sp>
        <p:nvSpPr>
          <p:cNvPr id="3" name="Chevron 3"/>
          <p:cNvSpPr/>
          <p:nvPr>
            <p:custDataLst>
              <p:tags r:id="rId1"/>
            </p:custDataLst>
          </p:nvPr>
        </p:nvSpPr>
        <p:spPr>
          <a:xfrm>
            <a:off x="1054100" y="1092200"/>
            <a:ext cx="3024505" cy="666115"/>
          </a:xfrm>
          <a:prstGeom prst="chevron">
            <a:avLst>
              <a:gd name="adj" fmla="val 43848"/>
            </a:avLst>
          </a:prstGeom>
          <a:solidFill>
            <a:srgbClr val="FFFFFF">
              <a:lumMod val="7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rmAutofit/>
          </a:bodyPr>
          <a:lstStyle/>
          <a:p>
            <a:pPr algn="ctr">
              <a:lnSpc>
                <a:spcPct val="120000"/>
              </a:lnSpc>
            </a:pPr>
            <a:endParaRPr lang="en-GB" sz="900">
              <a:solidFill>
                <a:sysClr val="windowText" lastClr="000000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1324778" y="1232159"/>
            <a:ext cx="246888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线程让步的执行过程</a:t>
            </a:r>
          </a:p>
        </p:txBody>
      </p:sp>
      <p:sp>
        <p:nvSpPr>
          <p:cNvPr id="9" name="文本框 8"/>
          <p:cNvSpPr txBox="1"/>
          <p:nvPr/>
        </p:nvSpPr>
        <p:spPr>
          <a:xfrm>
            <a:off x="1692275" y="2691765"/>
            <a:ext cx="8806180" cy="1476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fontAlgn="auto">
              <a:lnSpc>
                <a:spcPct val="150000"/>
              </a:lnSpc>
            </a:pP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假设有两个线程，线程甲和线程乙。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线程甲和线程乙在交替执行，在某个时间点线程甲做出让步，让线程乙占用了CPU资源，执行其业务逻辑。线程乙执行完毕之后，线程甲会再次进入就绪状态，争夺CPU资源。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35" y="266700"/>
            <a:ext cx="5220970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12.4.4  线程让步</a:t>
            </a:r>
          </a:p>
        </p:txBody>
      </p:sp>
      <p:sp>
        <p:nvSpPr>
          <p:cNvPr id="2" name="Chevron 3"/>
          <p:cNvSpPr/>
          <p:nvPr>
            <p:custDataLst>
              <p:tags r:id="rId1"/>
            </p:custDataLst>
          </p:nvPr>
        </p:nvSpPr>
        <p:spPr>
          <a:xfrm>
            <a:off x="1143635" y="1111250"/>
            <a:ext cx="4976495" cy="666115"/>
          </a:xfrm>
          <a:prstGeom prst="chevron">
            <a:avLst>
              <a:gd name="adj" fmla="val 43848"/>
            </a:avLst>
          </a:prstGeom>
          <a:solidFill>
            <a:srgbClr val="FFFFFF">
              <a:lumMod val="7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rmAutofit/>
          </a:bodyPr>
          <a:lstStyle/>
          <a:p>
            <a:pPr algn="ctr">
              <a:lnSpc>
                <a:spcPct val="120000"/>
              </a:lnSpc>
            </a:pPr>
            <a:endParaRPr lang="en-GB" sz="900">
              <a:solidFill>
                <a:sysClr val="windowText" lastClr="000000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414145" y="1245235"/>
            <a:ext cx="457898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案例演示使用yield()方法实现线程让步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1706880" y="2922270"/>
            <a:ext cx="8775700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buClrTx/>
              <a:buSzTx/>
              <a:buNone/>
            </a:pPr>
            <a:r>
              <a:rPr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线程让步</a:t>
            </a:r>
            <a:r>
              <a:rPr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可以使用</a:t>
            </a:r>
            <a:r>
              <a:rPr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yield()方法</a:t>
            </a:r>
            <a:r>
              <a:rPr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来实现，下面通过一个案例演示yield()方法在程序中的使用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。具体步骤如下。</a:t>
            </a:r>
            <a:endParaRPr 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35" y="266700"/>
            <a:ext cx="5220970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12.4.4  线程让步</a:t>
            </a: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51075" y="2240280"/>
            <a:ext cx="7637145" cy="4155440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2531745" y="2287270"/>
            <a:ext cx="7126605" cy="40614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auto">
              <a:lnSpc>
                <a:spcPct val="101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class YieldThread extends Thread {</a:t>
            </a:r>
          </a:p>
          <a:p>
            <a:pPr fontAlgn="auto">
              <a:lnSpc>
                <a:spcPct val="101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// 定义一个有参的构造方法</a:t>
            </a:r>
          </a:p>
          <a:p>
            <a:pPr fontAlgn="auto">
              <a:lnSpc>
                <a:spcPct val="101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public YieldThread(String name) {</a:t>
            </a:r>
          </a:p>
          <a:p>
            <a:pPr fontAlgn="auto">
              <a:lnSpc>
                <a:spcPct val="101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super(name); 						// 调用父类的构造方法</a:t>
            </a:r>
          </a:p>
          <a:p>
            <a:pPr fontAlgn="auto">
              <a:lnSpc>
                <a:spcPct val="101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}</a:t>
            </a:r>
          </a:p>
          <a:p>
            <a:pPr fontAlgn="auto">
              <a:lnSpc>
                <a:spcPct val="101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public void run() {</a:t>
            </a:r>
          </a:p>
          <a:p>
            <a:pPr fontAlgn="auto">
              <a:lnSpc>
                <a:spcPct val="101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for (int i = 0; i &lt; 5; i++) {</a:t>
            </a:r>
          </a:p>
          <a:p>
            <a:pPr fontAlgn="auto">
              <a:lnSpc>
                <a:spcPct val="101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    System.out.println(Thread.currentThread().getName()+"---"+i);</a:t>
            </a:r>
          </a:p>
          <a:p>
            <a:pPr fontAlgn="auto">
              <a:lnSpc>
                <a:spcPct val="101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    if (i == 2) {</a:t>
            </a:r>
          </a:p>
          <a:p>
            <a:pPr fontAlgn="auto">
              <a:lnSpc>
                <a:spcPct val="101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        System.out.print("线程让步:");</a:t>
            </a:r>
          </a:p>
          <a:p>
            <a:pPr fontAlgn="auto">
              <a:lnSpc>
                <a:spcPct val="101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        Thread.yield(); 	// 线程运行到此，作出让步</a:t>
            </a:r>
          </a:p>
          <a:p>
            <a:pPr fontAlgn="auto">
              <a:lnSpc>
                <a:spcPct val="101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    }</a:t>
            </a:r>
          </a:p>
          <a:p>
            <a:pPr fontAlgn="auto">
              <a:lnSpc>
                <a:spcPct val="101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}</a:t>
            </a:r>
          </a:p>
          <a:p>
            <a:pPr fontAlgn="auto">
              <a:lnSpc>
                <a:spcPct val="101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}</a:t>
            </a:r>
          </a:p>
          <a:p>
            <a:pPr fontAlgn="auto">
              <a:lnSpc>
                <a:spcPct val="101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}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1143000" y="995680"/>
            <a:ext cx="987742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fontAlgn="auto">
              <a:lnSpc>
                <a:spcPct val="150000"/>
              </a:lnSpc>
            </a:pPr>
            <a:r>
              <a:rPr lang="zh-CN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步骤一：</a:t>
            </a:r>
            <a:r>
              <a:rPr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定义YieldThread类继承Thread类</a:t>
            </a:r>
            <a:r>
              <a:rPr 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，然后定义一个有参的构造方法，重写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run()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方法，在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run()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方中</a:t>
            </a:r>
            <a:r>
              <a:rPr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使用if判断当变量i=</a:t>
            </a:r>
            <a:r>
              <a:rPr 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2</a:t>
            </a:r>
            <a:r>
              <a:rPr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时，调用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yield</a:t>
            </a:r>
            <a:r>
              <a:rPr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()方法</a:t>
            </a:r>
            <a:r>
              <a:rPr 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让</a:t>
            </a:r>
            <a:r>
              <a:rPr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线程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运行到此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时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作</a:t>
            </a:r>
            <a:r>
              <a:rPr 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出让步</a:t>
            </a:r>
            <a:r>
              <a:rPr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。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代码如</a:t>
            </a:r>
            <a:r>
              <a:rPr lang="zh-CN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下所示：</a:t>
            </a:r>
            <a:endParaRPr lang="zh-CN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35" y="266700"/>
            <a:ext cx="5220970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12.4.4  线程让步</a:t>
            </a: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01570" y="2204085"/>
            <a:ext cx="7285355" cy="2971165"/>
          </a:xfrm>
          <a:prstGeom prst="rect">
            <a:avLst/>
          </a:prstGeom>
        </p:spPr>
      </p:pic>
      <p:sp>
        <p:nvSpPr>
          <p:cNvPr id="4" name="矩形 3"/>
          <p:cNvSpPr/>
          <p:nvPr/>
        </p:nvSpPr>
        <p:spPr>
          <a:xfrm>
            <a:off x="3230245" y="2403475"/>
            <a:ext cx="5756910" cy="25723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auto">
              <a:lnSpc>
                <a:spcPct val="101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public class Example12 {</a:t>
            </a:r>
          </a:p>
          <a:p>
            <a:pPr fontAlgn="auto">
              <a:lnSpc>
                <a:spcPct val="101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public static void main(String[] args) {</a:t>
            </a:r>
          </a:p>
          <a:p>
            <a:pPr fontAlgn="auto">
              <a:lnSpc>
                <a:spcPct val="101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// 创建两个线程</a:t>
            </a:r>
          </a:p>
          <a:p>
            <a:pPr fontAlgn="auto">
              <a:lnSpc>
                <a:spcPct val="101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Thread thread1 = new YieldThread("thread1");</a:t>
            </a:r>
          </a:p>
          <a:p>
            <a:pPr fontAlgn="auto">
              <a:lnSpc>
                <a:spcPct val="101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Thread thread2 = new YieldThread("thread2");</a:t>
            </a:r>
          </a:p>
          <a:p>
            <a:pPr fontAlgn="auto">
              <a:lnSpc>
                <a:spcPct val="101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// 开启两个线程</a:t>
            </a:r>
          </a:p>
          <a:p>
            <a:pPr fontAlgn="auto">
              <a:lnSpc>
                <a:spcPct val="101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thread1.start();</a:t>
            </a:r>
          </a:p>
          <a:p>
            <a:pPr fontAlgn="auto">
              <a:lnSpc>
                <a:spcPct val="101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thread2.start();</a:t>
            </a:r>
          </a:p>
          <a:p>
            <a:pPr fontAlgn="auto">
              <a:lnSpc>
                <a:spcPct val="101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}</a:t>
            </a:r>
          </a:p>
          <a:p>
            <a:pPr fontAlgn="auto">
              <a:lnSpc>
                <a:spcPct val="101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}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1143000" y="923925"/>
            <a:ext cx="9877425" cy="506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fontAlgn="auto">
              <a:lnSpc>
                <a:spcPct val="150000"/>
              </a:lnSpc>
            </a:pPr>
            <a:r>
              <a:rPr lang="zh-CN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步骤二：</a:t>
            </a:r>
            <a:r>
              <a:rPr 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定义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main()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方法，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创建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两个线程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并开启线程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，</a:t>
            </a:r>
            <a:r>
              <a:rPr 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两个线程优先级相同</a:t>
            </a:r>
            <a:r>
              <a:rPr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。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代码如</a:t>
            </a:r>
            <a:r>
              <a:rPr lang="zh-CN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下所示：</a:t>
            </a:r>
            <a:endParaRPr lang="zh-CN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35" y="266700"/>
            <a:ext cx="5220970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12.4.4  线程让步</a:t>
            </a:r>
            <a:endParaRPr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" name="Chevron 3"/>
          <p:cNvSpPr/>
          <p:nvPr>
            <p:custDataLst>
              <p:tags r:id="rId1"/>
            </p:custDataLst>
          </p:nvPr>
        </p:nvSpPr>
        <p:spPr>
          <a:xfrm>
            <a:off x="1054100" y="1092200"/>
            <a:ext cx="1771015" cy="666115"/>
          </a:xfrm>
          <a:prstGeom prst="chevron">
            <a:avLst>
              <a:gd name="adj" fmla="val 43848"/>
            </a:avLst>
          </a:prstGeom>
          <a:solidFill>
            <a:srgbClr val="FFFFFF">
              <a:lumMod val="7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rmAutofit/>
          </a:bodyPr>
          <a:lstStyle/>
          <a:p>
            <a:pPr algn="ctr">
              <a:lnSpc>
                <a:spcPct val="120000"/>
              </a:lnSpc>
            </a:pPr>
            <a:endParaRPr lang="en-GB" sz="900">
              <a:solidFill>
                <a:sysClr val="windowText" lastClr="000000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396533" y="1232159"/>
            <a:ext cx="119888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运行结果</a:t>
            </a:r>
          </a:p>
        </p:txBody>
      </p:sp>
      <p:sp>
        <p:nvSpPr>
          <p:cNvPr id="10" name="文本框 9"/>
          <p:cNvSpPr txBox="1"/>
          <p:nvPr/>
        </p:nvSpPr>
        <p:spPr>
          <a:xfrm>
            <a:off x="3336925" y="1225550"/>
            <a:ext cx="526288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lnSpc>
                <a:spcPct val="100000"/>
              </a:lnSpc>
            </a:pP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运行代码，控制台显示的运行结果如图所示。</a:t>
            </a:r>
          </a:p>
        </p:txBody>
      </p:sp>
      <p:pic>
        <p:nvPicPr>
          <p:cNvPr id="3" name="图片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62413" y="2169795"/>
            <a:ext cx="4064065" cy="25200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35" y="266700"/>
            <a:ext cx="5220970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12.4.4  线程让步</a:t>
            </a:r>
            <a:endParaRPr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" name="Chevron 3"/>
          <p:cNvSpPr/>
          <p:nvPr>
            <p:custDataLst>
              <p:tags r:id="rId1"/>
            </p:custDataLst>
          </p:nvPr>
        </p:nvSpPr>
        <p:spPr>
          <a:xfrm>
            <a:off x="1054100" y="1092200"/>
            <a:ext cx="2355215" cy="666115"/>
          </a:xfrm>
          <a:prstGeom prst="chevron">
            <a:avLst>
              <a:gd name="adj" fmla="val 43848"/>
            </a:avLst>
          </a:prstGeom>
          <a:solidFill>
            <a:srgbClr val="FFFFFF">
              <a:lumMod val="7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rmAutofit/>
          </a:bodyPr>
          <a:lstStyle/>
          <a:p>
            <a:pPr algn="ctr">
              <a:lnSpc>
                <a:spcPct val="120000"/>
              </a:lnSpc>
            </a:pPr>
            <a:endParaRPr lang="en-GB" sz="900">
              <a:solidFill>
                <a:sysClr val="windowText" lastClr="000000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396533" y="1232159"/>
            <a:ext cx="170688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运行结果分析</a:t>
            </a:r>
          </a:p>
        </p:txBody>
      </p:sp>
      <p:sp>
        <p:nvSpPr>
          <p:cNvPr id="100" name="文本框 99"/>
          <p:cNvSpPr txBox="1"/>
          <p:nvPr/>
        </p:nvSpPr>
        <p:spPr>
          <a:xfrm>
            <a:off x="1391920" y="2691130"/>
            <a:ext cx="9405620" cy="147637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indent="0" fontAlgn="auto">
              <a:lnSpc>
                <a:spcPct val="150000"/>
              </a:lnSpc>
            </a:pPr>
            <a:r>
              <a:rPr lang="zh-CN" altLang="zh-CN" sz="20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从上图的运行结果可以看出，当线程thread1输出2以后，会做出让步，线程thread2获得执行权，同样，线程thread2输出2后，也会做出让步，线程thread1获得执行权。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35" y="266700"/>
            <a:ext cx="5220970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12.4.4  线程让步</a:t>
            </a:r>
            <a:endParaRPr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" name="Chevron 3"/>
          <p:cNvSpPr/>
          <p:nvPr>
            <p:custDataLst>
              <p:tags r:id="rId1"/>
            </p:custDataLst>
          </p:nvPr>
        </p:nvSpPr>
        <p:spPr>
          <a:xfrm>
            <a:off x="1054100" y="1092200"/>
            <a:ext cx="2879090" cy="666115"/>
          </a:xfrm>
          <a:prstGeom prst="chevron">
            <a:avLst>
              <a:gd name="adj" fmla="val 43848"/>
            </a:avLst>
          </a:prstGeom>
          <a:solidFill>
            <a:srgbClr val="FFFFFF">
              <a:lumMod val="7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rmAutofit/>
          </a:bodyPr>
          <a:lstStyle/>
          <a:p>
            <a:pPr algn="ctr">
              <a:lnSpc>
                <a:spcPct val="120000"/>
              </a:lnSpc>
            </a:pPr>
            <a:endParaRPr lang="en-GB" sz="900">
              <a:solidFill>
                <a:sysClr val="windowText" lastClr="000000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396533" y="1232159"/>
            <a:ext cx="2199005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yield()方法的弊端</a:t>
            </a:r>
          </a:p>
        </p:txBody>
      </p:sp>
      <p:sp>
        <p:nvSpPr>
          <p:cNvPr id="100" name="文本框 99"/>
          <p:cNvSpPr txBox="1"/>
          <p:nvPr/>
        </p:nvSpPr>
        <p:spPr>
          <a:xfrm>
            <a:off x="1391920" y="2460625"/>
            <a:ext cx="9405620" cy="193802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indent="0" fontAlgn="auto">
              <a:lnSpc>
                <a:spcPct val="150000"/>
              </a:lnSpc>
            </a:pPr>
            <a:r>
              <a:rPr lang="zh-CN" altLang="zh-CN" sz="20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通过</a:t>
            </a:r>
            <a:r>
              <a:rPr lang="zh-CN" altLang="zh-CN" sz="20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yield()方法</a:t>
            </a:r>
            <a:r>
              <a:rPr lang="zh-CN" altLang="zh-CN" sz="20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可以实现线程让步，让当前正在运行的线程失去CPU使用权，让系统的调度器重新调度一次，由于JVM默认采用抢占式调度模型，所有线程都会</a:t>
            </a:r>
            <a:r>
              <a:rPr lang="zh-CN" altLang="zh-CN" sz="20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再次抢占</a:t>
            </a:r>
            <a:r>
              <a:rPr lang="zh-CN" altLang="zh-CN" sz="20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CPU资源使用权，所以在执行线程让步后并不能保证立即执行其他线程，CPU可能会有一段空闲时间。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35" y="266700"/>
            <a:ext cx="5220970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12.4.5  线程中断</a:t>
            </a:r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4880" y="2215515"/>
            <a:ext cx="2797810" cy="3898265"/>
          </a:xfrm>
          <a:prstGeom prst="rect">
            <a:avLst/>
          </a:prstGeom>
        </p:spPr>
      </p:pic>
      <p:sp>
        <p:nvSpPr>
          <p:cNvPr id="13" name="椭圆形标注 12"/>
          <p:cNvSpPr/>
          <p:nvPr/>
        </p:nvSpPr>
        <p:spPr>
          <a:xfrm>
            <a:off x="2968625" y="1847215"/>
            <a:ext cx="2071370" cy="1493520"/>
          </a:xfrm>
          <a:prstGeom prst="wedgeEllipseCallout">
            <a:avLst/>
          </a:prstGeom>
          <a:solidFill>
            <a:schemeClr val="bg1">
              <a:lumMod val="85000"/>
            </a:schemeClr>
          </a:solidFill>
          <a:ln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 </a:t>
            </a:r>
          </a:p>
        </p:txBody>
      </p:sp>
      <p:sp>
        <p:nvSpPr>
          <p:cNvPr id="14" name="TextBox 35"/>
          <p:cNvSpPr txBox="1">
            <a:spLocks noChangeArrowheads="1"/>
          </p:cNvSpPr>
          <p:nvPr/>
        </p:nvSpPr>
        <p:spPr bwMode="auto">
          <a:xfrm>
            <a:off x="3247390" y="1925320"/>
            <a:ext cx="1606550" cy="12280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先定一个</a:t>
            </a: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小目标！</a:t>
            </a:r>
          </a:p>
        </p:txBody>
      </p:sp>
      <p:grpSp>
        <p:nvGrpSpPr>
          <p:cNvPr id="2" name="组合 1"/>
          <p:cNvGrpSpPr/>
          <p:nvPr/>
        </p:nvGrpSpPr>
        <p:grpSpPr>
          <a:xfrm>
            <a:off x="5379720" y="3375660"/>
            <a:ext cx="4897120" cy="1043940"/>
            <a:chOff x="8472" y="5316"/>
            <a:chExt cx="7712" cy="1644"/>
          </a:xfrm>
        </p:grpSpPr>
        <p:sp>
          <p:nvSpPr>
            <p:cNvPr id="15" name="TextBox 35"/>
            <p:cNvSpPr txBox="1">
              <a:spLocks noChangeArrowheads="1"/>
            </p:cNvSpPr>
            <p:nvPr/>
          </p:nvSpPr>
          <p:spPr bwMode="auto">
            <a:xfrm>
              <a:off x="9159" y="5316"/>
              <a:ext cx="7025" cy="16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121917" tIns="60958" rIns="121917" bIns="60958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just">
                <a:lnSpc>
                  <a:spcPct val="150000"/>
                </a:lnSpc>
              </a:pPr>
              <a:r>
                <a:rPr 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ea"/>
                </a:rPr>
                <a:t>掌握</a:t>
              </a:r>
              <a:r>
                <a:rPr lang="zh-CN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ea"/>
                </a:rPr>
                <a:t>线程中断</a:t>
              </a:r>
              <a:r>
                <a:rPr 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ea"/>
                </a:rPr>
                <a:t>，能够通过interrupt()方法中断线程</a:t>
              </a:r>
            </a:p>
          </p:txBody>
        </p:sp>
        <p:grpSp>
          <p:nvGrpSpPr>
            <p:cNvPr id="19" name="组合 18"/>
            <p:cNvGrpSpPr/>
            <p:nvPr/>
          </p:nvGrpSpPr>
          <p:grpSpPr>
            <a:xfrm>
              <a:off x="8472" y="5571"/>
              <a:ext cx="638" cy="638"/>
              <a:chOff x="8881" y="4685"/>
              <a:chExt cx="638" cy="638"/>
            </a:xfrm>
          </p:grpSpPr>
          <p:sp>
            <p:nvSpPr>
              <p:cNvPr id="18" name="椭圆 17"/>
              <p:cNvSpPr/>
              <p:nvPr/>
            </p:nvSpPr>
            <p:spPr>
              <a:xfrm>
                <a:off x="8881" y="4685"/>
                <a:ext cx="638" cy="638"/>
              </a:xfrm>
              <a:prstGeom prst="ellipse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7" name="椭圆 16"/>
              <p:cNvSpPr/>
              <p:nvPr/>
            </p:nvSpPr>
            <p:spPr>
              <a:xfrm>
                <a:off x="8946" y="4750"/>
                <a:ext cx="508" cy="508"/>
              </a:xfrm>
              <a:prstGeom prst="ellipse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35" y="266700"/>
            <a:ext cx="5220970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12.4.5  线程中断</a:t>
            </a:r>
          </a:p>
        </p:txBody>
      </p:sp>
      <p:sp>
        <p:nvSpPr>
          <p:cNvPr id="3" name="Chevron 3"/>
          <p:cNvSpPr/>
          <p:nvPr>
            <p:custDataLst>
              <p:tags r:id="rId1"/>
            </p:custDataLst>
          </p:nvPr>
        </p:nvSpPr>
        <p:spPr>
          <a:xfrm>
            <a:off x="1054100" y="1092200"/>
            <a:ext cx="2414905" cy="666115"/>
          </a:xfrm>
          <a:prstGeom prst="chevron">
            <a:avLst>
              <a:gd name="adj" fmla="val 43848"/>
            </a:avLst>
          </a:prstGeom>
          <a:solidFill>
            <a:srgbClr val="FFFFFF">
              <a:lumMod val="7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rmAutofit/>
          </a:bodyPr>
          <a:lstStyle/>
          <a:p>
            <a:pPr algn="ctr">
              <a:lnSpc>
                <a:spcPct val="120000"/>
              </a:lnSpc>
            </a:pPr>
            <a:endParaRPr lang="en-GB" sz="900">
              <a:solidFill>
                <a:sysClr val="windowText" lastClr="000000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1324778" y="1232159"/>
            <a:ext cx="196088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什么是线程中断</a:t>
            </a:r>
          </a:p>
        </p:txBody>
      </p:sp>
      <p:sp>
        <p:nvSpPr>
          <p:cNvPr id="9" name="文本框 8"/>
          <p:cNvSpPr txBox="1"/>
          <p:nvPr/>
        </p:nvSpPr>
        <p:spPr>
          <a:xfrm>
            <a:off x="1692275" y="2662555"/>
            <a:ext cx="8806180" cy="1938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fontAlgn="auto">
              <a:lnSpc>
                <a:spcPct val="150000"/>
              </a:lnSpc>
            </a:pP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线程中断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就是线程在执行过程中，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通过手动操作来停止该线程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。例如当用户在执行一次操作时，因为网络问题导致延迟，则对应的线程对象就一直处于运行状态。如果用户希望结束这个操作，即终止该线程，就要使用线程中断机制了。</a:t>
            </a:r>
          </a:p>
        </p:txBody>
      </p:sp>
      <p:sp>
        <p:nvSpPr>
          <p:cNvPr id="4" name="圆角矩形 3"/>
          <p:cNvSpPr/>
          <p:nvPr/>
        </p:nvSpPr>
        <p:spPr>
          <a:xfrm>
            <a:off x="1546860" y="2530475"/>
            <a:ext cx="9095740" cy="2201545"/>
          </a:xfrm>
          <a:prstGeom prst="roundRect">
            <a:avLst>
              <a:gd name="adj" fmla="val 0"/>
            </a:avLst>
          </a:prstGeom>
          <a:noFill/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7" name="矩形 93"/>
          <p:cNvSpPr/>
          <p:nvPr/>
        </p:nvSpPr>
        <p:spPr>
          <a:xfrm>
            <a:off x="1546860" y="2530475"/>
            <a:ext cx="384175" cy="486410"/>
          </a:xfrm>
          <a:custGeom>
            <a:avLst/>
            <a:gdLst/>
            <a:ahLst/>
            <a:cxnLst/>
            <a:rect l="l" t="t" r="r" b="b"/>
            <a:pathLst>
              <a:path w="504056" h="504056">
                <a:moveTo>
                  <a:pt x="0" y="0"/>
                </a:moveTo>
                <a:lnTo>
                  <a:pt x="504056" y="0"/>
                </a:lnTo>
                <a:lnTo>
                  <a:pt x="504056" y="144016"/>
                </a:lnTo>
                <a:lnTo>
                  <a:pt x="144016" y="144016"/>
                </a:lnTo>
                <a:lnTo>
                  <a:pt x="144016" y="504056"/>
                </a:lnTo>
                <a:lnTo>
                  <a:pt x="0" y="50405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1" name="矩形 93"/>
          <p:cNvSpPr/>
          <p:nvPr/>
        </p:nvSpPr>
        <p:spPr>
          <a:xfrm rot="10800000">
            <a:off x="10258425" y="4245610"/>
            <a:ext cx="384175" cy="486410"/>
          </a:xfrm>
          <a:custGeom>
            <a:avLst/>
            <a:gdLst/>
            <a:ahLst/>
            <a:cxnLst/>
            <a:rect l="l" t="t" r="r" b="b"/>
            <a:pathLst>
              <a:path w="504056" h="504056">
                <a:moveTo>
                  <a:pt x="0" y="0"/>
                </a:moveTo>
                <a:lnTo>
                  <a:pt x="504056" y="0"/>
                </a:lnTo>
                <a:lnTo>
                  <a:pt x="504056" y="144016"/>
                </a:lnTo>
                <a:lnTo>
                  <a:pt x="144016" y="144016"/>
                </a:lnTo>
                <a:lnTo>
                  <a:pt x="144016" y="504056"/>
                </a:lnTo>
                <a:lnTo>
                  <a:pt x="0" y="50405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35" y="266700"/>
            <a:ext cx="5220970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12.4.5  线程中断</a:t>
            </a:r>
          </a:p>
        </p:txBody>
      </p:sp>
      <p:sp>
        <p:nvSpPr>
          <p:cNvPr id="3" name="Chevron 3"/>
          <p:cNvSpPr/>
          <p:nvPr>
            <p:custDataLst>
              <p:tags r:id="rId1"/>
            </p:custDataLst>
          </p:nvPr>
        </p:nvSpPr>
        <p:spPr>
          <a:xfrm>
            <a:off x="1054100" y="1092200"/>
            <a:ext cx="3024505" cy="666115"/>
          </a:xfrm>
          <a:prstGeom prst="chevron">
            <a:avLst>
              <a:gd name="adj" fmla="val 43848"/>
            </a:avLst>
          </a:prstGeom>
          <a:solidFill>
            <a:srgbClr val="FFFFFF">
              <a:lumMod val="7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rmAutofit/>
          </a:bodyPr>
          <a:lstStyle/>
          <a:p>
            <a:pPr algn="ctr">
              <a:lnSpc>
                <a:spcPct val="120000"/>
              </a:lnSpc>
            </a:pPr>
            <a:endParaRPr lang="en-GB" sz="900">
              <a:solidFill>
                <a:sysClr val="windowText" lastClr="000000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1324778" y="1232159"/>
            <a:ext cx="246888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线程中断的两个方法</a:t>
            </a:r>
          </a:p>
        </p:txBody>
      </p:sp>
      <p:sp>
        <p:nvSpPr>
          <p:cNvPr id="9" name="文本框 8"/>
          <p:cNvSpPr txBox="1"/>
          <p:nvPr/>
        </p:nvSpPr>
        <p:spPr>
          <a:xfrm>
            <a:off x="1692275" y="2230120"/>
            <a:ext cx="8806180" cy="2399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fontAlgn="auto">
              <a:lnSpc>
                <a:spcPct val="150000"/>
              </a:lnSpc>
            </a:pP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public void interrupt()：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表示中断当前线程对象。每个线程对象都是通过一个标志位来判断当前是否为中断状态。</a:t>
            </a:r>
          </a:p>
          <a:p>
            <a:pPr algn="l" fontAlgn="auto">
              <a:lnSpc>
                <a:spcPct val="150000"/>
              </a:lnSpc>
            </a:pP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public boolean isInterrupted()：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表示用来获取当前线程对象的标志位的。该方法有true和false两个返回值，true表示清除了标志位，当前线程对象已经中断；false表示没有清除标志位，当前对象没有中断。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35" y="266700"/>
            <a:ext cx="5220970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12.4.5  线程中断</a:t>
            </a:r>
          </a:p>
        </p:txBody>
      </p:sp>
      <p:sp>
        <p:nvSpPr>
          <p:cNvPr id="9" name="文本框 8"/>
          <p:cNvSpPr txBox="1"/>
          <p:nvPr/>
        </p:nvSpPr>
        <p:spPr>
          <a:xfrm>
            <a:off x="1691640" y="2460625"/>
            <a:ext cx="8806180" cy="1938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fontAlgn="auto">
              <a:lnSpc>
                <a:spcPct val="150000"/>
              </a:lnSpc>
            </a:pP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当一个线程对象处于不同的状态时，中断机制也是不同的。下面通过案例来演示不同生命周期状态下的线程中断，首先演示线程新建状态（实例化线程对象，但并未启动线程）下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中断线程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，然后演示线程运行状态（实例化线程对象，并启动该线程）下中断线程。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35" y="266700"/>
            <a:ext cx="5220970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12.4.5  线程中断</a:t>
            </a:r>
          </a:p>
        </p:txBody>
      </p:sp>
      <p:sp>
        <p:nvSpPr>
          <p:cNvPr id="2" name="Chevron 3"/>
          <p:cNvSpPr/>
          <p:nvPr>
            <p:custDataLst>
              <p:tags r:id="rId1"/>
            </p:custDataLst>
          </p:nvPr>
        </p:nvSpPr>
        <p:spPr>
          <a:xfrm>
            <a:off x="1054100" y="1307465"/>
            <a:ext cx="3413125" cy="666115"/>
          </a:xfrm>
          <a:prstGeom prst="chevron">
            <a:avLst>
              <a:gd name="adj" fmla="val 43848"/>
            </a:avLst>
          </a:prstGeom>
          <a:solidFill>
            <a:srgbClr val="FFFFFF">
              <a:lumMod val="7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rmAutofit/>
          </a:bodyPr>
          <a:lstStyle/>
          <a:p>
            <a:pPr algn="ctr">
              <a:lnSpc>
                <a:spcPct val="120000"/>
              </a:lnSpc>
            </a:pPr>
            <a:endParaRPr lang="en-GB" sz="900">
              <a:solidFill>
                <a:sysClr val="windowText" lastClr="000000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324778" y="1447424"/>
            <a:ext cx="297688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线程新建状态下中断线程</a:t>
            </a:r>
            <a:endParaRPr lang="zh-CN" altLang="en-US" sz="20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10485" y="2209800"/>
            <a:ext cx="6655435" cy="2831465"/>
          </a:xfrm>
          <a:prstGeom prst="rect">
            <a:avLst/>
          </a:prstGeom>
        </p:spPr>
      </p:pic>
      <p:sp>
        <p:nvSpPr>
          <p:cNvPr id="8" name="矩形 7"/>
          <p:cNvSpPr/>
          <p:nvPr/>
        </p:nvSpPr>
        <p:spPr>
          <a:xfrm>
            <a:off x="2939415" y="2497455"/>
            <a:ext cx="5997575" cy="22561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public class Example13 {</a:t>
            </a:r>
          </a:p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public static void main(String[] args) {</a:t>
            </a:r>
          </a:p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 Thread thread=new Thread();</a:t>
            </a:r>
          </a:p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 thread.</a:t>
            </a:r>
            <a:r>
              <a:rPr lang="en-US" altLang="zh-CN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interrupt()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;//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执行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线程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中断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 //向控制台打印当前线程是否中断</a:t>
            </a:r>
          </a:p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 System.out.println(thread.</a:t>
            </a:r>
            <a:r>
              <a:rPr lang="en-US" altLang="zh-CN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isInterrupted()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);</a:t>
            </a:r>
          </a:p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}</a:t>
            </a:r>
          </a:p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}</a:t>
            </a:r>
          </a:p>
        </p:txBody>
      </p:sp>
      <p:sp>
        <p:nvSpPr>
          <p:cNvPr id="9" name="文本框 8"/>
          <p:cNvSpPr txBox="1"/>
          <p:nvPr/>
        </p:nvSpPr>
        <p:spPr>
          <a:xfrm>
            <a:off x="4538980" y="1139190"/>
            <a:ext cx="6930390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lnSpc>
                <a:spcPct val="150000"/>
              </a:lnSpc>
            </a:pPr>
            <a:r>
              <a:rPr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下面通过案例来演示线程新建状态</a:t>
            </a:r>
            <a:r>
              <a:rPr 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下</a:t>
            </a:r>
            <a:r>
              <a:rPr 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中断</a:t>
            </a:r>
            <a:r>
              <a:rPr 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线程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。具体代码如下所示。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35" y="266700"/>
            <a:ext cx="5220970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12.4.5  线程中断</a:t>
            </a:r>
          </a:p>
        </p:txBody>
      </p:sp>
      <p:sp>
        <p:nvSpPr>
          <p:cNvPr id="3" name="Chevron 3"/>
          <p:cNvSpPr/>
          <p:nvPr>
            <p:custDataLst>
              <p:tags r:id="rId1"/>
            </p:custDataLst>
          </p:nvPr>
        </p:nvSpPr>
        <p:spPr>
          <a:xfrm>
            <a:off x="1054100" y="1092200"/>
            <a:ext cx="1771015" cy="666115"/>
          </a:xfrm>
          <a:prstGeom prst="chevron">
            <a:avLst>
              <a:gd name="adj" fmla="val 43848"/>
            </a:avLst>
          </a:prstGeom>
          <a:solidFill>
            <a:srgbClr val="FFFFFF">
              <a:lumMod val="7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rmAutofit/>
          </a:bodyPr>
          <a:lstStyle/>
          <a:p>
            <a:pPr algn="ctr">
              <a:lnSpc>
                <a:spcPct val="120000"/>
              </a:lnSpc>
            </a:pPr>
            <a:endParaRPr lang="en-GB" sz="900">
              <a:solidFill>
                <a:sysClr val="windowText" lastClr="000000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396533" y="1232159"/>
            <a:ext cx="119888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运行结果</a:t>
            </a:r>
          </a:p>
        </p:txBody>
      </p:sp>
      <p:sp>
        <p:nvSpPr>
          <p:cNvPr id="10" name="文本框 9"/>
          <p:cNvSpPr txBox="1"/>
          <p:nvPr/>
        </p:nvSpPr>
        <p:spPr>
          <a:xfrm>
            <a:off x="3336925" y="1225550"/>
            <a:ext cx="526288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lnSpc>
                <a:spcPct val="100000"/>
              </a:lnSpc>
            </a:pP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运行代码，控制台显示的运行结果如图所示。</a:t>
            </a: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53130" y="2384108"/>
            <a:ext cx="5283339" cy="1440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6" name="文本框 5"/>
          <p:cNvSpPr txBox="1"/>
          <p:nvPr/>
        </p:nvSpPr>
        <p:spPr>
          <a:xfrm>
            <a:off x="1294765" y="4584700"/>
            <a:ext cx="9600565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fontAlgn="auto">
              <a:lnSpc>
                <a:spcPct val="150000"/>
              </a:lnSpc>
            </a:pP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在图中可以看到控制台打印了false，表示当前线程并未中断。因为当前线程状态是未启动状态，不可能中断，不需要清除标志位，所以isInterrupted()的返回值为false。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35" y="266700"/>
            <a:ext cx="5220970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12.4.5  线程中断</a:t>
            </a:r>
          </a:p>
        </p:txBody>
      </p:sp>
      <p:sp>
        <p:nvSpPr>
          <p:cNvPr id="2" name="Chevron 3"/>
          <p:cNvSpPr/>
          <p:nvPr>
            <p:custDataLst>
              <p:tags r:id="rId1"/>
            </p:custDataLst>
          </p:nvPr>
        </p:nvSpPr>
        <p:spPr>
          <a:xfrm>
            <a:off x="1054100" y="1092200"/>
            <a:ext cx="3413125" cy="666115"/>
          </a:xfrm>
          <a:prstGeom prst="chevron">
            <a:avLst>
              <a:gd name="adj" fmla="val 43848"/>
            </a:avLst>
          </a:prstGeom>
          <a:solidFill>
            <a:srgbClr val="FFFFFF">
              <a:lumMod val="7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rmAutofit/>
          </a:bodyPr>
          <a:lstStyle/>
          <a:p>
            <a:pPr algn="ctr">
              <a:lnSpc>
                <a:spcPct val="120000"/>
              </a:lnSpc>
            </a:pPr>
            <a:endParaRPr lang="en-GB" sz="900">
              <a:solidFill>
                <a:sysClr val="windowText" lastClr="000000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324778" y="1232159"/>
            <a:ext cx="297688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线程运行状态下中断线程</a:t>
            </a:r>
            <a:endParaRPr lang="zh-CN" altLang="en-US" sz="20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10485" y="1994535"/>
            <a:ext cx="7018020" cy="4620260"/>
          </a:xfrm>
          <a:prstGeom prst="rect">
            <a:avLst/>
          </a:prstGeom>
        </p:spPr>
      </p:pic>
      <p:sp>
        <p:nvSpPr>
          <p:cNvPr id="8" name="矩形 7"/>
          <p:cNvSpPr/>
          <p:nvPr/>
        </p:nvSpPr>
        <p:spPr>
          <a:xfrm>
            <a:off x="2793365" y="1994535"/>
            <a:ext cx="6651625" cy="46913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public class Example14 {</a:t>
            </a:r>
          </a:p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public static void main(String[] args) {</a:t>
            </a:r>
          </a:p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Thread thread = new Thread(new Runnable(){</a:t>
            </a:r>
          </a:p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     public void run() {</a:t>
            </a:r>
          </a:p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         for (int i=0;i&lt;10;i++){</a:t>
            </a:r>
          </a:p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             if (i==5){</a:t>
            </a:r>
          </a:p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                 Thread.currentThread().</a:t>
            </a:r>
            <a:r>
              <a:rPr lang="en-US" altLang="zh-CN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interrupt()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;</a:t>
            </a:r>
          </a:p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                 //向控制台打印线程是否中断</a:t>
            </a:r>
          </a:p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                 System.out.println("thread线程是否已中断----"</a:t>
            </a:r>
          </a:p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		+Thread.currentThread().</a:t>
            </a:r>
            <a:r>
              <a:rPr lang="en-US" altLang="zh-CN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isInterrupted()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);</a:t>
            </a:r>
          </a:p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             }</a:t>
            </a:r>
          </a:p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         }</a:t>
            </a:r>
          </a:p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     }</a:t>
            </a:r>
          </a:p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 }); 			// 创建MyThread的实例对象</a:t>
            </a:r>
          </a:p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 thread.start();		//启动thread对象</a:t>
            </a:r>
          </a:p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}</a:t>
            </a:r>
          </a:p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}</a:t>
            </a:r>
          </a:p>
        </p:txBody>
      </p:sp>
      <p:sp>
        <p:nvSpPr>
          <p:cNvPr id="9" name="文本框 8"/>
          <p:cNvSpPr txBox="1"/>
          <p:nvPr/>
        </p:nvSpPr>
        <p:spPr>
          <a:xfrm>
            <a:off x="4538980" y="923925"/>
            <a:ext cx="6930390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fontAlgn="auto">
              <a:lnSpc>
                <a:spcPct val="150000"/>
              </a:lnSpc>
            </a:pPr>
            <a:r>
              <a:rPr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下面通过案例演示线程运行状态下中断线程，在循环输出语句中，当i=5时中断线程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。具体代码如下所示。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35" y="266700"/>
            <a:ext cx="5220970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12.4.5  线程中断</a:t>
            </a:r>
          </a:p>
        </p:txBody>
      </p:sp>
      <p:sp>
        <p:nvSpPr>
          <p:cNvPr id="3" name="Chevron 3"/>
          <p:cNvSpPr/>
          <p:nvPr>
            <p:custDataLst>
              <p:tags r:id="rId1"/>
            </p:custDataLst>
          </p:nvPr>
        </p:nvSpPr>
        <p:spPr>
          <a:xfrm>
            <a:off x="1054100" y="1092200"/>
            <a:ext cx="1771015" cy="666115"/>
          </a:xfrm>
          <a:prstGeom prst="chevron">
            <a:avLst>
              <a:gd name="adj" fmla="val 43848"/>
            </a:avLst>
          </a:prstGeom>
          <a:solidFill>
            <a:srgbClr val="FFFFFF">
              <a:lumMod val="7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rmAutofit/>
          </a:bodyPr>
          <a:lstStyle/>
          <a:p>
            <a:pPr algn="ctr">
              <a:lnSpc>
                <a:spcPct val="120000"/>
              </a:lnSpc>
            </a:pPr>
            <a:endParaRPr lang="en-GB" sz="900">
              <a:solidFill>
                <a:sysClr val="windowText" lastClr="000000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396533" y="1232159"/>
            <a:ext cx="119888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运行结果</a:t>
            </a:r>
          </a:p>
        </p:txBody>
      </p:sp>
      <p:sp>
        <p:nvSpPr>
          <p:cNvPr id="10" name="文本框 9"/>
          <p:cNvSpPr txBox="1"/>
          <p:nvPr/>
        </p:nvSpPr>
        <p:spPr>
          <a:xfrm>
            <a:off x="3336925" y="1225550"/>
            <a:ext cx="526288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lnSpc>
                <a:spcPct val="100000"/>
              </a:lnSpc>
            </a:pP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运行代码，控制台显示的运行结果如图所示。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1294765" y="4584700"/>
            <a:ext cx="7305040" cy="5530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lnSpc>
                <a:spcPct val="150000"/>
              </a:lnSpc>
            </a:pP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在图中可以看到控制台打印了true，表示thread线程已中断。</a:t>
            </a: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6965" y="2474278"/>
            <a:ext cx="4622922" cy="12600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TextBox 48"/>
          <p:cNvSpPr txBox="1"/>
          <p:nvPr/>
        </p:nvSpPr>
        <p:spPr>
          <a:xfrm>
            <a:off x="3970020" y="3014345"/>
            <a:ext cx="6045200" cy="829945"/>
          </a:xfrm>
          <a:prstGeom prst="rect">
            <a:avLst/>
          </a:prstGeom>
          <a:noFill/>
        </p:spPr>
        <p:txBody>
          <a:bodyPr wrap="square" lIns="91443" tIns="45720" rIns="91443" bIns="45720" rtlCol="0">
            <a:spAutoFit/>
          </a:bodyPr>
          <a:lstStyle/>
          <a:p>
            <a:r>
              <a:rPr sz="48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线程同步</a:t>
            </a:r>
          </a:p>
        </p:txBody>
      </p:sp>
      <p:sp>
        <p:nvSpPr>
          <p:cNvPr id="2" name="TextBox 48"/>
          <p:cNvSpPr txBox="1"/>
          <p:nvPr/>
        </p:nvSpPr>
        <p:spPr>
          <a:xfrm>
            <a:off x="1237615" y="2809240"/>
            <a:ext cx="2124075" cy="1106805"/>
          </a:xfrm>
          <a:prstGeom prst="rect">
            <a:avLst/>
          </a:prstGeom>
          <a:noFill/>
        </p:spPr>
        <p:txBody>
          <a:bodyPr wrap="square" lIns="91443" tIns="45720" rIns="91443" bIns="45720" rtlCol="0">
            <a:spAutoFit/>
          </a:bodyPr>
          <a:lstStyle/>
          <a:p>
            <a:r>
              <a:rPr lang="en-US" altLang="en-GB" sz="6600" b="1" dirty="0">
                <a:solidFill>
                  <a:srgbClr val="FAFAF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12.5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35" y="266700"/>
            <a:ext cx="5220970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12.5.1  线程安全</a:t>
            </a:r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4880" y="2215515"/>
            <a:ext cx="2797810" cy="3898265"/>
          </a:xfrm>
          <a:prstGeom prst="rect">
            <a:avLst/>
          </a:prstGeom>
        </p:spPr>
      </p:pic>
      <p:sp>
        <p:nvSpPr>
          <p:cNvPr id="13" name="椭圆形标注 12"/>
          <p:cNvSpPr/>
          <p:nvPr/>
        </p:nvSpPr>
        <p:spPr>
          <a:xfrm>
            <a:off x="2968625" y="1847215"/>
            <a:ext cx="2071370" cy="1493520"/>
          </a:xfrm>
          <a:prstGeom prst="wedgeEllipseCallout">
            <a:avLst/>
          </a:prstGeom>
          <a:solidFill>
            <a:schemeClr val="bg1">
              <a:lumMod val="85000"/>
            </a:schemeClr>
          </a:solidFill>
          <a:ln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 </a:t>
            </a:r>
          </a:p>
        </p:txBody>
      </p:sp>
      <p:sp>
        <p:nvSpPr>
          <p:cNvPr id="14" name="TextBox 35"/>
          <p:cNvSpPr txBox="1">
            <a:spLocks noChangeArrowheads="1"/>
          </p:cNvSpPr>
          <p:nvPr/>
        </p:nvSpPr>
        <p:spPr bwMode="auto">
          <a:xfrm>
            <a:off x="3247390" y="1925320"/>
            <a:ext cx="1606550" cy="12280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先定一个</a:t>
            </a: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小目标！</a:t>
            </a:r>
          </a:p>
        </p:txBody>
      </p:sp>
      <p:grpSp>
        <p:nvGrpSpPr>
          <p:cNvPr id="2" name="组合 1"/>
          <p:cNvGrpSpPr/>
          <p:nvPr/>
        </p:nvGrpSpPr>
        <p:grpSpPr>
          <a:xfrm>
            <a:off x="5379720" y="3375660"/>
            <a:ext cx="5513070" cy="1043940"/>
            <a:chOff x="8472" y="5316"/>
            <a:chExt cx="8682" cy="1644"/>
          </a:xfrm>
        </p:grpSpPr>
        <p:sp>
          <p:nvSpPr>
            <p:cNvPr id="15" name="TextBox 35"/>
            <p:cNvSpPr txBox="1">
              <a:spLocks noChangeArrowheads="1"/>
            </p:cNvSpPr>
            <p:nvPr/>
          </p:nvSpPr>
          <p:spPr bwMode="auto">
            <a:xfrm>
              <a:off x="9159" y="5316"/>
              <a:ext cx="7995" cy="16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121917" tIns="60958" rIns="121917" bIns="60958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just">
                <a:lnSpc>
                  <a:spcPct val="150000"/>
                </a:lnSpc>
              </a:pPr>
              <a:r>
                <a:rPr 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ea"/>
                </a:rPr>
                <a:t>掌握</a:t>
              </a:r>
              <a:r>
                <a:rPr lang="zh-CN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ea"/>
                </a:rPr>
                <a:t>线程安全</a:t>
              </a:r>
              <a:r>
                <a:rPr 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ea"/>
                </a:rPr>
                <a:t>，能够说出产生线程安全的原因</a:t>
              </a:r>
              <a:endPara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endParaRPr>
            </a:p>
          </p:txBody>
        </p:sp>
        <p:grpSp>
          <p:nvGrpSpPr>
            <p:cNvPr id="19" name="组合 18"/>
            <p:cNvGrpSpPr/>
            <p:nvPr/>
          </p:nvGrpSpPr>
          <p:grpSpPr>
            <a:xfrm>
              <a:off x="8472" y="5571"/>
              <a:ext cx="638" cy="638"/>
              <a:chOff x="8881" y="4685"/>
              <a:chExt cx="638" cy="638"/>
            </a:xfrm>
          </p:grpSpPr>
          <p:sp>
            <p:nvSpPr>
              <p:cNvPr id="18" name="椭圆 17"/>
              <p:cNvSpPr/>
              <p:nvPr/>
            </p:nvSpPr>
            <p:spPr>
              <a:xfrm>
                <a:off x="8881" y="4685"/>
                <a:ext cx="638" cy="638"/>
              </a:xfrm>
              <a:prstGeom prst="ellipse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7" name="椭圆 16"/>
              <p:cNvSpPr/>
              <p:nvPr/>
            </p:nvSpPr>
            <p:spPr>
              <a:xfrm>
                <a:off x="8946" y="4750"/>
                <a:ext cx="508" cy="508"/>
              </a:xfrm>
              <a:prstGeom prst="ellipse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35" y="266700"/>
            <a:ext cx="5220970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12.5.1  线程安全</a:t>
            </a:r>
          </a:p>
        </p:txBody>
      </p:sp>
      <p:sp>
        <p:nvSpPr>
          <p:cNvPr id="3" name="Chevron 3"/>
          <p:cNvSpPr/>
          <p:nvPr>
            <p:custDataLst>
              <p:tags r:id="rId1"/>
            </p:custDataLst>
          </p:nvPr>
        </p:nvSpPr>
        <p:spPr>
          <a:xfrm>
            <a:off x="1054100" y="1235710"/>
            <a:ext cx="1882140" cy="666115"/>
          </a:xfrm>
          <a:prstGeom prst="chevron">
            <a:avLst>
              <a:gd name="adj" fmla="val 43848"/>
            </a:avLst>
          </a:prstGeom>
          <a:solidFill>
            <a:srgbClr val="FFFFFF">
              <a:lumMod val="7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rmAutofit/>
          </a:bodyPr>
          <a:lstStyle/>
          <a:p>
            <a:pPr algn="ctr">
              <a:lnSpc>
                <a:spcPct val="120000"/>
              </a:lnSpc>
            </a:pPr>
            <a:endParaRPr lang="en-GB" sz="900">
              <a:solidFill>
                <a:sysClr val="windowText" lastClr="000000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396533" y="1375669"/>
            <a:ext cx="119888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案例说明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1294765" y="2691765"/>
            <a:ext cx="9600565" cy="1476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fontAlgn="auto">
              <a:lnSpc>
                <a:spcPct val="150000"/>
              </a:lnSpc>
            </a:pP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假设售票厅有四个窗口可发售某日某次列车的100张车票，这时100张车票可以看做共享资源，在程序中只能创建一个售票对象，然后开启多个线程去运行同一个售票对象的售票方法，简单来说就是四个线程运行同一个售票程序。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35" y="266700"/>
            <a:ext cx="5220970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12.5.1  线程安全</a:t>
            </a:r>
          </a:p>
        </p:txBody>
      </p:sp>
      <p:sp>
        <p:nvSpPr>
          <p:cNvPr id="3" name="Chevron 3"/>
          <p:cNvSpPr/>
          <p:nvPr>
            <p:custDataLst>
              <p:tags r:id="rId1"/>
            </p:custDataLst>
          </p:nvPr>
        </p:nvSpPr>
        <p:spPr>
          <a:xfrm>
            <a:off x="1054100" y="1235710"/>
            <a:ext cx="1882140" cy="666115"/>
          </a:xfrm>
          <a:prstGeom prst="chevron">
            <a:avLst>
              <a:gd name="adj" fmla="val 43848"/>
            </a:avLst>
          </a:prstGeom>
          <a:solidFill>
            <a:srgbClr val="FFFFFF">
              <a:lumMod val="7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rmAutofit/>
          </a:bodyPr>
          <a:lstStyle/>
          <a:p>
            <a:pPr algn="ctr">
              <a:lnSpc>
                <a:spcPct val="120000"/>
              </a:lnSpc>
            </a:pPr>
            <a:endParaRPr lang="en-GB" sz="900">
              <a:solidFill>
                <a:sysClr val="windowText" lastClr="000000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396533" y="1375669"/>
            <a:ext cx="119888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案例分析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1294765" y="2460625"/>
            <a:ext cx="9600565" cy="1938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fontAlgn="auto">
              <a:lnSpc>
                <a:spcPct val="150000"/>
              </a:lnSpc>
            </a:pP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上述售票案例中，极有可能碰到“意外”情况，例如一张票被打印多次，或者打印出的票号为0甚至负数。这些“意外”都是由多线程操作共享资源ticket所导致的线程安全问题。</a:t>
            </a:r>
            <a:r>
              <a:rPr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模拟上述所说的</a:t>
            </a:r>
            <a:r>
              <a:rPr 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“</a:t>
            </a:r>
            <a:r>
              <a:rPr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意外</a:t>
            </a:r>
            <a:r>
              <a:rPr 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”</a:t>
            </a:r>
            <a:r>
              <a:rPr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情况。假设四个窗口同时出售10张票，并在售票的代码中使用sleep()方法，令每次售票时线程休眠300毫秒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。具体代码如下。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35" y="266700"/>
            <a:ext cx="5220970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12.5.1  线程安全</a:t>
            </a: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12010" y="2510155"/>
            <a:ext cx="8054340" cy="3811270"/>
          </a:xfrm>
          <a:prstGeom prst="rect">
            <a:avLst/>
          </a:prstGeom>
        </p:spPr>
      </p:pic>
      <p:sp>
        <p:nvSpPr>
          <p:cNvPr id="8" name="矩形 7"/>
          <p:cNvSpPr/>
          <p:nvPr/>
        </p:nvSpPr>
        <p:spPr>
          <a:xfrm>
            <a:off x="2112645" y="2510155"/>
            <a:ext cx="7965440" cy="38792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class SaleThread implements Runnable {</a:t>
            </a:r>
          </a:p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 private int tickets = 10; 	// tickets表示总票数：10张票</a:t>
            </a:r>
          </a:p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 public void run() {</a:t>
            </a:r>
          </a:p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	while (tickets &gt; 0) {</a:t>
            </a:r>
          </a:p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	         try {</a:t>
            </a:r>
          </a:p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		Thread.sleep(300); //线程休眠300毫秒</a:t>
            </a:r>
          </a:p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	         } catch (InterruptedException e) {</a:t>
            </a:r>
          </a:p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		e.printStackTrace();</a:t>
            </a:r>
          </a:p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	         }</a:t>
            </a:r>
          </a:p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	         System.out.println(Thread.currentThread().getName() + "---卖</a:t>
            </a:r>
          </a:p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		+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"出的票"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+ tickets--);</a:t>
            </a:r>
          </a:p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	}</a:t>
            </a:r>
          </a:p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 }</a:t>
            </a:r>
          </a:p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}</a:t>
            </a:r>
          </a:p>
        </p:txBody>
      </p:sp>
      <p:sp>
        <p:nvSpPr>
          <p:cNvPr id="9" name="文本框 8"/>
          <p:cNvSpPr txBox="1"/>
          <p:nvPr/>
        </p:nvSpPr>
        <p:spPr>
          <a:xfrm>
            <a:off x="1143000" y="911860"/>
            <a:ext cx="10235565" cy="1476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fontAlgn="auto">
              <a:lnSpc>
                <a:spcPct val="150000"/>
              </a:lnSpc>
            </a:pPr>
            <a:r>
              <a:rPr 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步骤一：</a:t>
            </a:r>
            <a:r>
              <a:rPr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定义SaleThread类并实现Runnable接口</a:t>
            </a:r>
            <a:r>
              <a:rPr 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；</a:t>
            </a:r>
            <a:r>
              <a:rPr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定义私有int类型变量tickets，表示总票数，初始值为10</a:t>
            </a:r>
            <a:r>
              <a:rPr 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；</a:t>
            </a:r>
            <a:r>
              <a:rPr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重写run()方法，在run()方法中使用while循环售票；调用sleep()方法使线程休眠300毫秒，用于模拟售票过程中线程的延迟；</a:t>
            </a:r>
            <a:r>
              <a:rPr 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具体代码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如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下所示：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35" y="266700"/>
            <a:ext cx="5220970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12.5.1  线程安全</a:t>
            </a: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3700" y="2174875"/>
            <a:ext cx="8862695" cy="2961640"/>
          </a:xfrm>
          <a:prstGeom prst="rect">
            <a:avLst/>
          </a:prstGeom>
        </p:spPr>
      </p:pic>
      <p:sp>
        <p:nvSpPr>
          <p:cNvPr id="8" name="矩形 7"/>
          <p:cNvSpPr/>
          <p:nvPr/>
        </p:nvSpPr>
        <p:spPr>
          <a:xfrm>
            <a:off x="2112645" y="2257425"/>
            <a:ext cx="7965440" cy="27971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public class Example15 {</a:t>
            </a:r>
          </a:p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    public static void main(String[] args) {</a:t>
            </a:r>
          </a:p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	SaleThread saleThread = new SaleThread(); // 创建SaleThread对象</a:t>
            </a:r>
          </a:p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	// 创建并开启四个线程</a:t>
            </a:r>
          </a:p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	new Thread(saleThread, "线程一").start();</a:t>
            </a:r>
          </a:p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	new Thread(saleThread, "线程二").start();</a:t>
            </a:r>
          </a:p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	new Thread(saleThread, "线程三").start();</a:t>
            </a:r>
          </a:p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	new Thread(saleThread, "线程四").start();</a:t>
            </a:r>
          </a:p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    }</a:t>
            </a:r>
          </a:p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}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1482090" y="970915"/>
            <a:ext cx="9225915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fontAlgn="auto">
              <a:lnSpc>
                <a:spcPct val="150000"/>
              </a:lnSpc>
            </a:pPr>
            <a:r>
              <a:rPr 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步骤二：</a:t>
            </a:r>
            <a:r>
              <a:rPr 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定义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main()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方法</a:t>
            </a:r>
            <a:r>
              <a:rPr 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，创建并开启四个线程，用于模拟四个售票窗口。具体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代码如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下所示：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35" y="266700"/>
            <a:ext cx="5220970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12.5.1  线程安全</a:t>
            </a:r>
          </a:p>
        </p:txBody>
      </p:sp>
      <p:sp>
        <p:nvSpPr>
          <p:cNvPr id="3" name="Chevron 3"/>
          <p:cNvSpPr/>
          <p:nvPr>
            <p:custDataLst>
              <p:tags r:id="rId1"/>
            </p:custDataLst>
          </p:nvPr>
        </p:nvSpPr>
        <p:spPr>
          <a:xfrm>
            <a:off x="1054100" y="1092200"/>
            <a:ext cx="1771015" cy="666115"/>
          </a:xfrm>
          <a:prstGeom prst="chevron">
            <a:avLst>
              <a:gd name="adj" fmla="val 43848"/>
            </a:avLst>
          </a:prstGeom>
          <a:solidFill>
            <a:srgbClr val="FFFFFF">
              <a:lumMod val="7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rmAutofit/>
          </a:bodyPr>
          <a:lstStyle/>
          <a:p>
            <a:pPr algn="ctr">
              <a:lnSpc>
                <a:spcPct val="120000"/>
              </a:lnSpc>
            </a:pPr>
            <a:endParaRPr lang="en-GB" sz="900">
              <a:solidFill>
                <a:sysClr val="windowText" lastClr="000000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396533" y="1232159"/>
            <a:ext cx="119888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运行结果</a:t>
            </a:r>
          </a:p>
        </p:txBody>
      </p:sp>
      <p:sp>
        <p:nvSpPr>
          <p:cNvPr id="10" name="文本框 9"/>
          <p:cNvSpPr txBox="1"/>
          <p:nvPr/>
        </p:nvSpPr>
        <p:spPr>
          <a:xfrm>
            <a:off x="3336925" y="1225550"/>
            <a:ext cx="526288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lnSpc>
                <a:spcPct val="100000"/>
              </a:lnSpc>
            </a:pP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运行代码，控制台显示的运行结果如图所示。</a:t>
            </a: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67530" y="2007870"/>
            <a:ext cx="3454900" cy="28440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35" y="266700"/>
            <a:ext cx="5220970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12.5.1  线程安全</a:t>
            </a:r>
          </a:p>
        </p:txBody>
      </p:sp>
      <p:sp>
        <p:nvSpPr>
          <p:cNvPr id="2" name="Chevron 3"/>
          <p:cNvSpPr/>
          <p:nvPr>
            <p:custDataLst>
              <p:tags r:id="rId1"/>
            </p:custDataLst>
          </p:nvPr>
        </p:nvSpPr>
        <p:spPr>
          <a:xfrm>
            <a:off x="1054100" y="1092200"/>
            <a:ext cx="2355215" cy="666115"/>
          </a:xfrm>
          <a:prstGeom prst="chevron">
            <a:avLst>
              <a:gd name="adj" fmla="val 43848"/>
            </a:avLst>
          </a:prstGeom>
          <a:solidFill>
            <a:srgbClr val="FFFFFF">
              <a:lumMod val="7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rmAutofit/>
          </a:bodyPr>
          <a:lstStyle/>
          <a:p>
            <a:pPr algn="ctr">
              <a:lnSpc>
                <a:spcPct val="120000"/>
              </a:lnSpc>
            </a:pPr>
            <a:endParaRPr lang="en-GB" sz="900">
              <a:solidFill>
                <a:sysClr val="windowText" lastClr="000000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396533" y="1232159"/>
            <a:ext cx="170688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运行结果分析</a:t>
            </a:r>
          </a:p>
        </p:txBody>
      </p:sp>
      <p:sp>
        <p:nvSpPr>
          <p:cNvPr id="100" name="文本框 99"/>
          <p:cNvSpPr txBox="1"/>
          <p:nvPr/>
        </p:nvSpPr>
        <p:spPr>
          <a:xfrm>
            <a:off x="1391920" y="2097405"/>
            <a:ext cx="9405620" cy="332295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indent="0" fontAlgn="auto">
              <a:lnSpc>
                <a:spcPct val="150000"/>
              </a:lnSpc>
            </a:pPr>
            <a:r>
              <a:rPr lang="zh-CN" altLang="zh-CN" sz="20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从上图可以看出，最后打印售出的票出现了</a:t>
            </a:r>
            <a:r>
              <a:rPr lang="zh-CN" altLang="zh-CN" sz="20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0和负数</a:t>
            </a:r>
            <a:r>
              <a:rPr lang="zh-CN" altLang="zh-CN" sz="20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这种现象是不应该出现的，原因是在售票程序的while循环中调用了sleep()方法，出现了线程延迟。假设当票号减为1时，线程1获取了CPU执行权，出售1号票，对票号进行判断后，进入while循环，在售票之前调用sleep()方法进入休眠；线程1休眠之后，线程2获取了CPU执行权，会进行售票，由于此时票号仍为1，所以线程2也会进入循环。同理，线程3和线程4也会进入while循环。休眠结束后，四个线程都会继续售票，这样就相当于将票号减了四次，因此结果会出现0和负数这样的票号。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35" y="266700"/>
            <a:ext cx="5220970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12.5.2  同步代码块</a:t>
            </a:r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4880" y="2215515"/>
            <a:ext cx="2797810" cy="3898265"/>
          </a:xfrm>
          <a:prstGeom prst="rect">
            <a:avLst/>
          </a:prstGeom>
        </p:spPr>
      </p:pic>
      <p:sp>
        <p:nvSpPr>
          <p:cNvPr id="13" name="椭圆形标注 12"/>
          <p:cNvSpPr/>
          <p:nvPr/>
        </p:nvSpPr>
        <p:spPr>
          <a:xfrm>
            <a:off x="2968625" y="1847215"/>
            <a:ext cx="2071370" cy="1493520"/>
          </a:xfrm>
          <a:prstGeom prst="wedgeEllipseCallout">
            <a:avLst/>
          </a:prstGeom>
          <a:solidFill>
            <a:schemeClr val="bg1">
              <a:lumMod val="85000"/>
            </a:schemeClr>
          </a:solidFill>
          <a:ln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 </a:t>
            </a:r>
          </a:p>
        </p:txBody>
      </p:sp>
      <p:sp>
        <p:nvSpPr>
          <p:cNvPr id="14" name="TextBox 35"/>
          <p:cNvSpPr txBox="1">
            <a:spLocks noChangeArrowheads="1"/>
          </p:cNvSpPr>
          <p:nvPr/>
        </p:nvSpPr>
        <p:spPr bwMode="auto">
          <a:xfrm>
            <a:off x="3247390" y="1925320"/>
            <a:ext cx="1606550" cy="12280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先定一个</a:t>
            </a: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小目标！</a:t>
            </a:r>
          </a:p>
        </p:txBody>
      </p:sp>
      <p:grpSp>
        <p:nvGrpSpPr>
          <p:cNvPr id="2" name="组合 1"/>
          <p:cNvGrpSpPr/>
          <p:nvPr/>
        </p:nvGrpSpPr>
        <p:grpSpPr>
          <a:xfrm>
            <a:off x="5379720" y="3375660"/>
            <a:ext cx="5447665" cy="1043940"/>
            <a:chOff x="8472" y="5316"/>
            <a:chExt cx="8579" cy="1644"/>
          </a:xfrm>
        </p:grpSpPr>
        <p:sp>
          <p:nvSpPr>
            <p:cNvPr id="15" name="TextBox 35"/>
            <p:cNvSpPr txBox="1">
              <a:spLocks noChangeArrowheads="1"/>
            </p:cNvSpPr>
            <p:nvPr/>
          </p:nvSpPr>
          <p:spPr bwMode="auto">
            <a:xfrm>
              <a:off x="9159" y="5316"/>
              <a:ext cx="7892" cy="16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121917" tIns="60958" rIns="121917" bIns="60958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just">
                <a:lnSpc>
                  <a:spcPct val="150000"/>
                </a:lnSpc>
              </a:pPr>
              <a:r>
                <a:rPr 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ea"/>
                </a:rPr>
                <a:t>掌握</a:t>
              </a:r>
              <a:r>
                <a:rPr lang="zh-CN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ea"/>
                </a:rPr>
                <a:t>同步代码块</a:t>
              </a:r>
              <a:r>
                <a:rPr 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ea"/>
                </a:rPr>
                <a:t>，能够使用synchronized创建同步代码块解决线程安全问题</a:t>
              </a:r>
            </a:p>
          </p:txBody>
        </p:sp>
        <p:grpSp>
          <p:nvGrpSpPr>
            <p:cNvPr id="19" name="组合 18"/>
            <p:cNvGrpSpPr/>
            <p:nvPr/>
          </p:nvGrpSpPr>
          <p:grpSpPr>
            <a:xfrm>
              <a:off x="8472" y="5571"/>
              <a:ext cx="638" cy="638"/>
              <a:chOff x="8881" y="4685"/>
              <a:chExt cx="638" cy="638"/>
            </a:xfrm>
          </p:grpSpPr>
          <p:sp>
            <p:nvSpPr>
              <p:cNvPr id="18" name="椭圆 17"/>
              <p:cNvSpPr/>
              <p:nvPr/>
            </p:nvSpPr>
            <p:spPr>
              <a:xfrm>
                <a:off x="8881" y="4685"/>
                <a:ext cx="638" cy="638"/>
              </a:xfrm>
              <a:prstGeom prst="ellipse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7" name="椭圆 16"/>
              <p:cNvSpPr/>
              <p:nvPr/>
            </p:nvSpPr>
            <p:spPr>
              <a:xfrm>
                <a:off x="8946" y="4750"/>
                <a:ext cx="508" cy="508"/>
              </a:xfrm>
              <a:prstGeom prst="ellipse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35" y="266700"/>
            <a:ext cx="5220970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12.5.2  同步代码块</a:t>
            </a:r>
          </a:p>
        </p:txBody>
      </p:sp>
      <p:sp>
        <p:nvSpPr>
          <p:cNvPr id="9" name="文本框 8"/>
          <p:cNvSpPr txBox="1"/>
          <p:nvPr/>
        </p:nvSpPr>
        <p:spPr>
          <a:xfrm>
            <a:off x="1692275" y="1998980"/>
            <a:ext cx="8806180" cy="2399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fontAlgn="auto">
              <a:lnSpc>
                <a:spcPct val="150000"/>
              </a:lnSpc>
            </a:pP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线程安全问题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其实就是由多个线程同时处理共享资源所导致的。要想解决线程安全问题，必须保证在任何时刻只能有一个线程访问共享资源。为了实现多个线程处理同一个资源，在Java中提供了同步机制。当多个线程使用同一个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共享资源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时，可以将处理共享资源的代码放在一个使用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synchronized关键字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修饰的代码块中，这个代码块被称作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同步代码块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。</a:t>
            </a:r>
          </a:p>
        </p:txBody>
      </p:sp>
      <p:sp>
        <p:nvSpPr>
          <p:cNvPr id="4" name="圆角矩形 3"/>
          <p:cNvSpPr/>
          <p:nvPr/>
        </p:nvSpPr>
        <p:spPr>
          <a:xfrm>
            <a:off x="1546860" y="1864995"/>
            <a:ext cx="9095740" cy="3129915"/>
          </a:xfrm>
          <a:prstGeom prst="roundRect">
            <a:avLst>
              <a:gd name="adj" fmla="val 0"/>
            </a:avLst>
          </a:prstGeom>
          <a:noFill/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7" name="矩形 93"/>
          <p:cNvSpPr/>
          <p:nvPr/>
        </p:nvSpPr>
        <p:spPr>
          <a:xfrm>
            <a:off x="1546860" y="1864995"/>
            <a:ext cx="384175" cy="486410"/>
          </a:xfrm>
          <a:custGeom>
            <a:avLst/>
            <a:gdLst/>
            <a:ahLst/>
            <a:cxnLst/>
            <a:rect l="l" t="t" r="r" b="b"/>
            <a:pathLst>
              <a:path w="504056" h="504056">
                <a:moveTo>
                  <a:pt x="0" y="0"/>
                </a:moveTo>
                <a:lnTo>
                  <a:pt x="504056" y="0"/>
                </a:lnTo>
                <a:lnTo>
                  <a:pt x="504056" y="144016"/>
                </a:lnTo>
                <a:lnTo>
                  <a:pt x="144016" y="144016"/>
                </a:lnTo>
                <a:lnTo>
                  <a:pt x="144016" y="504056"/>
                </a:lnTo>
                <a:lnTo>
                  <a:pt x="0" y="50405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1" name="矩形 93"/>
          <p:cNvSpPr/>
          <p:nvPr/>
        </p:nvSpPr>
        <p:spPr>
          <a:xfrm rot="10800000">
            <a:off x="10258425" y="4508500"/>
            <a:ext cx="384175" cy="486410"/>
          </a:xfrm>
          <a:custGeom>
            <a:avLst/>
            <a:gdLst/>
            <a:ahLst/>
            <a:cxnLst/>
            <a:rect l="l" t="t" r="r" b="b"/>
            <a:pathLst>
              <a:path w="504056" h="504056">
                <a:moveTo>
                  <a:pt x="0" y="0"/>
                </a:moveTo>
                <a:lnTo>
                  <a:pt x="504056" y="0"/>
                </a:lnTo>
                <a:lnTo>
                  <a:pt x="504056" y="144016"/>
                </a:lnTo>
                <a:lnTo>
                  <a:pt x="144016" y="144016"/>
                </a:lnTo>
                <a:lnTo>
                  <a:pt x="144016" y="504056"/>
                </a:lnTo>
                <a:lnTo>
                  <a:pt x="0" y="50405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35" y="266700"/>
            <a:ext cx="5220970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12.5.2  同步代码块</a:t>
            </a:r>
          </a:p>
        </p:txBody>
      </p:sp>
      <p:sp>
        <p:nvSpPr>
          <p:cNvPr id="2" name="Chevron 3"/>
          <p:cNvSpPr/>
          <p:nvPr>
            <p:custDataLst>
              <p:tags r:id="rId1"/>
            </p:custDataLst>
          </p:nvPr>
        </p:nvSpPr>
        <p:spPr>
          <a:xfrm>
            <a:off x="1054100" y="1092200"/>
            <a:ext cx="3327400" cy="666115"/>
          </a:xfrm>
          <a:prstGeom prst="chevron">
            <a:avLst>
              <a:gd name="adj" fmla="val 43848"/>
            </a:avLst>
          </a:prstGeom>
          <a:solidFill>
            <a:srgbClr val="FFFFFF">
              <a:lumMod val="7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rmAutofit/>
          </a:bodyPr>
          <a:lstStyle/>
          <a:p>
            <a:pPr algn="ctr">
              <a:lnSpc>
                <a:spcPct val="120000"/>
              </a:lnSpc>
            </a:pPr>
            <a:endParaRPr lang="en-GB" sz="900">
              <a:solidFill>
                <a:sysClr val="windowText" lastClr="000000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324778" y="1232159"/>
            <a:ext cx="272288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同步代码块的语法格式</a:t>
            </a:r>
          </a:p>
        </p:txBody>
      </p:sp>
      <p:sp>
        <p:nvSpPr>
          <p:cNvPr id="9" name="文本框 8"/>
          <p:cNvSpPr txBox="1"/>
          <p:nvPr/>
        </p:nvSpPr>
        <p:spPr>
          <a:xfrm>
            <a:off x="1143635" y="1992630"/>
            <a:ext cx="6930390" cy="5530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fontAlgn="auto">
              <a:lnSpc>
                <a:spcPct val="150000"/>
              </a:lnSpc>
            </a:pPr>
            <a:r>
              <a:rPr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使用</a:t>
            </a:r>
            <a:r>
              <a:rPr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synchronized</a:t>
            </a:r>
            <a:r>
              <a:rPr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关键字创建同步代码块的语法格式如下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。</a:t>
            </a:r>
          </a:p>
        </p:txBody>
      </p:sp>
      <p:sp>
        <p:nvSpPr>
          <p:cNvPr id="5" name="矩形 4"/>
          <p:cNvSpPr/>
          <p:nvPr/>
        </p:nvSpPr>
        <p:spPr>
          <a:xfrm>
            <a:off x="3542030" y="2780665"/>
            <a:ext cx="5106035" cy="112268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1" algn="l" fontAlgn="auto">
              <a:lnSpc>
                <a:spcPct val="110000"/>
              </a:lnSpc>
            </a:pPr>
            <a:r>
              <a:rPr lang="zh-CN" altLang="en-US" sz="18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synchronized(lock){</a:t>
            </a:r>
          </a:p>
          <a:p>
            <a:pPr lvl="1" algn="l" fontAlgn="auto">
              <a:lnSpc>
                <a:spcPct val="110000"/>
              </a:lnSpc>
            </a:pPr>
            <a:r>
              <a:rPr lang="en-US" altLang="zh-CN" sz="18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	</a:t>
            </a:r>
            <a:r>
              <a:rPr lang="zh-CN" altLang="en-US" sz="18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操作共享资源代码块</a:t>
            </a:r>
          </a:p>
          <a:p>
            <a:pPr lvl="1" algn="l" fontAlgn="auto">
              <a:lnSpc>
                <a:spcPct val="110000"/>
              </a:lnSpc>
            </a:pPr>
            <a:r>
              <a:rPr lang="zh-CN" altLang="en-US" sz="18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}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1144270" y="4041775"/>
            <a:ext cx="10106660" cy="21685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fontAlgn="auto">
              <a:lnSpc>
                <a:spcPct val="150000"/>
              </a:lnSpc>
            </a:pPr>
            <a:r>
              <a:rPr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在上面的代码中，</a:t>
            </a:r>
            <a:r>
              <a:rPr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lock</a:t>
            </a:r>
            <a:r>
              <a:rPr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是一个</a:t>
            </a:r>
            <a:r>
              <a:rPr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锁对象</a:t>
            </a:r>
            <a:r>
              <a:rPr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它是同步代码块的关键，相当于为同步代码加锁。当某一个线程执行同步代码块时，其他线程将无法执行，进入阻塞状态。当前线程执行完后，再与其他线程重新抢夺CPU的执行权，抢到CPU执行权的线程将进入同步代码块，执行其中的代码。以此循环往复，直到共享资源被处理完为止。这个过程就好比一个公用电话亭，只有前一个人打完电话出来后，后面的人才可以打。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35" y="266700"/>
            <a:ext cx="5220970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12.5.2  同步代码块</a:t>
            </a:r>
          </a:p>
        </p:txBody>
      </p:sp>
      <p:sp>
        <p:nvSpPr>
          <p:cNvPr id="2" name="Chevron 3"/>
          <p:cNvSpPr/>
          <p:nvPr>
            <p:custDataLst>
              <p:tags r:id="rId1"/>
            </p:custDataLst>
          </p:nvPr>
        </p:nvSpPr>
        <p:spPr>
          <a:xfrm>
            <a:off x="1054100" y="1307465"/>
            <a:ext cx="4659630" cy="666115"/>
          </a:xfrm>
          <a:prstGeom prst="chevron">
            <a:avLst>
              <a:gd name="adj" fmla="val 43848"/>
            </a:avLst>
          </a:prstGeom>
          <a:solidFill>
            <a:srgbClr val="FFFFFF">
              <a:lumMod val="7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rmAutofit/>
          </a:bodyPr>
          <a:lstStyle/>
          <a:p>
            <a:pPr algn="ctr">
              <a:lnSpc>
                <a:spcPct val="120000"/>
              </a:lnSpc>
            </a:pPr>
            <a:endParaRPr lang="en-GB" sz="900">
              <a:solidFill>
                <a:sysClr val="windowText" lastClr="000000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324778" y="1447424"/>
            <a:ext cx="4070985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案例演示synchronized同步代码块</a:t>
            </a:r>
          </a:p>
        </p:txBody>
      </p:sp>
      <p:sp>
        <p:nvSpPr>
          <p:cNvPr id="9" name="文本框 8"/>
          <p:cNvSpPr txBox="1"/>
          <p:nvPr/>
        </p:nvSpPr>
        <p:spPr>
          <a:xfrm>
            <a:off x="1711325" y="2922270"/>
            <a:ext cx="8767445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fontAlgn="auto">
              <a:lnSpc>
                <a:spcPct val="150000"/>
              </a:lnSpc>
            </a:pPr>
            <a:r>
              <a:rPr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下面</a:t>
            </a:r>
            <a:r>
              <a:rPr 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对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12.5.1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中的售票案例进行修改</a:t>
            </a:r>
            <a:r>
              <a:rPr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，将用于售票的代码放在synchronized同步代码块中</a:t>
            </a:r>
            <a:r>
              <a:rPr 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。使用同步代码块解决线程安全的问题。具体如下。</a:t>
            </a:r>
            <a:endParaRPr lang="en-US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35" y="266700"/>
            <a:ext cx="5220970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12.5.2  同步代码块</a:t>
            </a: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57960" y="2161540"/>
            <a:ext cx="9248775" cy="4308475"/>
          </a:xfrm>
          <a:prstGeom prst="rect">
            <a:avLst/>
          </a:prstGeom>
        </p:spPr>
      </p:pic>
      <p:sp>
        <p:nvSpPr>
          <p:cNvPr id="8" name="矩形 7"/>
          <p:cNvSpPr/>
          <p:nvPr/>
        </p:nvSpPr>
        <p:spPr>
          <a:xfrm>
            <a:off x="1457960" y="2160905"/>
            <a:ext cx="9276715" cy="43097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auto">
              <a:lnSpc>
                <a:spcPct val="101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class Ticket1 implements Runnable {</a:t>
            </a:r>
          </a:p>
          <a:p>
            <a:pPr fontAlgn="auto">
              <a:lnSpc>
                <a:spcPct val="101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private int tickets = 10; // 定义变量tickets，并赋值10</a:t>
            </a:r>
          </a:p>
          <a:p>
            <a:pPr fontAlgn="auto">
              <a:lnSpc>
                <a:spcPct val="101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</a:t>
            </a:r>
            <a:r>
              <a:rPr lang="en-US" altLang="zh-CN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Object lock = new Object(); // 定义任意一个对象，用作同步代码块的锁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01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public void run() {</a:t>
            </a:r>
          </a:p>
          <a:p>
            <a:pPr fontAlgn="auto">
              <a:lnSpc>
                <a:spcPct val="101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while (true) {</a:t>
            </a:r>
          </a:p>
          <a:p>
            <a:pPr fontAlgn="auto">
              <a:lnSpc>
                <a:spcPct val="101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    </a:t>
            </a:r>
            <a:r>
              <a:rPr lang="en-US" altLang="zh-CN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synchronized (lock) {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// 定义同步代码块</a:t>
            </a:r>
          </a:p>
          <a:p>
            <a:pPr fontAlgn="auto">
              <a:lnSpc>
                <a:spcPct val="101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        try {</a:t>
            </a:r>
          </a:p>
          <a:p>
            <a:pPr fontAlgn="auto">
              <a:lnSpc>
                <a:spcPct val="101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            Thread.sleep(300); // 经过的线程休眠300毫秒</a:t>
            </a:r>
          </a:p>
          <a:p>
            <a:pPr fontAlgn="auto">
              <a:lnSpc>
                <a:spcPct val="101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        } catch (InterruptedException e) {</a:t>
            </a:r>
          </a:p>
          <a:p>
            <a:pPr fontAlgn="auto">
              <a:lnSpc>
                <a:spcPct val="101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            e.printStackTrace();</a:t>
            </a:r>
          </a:p>
          <a:p>
            <a:pPr fontAlgn="auto">
              <a:lnSpc>
                <a:spcPct val="101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        }</a:t>
            </a:r>
          </a:p>
          <a:p>
            <a:pPr fontAlgn="auto">
              <a:lnSpc>
                <a:spcPct val="101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        if (tickets &gt; 0) {</a:t>
            </a:r>
          </a:p>
          <a:p>
            <a:pPr fontAlgn="auto">
              <a:lnSpc>
                <a:spcPct val="101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            System.out.println(Thread.currentThread().getName()+ "---卖出的票" + tickets--);</a:t>
            </a:r>
          </a:p>
          <a:p>
            <a:pPr fontAlgn="auto">
              <a:lnSpc>
                <a:spcPct val="101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        } else { // 如果 tickets小于0，跳出循环</a:t>
            </a:r>
          </a:p>
          <a:p>
            <a:pPr fontAlgn="auto">
              <a:lnSpc>
                <a:spcPct val="101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            break;</a:t>
            </a:r>
          </a:p>
          <a:p>
            <a:pPr fontAlgn="auto">
              <a:lnSpc>
                <a:spcPct val="101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        }</a:t>
            </a:r>
          </a:p>
          <a:p>
            <a:pPr fontAlgn="auto">
              <a:lnSpc>
                <a:spcPct val="101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    } } } }</a:t>
            </a:r>
          </a:p>
        </p:txBody>
      </p:sp>
      <p:sp>
        <p:nvSpPr>
          <p:cNvPr id="9" name="文本框 8"/>
          <p:cNvSpPr txBox="1"/>
          <p:nvPr/>
        </p:nvSpPr>
        <p:spPr>
          <a:xfrm>
            <a:off x="1143000" y="852170"/>
            <a:ext cx="10246995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fontAlgn="auto">
              <a:lnSpc>
                <a:spcPct val="150000"/>
              </a:lnSpc>
            </a:pPr>
            <a:r>
              <a:rPr 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步骤一：</a:t>
            </a:r>
            <a:r>
              <a:rPr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修改上节中的案例</a:t>
            </a:r>
            <a:r>
              <a:rPr 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将有关tickets变量的操作全部都放到同步代码块中。为了保证线程持续执行，将同步代码块放在死循环中，直到ticket&lt;0时跳出循环。代码如下：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35" y="266700"/>
            <a:ext cx="5220970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12.5.2  同步代码块</a:t>
            </a: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3700" y="2174875"/>
            <a:ext cx="8862695" cy="2978150"/>
          </a:xfrm>
          <a:prstGeom prst="rect">
            <a:avLst/>
          </a:prstGeom>
        </p:spPr>
      </p:pic>
      <p:sp>
        <p:nvSpPr>
          <p:cNvPr id="8" name="矩形 7"/>
          <p:cNvSpPr/>
          <p:nvPr/>
        </p:nvSpPr>
        <p:spPr>
          <a:xfrm>
            <a:off x="3010535" y="2265045"/>
            <a:ext cx="6169025" cy="27971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public class Example16 {</a:t>
            </a:r>
          </a:p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public static void main(String[] args) {</a:t>
            </a:r>
          </a:p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Ticket1 ticket = new Ticket1(); // 创建Ticket1对象</a:t>
            </a:r>
          </a:p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// 创建并开启四个线程</a:t>
            </a:r>
          </a:p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new Thread(ticket, "线程一").start();</a:t>
            </a:r>
          </a:p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new Thread(ticket, "线程二").start();</a:t>
            </a:r>
          </a:p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new Thread(ticket, "线程三").start();</a:t>
            </a:r>
          </a:p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new Thread(ticket, "线程四").start();</a:t>
            </a:r>
          </a:p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}</a:t>
            </a:r>
          </a:p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}</a:t>
            </a:r>
          </a:p>
        </p:txBody>
      </p:sp>
      <p:sp>
        <p:nvSpPr>
          <p:cNvPr id="9" name="文本框 8"/>
          <p:cNvSpPr txBox="1"/>
          <p:nvPr/>
        </p:nvSpPr>
        <p:spPr>
          <a:xfrm>
            <a:off x="1143000" y="923925"/>
            <a:ext cx="9877425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fontAlgn="auto">
              <a:lnSpc>
                <a:spcPct val="150000"/>
              </a:lnSpc>
            </a:pPr>
            <a:r>
              <a:rPr 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步骤二：</a:t>
            </a:r>
            <a:r>
              <a:rPr 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定义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main()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方法</a:t>
            </a:r>
            <a:r>
              <a:rPr 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，创建并开启四个线程，用于模拟四个售票窗口。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代码如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下所示：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35" y="266700"/>
            <a:ext cx="5220970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12.5.2  同步代码块</a:t>
            </a:r>
          </a:p>
        </p:txBody>
      </p:sp>
      <p:sp>
        <p:nvSpPr>
          <p:cNvPr id="3" name="Chevron 3"/>
          <p:cNvSpPr/>
          <p:nvPr>
            <p:custDataLst>
              <p:tags r:id="rId1"/>
            </p:custDataLst>
          </p:nvPr>
        </p:nvSpPr>
        <p:spPr>
          <a:xfrm>
            <a:off x="1054100" y="1092200"/>
            <a:ext cx="1771015" cy="666115"/>
          </a:xfrm>
          <a:prstGeom prst="chevron">
            <a:avLst>
              <a:gd name="adj" fmla="val 43848"/>
            </a:avLst>
          </a:prstGeom>
          <a:solidFill>
            <a:srgbClr val="FFFFFF">
              <a:lumMod val="7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rmAutofit/>
          </a:bodyPr>
          <a:lstStyle/>
          <a:p>
            <a:pPr algn="ctr">
              <a:lnSpc>
                <a:spcPct val="120000"/>
              </a:lnSpc>
            </a:pPr>
            <a:endParaRPr lang="en-GB" sz="900">
              <a:solidFill>
                <a:sysClr val="windowText" lastClr="000000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396533" y="1232159"/>
            <a:ext cx="119888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运行结果</a:t>
            </a:r>
          </a:p>
        </p:txBody>
      </p:sp>
      <p:sp>
        <p:nvSpPr>
          <p:cNvPr id="10" name="文本框 9"/>
          <p:cNvSpPr txBox="1"/>
          <p:nvPr/>
        </p:nvSpPr>
        <p:spPr>
          <a:xfrm>
            <a:off x="3336925" y="1225550"/>
            <a:ext cx="526288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lnSpc>
                <a:spcPct val="100000"/>
              </a:lnSpc>
            </a:pP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运行代码，控制台显示的运行结果如图所示。</a:t>
            </a: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58323" y="2066608"/>
            <a:ext cx="3472862" cy="2340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6" name="文本框 5"/>
          <p:cNvSpPr txBox="1"/>
          <p:nvPr/>
        </p:nvSpPr>
        <p:spPr>
          <a:xfrm>
            <a:off x="1294765" y="4849495"/>
            <a:ext cx="9600565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fontAlgn="auto">
              <a:lnSpc>
                <a:spcPct val="150000"/>
              </a:lnSpc>
            </a:pP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从图可以看出，售出的票不再出现0和负数的情况，这是因为售票的代码实现了同步，之前出现的线程安全问题得以解决。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35" y="266700"/>
            <a:ext cx="5220970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12.5.2  同步代码块</a:t>
            </a:r>
          </a:p>
        </p:txBody>
      </p:sp>
      <p:sp>
        <p:nvSpPr>
          <p:cNvPr id="4" name="Chevron 3"/>
          <p:cNvSpPr/>
          <p:nvPr>
            <p:custDataLst>
              <p:tags r:id="rId1"/>
            </p:custDataLst>
          </p:nvPr>
        </p:nvSpPr>
        <p:spPr>
          <a:xfrm>
            <a:off x="1054100" y="1092200"/>
            <a:ext cx="3530600" cy="666115"/>
          </a:xfrm>
          <a:prstGeom prst="chevron">
            <a:avLst>
              <a:gd name="adj" fmla="val 43848"/>
            </a:avLst>
          </a:prstGeom>
          <a:solidFill>
            <a:srgbClr val="FFFFFF">
              <a:lumMod val="7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rmAutofit/>
          </a:bodyPr>
          <a:lstStyle/>
          <a:p>
            <a:pPr algn="ctr">
              <a:lnSpc>
                <a:spcPct val="120000"/>
              </a:lnSpc>
            </a:pPr>
            <a:endParaRPr lang="en-GB" sz="900">
              <a:solidFill>
                <a:sysClr val="windowText" lastClr="000000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1324778" y="1232159"/>
            <a:ext cx="297688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使用同步代码块注意事项</a:t>
            </a:r>
          </a:p>
        </p:txBody>
      </p:sp>
      <p:sp>
        <p:nvSpPr>
          <p:cNvPr id="9" name="文本框 8"/>
          <p:cNvSpPr txBox="1"/>
          <p:nvPr/>
        </p:nvSpPr>
        <p:spPr>
          <a:xfrm>
            <a:off x="1692275" y="2230120"/>
            <a:ext cx="8806180" cy="2399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fontAlgn="auto">
              <a:lnSpc>
                <a:spcPct val="150000"/>
              </a:lnSpc>
            </a:pP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同步代码块中的锁对象可以是任意类型的对象，但多个线程共享的锁对象必须是相同的一个。“任意”说的是共享锁对象的类型。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锁对象的创建代码不能放到run()方法中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，否则每个线程运行到run()方法都会创建一个新对象，这样每个线程都会有一个不同的锁，每个锁都有自己的标志位，这样线程之间便不能产生同步的效果。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35" y="266700"/>
            <a:ext cx="5220970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12.5.3  同步方法</a:t>
            </a:r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4880" y="2215515"/>
            <a:ext cx="2797810" cy="3898265"/>
          </a:xfrm>
          <a:prstGeom prst="rect">
            <a:avLst/>
          </a:prstGeom>
        </p:spPr>
      </p:pic>
      <p:sp>
        <p:nvSpPr>
          <p:cNvPr id="13" name="椭圆形标注 12"/>
          <p:cNvSpPr/>
          <p:nvPr/>
        </p:nvSpPr>
        <p:spPr>
          <a:xfrm>
            <a:off x="2968625" y="1847215"/>
            <a:ext cx="2071370" cy="1493520"/>
          </a:xfrm>
          <a:prstGeom prst="wedgeEllipseCallout">
            <a:avLst/>
          </a:prstGeom>
          <a:solidFill>
            <a:schemeClr val="bg1">
              <a:lumMod val="85000"/>
            </a:schemeClr>
          </a:solidFill>
          <a:ln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 </a:t>
            </a:r>
          </a:p>
        </p:txBody>
      </p:sp>
      <p:sp>
        <p:nvSpPr>
          <p:cNvPr id="14" name="TextBox 35"/>
          <p:cNvSpPr txBox="1">
            <a:spLocks noChangeArrowheads="1"/>
          </p:cNvSpPr>
          <p:nvPr/>
        </p:nvSpPr>
        <p:spPr bwMode="auto">
          <a:xfrm>
            <a:off x="3247390" y="1925320"/>
            <a:ext cx="1606550" cy="12280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先定一个</a:t>
            </a: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小目标！</a:t>
            </a:r>
          </a:p>
        </p:txBody>
      </p:sp>
      <p:grpSp>
        <p:nvGrpSpPr>
          <p:cNvPr id="2" name="组合 1"/>
          <p:cNvGrpSpPr/>
          <p:nvPr/>
        </p:nvGrpSpPr>
        <p:grpSpPr>
          <a:xfrm>
            <a:off x="5379720" y="3375660"/>
            <a:ext cx="5489575" cy="1043940"/>
            <a:chOff x="8472" y="5316"/>
            <a:chExt cx="8645" cy="1644"/>
          </a:xfrm>
        </p:grpSpPr>
        <p:sp>
          <p:nvSpPr>
            <p:cNvPr id="15" name="TextBox 35"/>
            <p:cNvSpPr txBox="1">
              <a:spLocks noChangeArrowheads="1"/>
            </p:cNvSpPr>
            <p:nvPr/>
          </p:nvSpPr>
          <p:spPr bwMode="auto">
            <a:xfrm>
              <a:off x="9159" y="5316"/>
              <a:ext cx="7958" cy="16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121917" tIns="60958" rIns="121917" bIns="60958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just">
                <a:lnSpc>
                  <a:spcPct val="150000"/>
                </a:lnSpc>
              </a:pPr>
              <a:r>
                <a:rPr 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ea"/>
                </a:rPr>
                <a:t>掌握</a:t>
              </a:r>
              <a:r>
                <a:rPr lang="zh-CN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ea"/>
                </a:rPr>
                <a:t>同步方法</a:t>
              </a:r>
              <a:r>
                <a:rPr 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ea"/>
                </a:rPr>
                <a:t>，能够使用synchronized定义同步方法解决线程安全问题</a:t>
              </a:r>
            </a:p>
          </p:txBody>
        </p:sp>
        <p:grpSp>
          <p:nvGrpSpPr>
            <p:cNvPr id="19" name="组合 18"/>
            <p:cNvGrpSpPr/>
            <p:nvPr/>
          </p:nvGrpSpPr>
          <p:grpSpPr>
            <a:xfrm>
              <a:off x="8472" y="5571"/>
              <a:ext cx="638" cy="638"/>
              <a:chOff x="8881" y="4685"/>
              <a:chExt cx="638" cy="638"/>
            </a:xfrm>
          </p:grpSpPr>
          <p:sp>
            <p:nvSpPr>
              <p:cNvPr id="18" name="椭圆 17"/>
              <p:cNvSpPr/>
              <p:nvPr/>
            </p:nvSpPr>
            <p:spPr>
              <a:xfrm>
                <a:off x="8881" y="4685"/>
                <a:ext cx="638" cy="638"/>
              </a:xfrm>
              <a:prstGeom prst="ellipse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7" name="椭圆 16"/>
              <p:cNvSpPr/>
              <p:nvPr/>
            </p:nvSpPr>
            <p:spPr>
              <a:xfrm>
                <a:off x="8946" y="4750"/>
                <a:ext cx="508" cy="508"/>
              </a:xfrm>
              <a:prstGeom prst="ellipse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35" y="266700"/>
            <a:ext cx="5220970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12.5.3  同步方法</a:t>
            </a:r>
          </a:p>
        </p:txBody>
      </p:sp>
      <p:sp>
        <p:nvSpPr>
          <p:cNvPr id="3" name="Chevron 3"/>
          <p:cNvSpPr/>
          <p:nvPr>
            <p:custDataLst>
              <p:tags r:id="rId1"/>
            </p:custDataLst>
          </p:nvPr>
        </p:nvSpPr>
        <p:spPr>
          <a:xfrm>
            <a:off x="1054100" y="1092200"/>
            <a:ext cx="3027045" cy="666115"/>
          </a:xfrm>
          <a:prstGeom prst="chevron">
            <a:avLst>
              <a:gd name="adj" fmla="val 43848"/>
            </a:avLst>
          </a:prstGeom>
          <a:solidFill>
            <a:srgbClr val="FFFFFF">
              <a:lumMod val="7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rmAutofit/>
          </a:bodyPr>
          <a:lstStyle/>
          <a:p>
            <a:pPr algn="ctr">
              <a:lnSpc>
                <a:spcPct val="120000"/>
              </a:lnSpc>
            </a:pPr>
            <a:endParaRPr lang="en-GB" sz="900">
              <a:solidFill>
                <a:sysClr val="windowText" lastClr="000000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324778" y="1232159"/>
            <a:ext cx="246888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同步方法的语法格式</a:t>
            </a:r>
          </a:p>
        </p:txBody>
      </p:sp>
      <p:sp>
        <p:nvSpPr>
          <p:cNvPr id="9" name="文本框 8"/>
          <p:cNvSpPr txBox="1"/>
          <p:nvPr/>
        </p:nvSpPr>
        <p:spPr>
          <a:xfrm>
            <a:off x="1143635" y="1992630"/>
            <a:ext cx="9775190" cy="1476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fontAlgn="auto">
              <a:lnSpc>
                <a:spcPct val="150000"/>
              </a:lnSpc>
            </a:pPr>
            <a:r>
              <a:rPr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除了修饰代码块，</a:t>
            </a:r>
            <a:r>
              <a:rPr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sychronized</a:t>
            </a:r>
            <a:r>
              <a:rPr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关键字同样可以</a:t>
            </a:r>
            <a:r>
              <a:rPr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修饰方法</a:t>
            </a:r>
            <a:r>
              <a:rPr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，被synchronized关键字修饰的方法为</a:t>
            </a:r>
            <a:r>
              <a:rPr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同步方法</a:t>
            </a:r>
            <a:r>
              <a:rPr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。同步方法和同步代码块一样，同一时刻，只允许一个线程调用同步方法。synchronized关键字修饰方法的具体语法格式如下</a:t>
            </a:r>
            <a:r>
              <a:rPr 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：</a:t>
            </a:r>
          </a:p>
        </p:txBody>
      </p:sp>
      <p:sp>
        <p:nvSpPr>
          <p:cNvPr id="5" name="矩形 4"/>
          <p:cNvSpPr/>
          <p:nvPr/>
        </p:nvSpPr>
        <p:spPr>
          <a:xfrm>
            <a:off x="2893695" y="3752215"/>
            <a:ext cx="6402705" cy="112268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1" algn="l" fontAlgn="auto">
              <a:lnSpc>
                <a:spcPct val="110000"/>
              </a:lnSpc>
            </a:pPr>
            <a:r>
              <a:rPr lang="zh-CN" altLang="en-US" sz="18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synchronized 返回值类型 方法名([参数1,...]){ }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35" y="266700"/>
            <a:ext cx="5220970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12.5.3  同步方法</a:t>
            </a:r>
          </a:p>
        </p:txBody>
      </p:sp>
      <p:sp>
        <p:nvSpPr>
          <p:cNvPr id="3" name="Chevron 3"/>
          <p:cNvSpPr/>
          <p:nvPr>
            <p:custDataLst>
              <p:tags r:id="rId1"/>
            </p:custDataLst>
          </p:nvPr>
        </p:nvSpPr>
        <p:spPr>
          <a:xfrm>
            <a:off x="1054100" y="1235710"/>
            <a:ext cx="4324985" cy="666115"/>
          </a:xfrm>
          <a:prstGeom prst="chevron">
            <a:avLst>
              <a:gd name="adj" fmla="val 43848"/>
            </a:avLst>
          </a:prstGeom>
          <a:solidFill>
            <a:srgbClr val="FFFFFF">
              <a:lumMod val="7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rmAutofit/>
          </a:bodyPr>
          <a:lstStyle/>
          <a:p>
            <a:pPr algn="ctr">
              <a:lnSpc>
                <a:spcPct val="120000"/>
              </a:lnSpc>
            </a:pPr>
            <a:endParaRPr lang="en-GB" sz="900">
              <a:solidFill>
                <a:sysClr val="windowText" lastClr="000000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324778" y="1375669"/>
            <a:ext cx="3816985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案例演示synchronized同步方法</a:t>
            </a:r>
          </a:p>
        </p:txBody>
      </p:sp>
      <p:sp>
        <p:nvSpPr>
          <p:cNvPr id="9" name="文本框 8"/>
          <p:cNvSpPr txBox="1"/>
          <p:nvPr/>
        </p:nvSpPr>
        <p:spPr>
          <a:xfrm>
            <a:off x="1207770" y="2922270"/>
            <a:ext cx="9775190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fontAlgn="auto">
              <a:lnSpc>
                <a:spcPct val="150000"/>
              </a:lnSpc>
            </a:pPr>
            <a:r>
              <a:rPr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下面</a:t>
            </a:r>
            <a:r>
              <a:rPr 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对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12.5.2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中的售票案例进行修改</a:t>
            </a:r>
            <a:r>
              <a:rPr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，在Ticket1类中定义一个同步方法saleTicket()，用于实现售票功能</a:t>
            </a:r>
            <a:r>
              <a:rPr 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。使用同步方法解决线程安全的问题。具体如下。</a:t>
            </a:r>
            <a:endParaRPr 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35" y="266700"/>
            <a:ext cx="5220970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12.5.3  同步方法</a:t>
            </a: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3700" y="2174875"/>
            <a:ext cx="8862695" cy="3148965"/>
          </a:xfrm>
          <a:prstGeom prst="rect">
            <a:avLst/>
          </a:prstGeom>
        </p:spPr>
      </p:pic>
      <p:sp>
        <p:nvSpPr>
          <p:cNvPr id="3" name="矩形 2"/>
          <p:cNvSpPr/>
          <p:nvPr/>
        </p:nvSpPr>
        <p:spPr>
          <a:xfrm>
            <a:off x="2246630" y="2215515"/>
            <a:ext cx="7670165" cy="30676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private </a:t>
            </a:r>
            <a:r>
              <a:rPr lang="en-US" altLang="zh-CN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synchronized 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void saleTicket() {</a:t>
            </a:r>
          </a:p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if (tickets &gt; 0) {</a:t>
            </a:r>
          </a:p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    try {</a:t>
            </a:r>
          </a:p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        Thread.sleep(300); // 经过的线程休眠300毫秒</a:t>
            </a:r>
          </a:p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    } catch (InterruptedException e) {</a:t>
            </a:r>
          </a:p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        e.printStackTrace();</a:t>
            </a:r>
          </a:p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    }</a:t>
            </a:r>
          </a:p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    System.out.println(Thread.currentThread().getName() + "---卖出的票"</a:t>
            </a:r>
          </a:p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            + tickets--);</a:t>
            </a:r>
          </a:p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}</a:t>
            </a:r>
          </a:p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}</a:t>
            </a:r>
          </a:p>
        </p:txBody>
      </p:sp>
      <p:sp>
        <p:nvSpPr>
          <p:cNvPr id="9" name="文本框 8"/>
          <p:cNvSpPr txBox="1"/>
          <p:nvPr/>
        </p:nvSpPr>
        <p:spPr>
          <a:xfrm>
            <a:off x="1143000" y="923925"/>
            <a:ext cx="9877425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fontAlgn="auto">
              <a:lnSpc>
                <a:spcPct val="150000"/>
              </a:lnSpc>
            </a:pPr>
            <a:r>
              <a:rPr 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步骤一：</a:t>
            </a:r>
            <a:r>
              <a:rPr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将售票代码抽取为售票方法saleTicket()，并用synchronized关键字修饰saleTicket()方法</a:t>
            </a:r>
            <a:r>
              <a:rPr 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。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代码如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下所示：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35" y="266700"/>
            <a:ext cx="5220970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12.5.3  同步方法</a:t>
            </a: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49880" y="2533650"/>
            <a:ext cx="6602730" cy="3743325"/>
          </a:xfrm>
          <a:prstGeom prst="rect">
            <a:avLst/>
          </a:prstGeom>
        </p:spPr>
      </p:pic>
      <p:sp>
        <p:nvSpPr>
          <p:cNvPr id="8" name="矩形 7"/>
          <p:cNvSpPr/>
          <p:nvPr/>
        </p:nvSpPr>
        <p:spPr>
          <a:xfrm>
            <a:off x="3409950" y="2600960"/>
            <a:ext cx="5482590" cy="36087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......//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省略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main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方法，参考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12.5.2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即可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// 定义Ticket1类实现Runnable接口</a:t>
            </a:r>
          </a:p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class Ticket1 implements Runnable {</a:t>
            </a:r>
          </a:p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 private int tickets = 10;</a:t>
            </a:r>
          </a:p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 public void run() {</a:t>
            </a:r>
          </a:p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       while (true) {</a:t>
            </a:r>
          </a:p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	 </a:t>
            </a:r>
            <a:r>
              <a:rPr lang="en-US" altLang="zh-CN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saleTicket(); // 调用售票方法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	 if (tickets &lt;= 0) {</a:t>
            </a:r>
          </a:p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	       break;</a:t>
            </a:r>
          </a:p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	 }</a:t>
            </a:r>
          </a:p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       }</a:t>
            </a:r>
          </a:p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 }</a:t>
            </a:r>
          </a:p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}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1143000" y="923925"/>
            <a:ext cx="9877425" cy="1476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fontAlgn="auto">
              <a:lnSpc>
                <a:spcPct val="150000"/>
              </a:lnSpc>
            </a:pPr>
            <a:r>
              <a:rPr 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步骤二：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定义Ticket1类实现Runnable接口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，在重写的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run()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方法中的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while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循环中调用抽取的售票方法</a:t>
            </a:r>
            <a:r>
              <a:rPr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saleTicket()</a:t>
            </a:r>
            <a:r>
              <a:rPr 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。省略定义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main()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方法的步骤，参考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12.5.2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即可。具体代码如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下所示：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35" y="266700"/>
            <a:ext cx="5220970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12.5.3  同步方法</a:t>
            </a:r>
          </a:p>
        </p:txBody>
      </p:sp>
      <p:sp>
        <p:nvSpPr>
          <p:cNvPr id="3" name="Chevron 3"/>
          <p:cNvSpPr/>
          <p:nvPr>
            <p:custDataLst>
              <p:tags r:id="rId1"/>
            </p:custDataLst>
          </p:nvPr>
        </p:nvSpPr>
        <p:spPr>
          <a:xfrm>
            <a:off x="1054100" y="1092200"/>
            <a:ext cx="1771015" cy="666115"/>
          </a:xfrm>
          <a:prstGeom prst="chevron">
            <a:avLst>
              <a:gd name="adj" fmla="val 43848"/>
            </a:avLst>
          </a:prstGeom>
          <a:solidFill>
            <a:srgbClr val="FFFFFF">
              <a:lumMod val="7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rmAutofit/>
          </a:bodyPr>
          <a:lstStyle/>
          <a:p>
            <a:pPr algn="ctr">
              <a:lnSpc>
                <a:spcPct val="120000"/>
              </a:lnSpc>
            </a:pPr>
            <a:endParaRPr lang="en-GB" sz="900">
              <a:solidFill>
                <a:sysClr val="windowText" lastClr="000000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396533" y="1232159"/>
            <a:ext cx="119888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运行结果</a:t>
            </a:r>
          </a:p>
        </p:txBody>
      </p:sp>
      <p:sp>
        <p:nvSpPr>
          <p:cNvPr id="10" name="文本框 9"/>
          <p:cNvSpPr txBox="1"/>
          <p:nvPr/>
        </p:nvSpPr>
        <p:spPr>
          <a:xfrm>
            <a:off x="3336925" y="1225550"/>
            <a:ext cx="526288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lnSpc>
                <a:spcPct val="100000"/>
              </a:lnSpc>
            </a:pP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运行代码，控制台显示的运行结果如图所示。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1294765" y="4849495"/>
            <a:ext cx="9600565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lnSpc>
                <a:spcPct val="150000"/>
              </a:lnSpc>
            </a:pP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从图可以看出，同样没有出现0号和负数号的票，说明同步方法实现了和同步代码块一样的效果。</a:t>
            </a: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21505" y="2102168"/>
            <a:ext cx="3346740" cy="22680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Title 1"/>
          <p:cNvSpPr txBox="1"/>
          <p:nvPr/>
        </p:nvSpPr>
        <p:spPr>
          <a:xfrm>
            <a:off x="1145482" y="268139"/>
            <a:ext cx="3894127" cy="505903"/>
          </a:xfrm>
          <a:prstGeom prst="rect">
            <a:avLst/>
          </a:prstGeom>
        </p:spPr>
        <p:txBody>
          <a:bodyPr lIns="0" tIns="60936" rIns="0" bIns="60936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 defTabSz="914400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多学一招</a:t>
            </a:r>
          </a:p>
        </p:txBody>
      </p:sp>
      <p:pic>
        <p:nvPicPr>
          <p:cNvPr id="23" name="图形 22" descr="讲故事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12785" y="967710"/>
            <a:ext cx="1015869" cy="1015869"/>
          </a:xfrm>
          <a:prstGeom prst="rect">
            <a:avLst/>
          </a:prstGeom>
        </p:spPr>
      </p:pic>
      <p:sp>
        <p:nvSpPr>
          <p:cNvPr id="25" name="矩形 24"/>
          <p:cNvSpPr/>
          <p:nvPr/>
        </p:nvSpPr>
        <p:spPr>
          <a:xfrm>
            <a:off x="2150110" y="1177925"/>
            <a:ext cx="2270760" cy="67056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zh-CN" altLang="en-US" sz="1800">
              <a:solidFill>
                <a:prstClr val="white"/>
              </a:solidFill>
              <a:latin typeface="Arial" panose="020B0604020202020204" pitchFamily="34" charset="0"/>
              <a:ea typeface="思源黑体 CN Regular" panose="020B0500000000000000" pitchFamily="34" charset="-122"/>
              <a:sym typeface="Arial" panose="020B0604020202020204" pitchFamily="34" charset="0"/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2260600" y="1276985"/>
            <a:ext cx="203073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 defTabSz="914400"/>
            <a:r>
              <a:rPr lang="zh-CN" altLang="zh-CN" dirty="0">
                <a:solidFill>
                  <a:schemeClr val="bg1"/>
                </a:solidFill>
                <a:latin typeface="Arial" panose="020B0604020202020204" pitchFamily="34" charset="0"/>
                <a:ea typeface="思源黑体 CN Regular" panose="020B0500000000000000" pitchFamily="34" charset="-122"/>
              </a:rPr>
              <a:t>同步方法的锁</a:t>
            </a:r>
          </a:p>
        </p:txBody>
      </p:sp>
      <p:sp>
        <p:nvSpPr>
          <p:cNvPr id="27" name="矩形 26"/>
          <p:cNvSpPr/>
          <p:nvPr/>
        </p:nvSpPr>
        <p:spPr>
          <a:xfrm>
            <a:off x="4517576" y="1177659"/>
            <a:ext cx="83116" cy="670473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zh-CN" altLang="en-US" sz="1800">
              <a:solidFill>
                <a:prstClr val="white"/>
              </a:solidFill>
              <a:latin typeface="Arial" panose="020B0604020202020204" pitchFamily="34" charset="0"/>
              <a:ea typeface="思源黑体 CN Regular" panose="020B0500000000000000" pitchFamily="34" charset="-122"/>
              <a:sym typeface="Arial" panose="020B0604020202020204" pitchFamily="34" charset="0"/>
            </a:endParaRPr>
          </a:p>
        </p:txBody>
      </p:sp>
      <p:sp>
        <p:nvSpPr>
          <p:cNvPr id="28" name="矩形 27"/>
          <p:cNvSpPr/>
          <p:nvPr/>
        </p:nvSpPr>
        <p:spPr>
          <a:xfrm>
            <a:off x="4661576" y="1177659"/>
            <a:ext cx="83116" cy="670473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zh-CN" altLang="en-US" sz="1800">
              <a:solidFill>
                <a:prstClr val="white"/>
              </a:solidFill>
              <a:latin typeface="Arial" panose="020B0604020202020204" pitchFamily="34" charset="0"/>
              <a:ea typeface="思源黑体 CN Regular" panose="020B0500000000000000" pitchFamily="34" charset="-122"/>
              <a:sym typeface="Arial" panose="020B0604020202020204" pitchFamily="34" charset="0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584960" y="2563495"/>
            <a:ext cx="9172575" cy="28613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读者可能会有这样的疑问：</a:t>
            </a:r>
            <a:r>
              <a:rPr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同步代码块的锁</a:t>
            </a:r>
            <a:r>
              <a:rPr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是自己定义的任意类型的对象，那么同步方法是否也存在锁？如果有，它的锁是什么呢？答案是肯定的，同步方法也有锁，它的锁就是当前调用该方法的对象，也就是this指向的对象。这样做的好处是，同步方法被所有线程所共享，方法所属的对象相对于所有线程来说是唯一的，从而保证了锁的唯一性。当一个线程执行同步方法时，其他的线程就不能进入该方法中，直到这个线程执行完同步方法为止，从而达到线程同步的效果。</a:t>
            </a:r>
          </a:p>
        </p:txBody>
      </p:sp>
      <p:sp>
        <p:nvSpPr>
          <p:cNvPr id="9" name="圆角矩形 8"/>
          <p:cNvSpPr/>
          <p:nvPr/>
        </p:nvSpPr>
        <p:spPr>
          <a:xfrm>
            <a:off x="1163320" y="2374265"/>
            <a:ext cx="9864090" cy="3050540"/>
          </a:xfrm>
          <a:prstGeom prst="roundRect">
            <a:avLst>
              <a:gd name="adj" fmla="val 0"/>
            </a:avLst>
          </a:prstGeom>
          <a:noFill/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7" name="矩形 93"/>
          <p:cNvSpPr/>
          <p:nvPr/>
        </p:nvSpPr>
        <p:spPr>
          <a:xfrm>
            <a:off x="1163320" y="2374265"/>
            <a:ext cx="384175" cy="486410"/>
          </a:xfrm>
          <a:custGeom>
            <a:avLst/>
            <a:gdLst/>
            <a:ahLst/>
            <a:cxnLst/>
            <a:rect l="l" t="t" r="r" b="b"/>
            <a:pathLst>
              <a:path w="504056" h="504056">
                <a:moveTo>
                  <a:pt x="0" y="0"/>
                </a:moveTo>
                <a:lnTo>
                  <a:pt x="504056" y="0"/>
                </a:lnTo>
                <a:lnTo>
                  <a:pt x="504056" y="144016"/>
                </a:lnTo>
                <a:lnTo>
                  <a:pt x="144016" y="144016"/>
                </a:lnTo>
                <a:lnTo>
                  <a:pt x="144016" y="504056"/>
                </a:lnTo>
                <a:lnTo>
                  <a:pt x="0" y="50405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8" name="矩形 93"/>
          <p:cNvSpPr/>
          <p:nvPr/>
        </p:nvSpPr>
        <p:spPr>
          <a:xfrm rot="10800000">
            <a:off x="10643235" y="4938395"/>
            <a:ext cx="384175" cy="486410"/>
          </a:xfrm>
          <a:custGeom>
            <a:avLst/>
            <a:gdLst/>
            <a:ahLst/>
            <a:cxnLst/>
            <a:rect l="l" t="t" r="r" b="b"/>
            <a:pathLst>
              <a:path w="504056" h="504056">
                <a:moveTo>
                  <a:pt x="0" y="0"/>
                </a:moveTo>
                <a:lnTo>
                  <a:pt x="504056" y="0"/>
                </a:lnTo>
                <a:lnTo>
                  <a:pt x="504056" y="144016"/>
                </a:lnTo>
                <a:lnTo>
                  <a:pt x="144016" y="144016"/>
                </a:lnTo>
                <a:lnTo>
                  <a:pt x="144016" y="504056"/>
                </a:lnTo>
                <a:lnTo>
                  <a:pt x="0" y="50405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Title 1"/>
          <p:cNvSpPr txBox="1"/>
          <p:nvPr/>
        </p:nvSpPr>
        <p:spPr>
          <a:xfrm>
            <a:off x="1145482" y="268139"/>
            <a:ext cx="3894127" cy="505903"/>
          </a:xfrm>
          <a:prstGeom prst="rect">
            <a:avLst/>
          </a:prstGeom>
        </p:spPr>
        <p:txBody>
          <a:bodyPr lIns="0" tIns="60936" rIns="0" bIns="60936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 defTabSz="914400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多学一招</a:t>
            </a:r>
          </a:p>
        </p:txBody>
      </p:sp>
      <p:pic>
        <p:nvPicPr>
          <p:cNvPr id="23" name="图形 22" descr="讲故事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12785" y="967710"/>
            <a:ext cx="1015869" cy="1015869"/>
          </a:xfrm>
          <a:prstGeom prst="rect">
            <a:avLst/>
          </a:prstGeom>
        </p:spPr>
      </p:pic>
      <p:sp>
        <p:nvSpPr>
          <p:cNvPr id="25" name="矩形 24"/>
          <p:cNvSpPr/>
          <p:nvPr/>
        </p:nvSpPr>
        <p:spPr>
          <a:xfrm>
            <a:off x="2150110" y="1177925"/>
            <a:ext cx="2270760" cy="67056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zh-CN" altLang="en-US" sz="1800">
              <a:solidFill>
                <a:prstClr val="white"/>
              </a:solidFill>
              <a:latin typeface="Arial" panose="020B0604020202020204" pitchFamily="34" charset="0"/>
              <a:ea typeface="思源黑体 CN Regular" panose="020B0500000000000000" pitchFamily="34" charset="-122"/>
              <a:sym typeface="Arial" panose="020B0604020202020204" pitchFamily="34" charset="0"/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2260600" y="1276985"/>
            <a:ext cx="203073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 defTabSz="914400"/>
            <a:r>
              <a:rPr lang="zh-CN" altLang="zh-CN" dirty="0">
                <a:solidFill>
                  <a:schemeClr val="bg1"/>
                </a:solidFill>
                <a:latin typeface="Arial" panose="020B0604020202020204" pitchFamily="34" charset="0"/>
                <a:ea typeface="思源黑体 CN Regular" panose="020B0500000000000000" pitchFamily="34" charset="-122"/>
              </a:rPr>
              <a:t>同步方法的锁</a:t>
            </a:r>
          </a:p>
        </p:txBody>
      </p:sp>
      <p:sp>
        <p:nvSpPr>
          <p:cNvPr id="27" name="矩形 26"/>
          <p:cNvSpPr/>
          <p:nvPr/>
        </p:nvSpPr>
        <p:spPr>
          <a:xfrm>
            <a:off x="4517576" y="1177659"/>
            <a:ext cx="83116" cy="670473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zh-CN" altLang="en-US" sz="1800">
              <a:solidFill>
                <a:prstClr val="white"/>
              </a:solidFill>
              <a:latin typeface="Arial" panose="020B0604020202020204" pitchFamily="34" charset="0"/>
              <a:ea typeface="思源黑体 CN Regular" panose="020B0500000000000000" pitchFamily="34" charset="-122"/>
              <a:sym typeface="Arial" panose="020B0604020202020204" pitchFamily="34" charset="0"/>
            </a:endParaRPr>
          </a:p>
        </p:txBody>
      </p:sp>
      <p:sp>
        <p:nvSpPr>
          <p:cNvPr id="28" name="矩形 27"/>
          <p:cNvSpPr/>
          <p:nvPr/>
        </p:nvSpPr>
        <p:spPr>
          <a:xfrm>
            <a:off x="4661576" y="1177659"/>
            <a:ext cx="83116" cy="670473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zh-CN" altLang="en-US" sz="1800">
              <a:solidFill>
                <a:prstClr val="white"/>
              </a:solidFill>
              <a:latin typeface="Arial" panose="020B0604020202020204" pitchFamily="34" charset="0"/>
              <a:ea typeface="思源黑体 CN Regular" panose="020B0500000000000000" pitchFamily="34" charset="-122"/>
              <a:sym typeface="Arial" panose="020B0604020202020204" pitchFamily="34" charset="0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509395" y="2700020"/>
            <a:ext cx="9172575" cy="2399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有时候需要同步的方法是静态方法，静态方法不需要创建对象就可以直接用“类名.方法名()”的方式调用。这时候读者就会有一个疑问，如果不创建对象，静态同步方法的锁就不会是this，那么静态同步方法的锁是什么？Java中静态方法的锁是该方法所在类的class对象，class对象在装载该类时自动创建，该对象可以直接用类名.class的方式获取。</a:t>
            </a:r>
          </a:p>
        </p:txBody>
      </p:sp>
      <p:sp>
        <p:nvSpPr>
          <p:cNvPr id="9" name="圆角矩形 8"/>
          <p:cNvSpPr/>
          <p:nvPr/>
        </p:nvSpPr>
        <p:spPr>
          <a:xfrm>
            <a:off x="1163320" y="2374265"/>
            <a:ext cx="9864090" cy="3050540"/>
          </a:xfrm>
          <a:prstGeom prst="roundRect">
            <a:avLst>
              <a:gd name="adj" fmla="val 0"/>
            </a:avLst>
          </a:prstGeom>
          <a:noFill/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7" name="矩形 93"/>
          <p:cNvSpPr/>
          <p:nvPr/>
        </p:nvSpPr>
        <p:spPr>
          <a:xfrm>
            <a:off x="1163320" y="2374265"/>
            <a:ext cx="384175" cy="486410"/>
          </a:xfrm>
          <a:custGeom>
            <a:avLst/>
            <a:gdLst/>
            <a:ahLst/>
            <a:cxnLst/>
            <a:rect l="l" t="t" r="r" b="b"/>
            <a:pathLst>
              <a:path w="504056" h="504056">
                <a:moveTo>
                  <a:pt x="0" y="0"/>
                </a:moveTo>
                <a:lnTo>
                  <a:pt x="504056" y="0"/>
                </a:lnTo>
                <a:lnTo>
                  <a:pt x="504056" y="144016"/>
                </a:lnTo>
                <a:lnTo>
                  <a:pt x="144016" y="144016"/>
                </a:lnTo>
                <a:lnTo>
                  <a:pt x="144016" y="504056"/>
                </a:lnTo>
                <a:lnTo>
                  <a:pt x="0" y="50405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8" name="矩形 93"/>
          <p:cNvSpPr/>
          <p:nvPr/>
        </p:nvSpPr>
        <p:spPr>
          <a:xfrm rot="10800000">
            <a:off x="10643235" y="4938395"/>
            <a:ext cx="384175" cy="486410"/>
          </a:xfrm>
          <a:custGeom>
            <a:avLst/>
            <a:gdLst/>
            <a:ahLst/>
            <a:cxnLst/>
            <a:rect l="l" t="t" r="r" b="b"/>
            <a:pathLst>
              <a:path w="504056" h="504056">
                <a:moveTo>
                  <a:pt x="0" y="0"/>
                </a:moveTo>
                <a:lnTo>
                  <a:pt x="504056" y="0"/>
                </a:lnTo>
                <a:lnTo>
                  <a:pt x="504056" y="144016"/>
                </a:lnTo>
                <a:lnTo>
                  <a:pt x="144016" y="144016"/>
                </a:lnTo>
                <a:lnTo>
                  <a:pt x="144016" y="504056"/>
                </a:lnTo>
                <a:lnTo>
                  <a:pt x="0" y="50405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Title 1"/>
          <p:cNvSpPr txBox="1"/>
          <p:nvPr/>
        </p:nvSpPr>
        <p:spPr>
          <a:xfrm>
            <a:off x="1145482" y="268139"/>
            <a:ext cx="3894127" cy="505903"/>
          </a:xfrm>
          <a:prstGeom prst="rect">
            <a:avLst/>
          </a:prstGeom>
        </p:spPr>
        <p:txBody>
          <a:bodyPr lIns="0" tIns="60936" rIns="0" bIns="60936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 defTabSz="914400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多学一招</a:t>
            </a:r>
          </a:p>
        </p:txBody>
      </p:sp>
      <p:pic>
        <p:nvPicPr>
          <p:cNvPr id="23" name="图形 22" descr="讲故事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12785" y="967710"/>
            <a:ext cx="1015869" cy="1015869"/>
          </a:xfrm>
          <a:prstGeom prst="rect">
            <a:avLst/>
          </a:prstGeom>
        </p:spPr>
      </p:pic>
      <p:sp>
        <p:nvSpPr>
          <p:cNvPr id="25" name="矩形 24"/>
          <p:cNvSpPr/>
          <p:nvPr/>
        </p:nvSpPr>
        <p:spPr>
          <a:xfrm>
            <a:off x="2150110" y="1177925"/>
            <a:ext cx="2270760" cy="67056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zh-CN" altLang="en-US" sz="1800">
              <a:solidFill>
                <a:prstClr val="white"/>
              </a:solidFill>
              <a:latin typeface="Arial" panose="020B0604020202020204" pitchFamily="34" charset="0"/>
              <a:ea typeface="思源黑体 CN Regular" panose="020B0500000000000000" pitchFamily="34" charset="-122"/>
              <a:sym typeface="Arial" panose="020B0604020202020204" pitchFamily="34" charset="0"/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2260600" y="1276985"/>
            <a:ext cx="203073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 defTabSz="914400"/>
            <a:r>
              <a:rPr lang="zh-CN" altLang="zh-CN" dirty="0">
                <a:solidFill>
                  <a:schemeClr val="bg1"/>
                </a:solidFill>
                <a:latin typeface="Arial" panose="020B0604020202020204" pitchFamily="34" charset="0"/>
                <a:ea typeface="思源黑体 CN Regular" panose="020B0500000000000000" pitchFamily="34" charset="-122"/>
              </a:rPr>
              <a:t>同步方法的锁</a:t>
            </a:r>
          </a:p>
        </p:txBody>
      </p:sp>
      <p:sp>
        <p:nvSpPr>
          <p:cNvPr id="27" name="矩形 26"/>
          <p:cNvSpPr/>
          <p:nvPr/>
        </p:nvSpPr>
        <p:spPr>
          <a:xfrm>
            <a:off x="4517576" y="1177659"/>
            <a:ext cx="83116" cy="670473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zh-CN" altLang="en-US" sz="1800">
              <a:solidFill>
                <a:prstClr val="white"/>
              </a:solidFill>
              <a:latin typeface="Arial" panose="020B0604020202020204" pitchFamily="34" charset="0"/>
              <a:ea typeface="思源黑体 CN Regular" panose="020B0500000000000000" pitchFamily="34" charset="-122"/>
              <a:sym typeface="Arial" panose="020B0604020202020204" pitchFamily="34" charset="0"/>
            </a:endParaRPr>
          </a:p>
        </p:txBody>
      </p:sp>
      <p:sp>
        <p:nvSpPr>
          <p:cNvPr id="28" name="矩形 27"/>
          <p:cNvSpPr/>
          <p:nvPr/>
        </p:nvSpPr>
        <p:spPr>
          <a:xfrm>
            <a:off x="4661576" y="1177659"/>
            <a:ext cx="83116" cy="670473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zh-CN" altLang="en-US" sz="1800">
              <a:solidFill>
                <a:prstClr val="white"/>
              </a:solidFill>
              <a:latin typeface="Arial" panose="020B0604020202020204" pitchFamily="34" charset="0"/>
              <a:ea typeface="思源黑体 CN Regular" panose="020B0500000000000000" pitchFamily="34" charset="-122"/>
              <a:sym typeface="Arial" panose="020B0604020202020204" pitchFamily="34" charset="0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508760" y="2930525"/>
            <a:ext cx="9172575" cy="1938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同步代码块和同步方法解决多线程问题有好处也有弊端。同步解决了多个线程同时访问共享数据时的线程安全问题，只要加上同一个锁，在同一时间内只能有一个线程执行。但是线程在执行同步代码时每次都会判断锁的状态，非常消耗资源，效率较低。</a:t>
            </a:r>
          </a:p>
        </p:txBody>
      </p:sp>
      <p:sp>
        <p:nvSpPr>
          <p:cNvPr id="9" name="圆角矩形 8"/>
          <p:cNvSpPr/>
          <p:nvPr/>
        </p:nvSpPr>
        <p:spPr>
          <a:xfrm>
            <a:off x="1163320" y="2374265"/>
            <a:ext cx="9864090" cy="3050540"/>
          </a:xfrm>
          <a:prstGeom prst="roundRect">
            <a:avLst>
              <a:gd name="adj" fmla="val 0"/>
            </a:avLst>
          </a:prstGeom>
          <a:noFill/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7" name="矩形 93"/>
          <p:cNvSpPr/>
          <p:nvPr/>
        </p:nvSpPr>
        <p:spPr>
          <a:xfrm>
            <a:off x="1163320" y="2374265"/>
            <a:ext cx="384175" cy="486410"/>
          </a:xfrm>
          <a:custGeom>
            <a:avLst/>
            <a:gdLst/>
            <a:ahLst/>
            <a:cxnLst/>
            <a:rect l="l" t="t" r="r" b="b"/>
            <a:pathLst>
              <a:path w="504056" h="504056">
                <a:moveTo>
                  <a:pt x="0" y="0"/>
                </a:moveTo>
                <a:lnTo>
                  <a:pt x="504056" y="0"/>
                </a:lnTo>
                <a:lnTo>
                  <a:pt x="504056" y="144016"/>
                </a:lnTo>
                <a:lnTo>
                  <a:pt x="144016" y="144016"/>
                </a:lnTo>
                <a:lnTo>
                  <a:pt x="144016" y="504056"/>
                </a:lnTo>
                <a:lnTo>
                  <a:pt x="0" y="50405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8" name="矩形 93"/>
          <p:cNvSpPr/>
          <p:nvPr/>
        </p:nvSpPr>
        <p:spPr>
          <a:xfrm rot="10800000">
            <a:off x="10643235" y="4938395"/>
            <a:ext cx="384175" cy="486410"/>
          </a:xfrm>
          <a:custGeom>
            <a:avLst/>
            <a:gdLst/>
            <a:ahLst/>
            <a:cxnLst/>
            <a:rect l="l" t="t" r="r" b="b"/>
            <a:pathLst>
              <a:path w="504056" h="504056">
                <a:moveTo>
                  <a:pt x="0" y="0"/>
                </a:moveTo>
                <a:lnTo>
                  <a:pt x="504056" y="0"/>
                </a:lnTo>
                <a:lnTo>
                  <a:pt x="504056" y="144016"/>
                </a:lnTo>
                <a:lnTo>
                  <a:pt x="144016" y="144016"/>
                </a:lnTo>
                <a:lnTo>
                  <a:pt x="144016" y="504056"/>
                </a:lnTo>
                <a:lnTo>
                  <a:pt x="0" y="50405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35" y="266700"/>
            <a:ext cx="5220970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12.5.4  死锁问题</a:t>
            </a:r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4880" y="2215515"/>
            <a:ext cx="2797810" cy="3898265"/>
          </a:xfrm>
          <a:prstGeom prst="rect">
            <a:avLst/>
          </a:prstGeom>
        </p:spPr>
      </p:pic>
      <p:sp>
        <p:nvSpPr>
          <p:cNvPr id="13" name="椭圆形标注 12"/>
          <p:cNvSpPr/>
          <p:nvPr/>
        </p:nvSpPr>
        <p:spPr>
          <a:xfrm>
            <a:off x="2968625" y="1847215"/>
            <a:ext cx="2071370" cy="1493520"/>
          </a:xfrm>
          <a:prstGeom prst="wedgeEllipseCallout">
            <a:avLst/>
          </a:prstGeom>
          <a:solidFill>
            <a:schemeClr val="bg1">
              <a:lumMod val="85000"/>
            </a:schemeClr>
          </a:solidFill>
          <a:ln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 </a:t>
            </a:r>
          </a:p>
        </p:txBody>
      </p:sp>
      <p:sp>
        <p:nvSpPr>
          <p:cNvPr id="14" name="TextBox 35"/>
          <p:cNvSpPr txBox="1">
            <a:spLocks noChangeArrowheads="1"/>
          </p:cNvSpPr>
          <p:nvPr/>
        </p:nvSpPr>
        <p:spPr bwMode="auto">
          <a:xfrm>
            <a:off x="3247390" y="1925320"/>
            <a:ext cx="1606550" cy="12280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先定一个</a:t>
            </a: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小目标！</a:t>
            </a:r>
          </a:p>
        </p:txBody>
      </p:sp>
      <p:grpSp>
        <p:nvGrpSpPr>
          <p:cNvPr id="2" name="组合 1"/>
          <p:cNvGrpSpPr/>
          <p:nvPr/>
        </p:nvGrpSpPr>
        <p:grpSpPr>
          <a:xfrm>
            <a:off x="5379720" y="3375660"/>
            <a:ext cx="5489575" cy="582295"/>
            <a:chOff x="8472" y="5316"/>
            <a:chExt cx="8645" cy="917"/>
          </a:xfrm>
        </p:grpSpPr>
        <p:sp>
          <p:nvSpPr>
            <p:cNvPr id="15" name="TextBox 35"/>
            <p:cNvSpPr txBox="1">
              <a:spLocks noChangeArrowheads="1"/>
            </p:cNvSpPr>
            <p:nvPr/>
          </p:nvSpPr>
          <p:spPr bwMode="auto">
            <a:xfrm>
              <a:off x="9159" y="5316"/>
              <a:ext cx="7958" cy="9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121917" tIns="60958" rIns="121917" bIns="60958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just">
                <a:lnSpc>
                  <a:spcPct val="150000"/>
                </a:lnSpc>
              </a:pPr>
              <a:r>
                <a:rPr 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ea"/>
                </a:rPr>
                <a:t>掌握</a:t>
              </a:r>
              <a:r>
                <a:rPr lang="zh-CN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ea"/>
                </a:rPr>
                <a:t>死锁问题，</a:t>
              </a:r>
              <a:r>
                <a:rPr 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能够说出产生死锁的原因</a:t>
              </a:r>
              <a:endPara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endParaRPr>
            </a:p>
          </p:txBody>
        </p:sp>
        <p:grpSp>
          <p:nvGrpSpPr>
            <p:cNvPr id="19" name="组合 18"/>
            <p:cNvGrpSpPr/>
            <p:nvPr/>
          </p:nvGrpSpPr>
          <p:grpSpPr>
            <a:xfrm>
              <a:off x="8472" y="5571"/>
              <a:ext cx="638" cy="638"/>
              <a:chOff x="8881" y="4685"/>
              <a:chExt cx="638" cy="638"/>
            </a:xfrm>
          </p:grpSpPr>
          <p:sp>
            <p:nvSpPr>
              <p:cNvPr id="18" name="椭圆 17"/>
              <p:cNvSpPr/>
              <p:nvPr/>
            </p:nvSpPr>
            <p:spPr>
              <a:xfrm>
                <a:off x="8881" y="4685"/>
                <a:ext cx="638" cy="638"/>
              </a:xfrm>
              <a:prstGeom prst="ellipse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7" name="椭圆 16"/>
              <p:cNvSpPr/>
              <p:nvPr/>
            </p:nvSpPr>
            <p:spPr>
              <a:xfrm>
                <a:off x="8946" y="4750"/>
                <a:ext cx="508" cy="508"/>
              </a:xfrm>
              <a:prstGeom prst="ellipse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35" y="266700"/>
            <a:ext cx="5220970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12.5.4  死锁问题</a:t>
            </a:r>
          </a:p>
        </p:txBody>
      </p:sp>
      <p:sp>
        <p:nvSpPr>
          <p:cNvPr id="3" name="Chevron 3"/>
          <p:cNvSpPr/>
          <p:nvPr>
            <p:custDataLst>
              <p:tags r:id="rId1"/>
            </p:custDataLst>
          </p:nvPr>
        </p:nvSpPr>
        <p:spPr>
          <a:xfrm>
            <a:off x="1054100" y="1092200"/>
            <a:ext cx="2063115" cy="666115"/>
          </a:xfrm>
          <a:prstGeom prst="chevron">
            <a:avLst>
              <a:gd name="adj" fmla="val 43848"/>
            </a:avLst>
          </a:prstGeom>
          <a:solidFill>
            <a:srgbClr val="FFFFFF">
              <a:lumMod val="7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rmAutofit/>
          </a:bodyPr>
          <a:lstStyle/>
          <a:p>
            <a:pPr algn="ctr">
              <a:lnSpc>
                <a:spcPct val="120000"/>
              </a:lnSpc>
            </a:pPr>
            <a:endParaRPr lang="en-GB" sz="900">
              <a:solidFill>
                <a:sysClr val="windowText" lastClr="000000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1396533" y="1232159"/>
            <a:ext cx="145288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什么是死锁</a:t>
            </a:r>
          </a:p>
        </p:txBody>
      </p:sp>
      <p:sp>
        <p:nvSpPr>
          <p:cNvPr id="9" name="文本框 8"/>
          <p:cNvSpPr txBox="1"/>
          <p:nvPr/>
        </p:nvSpPr>
        <p:spPr>
          <a:xfrm>
            <a:off x="1143635" y="1914525"/>
            <a:ext cx="9681210" cy="35534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fontAlgn="auto">
              <a:lnSpc>
                <a:spcPct val="150000"/>
              </a:lnSpc>
            </a:pPr>
            <a:r>
              <a:rPr lang="zh-CN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有这样一个场景：一个中国人和一个美国人在一起吃饭，美国人拿了中国人的筷子，中国人拿了美国人的刀叉，两个人开始争执不休：</a:t>
            </a:r>
          </a:p>
          <a:p>
            <a:pPr algn="l" fontAlgn="auto">
              <a:lnSpc>
                <a:spcPct val="150000"/>
              </a:lnSpc>
            </a:pPr>
            <a:r>
              <a:rPr lang="zh-CN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中国人：“你先给我筷子，我再给你刀叉！”</a:t>
            </a:r>
          </a:p>
          <a:p>
            <a:pPr algn="l" fontAlgn="auto">
              <a:lnSpc>
                <a:spcPct val="150000"/>
              </a:lnSpc>
            </a:pPr>
            <a:r>
              <a:rPr lang="zh-CN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美国人：“你先给我刀叉，我再给你筷子！”</a:t>
            </a:r>
          </a:p>
          <a:p>
            <a:pPr algn="l" fontAlgn="auto">
              <a:lnSpc>
                <a:spcPct val="150000"/>
              </a:lnSpc>
            </a:pPr>
            <a:r>
              <a:rPr lang="zh-CN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……</a:t>
            </a:r>
          </a:p>
          <a:p>
            <a:pPr algn="l" fontAlgn="auto">
              <a:lnSpc>
                <a:spcPct val="150000"/>
              </a:lnSpc>
            </a:pP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结果可想而知，两个人都吃不到饭。这个例子中的中国人和美国人相当于不同的线程，筷子和刀叉就相当于锁。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两个线程在运行时都在等待对方的锁，这样便造成了程序的停滞，这种现象称为死锁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。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35" y="266700"/>
            <a:ext cx="5220970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12.5.4  死锁问题</a:t>
            </a:r>
          </a:p>
        </p:txBody>
      </p:sp>
      <p:sp>
        <p:nvSpPr>
          <p:cNvPr id="2" name="Chevron 3"/>
          <p:cNvSpPr/>
          <p:nvPr>
            <p:custDataLst>
              <p:tags r:id="rId1"/>
            </p:custDataLst>
          </p:nvPr>
        </p:nvSpPr>
        <p:spPr>
          <a:xfrm>
            <a:off x="1054100" y="1235710"/>
            <a:ext cx="2787015" cy="666115"/>
          </a:xfrm>
          <a:prstGeom prst="chevron">
            <a:avLst>
              <a:gd name="adj" fmla="val 43848"/>
            </a:avLst>
          </a:prstGeom>
          <a:solidFill>
            <a:srgbClr val="FFFFFF">
              <a:lumMod val="7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rmAutofit/>
          </a:bodyPr>
          <a:lstStyle/>
          <a:p>
            <a:pPr algn="ctr">
              <a:lnSpc>
                <a:spcPct val="120000"/>
              </a:lnSpc>
            </a:pPr>
            <a:endParaRPr lang="en-GB" sz="900">
              <a:solidFill>
                <a:sysClr val="windowText" lastClr="000000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324778" y="1375669"/>
            <a:ext cx="221488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案例演示死锁问题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2084070" y="3152775"/>
            <a:ext cx="8022590" cy="5530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fontAlgn="auto">
              <a:lnSpc>
                <a:spcPct val="150000"/>
              </a:lnSpc>
            </a:pPr>
            <a:r>
              <a:rPr 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根据描述的</a:t>
            </a:r>
            <a:r>
              <a:rPr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中国人和美国人吃饭的案例</a:t>
            </a:r>
            <a:r>
              <a:rPr 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，</a:t>
            </a:r>
            <a:r>
              <a:rPr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模拟死锁问题</a:t>
            </a:r>
            <a:r>
              <a:rPr 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。具体如下。</a:t>
            </a:r>
            <a:endParaRPr 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35" y="266700"/>
            <a:ext cx="5220970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12.5.4  死锁问题</a:t>
            </a: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17320" y="3029585"/>
            <a:ext cx="9356090" cy="2418715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1462405" y="3329940"/>
            <a:ext cx="9265285" cy="18281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auto">
              <a:lnSpc>
                <a:spcPct val="101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class DeadLockThread implements Runnable {</a:t>
            </a:r>
          </a:p>
          <a:p>
            <a:pPr fontAlgn="auto">
              <a:lnSpc>
                <a:spcPct val="101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static Object chopsticks = new Object();    // 定义Object类型的chopsticks锁对象</a:t>
            </a:r>
          </a:p>
          <a:p>
            <a:pPr fontAlgn="auto">
              <a:lnSpc>
                <a:spcPct val="101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static Object knifeAndFork = new Object();  // 定义Object类型的knifeAndFork锁对象</a:t>
            </a:r>
          </a:p>
          <a:p>
            <a:pPr fontAlgn="auto">
              <a:lnSpc>
                <a:spcPct val="101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private boolean flag;                           // 定义boolean类型的变量flag</a:t>
            </a:r>
          </a:p>
          <a:p>
            <a:pPr fontAlgn="auto">
              <a:lnSpc>
                <a:spcPct val="101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DeadLockThread(boolean flag) { 	   // 定义有参的构造方法</a:t>
            </a:r>
          </a:p>
          <a:p>
            <a:pPr fontAlgn="auto">
              <a:lnSpc>
                <a:spcPct val="101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this.flag = flag;</a:t>
            </a:r>
          </a:p>
          <a:p>
            <a:pPr fontAlgn="auto">
              <a:lnSpc>
                <a:spcPct val="101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}</a:t>
            </a:r>
          </a:p>
        </p:txBody>
      </p:sp>
      <p:sp>
        <p:nvSpPr>
          <p:cNvPr id="9" name="文本框 8"/>
          <p:cNvSpPr txBox="1"/>
          <p:nvPr/>
        </p:nvSpPr>
        <p:spPr>
          <a:xfrm>
            <a:off x="1143000" y="923925"/>
            <a:ext cx="9877425" cy="17532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fontAlgn="auto">
              <a:lnSpc>
                <a:spcPct val="150000"/>
              </a:lnSpc>
            </a:pPr>
            <a:r>
              <a:rPr lang="zh-CN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步骤一：</a:t>
            </a:r>
            <a:r>
              <a:rPr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定义</a:t>
            </a:r>
            <a:r>
              <a:rPr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DeadLockThread类</a:t>
            </a:r>
            <a:r>
              <a:rPr 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实现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Runnable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接口，</a:t>
            </a:r>
            <a:r>
              <a:rPr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创建Chinese和American两个线程，分别执行run()方法中if和else代码块中的同步代码块。if中设置Chinese线程中拥有chopsticks锁，只有当Chinese线程获得knifeAndFork锁后才能执行完毕；else中设置American线程拥有knifeAndFork锁，只有获得American线程获得chopsticks锁后才能执行完毕。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代码如</a:t>
            </a:r>
            <a:r>
              <a:rPr lang="zh-CN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下所示：</a:t>
            </a:r>
            <a:endParaRPr lang="zh-CN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35" y="266700"/>
            <a:ext cx="5220970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12.5.4  死锁问题</a:t>
            </a: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3350" y="1162050"/>
            <a:ext cx="9382760" cy="5053965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1431290" y="1162050"/>
            <a:ext cx="9327515" cy="50539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auto">
              <a:lnSpc>
                <a:spcPct val="101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public void run() {</a:t>
            </a:r>
          </a:p>
          <a:p>
            <a:pPr fontAlgn="auto">
              <a:lnSpc>
                <a:spcPct val="101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if (flag) {</a:t>
            </a:r>
          </a:p>
          <a:p>
            <a:pPr fontAlgn="auto">
              <a:lnSpc>
                <a:spcPct val="101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    while (true) {</a:t>
            </a:r>
          </a:p>
          <a:p>
            <a:pPr fontAlgn="auto">
              <a:lnSpc>
                <a:spcPct val="101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        synchronized (chopsticks) {        </a:t>
            </a:r>
            <a:r>
              <a:rPr lang="en-US" altLang="zh-CN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// chopsticks锁对象上的同步代码块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01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            System.out.println(Thread.currentThread().getName()+ "---if---chopsticks");</a:t>
            </a:r>
          </a:p>
          <a:p>
            <a:pPr fontAlgn="auto">
              <a:lnSpc>
                <a:spcPct val="101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            synchronized (knifeAndFork) { // knifeAndFork锁对象上的同步代码块</a:t>
            </a:r>
          </a:p>
          <a:p>
            <a:pPr fontAlgn="auto">
              <a:lnSpc>
                <a:spcPct val="101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                System.out.println(Thread.currentThread().getName()+ "---if---knifeAndFork");</a:t>
            </a:r>
          </a:p>
          <a:p>
            <a:pPr fontAlgn="auto">
              <a:lnSpc>
                <a:spcPct val="101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            }</a:t>
            </a:r>
          </a:p>
          <a:p>
            <a:pPr fontAlgn="auto">
              <a:lnSpc>
                <a:spcPct val="101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        }</a:t>
            </a:r>
          </a:p>
          <a:p>
            <a:pPr fontAlgn="auto">
              <a:lnSpc>
                <a:spcPct val="101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    }</a:t>
            </a:r>
          </a:p>
          <a:p>
            <a:pPr fontAlgn="auto">
              <a:lnSpc>
                <a:spcPct val="101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} else {</a:t>
            </a:r>
          </a:p>
          <a:p>
            <a:pPr fontAlgn="auto">
              <a:lnSpc>
                <a:spcPct val="101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    while (true) {</a:t>
            </a:r>
          </a:p>
          <a:p>
            <a:pPr fontAlgn="auto">
              <a:lnSpc>
                <a:spcPct val="101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        synchronized (knifeAndFork) {   </a:t>
            </a:r>
            <a:r>
              <a:rPr lang="en-US" altLang="zh-CN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// knifeAndFork锁对象上的同步代码块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01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            System.out.println(Thread.currentThread().getName()+ "---else---knifeAndFork");</a:t>
            </a:r>
          </a:p>
          <a:p>
            <a:pPr fontAlgn="auto">
              <a:lnSpc>
                <a:spcPct val="101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            synchronized (chopsticks) { // chopsticks锁对象上的同步代码块</a:t>
            </a:r>
          </a:p>
          <a:p>
            <a:pPr fontAlgn="auto">
              <a:lnSpc>
                <a:spcPct val="101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                System.out.println(Thread.currentThread().getName()+ "---else---chopsticks");</a:t>
            </a:r>
          </a:p>
          <a:p>
            <a:pPr fontAlgn="auto">
              <a:lnSpc>
                <a:spcPct val="101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            }</a:t>
            </a:r>
          </a:p>
          <a:p>
            <a:pPr fontAlgn="auto">
              <a:lnSpc>
                <a:spcPct val="101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        }</a:t>
            </a:r>
          </a:p>
          <a:p>
            <a:pPr fontAlgn="auto">
              <a:lnSpc>
                <a:spcPct val="101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    }</a:t>
            </a:r>
          </a:p>
          <a:p>
            <a:pPr fontAlgn="auto">
              <a:lnSpc>
                <a:spcPct val="101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} } }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35" y="266700"/>
            <a:ext cx="5220970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12.5.4  死锁问题</a:t>
            </a: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30655" y="2204085"/>
            <a:ext cx="9356090" cy="2872105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2580005" y="2353945"/>
            <a:ext cx="7030720" cy="25723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auto">
              <a:lnSpc>
                <a:spcPct val="101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public class Example18 {</a:t>
            </a:r>
          </a:p>
          <a:p>
            <a:pPr fontAlgn="auto">
              <a:lnSpc>
                <a:spcPct val="101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public static void main(String[] args) {</a:t>
            </a:r>
          </a:p>
          <a:p>
            <a:pPr fontAlgn="auto">
              <a:lnSpc>
                <a:spcPct val="101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// 创建两个DeadLockThread对象</a:t>
            </a:r>
          </a:p>
          <a:p>
            <a:pPr fontAlgn="auto">
              <a:lnSpc>
                <a:spcPct val="101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DeadLockThread d1 = new DeadLockThread(true);</a:t>
            </a:r>
          </a:p>
          <a:p>
            <a:pPr fontAlgn="auto">
              <a:lnSpc>
                <a:spcPct val="101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DeadLockThread d2 = new DeadLockThread(false);</a:t>
            </a:r>
          </a:p>
          <a:p>
            <a:pPr fontAlgn="auto">
              <a:lnSpc>
                <a:spcPct val="101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// 创建并开启两个线程</a:t>
            </a:r>
          </a:p>
          <a:p>
            <a:pPr fontAlgn="auto">
              <a:lnSpc>
                <a:spcPct val="101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new Thread(d1, "Chinese").start();   // 创建开启线程Chinese</a:t>
            </a:r>
          </a:p>
          <a:p>
            <a:pPr fontAlgn="auto">
              <a:lnSpc>
                <a:spcPct val="101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new Thread(d2, "American").start(); // 创建开启线程American</a:t>
            </a:r>
          </a:p>
          <a:p>
            <a:pPr fontAlgn="auto">
              <a:lnSpc>
                <a:spcPct val="101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}</a:t>
            </a:r>
          </a:p>
          <a:p>
            <a:pPr fontAlgn="auto">
              <a:lnSpc>
                <a:spcPct val="101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}</a:t>
            </a:r>
          </a:p>
        </p:txBody>
      </p:sp>
      <p:sp>
        <p:nvSpPr>
          <p:cNvPr id="9" name="文本框 8"/>
          <p:cNvSpPr txBox="1"/>
          <p:nvPr/>
        </p:nvSpPr>
        <p:spPr>
          <a:xfrm>
            <a:off x="1143000" y="923925"/>
            <a:ext cx="987742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fontAlgn="auto">
              <a:lnSpc>
                <a:spcPct val="150000"/>
              </a:lnSpc>
            </a:pPr>
            <a:r>
              <a:rPr lang="zh-CN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步骤二：</a:t>
            </a:r>
            <a:r>
              <a:rPr 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定义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main()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方法，创建两个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DeadLockThread对象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，然后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创建并开启两个线程</a:t>
            </a:r>
            <a:r>
              <a:rPr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。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代码如</a:t>
            </a:r>
            <a:r>
              <a:rPr lang="zh-CN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下所示：</a:t>
            </a:r>
            <a:endParaRPr lang="zh-CN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35" y="266700"/>
            <a:ext cx="5220970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12.5.4  死锁问题</a:t>
            </a:r>
          </a:p>
        </p:txBody>
      </p:sp>
      <p:sp>
        <p:nvSpPr>
          <p:cNvPr id="3" name="Chevron 3"/>
          <p:cNvSpPr/>
          <p:nvPr>
            <p:custDataLst>
              <p:tags r:id="rId1"/>
            </p:custDataLst>
          </p:nvPr>
        </p:nvSpPr>
        <p:spPr>
          <a:xfrm>
            <a:off x="1054100" y="1092200"/>
            <a:ext cx="1771015" cy="666115"/>
          </a:xfrm>
          <a:prstGeom prst="chevron">
            <a:avLst>
              <a:gd name="adj" fmla="val 43848"/>
            </a:avLst>
          </a:prstGeom>
          <a:solidFill>
            <a:srgbClr val="FFFFFF">
              <a:lumMod val="7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rmAutofit/>
          </a:bodyPr>
          <a:lstStyle/>
          <a:p>
            <a:pPr algn="ctr">
              <a:lnSpc>
                <a:spcPct val="120000"/>
              </a:lnSpc>
            </a:pPr>
            <a:endParaRPr lang="en-GB" sz="900">
              <a:solidFill>
                <a:sysClr val="windowText" lastClr="000000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396533" y="1232159"/>
            <a:ext cx="119888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运行结果</a:t>
            </a:r>
          </a:p>
        </p:txBody>
      </p:sp>
      <p:sp>
        <p:nvSpPr>
          <p:cNvPr id="10" name="文本框 9"/>
          <p:cNvSpPr txBox="1"/>
          <p:nvPr/>
        </p:nvSpPr>
        <p:spPr>
          <a:xfrm>
            <a:off x="3336925" y="1225550"/>
            <a:ext cx="526288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lnSpc>
                <a:spcPct val="100000"/>
              </a:lnSpc>
            </a:pP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运行代码，控制台显示的运行结果如图所示。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1294765" y="4849495"/>
            <a:ext cx="9600565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lnSpc>
                <a:spcPct val="150000"/>
              </a:lnSpc>
            </a:pP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从图可以看出，两个线程都需要对方所占用的锁，但是都无法释放自己所拥有的锁，于是这两个线程都处于挂起状态，从而造成了死锁。</a:t>
            </a: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82645" y="2799715"/>
            <a:ext cx="5424857" cy="12600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35" y="266700"/>
            <a:ext cx="5220970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12.5.5  重入锁</a:t>
            </a:r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4880" y="2215515"/>
            <a:ext cx="2797810" cy="3898265"/>
          </a:xfrm>
          <a:prstGeom prst="rect">
            <a:avLst/>
          </a:prstGeom>
        </p:spPr>
      </p:pic>
      <p:sp>
        <p:nvSpPr>
          <p:cNvPr id="13" name="椭圆形标注 12"/>
          <p:cNvSpPr/>
          <p:nvPr/>
        </p:nvSpPr>
        <p:spPr>
          <a:xfrm>
            <a:off x="2968625" y="1847215"/>
            <a:ext cx="2071370" cy="1493520"/>
          </a:xfrm>
          <a:prstGeom prst="wedgeEllipseCallout">
            <a:avLst/>
          </a:prstGeom>
          <a:solidFill>
            <a:schemeClr val="bg1">
              <a:lumMod val="85000"/>
            </a:schemeClr>
          </a:solidFill>
          <a:ln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 </a:t>
            </a:r>
          </a:p>
        </p:txBody>
      </p:sp>
      <p:sp>
        <p:nvSpPr>
          <p:cNvPr id="14" name="TextBox 35"/>
          <p:cNvSpPr txBox="1">
            <a:spLocks noChangeArrowheads="1"/>
          </p:cNvSpPr>
          <p:nvPr/>
        </p:nvSpPr>
        <p:spPr bwMode="auto">
          <a:xfrm>
            <a:off x="3247390" y="1925320"/>
            <a:ext cx="1606550" cy="12280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先定一个</a:t>
            </a: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小目标！</a:t>
            </a:r>
          </a:p>
        </p:txBody>
      </p:sp>
      <p:grpSp>
        <p:nvGrpSpPr>
          <p:cNvPr id="2" name="组合 1"/>
          <p:cNvGrpSpPr/>
          <p:nvPr/>
        </p:nvGrpSpPr>
        <p:grpSpPr>
          <a:xfrm>
            <a:off x="5379720" y="3375660"/>
            <a:ext cx="5489575" cy="1043940"/>
            <a:chOff x="8472" y="5316"/>
            <a:chExt cx="8645" cy="1644"/>
          </a:xfrm>
        </p:grpSpPr>
        <p:sp>
          <p:nvSpPr>
            <p:cNvPr id="15" name="TextBox 35"/>
            <p:cNvSpPr txBox="1">
              <a:spLocks noChangeArrowheads="1"/>
            </p:cNvSpPr>
            <p:nvPr/>
          </p:nvSpPr>
          <p:spPr bwMode="auto">
            <a:xfrm>
              <a:off x="9159" y="5316"/>
              <a:ext cx="7958" cy="16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121917" tIns="60958" rIns="121917" bIns="60958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just">
                <a:lnSpc>
                  <a:spcPct val="150000"/>
                </a:lnSpc>
              </a:pPr>
              <a:r>
                <a:rPr 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ea"/>
                </a:rPr>
                <a:t>熟悉</a:t>
              </a:r>
              <a:r>
                <a:rPr lang="zh-CN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ea"/>
                </a:rPr>
                <a:t>重入锁</a:t>
              </a:r>
              <a:r>
                <a:rPr 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ea"/>
                </a:rPr>
                <a:t>，能够说出重入锁的特点，并通过ReentrantLock加锁和释放锁</a:t>
              </a:r>
            </a:p>
          </p:txBody>
        </p:sp>
        <p:grpSp>
          <p:nvGrpSpPr>
            <p:cNvPr id="19" name="组合 18"/>
            <p:cNvGrpSpPr/>
            <p:nvPr/>
          </p:nvGrpSpPr>
          <p:grpSpPr>
            <a:xfrm>
              <a:off x="8472" y="5571"/>
              <a:ext cx="638" cy="638"/>
              <a:chOff x="8881" y="4685"/>
              <a:chExt cx="638" cy="638"/>
            </a:xfrm>
          </p:grpSpPr>
          <p:sp>
            <p:nvSpPr>
              <p:cNvPr id="18" name="椭圆 17"/>
              <p:cNvSpPr/>
              <p:nvPr/>
            </p:nvSpPr>
            <p:spPr>
              <a:xfrm>
                <a:off x="8881" y="4685"/>
                <a:ext cx="638" cy="638"/>
              </a:xfrm>
              <a:prstGeom prst="ellipse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7" name="椭圆 16"/>
              <p:cNvSpPr/>
              <p:nvPr/>
            </p:nvSpPr>
            <p:spPr>
              <a:xfrm>
                <a:off x="8946" y="4750"/>
                <a:ext cx="508" cy="508"/>
              </a:xfrm>
              <a:prstGeom prst="ellipse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35" y="266700"/>
            <a:ext cx="5220970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12.5.5  重入锁</a:t>
            </a:r>
          </a:p>
        </p:txBody>
      </p:sp>
      <p:sp>
        <p:nvSpPr>
          <p:cNvPr id="3" name="Chevron 3"/>
          <p:cNvSpPr/>
          <p:nvPr>
            <p:custDataLst>
              <p:tags r:id="rId1"/>
            </p:custDataLst>
          </p:nvPr>
        </p:nvSpPr>
        <p:spPr>
          <a:xfrm>
            <a:off x="1054100" y="1092200"/>
            <a:ext cx="2820670" cy="666115"/>
          </a:xfrm>
          <a:prstGeom prst="chevron">
            <a:avLst>
              <a:gd name="adj" fmla="val 43848"/>
            </a:avLst>
          </a:prstGeom>
          <a:solidFill>
            <a:srgbClr val="FFFFFF">
              <a:lumMod val="7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rmAutofit/>
          </a:bodyPr>
          <a:lstStyle/>
          <a:p>
            <a:pPr algn="ctr">
              <a:lnSpc>
                <a:spcPct val="120000"/>
              </a:lnSpc>
            </a:pPr>
            <a:endParaRPr lang="en-GB" sz="900">
              <a:solidFill>
                <a:sysClr val="windowText" lastClr="000000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324778" y="1232159"/>
            <a:ext cx="221488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重入锁的语法格式</a:t>
            </a:r>
          </a:p>
        </p:txBody>
      </p:sp>
      <p:sp>
        <p:nvSpPr>
          <p:cNvPr id="9" name="文本框 8"/>
          <p:cNvSpPr txBox="1"/>
          <p:nvPr/>
        </p:nvSpPr>
        <p:spPr>
          <a:xfrm>
            <a:off x="1143635" y="1920875"/>
            <a:ext cx="9990455" cy="1938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fontAlgn="auto">
              <a:lnSpc>
                <a:spcPct val="150000"/>
              </a:lnSpc>
            </a:pPr>
            <a:r>
              <a:rPr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重入锁</a:t>
            </a:r>
            <a:r>
              <a:rPr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（ReentrantLock）的作用类似于synchronized关键字，synchronized是通过JVM实现的，而重入锁</a:t>
            </a:r>
            <a:r>
              <a:rPr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通过JDK实现</a:t>
            </a:r>
            <a:r>
              <a:rPr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。顾名思义，重入锁指可以给同一个资源添加多个锁，并且释放锁的方式与synchronized也不同。synchronized的锁是线程执行完毕之后会自动释放的，而ReentrantLock的锁必须</a:t>
            </a:r>
            <a:r>
              <a:rPr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手动释放</a:t>
            </a:r>
            <a:r>
              <a:rPr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。重入锁的</a:t>
            </a:r>
            <a:r>
              <a:rPr 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语法</a:t>
            </a:r>
            <a:r>
              <a:rPr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格式如下所示</a:t>
            </a:r>
            <a:r>
              <a:rPr 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：</a:t>
            </a:r>
          </a:p>
        </p:txBody>
      </p:sp>
      <p:sp>
        <p:nvSpPr>
          <p:cNvPr id="5" name="矩形 4"/>
          <p:cNvSpPr/>
          <p:nvPr/>
        </p:nvSpPr>
        <p:spPr>
          <a:xfrm>
            <a:off x="2893695" y="4088130"/>
            <a:ext cx="6402705" cy="1638935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1" algn="l" fontAlgn="auto">
              <a:lnSpc>
                <a:spcPct val="110000"/>
              </a:lnSpc>
            </a:pPr>
            <a:r>
              <a:rPr lang="zh-CN" altLang="en-US" sz="18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private ReentrantLock reentrantLock = new   </a:t>
            </a:r>
          </a:p>
          <a:p>
            <a:pPr lvl="1" algn="l" fontAlgn="auto">
              <a:lnSpc>
                <a:spcPct val="110000"/>
              </a:lnSpc>
            </a:pPr>
            <a:r>
              <a:rPr lang="zh-CN" altLang="en-US" sz="18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ReentrantLock();</a:t>
            </a:r>
          </a:p>
          <a:p>
            <a:pPr lvl="1" algn="l" fontAlgn="auto">
              <a:lnSpc>
                <a:spcPct val="110000"/>
              </a:lnSpc>
            </a:pPr>
            <a:r>
              <a:rPr lang="zh-CN" altLang="en-US" sz="18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reentrantLock.lock();		//加锁</a:t>
            </a:r>
          </a:p>
          <a:p>
            <a:pPr lvl="1" algn="l" fontAlgn="auto">
              <a:lnSpc>
                <a:spcPct val="110000"/>
              </a:lnSpc>
            </a:pPr>
            <a:r>
              <a:rPr lang="zh-CN" altLang="en-US" sz="18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//需要锁的数据</a:t>
            </a:r>
          </a:p>
          <a:p>
            <a:pPr lvl="1" algn="l" fontAlgn="auto">
              <a:lnSpc>
                <a:spcPct val="110000"/>
              </a:lnSpc>
            </a:pPr>
            <a:r>
              <a:rPr lang="zh-CN" altLang="en-US" sz="18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reentrantLock.unlock();		//释放锁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35" y="266700"/>
            <a:ext cx="5220970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12.5.5  重入锁</a:t>
            </a:r>
          </a:p>
        </p:txBody>
      </p:sp>
      <p:sp>
        <p:nvSpPr>
          <p:cNvPr id="2" name="Chevron 3"/>
          <p:cNvSpPr/>
          <p:nvPr>
            <p:custDataLst>
              <p:tags r:id="rId1"/>
            </p:custDataLst>
          </p:nvPr>
        </p:nvSpPr>
        <p:spPr>
          <a:xfrm>
            <a:off x="1054100" y="1235710"/>
            <a:ext cx="2581275" cy="666115"/>
          </a:xfrm>
          <a:prstGeom prst="chevron">
            <a:avLst>
              <a:gd name="adj" fmla="val 43848"/>
            </a:avLst>
          </a:prstGeom>
          <a:solidFill>
            <a:srgbClr val="FFFFFF">
              <a:lumMod val="7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rmAutofit/>
          </a:bodyPr>
          <a:lstStyle/>
          <a:p>
            <a:pPr algn="ctr">
              <a:lnSpc>
                <a:spcPct val="120000"/>
              </a:lnSpc>
            </a:pPr>
            <a:endParaRPr lang="en-GB" sz="900">
              <a:solidFill>
                <a:sysClr val="windowText" lastClr="000000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396533" y="1375669"/>
            <a:ext cx="196088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案例演示重入锁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2084070" y="3152775"/>
            <a:ext cx="8022590" cy="5530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fontAlgn="auto">
              <a:lnSpc>
                <a:spcPct val="150000"/>
              </a:lnSpc>
            </a:pPr>
            <a:r>
              <a:rPr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下面修改</a:t>
            </a:r>
            <a:r>
              <a:rPr 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12.5.3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中的案例</a:t>
            </a:r>
            <a:r>
              <a:rPr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，使用重入锁模拟多个窗口售票</a:t>
            </a:r>
            <a:r>
              <a:rPr 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。具体如下。</a:t>
            </a:r>
            <a:endParaRPr 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35" y="266700"/>
            <a:ext cx="5220970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12.5.5  重入锁</a:t>
            </a: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17320" y="2168525"/>
            <a:ext cx="9356090" cy="4163695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2106930" y="2319020"/>
            <a:ext cx="7976870" cy="38131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auto">
              <a:lnSpc>
                <a:spcPct val="101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private  void saleTicket() {</a:t>
            </a:r>
          </a:p>
          <a:p>
            <a:pPr fontAlgn="auto">
              <a:lnSpc>
                <a:spcPct val="101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</a:t>
            </a:r>
            <a:r>
              <a:rPr lang="en-US" altLang="zh-CN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//调用lock()方法为票数加锁</a:t>
            </a:r>
          </a:p>
          <a:p>
            <a:pPr fontAlgn="auto">
              <a:lnSpc>
                <a:spcPct val="101000"/>
              </a:lnSpc>
            </a:pPr>
            <a:r>
              <a:rPr lang="en-US" altLang="zh-CN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reentrantLock.lock();</a:t>
            </a:r>
          </a:p>
          <a:p>
            <a:pPr fontAlgn="auto">
              <a:lnSpc>
                <a:spcPct val="101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if (tickets &gt; 0) {</a:t>
            </a:r>
          </a:p>
          <a:p>
            <a:pPr fontAlgn="auto">
              <a:lnSpc>
                <a:spcPct val="101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    try {</a:t>
            </a:r>
          </a:p>
          <a:p>
            <a:pPr fontAlgn="auto">
              <a:lnSpc>
                <a:spcPct val="101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        Thread.sleep(300); // 经过的线程休眠300毫秒</a:t>
            </a:r>
          </a:p>
          <a:p>
            <a:pPr fontAlgn="auto">
              <a:lnSpc>
                <a:spcPct val="101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    } catch (InterruptedException e) {</a:t>
            </a:r>
          </a:p>
          <a:p>
            <a:pPr fontAlgn="auto">
              <a:lnSpc>
                <a:spcPct val="101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        e.printStackTrace();</a:t>
            </a:r>
          </a:p>
          <a:p>
            <a:pPr fontAlgn="auto">
              <a:lnSpc>
                <a:spcPct val="101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    }</a:t>
            </a:r>
          </a:p>
          <a:p>
            <a:pPr fontAlgn="auto">
              <a:lnSpc>
                <a:spcPct val="101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    System.out.println(Thread.currentThread().getName() + "---卖出的票"</a:t>
            </a:r>
          </a:p>
          <a:p>
            <a:pPr fontAlgn="auto">
              <a:lnSpc>
                <a:spcPct val="101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            + tickets--);</a:t>
            </a:r>
          </a:p>
          <a:p>
            <a:pPr fontAlgn="auto">
              <a:lnSpc>
                <a:spcPct val="101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}</a:t>
            </a:r>
          </a:p>
          <a:p>
            <a:pPr fontAlgn="auto">
              <a:lnSpc>
                <a:spcPct val="101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</a:t>
            </a:r>
            <a:r>
              <a:rPr lang="en-US" altLang="zh-CN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//调用lock()方法为票数释放锁</a:t>
            </a:r>
          </a:p>
          <a:p>
            <a:pPr fontAlgn="auto">
              <a:lnSpc>
                <a:spcPct val="101000"/>
              </a:lnSpc>
            </a:pPr>
            <a:r>
              <a:rPr lang="en-US" altLang="zh-CN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reentrantLock.unlock();</a:t>
            </a:r>
          </a:p>
          <a:p>
            <a:pPr fontAlgn="auto">
              <a:lnSpc>
                <a:spcPct val="101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}</a:t>
            </a:r>
          </a:p>
        </p:txBody>
      </p:sp>
      <p:sp>
        <p:nvSpPr>
          <p:cNvPr id="9" name="文本框 8"/>
          <p:cNvSpPr txBox="1"/>
          <p:nvPr/>
        </p:nvSpPr>
        <p:spPr>
          <a:xfrm>
            <a:off x="1143000" y="923925"/>
            <a:ext cx="987742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fontAlgn="auto">
              <a:lnSpc>
                <a:spcPct val="150000"/>
              </a:lnSpc>
            </a:pPr>
            <a:r>
              <a:rPr lang="zh-CN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步骤一：</a:t>
            </a:r>
            <a:r>
              <a:rPr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定义一个同步方法saleTicket()</a:t>
            </a:r>
            <a:r>
              <a:rPr 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，在saleTicket()方法中，调用lock()方法为票数加锁；调用lock()方法为票数释放锁</a:t>
            </a:r>
            <a:r>
              <a:rPr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。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代码如</a:t>
            </a:r>
            <a:r>
              <a:rPr lang="zh-CN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下所示：</a:t>
            </a:r>
            <a:endParaRPr lang="zh-CN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35" y="266700"/>
            <a:ext cx="5220970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12.5.5  重入锁</a:t>
            </a: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30655" y="2204085"/>
            <a:ext cx="9356090" cy="3218815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2580005" y="2279015"/>
            <a:ext cx="7030720" cy="30689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auto">
              <a:lnSpc>
                <a:spcPct val="101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class ReentrantLockTest implements Runnable {</a:t>
            </a:r>
          </a:p>
          <a:p>
            <a:pPr fontAlgn="auto">
              <a:lnSpc>
                <a:spcPct val="101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private int tickets = 10;</a:t>
            </a:r>
          </a:p>
          <a:p>
            <a:pPr fontAlgn="auto">
              <a:lnSpc>
                <a:spcPct val="101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private ReentrantLock reentrantLock = new ReentrantLock();</a:t>
            </a:r>
          </a:p>
          <a:p>
            <a:pPr fontAlgn="auto">
              <a:lnSpc>
                <a:spcPct val="101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public void run() {</a:t>
            </a:r>
          </a:p>
          <a:p>
            <a:pPr fontAlgn="auto">
              <a:lnSpc>
                <a:spcPct val="101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while (true) {</a:t>
            </a:r>
          </a:p>
          <a:p>
            <a:pPr fontAlgn="auto">
              <a:lnSpc>
                <a:spcPct val="101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    saleTicket(); // 调用售票方法</a:t>
            </a:r>
          </a:p>
          <a:p>
            <a:pPr fontAlgn="auto">
              <a:lnSpc>
                <a:spcPct val="101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    if (tickets &lt;= 0) {</a:t>
            </a:r>
          </a:p>
          <a:p>
            <a:pPr fontAlgn="auto">
              <a:lnSpc>
                <a:spcPct val="101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        break;</a:t>
            </a:r>
          </a:p>
          <a:p>
            <a:pPr fontAlgn="auto">
              <a:lnSpc>
                <a:spcPct val="101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    }</a:t>
            </a:r>
          </a:p>
          <a:p>
            <a:pPr fontAlgn="auto">
              <a:lnSpc>
                <a:spcPct val="101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}</a:t>
            </a:r>
          </a:p>
          <a:p>
            <a:pPr fontAlgn="auto">
              <a:lnSpc>
                <a:spcPct val="101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}</a:t>
            </a:r>
          </a:p>
          <a:p>
            <a:pPr fontAlgn="auto">
              <a:lnSpc>
                <a:spcPct val="101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}</a:t>
            </a:r>
          </a:p>
        </p:txBody>
      </p:sp>
      <p:sp>
        <p:nvSpPr>
          <p:cNvPr id="9" name="文本框 8"/>
          <p:cNvSpPr txBox="1"/>
          <p:nvPr/>
        </p:nvSpPr>
        <p:spPr>
          <a:xfrm>
            <a:off x="1143000" y="923925"/>
            <a:ext cx="987742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fontAlgn="auto">
              <a:lnSpc>
                <a:spcPct val="150000"/>
              </a:lnSpc>
            </a:pPr>
            <a:r>
              <a:rPr lang="zh-CN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步骤二：</a:t>
            </a:r>
            <a:r>
              <a:rPr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定义ReentrantLockTest类实现Runnable接口</a:t>
            </a:r>
            <a:r>
              <a:rPr 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创建ReentrantLock类的对象reentrantLock；调用售票方法saleTicket()</a:t>
            </a:r>
            <a:r>
              <a:rPr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。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代码如</a:t>
            </a:r>
            <a:r>
              <a:rPr lang="zh-CN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下所示：</a:t>
            </a:r>
            <a:endParaRPr lang="zh-CN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35" y="266700"/>
            <a:ext cx="5220970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12.5.5  重入锁</a:t>
            </a: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30655" y="2204085"/>
            <a:ext cx="9356090" cy="2971165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2499360" y="2279650"/>
            <a:ext cx="7218680" cy="28206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auto">
              <a:lnSpc>
                <a:spcPct val="101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public class Example19 {</a:t>
            </a:r>
          </a:p>
          <a:p>
            <a:pPr fontAlgn="auto">
              <a:lnSpc>
                <a:spcPct val="101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public static void main(String[] args) {</a:t>
            </a:r>
          </a:p>
          <a:p>
            <a:pPr fontAlgn="auto">
              <a:lnSpc>
                <a:spcPct val="101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// 创建ReentrantLockTest对象</a:t>
            </a:r>
          </a:p>
          <a:p>
            <a:pPr fontAlgn="auto">
              <a:lnSpc>
                <a:spcPct val="101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ReentrantLockTest reentrantLockTest = new ReentrantLockTest(); </a:t>
            </a:r>
          </a:p>
          <a:p>
            <a:pPr fontAlgn="auto">
              <a:lnSpc>
                <a:spcPct val="101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// 创建并开启四个线程</a:t>
            </a:r>
          </a:p>
          <a:p>
            <a:pPr fontAlgn="auto">
              <a:lnSpc>
                <a:spcPct val="101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new Thread(reentrantLockTest,"线程一").start();</a:t>
            </a:r>
          </a:p>
          <a:p>
            <a:pPr fontAlgn="auto">
              <a:lnSpc>
                <a:spcPct val="101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new Thread(reentrantLockTest,"线程二").start();</a:t>
            </a:r>
          </a:p>
          <a:p>
            <a:pPr fontAlgn="auto">
              <a:lnSpc>
                <a:spcPct val="101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new Thread(reentrantLockTest,"线程三").start();</a:t>
            </a:r>
          </a:p>
          <a:p>
            <a:pPr fontAlgn="auto">
              <a:lnSpc>
                <a:spcPct val="101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new Thread(reentrantLockTest,"线程四").start();</a:t>
            </a:r>
          </a:p>
          <a:p>
            <a:pPr fontAlgn="auto">
              <a:lnSpc>
                <a:spcPct val="101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}</a:t>
            </a:r>
          </a:p>
          <a:p>
            <a:pPr fontAlgn="auto">
              <a:lnSpc>
                <a:spcPct val="101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}</a:t>
            </a:r>
          </a:p>
        </p:txBody>
      </p:sp>
      <p:sp>
        <p:nvSpPr>
          <p:cNvPr id="9" name="文本框 8"/>
          <p:cNvSpPr txBox="1"/>
          <p:nvPr/>
        </p:nvSpPr>
        <p:spPr>
          <a:xfrm>
            <a:off x="1143000" y="923925"/>
            <a:ext cx="987742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fontAlgn="auto">
              <a:lnSpc>
                <a:spcPct val="150000"/>
              </a:lnSpc>
            </a:pPr>
            <a:r>
              <a:rPr lang="zh-CN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步骤三：</a:t>
            </a:r>
            <a:r>
              <a:rPr 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定义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main()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方法，创建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ReentrantLockTest对象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，然后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创建并开启四个线程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，</a:t>
            </a:r>
            <a:r>
              <a:rPr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模拟多个窗口售票。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代码如</a:t>
            </a:r>
            <a:r>
              <a:rPr lang="zh-CN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下所示：</a:t>
            </a:r>
            <a:endParaRPr lang="zh-CN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35" y="266700"/>
            <a:ext cx="5220970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12.5.5  重入锁</a:t>
            </a:r>
          </a:p>
        </p:txBody>
      </p:sp>
      <p:sp>
        <p:nvSpPr>
          <p:cNvPr id="2" name="Chevron 3"/>
          <p:cNvSpPr/>
          <p:nvPr>
            <p:custDataLst>
              <p:tags r:id="rId1"/>
            </p:custDataLst>
          </p:nvPr>
        </p:nvSpPr>
        <p:spPr>
          <a:xfrm>
            <a:off x="1054100" y="1092200"/>
            <a:ext cx="1771015" cy="666115"/>
          </a:xfrm>
          <a:prstGeom prst="chevron">
            <a:avLst>
              <a:gd name="adj" fmla="val 43848"/>
            </a:avLst>
          </a:prstGeom>
          <a:solidFill>
            <a:srgbClr val="FFFFFF">
              <a:lumMod val="7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rmAutofit/>
          </a:bodyPr>
          <a:lstStyle/>
          <a:p>
            <a:pPr algn="ctr">
              <a:lnSpc>
                <a:spcPct val="120000"/>
              </a:lnSpc>
            </a:pPr>
            <a:endParaRPr lang="en-GB" sz="900">
              <a:solidFill>
                <a:sysClr val="windowText" lastClr="000000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396533" y="1232159"/>
            <a:ext cx="119888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运行结果</a:t>
            </a:r>
          </a:p>
        </p:txBody>
      </p:sp>
      <p:sp>
        <p:nvSpPr>
          <p:cNvPr id="10" name="文本框 9"/>
          <p:cNvSpPr txBox="1"/>
          <p:nvPr/>
        </p:nvSpPr>
        <p:spPr>
          <a:xfrm>
            <a:off x="3336925" y="1225550"/>
            <a:ext cx="526288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lnSpc>
                <a:spcPct val="100000"/>
              </a:lnSpc>
            </a:pP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运行代码，控制台显示的运行结果如图所示。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1294765" y="4849495"/>
            <a:ext cx="9600565" cy="1476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lnSpc>
                <a:spcPct val="150000"/>
              </a:lnSpc>
            </a:pP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从图可以看出，运行结果与使用synchronized的结果是一致的。如果读者需要在此基础上添加多把锁，只需要调用lock()方法即可。</a:t>
            </a:r>
            <a:r>
              <a:rPr lang="zh-CN" altLang="zh-CN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注意：使用重入锁是加了几把锁就必须释放几把锁，如果不释放会导致线程处于阻塞状态。</a:t>
            </a:r>
          </a:p>
        </p:txBody>
      </p:sp>
      <p:pic>
        <p:nvPicPr>
          <p:cNvPr id="3" name="图片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64318" y="1868805"/>
            <a:ext cx="4061110" cy="27360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0" y="266995"/>
            <a:ext cx="5671595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None/>
            </a:pP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本章小结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80" name="TextBox 35"/>
          <p:cNvSpPr txBox="1">
            <a:spLocks noChangeArrowheads="1"/>
          </p:cNvSpPr>
          <p:nvPr/>
        </p:nvSpPr>
        <p:spPr bwMode="auto">
          <a:xfrm>
            <a:off x="1198245" y="2573020"/>
            <a:ext cx="9793605" cy="28905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indent="457200" algn="just">
              <a:lnSpc>
                <a:spcPct val="150000"/>
              </a:lnSpc>
            </a:pPr>
            <a:r>
              <a:rPr 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本章详细介绍了多线程的基础知识，首先介绍</a:t>
            </a:r>
            <a:r>
              <a:rPr 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进程与线程</a:t>
            </a:r>
            <a:r>
              <a:rPr 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两个概念；其次介绍了</a:t>
            </a:r>
            <a:r>
              <a:rPr 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线程创建的三种方式及各自优缺点</a:t>
            </a:r>
            <a:r>
              <a:rPr 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，之后介绍了</a:t>
            </a:r>
            <a:r>
              <a:rPr 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后台线程</a:t>
            </a:r>
            <a:r>
              <a:rPr 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；接着讲解了</a:t>
            </a:r>
            <a:r>
              <a:rPr 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线程的生命周期与状态转换</a:t>
            </a:r>
            <a:r>
              <a:rPr 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；然后从</a:t>
            </a:r>
            <a:r>
              <a:rPr 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线程的优先级、休眠、插队、让步和中断</a:t>
            </a:r>
            <a:r>
              <a:rPr 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五方面讲解了线程的相关方法；最后从多线性的线程安全、同步代码块、同步方法和如何解决死锁问题几方面介绍了多线程的同步。通过本章的学习，读者可以对Java多线程有一个初步的认识，熟练掌握好这些知识，对以后的编程开发大有脾益。</a:t>
            </a:r>
          </a:p>
        </p:txBody>
      </p:sp>
      <p:sp>
        <p:nvSpPr>
          <p:cNvPr id="27" name="圆角矩形 26"/>
          <p:cNvSpPr/>
          <p:nvPr/>
        </p:nvSpPr>
        <p:spPr>
          <a:xfrm>
            <a:off x="1198245" y="2061210"/>
            <a:ext cx="9794240" cy="3863975"/>
          </a:xfrm>
          <a:prstGeom prst="roundRect">
            <a:avLst>
              <a:gd name="adj" fmla="val 0"/>
            </a:avLst>
          </a:prstGeom>
          <a:noFill/>
          <a:ln w="3175">
            <a:solidFill>
              <a:schemeClr val="tx1">
                <a:lumMod val="75000"/>
                <a:lumOff val="2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3200">
              <a:cs typeface="+mn-ea"/>
              <a:sym typeface="+mn-lt"/>
            </a:endParaRPr>
          </a:p>
        </p:txBody>
      </p:sp>
      <p:sp>
        <p:nvSpPr>
          <p:cNvPr id="3" name="椭圆 2"/>
          <p:cNvSpPr/>
          <p:nvPr/>
        </p:nvSpPr>
        <p:spPr>
          <a:xfrm>
            <a:off x="4419710" y="1652499"/>
            <a:ext cx="718820" cy="718820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800" b="1"/>
              <a:t>本</a:t>
            </a:r>
          </a:p>
        </p:txBody>
      </p:sp>
      <p:sp>
        <p:nvSpPr>
          <p:cNvPr id="9" name="椭圆 8"/>
          <p:cNvSpPr/>
          <p:nvPr/>
        </p:nvSpPr>
        <p:spPr>
          <a:xfrm>
            <a:off x="5138530" y="1652499"/>
            <a:ext cx="718820" cy="718820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/>
            <a:r>
              <a:rPr lang="zh-CN" altLang="en-US" sz="2800" b="1" dirty="0">
                <a:sym typeface="+mn-ea"/>
              </a:rPr>
              <a:t>章</a:t>
            </a:r>
          </a:p>
        </p:txBody>
      </p:sp>
      <p:sp>
        <p:nvSpPr>
          <p:cNvPr id="10" name="椭圆 9"/>
          <p:cNvSpPr/>
          <p:nvPr/>
        </p:nvSpPr>
        <p:spPr>
          <a:xfrm>
            <a:off x="5857350" y="1652499"/>
            <a:ext cx="718820" cy="718820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/>
            <a:r>
              <a:rPr lang="zh-CN" altLang="en-US" sz="2800" b="1" dirty="0">
                <a:sym typeface="+mn-ea"/>
              </a:rPr>
              <a:t>小</a:t>
            </a:r>
          </a:p>
        </p:txBody>
      </p:sp>
      <p:sp>
        <p:nvSpPr>
          <p:cNvPr id="11" name="椭圆 10"/>
          <p:cNvSpPr/>
          <p:nvPr/>
        </p:nvSpPr>
        <p:spPr>
          <a:xfrm>
            <a:off x="6576170" y="1652499"/>
            <a:ext cx="718820" cy="718820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/>
            <a:r>
              <a:rPr lang="zh-CN" altLang="en-US" sz="2800" b="1">
                <a:sym typeface="+mn-ea"/>
              </a:rPr>
              <a:t>结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RESOURCE_PATHS_HASH_PRESENTER" val="417f8e4a56fc57c2e92e6fdc581ab83ee55365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1_1"/>
  <p:tag name="KSO_WM_UNIT_ID" val="diagram20199030_1*m_h_i*1_1_1"/>
  <p:tag name="KSO_WM_TEMPLATE_CATEGORY" val="diagram"/>
  <p:tag name="KSO_WM_TEMPLATE_INDEX" val="20199030"/>
  <p:tag name="KSO_WM_UNIT_LAYERLEVEL" val="1_1_1"/>
  <p:tag name="KSO_WM_TAG_VERSION" val="1.0"/>
  <p:tag name="KSO_WM_BEAUTIFY_FLAG" val="#wm#"/>
  <p:tag name="KSO_WM_UNIT_FILL_FORE_SCHEMECOLOR_INDEX" val="16"/>
  <p:tag name="KSO_WM_UNIT_FILL_TYPE" val="1"/>
  <p:tag name="KSO_WM_UNIT_TEXT_FILL_FORE_SCHEMECOLOR_INDEX" val="13"/>
  <p:tag name="KSO_WM_UNIT_TEXT_FILL_TYPE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f"/>
  <p:tag name="KSO_WM_UNIT_INDEX" val="1_1_1"/>
  <p:tag name="KSO_WM_UNIT_ID" val="diagram20199030_1*m_h_f*1_1_1"/>
  <p:tag name="KSO_WM_TEMPLATE_CATEGORY" val="diagram"/>
  <p:tag name="KSO_WM_TEMPLATE_INDEX" val="20199030"/>
  <p:tag name="KSO_WM_UNIT_LAYERLEVEL" val="1_1_1"/>
  <p:tag name="KSO_WM_TAG_VERSION" val="1.0"/>
  <p:tag name="KSO_WM_BEAUTIFY_FLAG" val="#wm#"/>
  <p:tag name="KSO_WM_UNIT_PRESET_TEXT" val="单击此处添加文本具体内容"/>
  <p:tag name="KSO_WM_UNIT_TEXT_FILL_FORE_SCHEMECOLOR_INDEX" val="13"/>
  <p:tag name="KSO_WM_UNIT_TEXT_FILL_TYPE" val="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1_1"/>
  <p:tag name="KSO_WM_UNIT_ID" val="diagram20199030_1*m_h_i*1_1_1"/>
  <p:tag name="KSO_WM_TEMPLATE_CATEGORY" val="diagram"/>
  <p:tag name="KSO_WM_TEMPLATE_INDEX" val="20199030"/>
  <p:tag name="KSO_WM_UNIT_LAYERLEVEL" val="1_1_1"/>
  <p:tag name="KSO_WM_TAG_VERSION" val="1.0"/>
  <p:tag name="KSO_WM_BEAUTIFY_FLAG" val="#wm#"/>
  <p:tag name="KSO_WM_UNIT_FILL_FORE_SCHEMECOLOR_INDEX" val="16"/>
  <p:tag name="KSO_WM_UNIT_FILL_TYPE" val="1"/>
  <p:tag name="KSO_WM_UNIT_TEXT_FILL_FORE_SCHEMECOLOR_INDEX" val="13"/>
  <p:tag name="KSO_WM_UNIT_TEXT_FILL_TYPE" val="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f"/>
  <p:tag name="KSO_WM_UNIT_INDEX" val="1_1_1"/>
  <p:tag name="KSO_WM_UNIT_ID" val="diagram20199030_1*m_h_f*1_1_1"/>
  <p:tag name="KSO_WM_TEMPLATE_CATEGORY" val="diagram"/>
  <p:tag name="KSO_WM_TEMPLATE_INDEX" val="20199030"/>
  <p:tag name="KSO_WM_UNIT_LAYERLEVEL" val="1_1_1"/>
  <p:tag name="KSO_WM_TAG_VERSION" val="1.0"/>
  <p:tag name="KSO_WM_BEAUTIFY_FLAG" val="#wm#"/>
  <p:tag name="KSO_WM_UNIT_PRESET_TEXT" val="单击此处添加文本具体内容"/>
  <p:tag name="KSO_WM_UNIT_TEXT_FILL_FORE_SCHEMECOLOR_INDEX" val="13"/>
  <p:tag name="KSO_WM_UNIT_TEXT_FILL_TYPE" val="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1_1"/>
  <p:tag name="KSO_WM_UNIT_ID" val="diagram20199030_1*m_h_i*1_1_1"/>
  <p:tag name="KSO_WM_TEMPLATE_CATEGORY" val="diagram"/>
  <p:tag name="KSO_WM_TEMPLATE_INDEX" val="20199030"/>
  <p:tag name="KSO_WM_UNIT_LAYERLEVEL" val="1_1_1"/>
  <p:tag name="KSO_WM_TAG_VERSION" val="1.0"/>
  <p:tag name="KSO_WM_BEAUTIFY_FLAG" val="#wm#"/>
  <p:tag name="KSO_WM_UNIT_FILL_FORE_SCHEMECOLOR_INDEX" val="16"/>
  <p:tag name="KSO_WM_UNIT_FILL_TYPE" val="1"/>
  <p:tag name="KSO_WM_UNIT_TEXT_FILL_FORE_SCHEMECOLOR_INDEX" val="13"/>
  <p:tag name="KSO_WM_UNIT_TEXT_FILL_TYPE" val="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f"/>
  <p:tag name="KSO_WM_UNIT_INDEX" val="1_1_1"/>
  <p:tag name="KSO_WM_UNIT_ID" val="diagram20199030_1*m_h_f*1_1_1"/>
  <p:tag name="KSO_WM_TEMPLATE_CATEGORY" val="diagram"/>
  <p:tag name="KSO_WM_TEMPLATE_INDEX" val="20199030"/>
  <p:tag name="KSO_WM_UNIT_LAYERLEVEL" val="1_1_1"/>
  <p:tag name="KSO_WM_TAG_VERSION" val="1.0"/>
  <p:tag name="KSO_WM_BEAUTIFY_FLAG" val="#wm#"/>
  <p:tag name="KSO_WM_UNIT_PRESET_TEXT" val="单击此处添加文本具体内容"/>
  <p:tag name="KSO_WM_UNIT_TEXT_FILL_FORE_SCHEMECOLOR_INDEX" val="13"/>
  <p:tag name="KSO_WM_UNIT_TEXT_FILL_TYPE" val="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1_1"/>
  <p:tag name="KSO_WM_UNIT_ID" val="diagram20199030_1*m_h_i*1_1_1"/>
  <p:tag name="KSO_WM_TEMPLATE_CATEGORY" val="diagram"/>
  <p:tag name="KSO_WM_TEMPLATE_INDEX" val="20199030"/>
  <p:tag name="KSO_WM_UNIT_LAYERLEVEL" val="1_1_1"/>
  <p:tag name="KSO_WM_TAG_VERSION" val="1.0"/>
  <p:tag name="KSO_WM_BEAUTIFY_FLAG" val="#wm#"/>
  <p:tag name="KSO_WM_UNIT_FILL_FORE_SCHEMECOLOR_INDEX" val="16"/>
  <p:tag name="KSO_WM_UNIT_FILL_TYPE" val="1"/>
  <p:tag name="KSO_WM_UNIT_TEXT_FILL_FORE_SCHEMECOLOR_INDEX" val="13"/>
  <p:tag name="KSO_WM_UNIT_TEXT_FILL_TYPE" val="1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1_1"/>
  <p:tag name="KSO_WM_UNIT_ID" val="diagram20199030_1*m_h_i*1_1_1"/>
  <p:tag name="KSO_WM_TEMPLATE_CATEGORY" val="diagram"/>
  <p:tag name="KSO_WM_TEMPLATE_INDEX" val="20199030"/>
  <p:tag name="KSO_WM_UNIT_LAYERLEVEL" val="1_1_1"/>
  <p:tag name="KSO_WM_TAG_VERSION" val="1.0"/>
  <p:tag name="KSO_WM_BEAUTIFY_FLAG" val="#wm#"/>
  <p:tag name="KSO_WM_UNIT_FILL_FORE_SCHEMECOLOR_INDEX" val="16"/>
  <p:tag name="KSO_WM_UNIT_FILL_TYPE" val="1"/>
  <p:tag name="KSO_WM_UNIT_TEXT_FILL_FORE_SCHEMECOLOR_INDEX" val="13"/>
  <p:tag name="KSO_WM_UNIT_TEXT_FILL_TYPE" val="1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1_1"/>
  <p:tag name="KSO_WM_UNIT_ID" val="diagram20199030_1*m_h_i*1_1_1"/>
  <p:tag name="KSO_WM_TEMPLATE_CATEGORY" val="diagram"/>
  <p:tag name="KSO_WM_TEMPLATE_INDEX" val="20199030"/>
  <p:tag name="KSO_WM_UNIT_LAYERLEVEL" val="1_1_1"/>
  <p:tag name="KSO_WM_TAG_VERSION" val="1.0"/>
  <p:tag name="KSO_WM_BEAUTIFY_FLAG" val="#wm#"/>
  <p:tag name="KSO_WM_UNIT_FILL_FORE_SCHEMECOLOR_INDEX" val="16"/>
  <p:tag name="KSO_WM_UNIT_FILL_TYPE" val="1"/>
  <p:tag name="KSO_WM_UNIT_TEXT_FILL_FORE_SCHEMECOLOR_INDEX" val="13"/>
  <p:tag name="KSO_WM_UNIT_TEXT_FILL_TYPE" val="1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1_1"/>
  <p:tag name="KSO_WM_UNIT_ID" val="diagram20199030_1*m_h_i*1_1_1"/>
  <p:tag name="KSO_WM_TEMPLATE_CATEGORY" val="diagram"/>
  <p:tag name="KSO_WM_TEMPLATE_INDEX" val="20199030"/>
  <p:tag name="KSO_WM_UNIT_LAYERLEVEL" val="1_1_1"/>
  <p:tag name="KSO_WM_TAG_VERSION" val="1.0"/>
  <p:tag name="KSO_WM_BEAUTIFY_FLAG" val="#wm#"/>
  <p:tag name="KSO_WM_UNIT_FILL_FORE_SCHEMECOLOR_INDEX" val="16"/>
  <p:tag name="KSO_WM_UNIT_FILL_TYPE" val="1"/>
  <p:tag name="KSO_WM_UNIT_TEXT_FILL_FORE_SCHEMECOLOR_INDEX" val="13"/>
  <p:tag name="KSO_WM_UNIT_TEXT_FILL_TYPE" val="1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1_1"/>
  <p:tag name="KSO_WM_UNIT_ID" val="diagram20199030_1*m_h_i*1_1_1"/>
  <p:tag name="KSO_WM_TEMPLATE_CATEGORY" val="diagram"/>
  <p:tag name="KSO_WM_TEMPLATE_INDEX" val="20199030"/>
  <p:tag name="KSO_WM_UNIT_LAYERLEVEL" val="1_1_1"/>
  <p:tag name="KSO_WM_TAG_VERSION" val="1.0"/>
  <p:tag name="KSO_WM_BEAUTIFY_FLAG" val="#wm#"/>
  <p:tag name="KSO_WM_UNIT_FILL_FORE_SCHEMECOLOR_INDEX" val="16"/>
  <p:tag name="KSO_WM_UNIT_FILL_TYPE" val="1"/>
  <p:tag name="KSO_WM_UNIT_TEXT_FILL_FORE_SCHEMECOLOR_INDEX" val="13"/>
  <p:tag name="KSO_WM_UNIT_TEXT_FILL_TYPE" val="1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1_1"/>
  <p:tag name="KSO_WM_UNIT_ID" val="diagram20199030_1*m_h_i*1_1_1"/>
  <p:tag name="KSO_WM_TEMPLATE_CATEGORY" val="diagram"/>
  <p:tag name="KSO_WM_TEMPLATE_INDEX" val="20199030"/>
  <p:tag name="KSO_WM_UNIT_LAYERLEVEL" val="1_1_1"/>
  <p:tag name="KSO_WM_TAG_VERSION" val="1.0"/>
  <p:tag name="KSO_WM_BEAUTIFY_FLAG" val="#wm#"/>
  <p:tag name="KSO_WM_UNIT_FILL_FORE_SCHEMECOLOR_INDEX" val="16"/>
  <p:tag name="KSO_WM_UNIT_FILL_TYPE" val="1"/>
  <p:tag name="KSO_WM_UNIT_TEXT_FILL_FORE_SCHEMECOLOR_INDEX" val="13"/>
  <p:tag name="KSO_WM_UNIT_TEXT_FILL_TYPE" val="1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1_1"/>
  <p:tag name="KSO_WM_UNIT_ID" val="diagram20199030_1*m_h_i*1_1_1"/>
  <p:tag name="KSO_WM_TEMPLATE_CATEGORY" val="diagram"/>
  <p:tag name="KSO_WM_TEMPLATE_INDEX" val="20199030"/>
  <p:tag name="KSO_WM_UNIT_LAYERLEVEL" val="1_1_1"/>
  <p:tag name="KSO_WM_TAG_VERSION" val="1.0"/>
  <p:tag name="KSO_WM_BEAUTIFY_FLAG" val="#wm#"/>
  <p:tag name="KSO_WM_UNIT_FILL_FORE_SCHEMECOLOR_INDEX" val="16"/>
  <p:tag name="KSO_WM_UNIT_FILL_TYPE" val="1"/>
  <p:tag name="KSO_WM_UNIT_TEXT_FILL_FORE_SCHEMECOLOR_INDEX" val="13"/>
  <p:tag name="KSO_WM_UNIT_TEXT_FILL_TYPE" val="1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1_1"/>
  <p:tag name="KSO_WM_UNIT_ID" val="diagram20199030_1*m_h_i*1_1_1"/>
  <p:tag name="KSO_WM_TEMPLATE_CATEGORY" val="diagram"/>
  <p:tag name="KSO_WM_TEMPLATE_INDEX" val="20199030"/>
  <p:tag name="KSO_WM_UNIT_LAYERLEVEL" val="1_1_1"/>
  <p:tag name="KSO_WM_TAG_VERSION" val="1.0"/>
  <p:tag name="KSO_WM_BEAUTIFY_FLAG" val="#wm#"/>
  <p:tag name="KSO_WM_UNIT_FILL_FORE_SCHEMECOLOR_INDEX" val="16"/>
  <p:tag name="KSO_WM_UNIT_FILL_TYPE" val="1"/>
  <p:tag name="KSO_WM_UNIT_TEXT_FILL_FORE_SCHEMECOLOR_INDEX" val="13"/>
  <p:tag name="KSO_WM_UNIT_TEXT_FILL_TYPE" val="1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1_1"/>
  <p:tag name="KSO_WM_UNIT_ID" val="diagram20199030_1*m_h_i*1_1_1"/>
  <p:tag name="KSO_WM_TEMPLATE_CATEGORY" val="diagram"/>
  <p:tag name="KSO_WM_TEMPLATE_INDEX" val="20199030"/>
  <p:tag name="KSO_WM_UNIT_LAYERLEVEL" val="1_1_1"/>
  <p:tag name="KSO_WM_TAG_VERSION" val="1.0"/>
  <p:tag name="KSO_WM_BEAUTIFY_FLAG" val="#wm#"/>
  <p:tag name="KSO_WM_UNIT_FILL_FORE_SCHEMECOLOR_INDEX" val="16"/>
  <p:tag name="KSO_WM_UNIT_FILL_TYPE" val="1"/>
  <p:tag name="KSO_WM_UNIT_TEXT_FILL_FORE_SCHEMECOLOR_INDEX" val="13"/>
  <p:tag name="KSO_WM_UNIT_TEXT_FILL_TYPE" val="1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f"/>
  <p:tag name="KSO_WM_UNIT_INDEX" val="1_1_1"/>
  <p:tag name="KSO_WM_UNIT_ID" val="diagram20199030_1*m_h_f*1_1_1"/>
  <p:tag name="KSO_WM_TEMPLATE_CATEGORY" val="diagram"/>
  <p:tag name="KSO_WM_TEMPLATE_INDEX" val="20199030"/>
  <p:tag name="KSO_WM_UNIT_LAYERLEVEL" val="1_1_1"/>
  <p:tag name="KSO_WM_TAG_VERSION" val="1.0"/>
  <p:tag name="KSO_WM_BEAUTIFY_FLAG" val="#wm#"/>
  <p:tag name="KSO_WM_UNIT_PRESET_TEXT" val="单击此处添加文本具体内容"/>
  <p:tag name="KSO_WM_UNIT_TEXT_FILL_FORE_SCHEMECOLOR_INDEX" val="13"/>
  <p:tag name="KSO_WM_UNIT_TEXT_FILL_TYPE" val="1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1_1"/>
  <p:tag name="KSO_WM_UNIT_ID" val="diagram20199030_1*m_h_i*1_1_1"/>
  <p:tag name="KSO_WM_TEMPLATE_CATEGORY" val="diagram"/>
  <p:tag name="KSO_WM_TEMPLATE_INDEX" val="20199030"/>
  <p:tag name="KSO_WM_UNIT_LAYERLEVEL" val="1_1_1"/>
  <p:tag name="KSO_WM_TAG_VERSION" val="1.0"/>
  <p:tag name="KSO_WM_BEAUTIFY_FLAG" val="#wm#"/>
  <p:tag name="KSO_WM_UNIT_FILL_FORE_SCHEMECOLOR_INDEX" val="16"/>
  <p:tag name="KSO_WM_UNIT_FILL_TYPE" val="1"/>
  <p:tag name="KSO_WM_UNIT_TEXT_FILL_FORE_SCHEMECOLOR_INDEX" val="13"/>
  <p:tag name="KSO_WM_UNIT_TEXT_FILL_TYPE" val="1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f"/>
  <p:tag name="KSO_WM_UNIT_INDEX" val="1_1_1"/>
  <p:tag name="KSO_WM_UNIT_ID" val="diagram20199030_1*m_h_f*1_1_1"/>
  <p:tag name="KSO_WM_TEMPLATE_CATEGORY" val="diagram"/>
  <p:tag name="KSO_WM_TEMPLATE_INDEX" val="20199030"/>
  <p:tag name="KSO_WM_UNIT_LAYERLEVEL" val="1_1_1"/>
  <p:tag name="KSO_WM_TAG_VERSION" val="1.0"/>
  <p:tag name="KSO_WM_BEAUTIFY_FLAG" val="#wm#"/>
  <p:tag name="KSO_WM_UNIT_PRESET_TEXT" val="单击此处添加文本具体内容"/>
  <p:tag name="KSO_WM_UNIT_TEXT_FILL_FORE_SCHEMECOLOR_INDEX" val="13"/>
  <p:tag name="KSO_WM_UNIT_TEXT_FILL_TYPE" val="1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1_1"/>
  <p:tag name="KSO_WM_UNIT_ID" val="diagram20199030_1*m_h_i*1_1_1"/>
  <p:tag name="KSO_WM_TEMPLATE_CATEGORY" val="diagram"/>
  <p:tag name="KSO_WM_TEMPLATE_INDEX" val="20199030"/>
  <p:tag name="KSO_WM_UNIT_LAYERLEVEL" val="1_1_1"/>
  <p:tag name="KSO_WM_TAG_VERSION" val="1.0"/>
  <p:tag name="KSO_WM_BEAUTIFY_FLAG" val="#wm#"/>
  <p:tag name="KSO_WM_UNIT_FILL_FORE_SCHEMECOLOR_INDEX" val="16"/>
  <p:tag name="KSO_WM_UNIT_FILL_TYPE" val="1"/>
  <p:tag name="KSO_WM_UNIT_TEXT_FILL_FORE_SCHEMECOLOR_INDEX" val="13"/>
  <p:tag name="KSO_WM_UNIT_TEXT_FILL_TYPE" val="1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1_1"/>
  <p:tag name="KSO_WM_UNIT_ID" val="diagram20199030_1*m_h_i*1_1_1"/>
  <p:tag name="KSO_WM_TEMPLATE_CATEGORY" val="diagram"/>
  <p:tag name="KSO_WM_TEMPLATE_INDEX" val="20199030"/>
  <p:tag name="KSO_WM_UNIT_LAYERLEVEL" val="1_1_1"/>
  <p:tag name="KSO_WM_TAG_VERSION" val="1.0"/>
  <p:tag name="KSO_WM_BEAUTIFY_FLAG" val="#wm#"/>
  <p:tag name="KSO_WM_UNIT_FILL_FORE_SCHEMECOLOR_INDEX" val="16"/>
  <p:tag name="KSO_WM_UNIT_FILL_TYPE" val="1"/>
  <p:tag name="KSO_WM_UNIT_TEXT_FILL_FORE_SCHEMECOLOR_INDEX" val="13"/>
  <p:tag name="KSO_WM_UNIT_TEXT_FILL_TYPE" val="1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1_1"/>
  <p:tag name="KSO_WM_UNIT_ID" val="diagram20199030_1*m_h_i*1_1_1"/>
  <p:tag name="KSO_WM_TEMPLATE_CATEGORY" val="diagram"/>
  <p:tag name="KSO_WM_TEMPLATE_INDEX" val="20199030"/>
  <p:tag name="KSO_WM_UNIT_LAYERLEVEL" val="1_1_1"/>
  <p:tag name="KSO_WM_TAG_VERSION" val="1.0"/>
  <p:tag name="KSO_WM_BEAUTIFY_FLAG" val="#wm#"/>
  <p:tag name="KSO_WM_UNIT_FILL_FORE_SCHEMECOLOR_INDEX" val="16"/>
  <p:tag name="KSO_WM_UNIT_FILL_TYPE" val="1"/>
  <p:tag name="KSO_WM_UNIT_TEXT_FILL_FORE_SCHEMECOLOR_INDEX" val="13"/>
  <p:tag name="KSO_WM_UNIT_TEXT_FILL_TYPE" val="1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f"/>
  <p:tag name="KSO_WM_UNIT_INDEX" val="1_1_1"/>
  <p:tag name="KSO_WM_UNIT_ID" val="diagram20199030_1*m_h_f*1_1_1"/>
  <p:tag name="KSO_WM_TEMPLATE_CATEGORY" val="diagram"/>
  <p:tag name="KSO_WM_TEMPLATE_INDEX" val="20199030"/>
  <p:tag name="KSO_WM_UNIT_LAYERLEVEL" val="1_1_1"/>
  <p:tag name="KSO_WM_TAG_VERSION" val="1.0"/>
  <p:tag name="KSO_WM_BEAUTIFY_FLAG" val="#wm#"/>
  <p:tag name="KSO_WM_UNIT_PRESET_TEXT" val="单击此处添加文本具体内容"/>
  <p:tag name="KSO_WM_UNIT_TEXT_FILL_FORE_SCHEMECOLOR_INDEX" val="13"/>
  <p:tag name="KSO_WM_UNIT_TEXT_FILL_TYPE" val="1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1_1"/>
  <p:tag name="KSO_WM_UNIT_ID" val="diagram20199030_1*m_h_i*1_1_1"/>
  <p:tag name="KSO_WM_TEMPLATE_CATEGORY" val="diagram"/>
  <p:tag name="KSO_WM_TEMPLATE_INDEX" val="20199030"/>
  <p:tag name="KSO_WM_UNIT_LAYERLEVEL" val="1_1_1"/>
  <p:tag name="KSO_WM_TAG_VERSION" val="1.0"/>
  <p:tag name="KSO_WM_BEAUTIFY_FLAG" val="#wm#"/>
  <p:tag name="KSO_WM_UNIT_FILL_FORE_SCHEMECOLOR_INDEX" val="16"/>
  <p:tag name="KSO_WM_UNIT_FILL_TYPE" val="1"/>
  <p:tag name="KSO_WM_UNIT_TEXT_FILL_FORE_SCHEMECOLOR_INDEX" val="13"/>
  <p:tag name="KSO_WM_UNIT_TEXT_FILL_TYPE" val="1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1_1"/>
  <p:tag name="KSO_WM_UNIT_ID" val="diagram20199030_1*m_h_i*1_1_1"/>
  <p:tag name="KSO_WM_TEMPLATE_CATEGORY" val="diagram"/>
  <p:tag name="KSO_WM_TEMPLATE_INDEX" val="20199030"/>
  <p:tag name="KSO_WM_UNIT_LAYERLEVEL" val="1_1_1"/>
  <p:tag name="KSO_WM_TAG_VERSION" val="1.0"/>
  <p:tag name="KSO_WM_BEAUTIFY_FLAG" val="#wm#"/>
  <p:tag name="KSO_WM_UNIT_FILL_FORE_SCHEMECOLOR_INDEX" val="16"/>
  <p:tag name="KSO_WM_UNIT_FILL_TYPE" val="1"/>
  <p:tag name="KSO_WM_UNIT_TEXT_FILL_FORE_SCHEMECOLOR_INDEX" val="13"/>
  <p:tag name="KSO_WM_UNIT_TEXT_FILL_TYPE" val="1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1_1"/>
  <p:tag name="KSO_WM_UNIT_ID" val="diagram20199030_1*m_h_i*1_1_1"/>
  <p:tag name="KSO_WM_TEMPLATE_CATEGORY" val="diagram"/>
  <p:tag name="KSO_WM_TEMPLATE_INDEX" val="20199030"/>
  <p:tag name="KSO_WM_UNIT_LAYERLEVEL" val="1_1_1"/>
  <p:tag name="KSO_WM_TAG_VERSION" val="1.0"/>
  <p:tag name="KSO_WM_BEAUTIFY_FLAG" val="#wm#"/>
  <p:tag name="KSO_WM_UNIT_FILL_FORE_SCHEMECOLOR_INDEX" val="16"/>
  <p:tag name="KSO_WM_UNIT_FILL_TYPE" val="1"/>
  <p:tag name="KSO_WM_UNIT_TEXT_FILL_FORE_SCHEMECOLOR_INDEX" val="13"/>
  <p:tag name="KSO_WM_UNIT_TEXT_FILL_TYPE" val="1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1_1"/>
  <p:tag name="KSO_WM_UNIT_ID" val="diagram20199030_1*m_h_i*1_1_1"/>
  <p:tag name="KSO_WM_TEMPLATE_CATEGORY" val="diagram"/>
  <p:tag name="KSO_WM_TEMPLATE_INDEX" val="20199030"/>
  <p:tag name="KSO_WM_UNIT_LAYERLEVEL" val="1_1_1"/>
  <p:tag name="KSO_WM_TAG_VERSION" val="1.0"/>
  <p:tag name="KSO_WM_BEAUTIFY_FLAG" val="#wm#"/>
  <p:tag name="KSO_WM_UNIT_FILL_FORE_SCHEMECOLOR_INDEX" val="16"/>
  <p:tag name="KSO_WM_UNIT_FILL_TYPE" val="1"/>
  <p:tag name="KSO_WM_UNIT_TEXT_FILL_FORE_SCHEMECOLOR_INDEX" val="13"/>
  <p:tag name="KSO_WM_UNIT_TEXT_FILL_TYPE" val="1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1_1"/>
  <p:tag name="KSO_WM_UNIT_ID" val="diagram20199030_1*m_h_i*1_1_1"/>
  <p:tag name="KSO_WM_TEMPLATE_CATEGORY" val="diagram"/>
  <p:tag name="KSO_WM_TEMPLATE_INDEX" val="20199030"/>
  <p:tag name="KSO_WM_UNIT_LAYERLEVEL" val="1_1_1"/>
  <p:tag name="KSO_WM_TAG_VERSION" val="1.0"/>
  <p:tag name="KSO_WM_BEAUTIFY_FLAG" val="#wm#"/>
  <p:tag name="KSO_WM_UNIT_FILL_FORE_SCHEMECOLOR_INDEX" val="16"/>
  <p:tag name="KSO_WM_UNIT_FILL_TYPE" val="1"/>
  <p:tag name="KSO_WM_UNIT_TEXT_FILL_FORE_SCHEMECOLOR_INDEX" val="13"/>
  <p:tag name="KSO_WM_UNIT_TEXT_FILL_TYPE" val="1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ABLE_BEAUTIFY" val="smartTable{1c1f46c1-1a22-4587-a1be-2e906e0a59b8}"/>
  <p:tag name="TABLE_ENDDRAG_ORIGIN_RECT" val="725*356"/>
  <p:tag name="TABLE_ENDDRAG_RECT" val="149*124*725*356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f"/>
  <p:tag name="KSO_WM_UNIT_INDEX" val="1_1_1"/>
  <p:tag name="KSO_WM_UNIT_ID" val="diagram20199030_1*m_h_f*1_1_1"/>
  <p:tag name="KSO_WM_TEMPLATE_CATEGORY" val="diagram"/>
  <p:tag name="KSO_WM_TEMPLATE_INDEX" val="20199030"/>
  <p:tag name="KSO_WM_UNIT_LAYERLEVEL" val="1_1_1"/>
  <p:tag name="KSO_WM_TAG_VERSION" val="1.0"/>
  <p:tag name="KSO_WM_BEAUTIFY_FLAG" val="#wm#"/>
  <p:tag name="KSO_WM_UNIT_PRESET_TEXT" val="单击此处添加文本具体内容"/>
  <p:tag name="KSO_WM_UNIT_TEXT_FILL_FORE_SCHEMECOLOR_INDEX" val="13"/>
  <p:tag name="KSO_WM_UNIT_TEXT_FILL_TYPE" val="1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1_1"/>
  <p:tag name="KSO_WM_UNIT_ID" val="diagram20199030_1*m_h_i*1_1_1"/>
  <p:tag name="KSO_WM_TEMPLATE_CATEGORY" val="diagram"/>
  <p:tag name="KSO_WM_TEMPLATE_INDEX" val="20199030"/>
  <p:tag name="KSO_WM_UNIT_LAYERLEVEL" val="1_1_1"/>
  <p:tag name="KSO_WM_TAG_VERSION" val="1.0"/>
  <p:tag name="KSO_WM_BEAUTIFY_FLAG" val="#wm#"/>
  <p:tag name="KSO_WM_UNIT_FILL_FORE_SCHEMECOLOR_INDEX" val="16"/>
  <p:tag name="KSO_WM_UNIT_FILL_TYPE" val="1"/>
  <p:tag name="KSO_WM_UNIT_TEXT_FILL_FORE_SCHEMECOLOR_INDEX" val="13"/>
  <p:tag name="KSO_WM_UNIT_TEXT_FILL_TYPE" val="1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1_1"/>
  <p:tag name="KSO_WM_UNIT_ID" val="diagram20199030_1*m_h_i*1_1_1"/>
  <p:tag name="KSO_WM_TEMPLATE_CATEGORY" val="diagram"/>
  <p:tag name="KSO_WM_TEMPLATE_INDEX" val="20199030"/>
  <p:tag name="KSO_WM_UNIT_LAYERLEVEL" val="1_1_1"/>
  <p:tag name="KSO_WM_TAG_VERSION" val="1.0"/>
  <p:tag name="KSO_WM_BEAUTIFY_FLAG" val="#wm#"/>
  <p:tag name="KSO_WM_UNIT_FILL_FORE_SCHEMECOLOR_INDEX" val="16"/>
  <p:tag name="KSO_WM_UNIT_FILL_TYPE" val="1"/>
  <p:tag name="KSO_WM_UNIT_TEXT_FILL_FORE_SCHEMECOLOR_INDEX" val="13"/>
  <p:tag name="KSO_WM_UNIT_TEXT_FILL_TYPE" val="1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1_1"/>
  <p:tag name="KSO_WM_UNIT_ID" val="diagram20199030_1*m_h_i*1_1_1"/>
  <p:tag name="KSO_WM_TEMPLATE_CATEGORY" val="diagram"/>
  <p:tag name="KSO_WM_TEMPLATE_INDEX" val="20199030"/>
  <p:tag name="KSO_WM_UNIT_LAYERLEVEL" val="1_1_1"/>
  <p:tag name="KSO_WM_TAG_VERSION" val="1.0"/>
  <p:tag name="KSO_WM_BEAUTIFY_FLAG" val="#wm#"/>
  <p:tag name="KSO_WM_UNIT_FILL_FORE_SCHEMECOLOR_INDEX" val="16"/>
  <p:tag name="KSO_WM_UNIT_FILL_TYPE" val="1"/>
  <p:tag name="KSO_WM_UNIT_TEXT_FILL_FORE_SCHEMECOLOR_INDEX" val="13"/>
  <p:tag name="KSO_WM_UNIT_TEXT_FILL_TYPE" val="1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1_1"/>
  <p:tag name="KSO_WM_UNIT_ID" val="diagram20199030_1*m_h_i*1_1_1"/>
  <p:tag name="KSO_WM_TEMPLATE_CATEGORY" val="diagram"/>
  <p:tag name="KSO_WM_TEMPLATE_INDEX" val="20199030"/>
  <p:tag name="KSO_WM_UNIT_LAYERLEVEL" val="1_1_1"/>
  <p:tag name="KSO_WM_TAG_VERSION" val="1.0"/>
  <p:tag name="KSO_WM_BEAUTIFY_FLAG" val="#wm#"/>
  <p:tag name="KSO_WM_UNIT_FILL_FORE_SCHEMECOLOR_INDEX" val="16"/>
  <p:tag name="KSO_WM_UNIT_FILL_TYPE" val="1"/>
  <p:tag name="KSO_WM_UNIT_TEXT_FILL_FORE_SCHEMECOLOR_INDEX" val="13"/>
  <p:tag name="KSO_WM_UNIT_TEXT_FILL_TYPE" val="1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1_1"/>
  <p:tag name="KSO_WM_UNIT_ID" val="diagram20199030_1*m_h_i*1_1_1"/>
  <p:tag name="KSO_WM_TEMPLATE_CATEGORY" val="diagram"/>
  <p:tag name="KSO_WM_TEMPLATE_INDEX" val="20199030"/>
  <p:tag name="KSO_WM_UNIT_LAYERLEVEL" val="1_1_1"/>
  <p:tag name="KSO_WM_TAG_VERSION" val="1.0"/>
  <p:tag name="KSO_WM_BEAUTIFY_FLAG" val="#wm#"/>
  <p:tag name="KSO_WM_UNIT_FILL_FORE_SCHEMECOLOR_INDEX" val="16"/>
  <p:tag name="KSO_WM_UNIT_FILL_TYPE" val="1"/>
  <p:tag name="KSO_WM_UNIT_TEXT_FILL_FORE_SCHEMECOLOR_INDEX" val="13"/>
  <p:tag name="KSO_WM_UNIT_TEXT_FILL_TYPE" val="1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f"/>
  <p:tag name="KSO_WM_UNIT_INDEX" val="1_1_1"/>
  <p:tag name="KSO_WM_UNIT_ID" val="diagram20199030_1*m_h_f*1_1_1"/>
  <p:tag name="KSO_WM_TEMPLATE_CATEGORY" val="diagram"/>
  <p:tag name="KSO_WM_TEMPLATE_INDEX" val="20199030"/>
  <p:tag name="KSO_WM_UNIT_LAYERLEVEL" val="1_1_1"/>
  <p:tag name="KSO_WM_TAG_VERSION" val="1.0"/>
  <p:tag name="KSO_WM_BEAUTIFY_FLAG" val="#wm#"/>
  <p:tag name="KSO_WM_UNIT_PRESET_TEXT" val="单击此处添加文本具体内容"/>
  <p:tag name="KSO_WM_UNIT_TEXT_FILL_FORE_SCHEMECOLOR_INDEX" val="13"/>
  <p:tag name="KSO_WM_UNIT_TEXT_FILL_TYPE" val="1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1_1"/>
  <p:tag name="KSO_WM_UNIT_ID" val="diagram20199030_1*m_h_i*1_1_1"/>
  <p:tag name="KSO_WM_TEMPLATE_CATEGORY" val="diagram"/>
  <p:tag name="KSO_WM_TEMPLATE_INDEX" val="20199030"/>
  <p:tag name="KSO_WM_UNIT_LAYERLEVEL" val="1_1_1"/>
  <p:tag name="KSO_WM_TAG_VERSION" val="1.0"/>
  <p:tag name="KSO_WM_BEAUTIFY_FLAG" val="#wm#"/>
  <p:tag name="KSO_WM_UNIT_FILL_FORE_SCHEMECOLOR_INDEX" val="16"/>
  <p:tag name="KSO_WM_UNIT_FILL_TYPE" val="1"/>
  <p:tag name="KSO_WM_UNIT_TEXT_FILL_FORE_SCHEMECOLOR_INDEX" val="13"/>
  <p:tag name="KSO_WM_UNIT_TEXT_FILL_TYPE" val="1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1_1"/>
  <p:tag name="KSO_WM_UNIT_ID" val="diagram20199030_1*m_h_i*1_1_1"/>
  <p:tag name="KSO_WM_TEMPLATE_CATEGORY" val="diagram"/>
  <p:tag name="KSO_WM_TEMPLATE_INDEX" val="20199030"/>
  <p:tag name="KSO_WM_UNIT_LAYERLEVEL" val="1_1_1"/>
  <p:tag name="KSO_WM_TAG_VERSION" val="1.0"/>
  <p:tag name="KSO_WM_BEAUTIFY_FLAG" val="#wm#"/>
  <p:tag name="KSO_WM_UNIT_FILL_FORE_SCHEMECOLOR_INDEX" val="16"/>
  <p:tag name="KSO_WM_UNIT_FILL_TYPE" val="1"/>
  <p:tag name="KSO_WM_UNIT_TEXT_FILL_FORE_SCHEMECOLOR_INDEX" val="13"/>
  <p:tag name="KSO_WM_UNIT_TEXT_FILL_TYPE" val="1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1_1"/>
  <p:tag name="KSO_WM_UNIT_ID" val="diagram20199030_1*m_h_i*1_1_1"/>
  <p:tag name="KSO_WM_TEMPLATE_CATEGORY" val="diagram"/>
  <p:tag name="KSO_WM_TEMPLATE_INDEX" val="20199030"/>
  <p:tag name="KSO_WM_UNIT_LAYERLEVEL" val="1_1_1"/>
  <p:tag name="KSO_WM_TAG_VERSION" val="1.0"/>
  <p:tag name="KSO_WM_BEAUTIFY_FLAG" val="#wm#"/>
  <p:tag name="KSO_WM_UNIT_FILL_FORE_SCHEMECOLOR_INDEX" val="16"/>
  <p:tag name="KSO_WM_UNIT_FILL_TYPE" val="1"/>
  <p:tag name="KSO_WM_UNIT_TEXT_FILL_FORE_SCHEMECOLOR_INDEX" val="13"/>
  <p:tag name="KSO_WM_UNIT_TEXT_FILL_TYPE" val="1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f"/>
  <p:tag name="KSO_WM_UNIT_INDEX" val="1_1_1"/>
  <p:tag name="KSO_WM_UNIT_ID" val="diagram20199030_1*m_h_f*1_1_1"/>
  <p:tag name="KSO_WM_TEMPLATE_CATEGORY" val="diagram"/>
  <p:tag name="KSO_WM_TEMPLATE_INDEX" val="20199030"/>
  <p:tag name="KSO_WM_UNIT_LAYERLEVEL" val="1_1_1"/>
  <p:tag name="KSO_WM_TAG_VERSION" val="1.0"/>
  <p:tag name="KSO_WM_BEAUTIFY_FLAG" val="#wm#"/>
  <p:tag name="KSO_WM_UNIT_PRESET_TEXT" val="单击此处添加文本具体内容"/>
  <p:tag name="KSO_WM_UNIT_TEXT_FILL_FORE_SCHEMECOLOR_INDEX" val="13"/>
  <p:tag name="KSO_WM_UNIT_TEXT_FILL_TYPE" val="1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1_1"/>
  <p:tag name="KSO_WM_UNIT_ID" val="diagram20199030_1*m_h_i*1_1_1"/>
  <p:tag name="KSO_WM_TEMPLATE_CATEGORY" val="diagram"/>
  <p:tag name="KSO_WM_TEMPLATE_INDEX" val="20199030"/>
  <p:tag name="KSO_WM_UNIT_LAYERLEVEL" val="1_1_1"/>
  <p:tag name="KSO_WM_TAG_VERSION" val="1.0"/>
  <p:tag name="KSO_WM_BEAUTIFY_FLAG" val="#wm#"/>
  <p:tag name="KSO_WM_UNIT_FILL_FORE_SCHEMECOLOR_INDEX" val="16"/>
  <p:tag name="KSO_WM_UNIT_FILL_TYPE" val="1"/>
  <p:tag name="KSO_WM_UNIT_TEXT_FILL_FORE_SCHEMECOLOR_INDEX" val="13"/>
  <p:tag name="KSO_WM_UNIT_TEXT_FILL_TYPE" val="1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1_1"/>
  <p:tag name="KSO_WM_UNIT_ID" val="diagram20199030_1*m_h_i*1_1_1"/>
  <p:tag name="KSO_WM_TEMPLATE_CATEGORY" val="diagram"/>
  <p:tag name="KSO_WM_TEMPLATE_INDEX" val="20199030"/>
  <p:tag name="KSO_WM_UNIT_LAYERLEVEL" val="1_1_1"/>
  <p:tag name="KSO_WM_TAG_VERSION" val="1.0"/>
  <p:tag name="KSO_WM_BEAUTIFY_FLAG" val="#wm#"/>
  <p:tag name="KSO_WM_UNIT_FILL_FORE_SCHEMECOLOR_INDEX" val="16"/>
  <p:tag name="KSO_WM_UNIT_FILL_TYPE" val="1"/>
  <p:tag name="KSO_WM_UNIT_TEXT_FILL_FORE_SCHEMECOLOR_INDEX" val="13"/>
  <p:tag name="KSO_WM_UNIT_TEXT_FILL_TYPE" val="1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1_1"/>
  <p:tag name="KSO_WM_UNIT_ID" val="diagram20199030_1*m_h_i*1_1_1"/>
  <p:tag name="KSO_WM_TEMPLATE_CATEGORY" val="diagram"/>
  <p:tag name="KSO_WM_TEMPLATE_INDEX" val="20199030"/>
  <p:tag name="KSO_WM_UNIT_LAYERLEVEL" val="1_1_1"/>
  <p:tag name="KSO_WM_TAG_VERSION" val="1.0"/>
  <p:tag name="KSO_WM_BEAUTIFY_FLAG" val="#wm#"/>
  <p:tag name="KSO_WM_UNIT_FILL_FORE_SCHEMECOLOR_INDEX" val="16"/>
  <p:tag name="KSO_WM_UNIT_FILL_TYPE" val="1"/>
  <p:tag name="KSO_WM_UNIT_TEXT_FILL_FORE_SCHEMECOLOR_INDEX" val="13"/>
  <p:tag name="KSO_WM_UNIT_TEXT_FILL_TYPE" val="1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1_1"/>
  <p:tag name="KSO_WM_UNIT_ID" val="diagram20199030_1*m_h_i*1_1_1"/>
  <p:tag name="KSO_WM_TEMPLATE_CATEGORY" val="diagram"/>
  <p:tag name="KSO_WM_TEMPLATE_INDEX" val="20199030"/>
  <p:tag name="KSO_WM_UNIT_LAYERLEVEL" val="1_1_1"/>
  <p:tag name="KSO_WM_TAG_VERSION" val="1.0"/>
  <p:tag name="KSO_WM_BEAUTIFY_FLAG" val="#wm#"/>
  <p:tag name="KSO_WM_UNIT_FILL_FORE_SCHEMECOLOR_INDEX" val="16"/>
  <p:tag name="KSO_WM_UNIT_FILL_TYPE" val="1"/>
  <p:tag name="KSO_WM_UNIT_TEXT_FILL_FORE_SCHEMECOLOR_INDEX" val="13"/>
  <p:tag name="KSO_WM_UNIT_TEXT_FILL_TYPE" val="1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1_1"/>
  <p:tag name="KSO_WM_UNIT_ID" val="diagram20199030_1*m_h_i*1_1_1"/>
  <p:tag name="KSO_WM_TEMPLATE_CATEGORY" val="diagram"/>
  <p:tag name="KSO_WM_TEMPLATE_INDEX" val="20199030"/>
  <p:tag name="KSO_WM_UNIT_LAYERLEVEL" val="1_1_1"/>
  <p:tag name="KSO_WM_TAG_VERSION" val="1.0"/>
  <p:tag name="KSO_WM_BEAUTIFY_FLAG" val="#wm#"/>
  <p:tag name="KSO_WM_UNIT_FILL_FORE_SCHEMECOLOR_INDEX" val="16"/>
  <p:tag name="KSO_WM_UNIT_FILL_TYPE" val="1"/>
  <p:tag name="KSO_WM_UNIT_TEXT_FILL_FORE_SCHEMECOLOR_INDEX" val="13"/>
  <p:tag name="KSO_WM_UNIT_TEXT_FILL_TYPE" val="1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1_1"/>
  <p:tag name="KSO_WM_UNIT_ID" val="diagram20199030_1*m_h_i*1_1_1"/>
  <p:tag name="KSO_WM_TEMPLATE_CATEGORY" val="diagram"/>
  <p:tag name="KSO_WM_TEMPLATE_INDEX" val="20199030"/>
  <p:tag name="KSO_WM_UNIT_LAYERLEVEL" val="1_1_1"/>
  <p:tag name="KSO_WM_TAG_VERSION" val="1.0"/>
  <p:tag name="KSO_WM_BEAUTIFY_FLAG" val="#wm#"/>
  <p:tag name="KSO_WM_UNIT_FILL_FORE_SCHEMECOLOR_INDEX" val="16"/>
  <p:tag name="KSO_WM_UNIT_FILL_TYPE" val="1"/>
  <p:tag name="KSO_WM_UNIT_TEXT_FILL_FORE_SCHEMECOLOR_INDEX" val="13"/>
  <p:tag name="KSO_WM_UNIT_TEXT_FILL_TYPE" val="1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1_1"/>
  <p:tag name="KSO_WM_UNIT_ID" val="diagram20199030_1*m_h_i*1_1_1"/>
  <p:tag name="KSO_WM_TEMPLATE_CATEGORY" val="diagram"/>
  <p:tag name="KSO_WM_TEMPLATE_INDEX" val="20199030"/>
  <p:tag name="KSO_WM_UNIT_LAYERLEVEL" val="1_1_1"/>
  <p:tag name="KSO_WM_TAG_VERSION" val="1.0"/>
  <p:tag name="KSO_WM_BEAUTIFY_FLAG" val="#wm#"/>
  <p:tag name="KSO_WM_UNIT_FILL_FORE_SCHEMECOLOR_INDEX" val="16"/>
  <p:tag name="KSO_WM_UNIT_FILL_TYPE" val="1"/>
  <p:tag name="KSO_WM_UNIT_TEXT_FILL_FORE_SCHEMECOLOR_INDEX" val="13"/>
  <p:tag name="KSO_WM_UNIT_TEXT_FILL_TYPE" val="1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ABLE_BEAUTIFY" val="smartTable{1c1f46c1-1a22-4587-a1be-2e906e0a59b8}"/>
  <p:tag name="TABLE_ENDDRAG_ORIGIN_RECT" val="725*356"/>
  <p:tag name="TABLE_ENDDRAG_RECT" val="149*124*725*356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1_1"/>
  <p:tag name="KSO_WM_UNIT_ID" val="diagram20199030_1*m_h_i*1_1_1"/>
  <p:tag name="KSO_WM_TEMPLATE_CATEGORY" val="diagram"/>
  <p:tag name="KSO_WM_TEMPLATE_INDEX" val="20199030"/>
  <p:tag name="KSO_WM_UNIT_LAYERLEVEL" val="1_1_1"/>
  <p:tag name="KSO_WM_TAG_VERSION" val="1.0"/>
  <p:tag name="KSO_WM_BEAUTIFY_FLAG" val="#wm#"/>
  <p:tag name="KSO_WM_UNIT_FILL_FORE_SCHEMECOLOR_INDEX" val="16"/>
  <p:tag name="KSO_WM_UNIT_FILL_TYPE" val="1"/>
  <p:tag name="KSO_WM_UNIT_TEXT_FILL_FORE_SCHEMECOLOR_INDEX" val="13"/>
  <p:tag name="KSO_WM_UNIT_TEXT_FILL_TYPE" val="1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1_1"/>
  <p:tag name="KSO_WM_UNIT_ID" val="diagram20199030_1*m_h_i*1_1_1"/>
  <p:tag name="KSO_WM_TEMPLATE_CATEGORY" val="diagram"/>
  <p:tag name="KSO_WM_TEMPLATE_INDEX" val="20199030"/>
  <p:tag name="KSO_WM_UNIT_LAYERLEVEL" val="1_1_1"/>
  <p:tag name="KSO_WM_TAG_VERSION" val="1.0"/>
  <p:tag name="KSO_WM_BEAUTIFY_FLAG" val="#wm#"/>
  <p:tag name="KSO_WM_UNIT_FILL_FORE_SCHEMECOLOR_INDEX" val="16"/>
  <p:tag name="KSO_WM_UNIT_FILL_TYPE" val="1"/>
  <p:tag name="KSO_WM_UNIT_TEXT_FILL_FORE_SCHEMECOLOR_INDEX" val="13"/>
  <p:tag name="KSO_WM_UNIT_TEXT_FILL_TYPE" val="1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1_1"/>
  <p:tag name="KSO_WM_UNIT_ID" val="diagram20199030_1*m_h_i*1_1_1"/>
  <p:tag name="KSO_WM_TEMPLATE_CATEGORY" val="diagram"/>
  <p:tag name="KSO_WM_TEMPLATE_INDEX" val="20199030"/>
  <p:tag name="KSO_WM_UNIT_LAYERLEVEL" val="1_1_1"/>
  <p:tag name="KSO_WM_TAG_VERSION" val="1.0"/>
  <p:tag name="KSO_WM_BEAUTIFY_FLAG" val="#wm#"/>
  <p:tag name="KSO_WM_UNIT_FILL_FORE_SCHEMECOLOR_INDEX" val="16"/>
  <p:tag name="KSO_WM_UNIT_FILL_TYPE" val="1"/>
  <p:tag name="KSO_WM_UNIT_TEXT_FILL_FORE_SCHEMECOLOR_INDEX" val="13"/>
  <p:tag name="KSO_WM_UNIT_TEXT_FILL_TYPE" val="1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1_1"/>
  <p:tag name="KSO_WM_UNIT_ID" val="diagram20199030_1*m_h_i*1_1_1"/>
  <p:tag name="KSO_WM_TEMPLATE_CATEGORY" val="diagram"/>
  <p:tag name="KSO_WM_TEMPLATE_INDEX" val="20199030"/>
  <p:tag name="KSO_WM_UNIT_LAYERLEVEL" val="1_1_1"/>
  <p:tag name="KSO_WM_TAG_VERSION" val="1.0"/>
  <p:tag name="KSO_WM_BEAUTIFY_FLAG" val="#wm#"/>
  <p:tag name="KSO_WM_UNIT_FILL_FORE_SCHEMECOLOR_INDEX" val="16"/>
  <p:tag name="KSO_WM_UNIT_FILL_TYPE" val="1"/>
  <p:tag name="KSO_WM_UNIT_TEXT_FILL_FORE_SCHEMECOLOR_INDEX" val="13"/>
  <p:tag name="KSO_WM_UNIT_TEXT_FILL_TYPE" val="1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1_1"/>
  <p:tag name="KSO_WM_UNIT_ID" val="diagram20199030_1*m_h_i*1_1_1"/>
  <p:tag name="KSO_WM_TEMPLATE_CATEGORY" val="diagram"/>
  <p:tag name="KSO_WM_TEMPLATE_INDEX" val="20199030"/>
  <p:tag name="KSO_WM_UNIT_LAYERLEVEL" val="1_1_1"/>
  <p:tag name="KSO_WM_TAG_VERSION" val="1.0"/>
  <p:tag name="KSO_WM_BEAUTIFY_FLAG" val="#wm#"/>
  <p:tag name="KSO_WM_UNIT_FILL_FORE_SCHEMECOLOR_INDEX" val="16"/>
  <p:tag name="KSO_WM_UNIT_FILL_TYPE" val="1"/>
  <p:tag name="KSO_WM_UNIT_TEXT_FILL_FORE_SCHEMECOLOR_INDEX" val="13"/>
  <p:tag name="KSO_WM_UNIT_TEXT_FILL_TYPE" val="1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1_1"/>
  <p:tag name="KSO_WM_UNIT_ID" val="diagram20199030_1*m_h_i*1_1_1"/>
  <p:tag name="KSO_WM_TEMPLATE_CATEGORY" val="diagram"/>
  <p:tag name="KSO_WM_TEMPLATE_INDEX" val="20199030"/>
  <p:tag name="KSO_WM_UNIT_LAYERLEVEL" val="1_1_1"/>
  <p:tag name="KSO_WM_TAG_VERSION" val="1.0"/>
  <p:tag name="KSO_WM_BEAUTIFY_FLAG" val="#wm#"/>
  <p:tag name="KSO_WM_UNIT_FILL_FORE_SCHEMECOLOR_INDEX" val="16"/>
  <p:tag name="KSO_WM_UNIT_FILL_TYPE" val="1"/>
  <p:tag name="KSO_WM_UNIT_TEXT_FILL_FORE_SCHEMECOLOR_INDEX" val="13"/>
  <p:tag name="KSO_WM_UNIT_TEXT_FILL_TYPE" val="1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1_1"/>
  <p:tag name="KSO_WM_UNIT_ID" val="diagram20199030_1*m_h_i*1_1_1"/>
  <p:tag name="KSO_WM_TEMPLATE_CATEGORY" val="diagram"/>
  <p:tag name="KSO_WM_TEMPLATE_INDEX" val="20199030"/>
  <p:tag name="KSO_WM_UNIT_LAYERLEVEL" val="1_1_1"/>
  <p:tag name="KSO_WM_TAG_VERSION" val="1.0"/>
  <p:tag name="KSO_WM_BEAUTIFY_FLAG" val="#wm#"/>
  <p:tag name="KSO_WM_UNIT_FILL_FORE_SCHEMECOLOR_INDEX" val="16"/>
  <p:tag name="KSO_WM_UNIT_FILL_TYPE" val="1"/>
  <p:tag name="KSO_WM_UNIT_TEXT_FILL_FORE_SCHEMECOLOR_INDEX" val="13"/>
  <p:tag name="KSO_WM_UNIT_TEXT_FILL_TYPE" val="1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1_1"/>
  <p:tag name="KSO_WM_UNIT_ID" val="diagram20199030_1*m_h_i*1_1_1"/>
  <p:tag name="KSO_WM_TEMPLATE_CATEGORY" val="diagram"/>
  <p:tag name="KSO_WM_TEMPLATE_INDEX" val="20199030"/>
  <p:tag name="KSO_WM_UNIT_LAYERLEVEL" val="1_1_1"/>
  <p:tag name="KSO_WM_TAG_VERSION" val="1.0"/>
  <p:tag name="KSO_WM_BEAUTIFY_FLAG" val="#wm#"/>
  <p:tag name="KSO_WM_UNIT_FILL_FORE_SCHEMECOLOR_INDEX" val="16"/>
  <p:tag name="KSO_WM_UNIT_FILL_TYPE" val="1"/>
  <p:tag name="KSO_WM_UNIT_TEXT_FILL_FORE_SCHEMECOLOR_INDEX" val="13"/>
  <p:tag name="KSO_WM_UNIT_TEXT_FILL_TYPE" val="1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1_1"/>
  <p:tag name="KSO_WM_UNIT_ID" val="diagram20199030_1*m_h_i*1_1_1"/>
  <p:tag name="KSO_WM_TEMPLATE_CATEGORY" val="diagram"/>
  <p:tag name="KSO_WM_TEMPLATE_INDEX" val="20199030"/>
  <p:tag name="KSO_WM_UNIT_LAYERLEVEL" val="1_1_1"/>
  <p:tag name="KSO_WM_TAG_VERSION" val="1.0"/>
  <p:tag name="KSO_WM_BEAUTIFY_FLAG" val="#wm#"/>
  <p:tag name="KSO_WM_UNIT_FILL_FORE_SCHEMECOLOR_INDEX" val="16"/>
  <p:tag name="KSO_WM_UNIT_FILL_TYPE" val="1"/>
  <p:tag name="KSO_WM_UNIT_TEXT_FILL_FORE_SCHEMECOLOR_INDEX" val="13"/>
  <p:tag name="KSO_WM_UNIT_TEXT_FILL_TYPE" val="1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1_1"/>
  <p:tag name="KSO_WM_UNIT_ID" val="diagram20199030_1*m_h_i*1_1_1"/>
  <p:tag name="KSO_WM_TEMPLATE_CATEGORY" val="diagram"/>
  <p:tag name="KSO_WM_TEMPLATE_INDEX" val="20199030"/>
  <p:tag name="KSO_WM_UNIT_LAYERLEVEL" val="1_1_1"/>
  <p:tag name="KSO_WM_TAG_VERSION" val="1.0"/>
  <p:tag name="KSO_WM_BEAUTIFY_FLAG" val="#wm#"/>
  <p:tag name="KSO_WM_UNIT_FILL_FORE_SCHEMECOLOR_INDEX" val="16"/>
  <p:tag name="KSO_WM_UNIT_FILL_TYPE" val="1"/>
  <p:tag name="KSO_WM_UNIT_TEXT_FILL_FORE_SCHEMECOLOR_INDEX" val="13"/>
  <p:tag name="KSO_WM_UNIT_TEXT_FILL_TYPE" val="1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1_1"/>
  <p:tag name="KSO_WM_UNIT_ID" val="diagram20199030_1*m_h_i*1_1_1"/>
  <p:tag name="KSO_WM_TEMPLATE_CATEGORY" val="diagram"/>
  <p:tag name="KSO_WM_TEMPLATE_INDEX" val="20199030"/>
  <p:tag name="KSO_WM_UNIT_LAYERLEVEL" val="1_1_1"/>
  <p:tag name="KSO_WM_TAG_VERSION" val="1.0"/>
  <p:tag name="KSO_WM_BEAUTIFY_FLAG" val="#wm#"/>
  <p:tag name="KSO_WM_UNIT_FILL_FORE_SCHEMECOLOR_INDEX" val="16"/>
  <p:tag name="KSO_WM_UNIT_FILL_TYPE" val="1"/>
  <p:tag name="KSO_WM_UNIT_TEXT_FILL_FORE_SCHEMECOLOR_INDEX" val="13"/>
  <p:tag name="KSO_WM_UNIT_TEXT_FILL_TYPE" val="1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1_1"/>
  <p:tag name="KSO_WM_UNIT_ID" val="diagram20199030_1*m_h_i*1_1_1"/>
  <p:tag name="KSO_WM_TEMPLATE_CATEGORY" val="diagram"/>
  <p:tag name="KSO_WM_TEMPLATE_INDEX" val="20199030"/>
  <p:tag name="KSO_WM_UNIT_LAYERLEVEL" val="1_1_1"/>
  <p:tag name="KSO_WM_TAG_VERSION" val="1.0"/>
  <p:tag name="KSO_WM_BEAUTIFY_FLAG" val="#wm#"/>
  <p:tag name="KSO_WM_UNIT_FILL_FORE_SCHEMECOLOR_INDEX" val="16"/>
  <p:tag name="KSO_WM_UNIT_FILL_TYPE" val="1"/>
  <p:tag name="KSO_WM_UNIT_TEXT_FILL_FORE_SCHEMECOLOR_INDEX" val="13"/>
  <p:tag name="KSO_WM_UNIT_TEXT_FILL_TYPE" val="1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1_1"/>
  <p:tag name="KSO_WM_UNIT_ID" val="diagram20199030_1*m_h_i*1_1_1"/>
  <p:tag name="KSO_WM_TEMPLATE_CATEGORY" val="diagram"/>
  <p:tag name="KSO_WM_TEMPLATE_INDEX" val="20199030"/>
  <p:tag name="KSO_WM_UNIT_LAYERLEVEL" val="1_1_1"/>
  <p:tag name="KSO_WM_TAG_VERSION" val="1.0"/>
  <p:tag name="KSO_WM_BEAUTIFY_FLAG" val="#wm#"/>
  <p:tag name="KSO_WM_UNIT_FILL_FORE_SCHEMECOLOR_INDEX" val="16"/>
  <p:tag name="KSO_WM_UNIT_FILL_TYPE" val="1"/>
  <p:tag name="KSO_WM_UNIT_TEXT_FILL_FORE_SCHEMECOLOR_INDEX" val="13"/>
  <p:tag name="KSO_WM_UNIT_TEXT_FILL_TYPE" val="1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1_1"/>
  <p:tag name="KSO_WM_UNIT_ID" val="diagram20199030_1*m_h_i*1_1_1"/>
  <p:tag name="KSO_WM_TEMPLATE_CATEGORY" val="diagram"/>
  <p:tag name="KSO_WM_TEMPLATE_INDEX" val="20199030"/>
  <p:tag name="KSO_WM_UNIT_LAYERLEVEL" val="1_1_1"/>
  <p:tag name="KSO_WM_TAG_VERSION" val="1.0"/>
  <p:tag name="KSO_WM_BEAUTIFY_FLAG" val="#wm#"/>
  <p:tag name="KSO_WM_UNIT_FILL_FORE_SCHEMECOLOR_INDEX" val="16"/>
  <p:tag name="KSO_WM_UNIT_FILL_TYPE" val="1"/>
  <p:tag name="KSO_WM_UNIT_TEXT_FILL_FORE_SCHEMECOLOR_INDEX" val="13"/>
  <p:tag name="KSO_WM_UNIT_TEXT_FILL_TYPE" val="1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1_1"/>
  <p:tag name="KSO_WM_UNIT_ID" val="diagram20199030_1*m_h_i*1_1_1"/>
  <p:tag name="KSO_WM_TEMPLATE_CATEGORY" val="diagram"/>
  <p:tag name="KSO_WM_TEMPLATE_INDEX" val="20199030"/>
  <p:tag name="KSO_WM_UNIT_LAYERLEVEL" val="1_1_1"/>
  <p:tag name="KSO_WM_TAG_VERSION" val="1.0"/>
  <p:tag name="KSO_WM_BEAUTIFY_FLAG" val="#wm#"/>
  <p:tag name="KSO_WM_UNIT_FILL_FORE_SCHEMECOLOR_INDEX" val="16"/>
  <p:tag name="KSO_WM_UNIT_FILL_TYPE" val="1"/>
  <p:tag name="KSO_WM_UNIT_TEXT_FILL_FORE_SCHEMECOLOR_INDEX" val="13"/>
  <p:tag name="KSO_WM_UNIT_TEXT_FILL_TYPE" val="1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1_1"/>
  <p:tag name="KSO_WM_UNIT_ID" val="diagram20199030_1*m_h_i*1_1_1"/>
  <p:tag name="KSO_WM_TEMPLATE_CATEGORY" val="diagram"/>
  <p:tag name="KSO_WM_TEMPLATE_INDEX" val="20199030"/>
  <p:tag name="KSO_WM_UNIT_LAYERLEVEL" val="1_1_1"/>
  <p:tag name="KSO_WM_TAG_VERSION" val="1.0"/>
  <p:tag name="KSO_WM_BEAUTIFY_FLAG" val="#wm#"/>
  <p:tag name="KSO_WM_UNIT_FILL_FORE_SCHEMECOLOR_INDEX" val="16"/>
  <p:tag name="KSO_WM_UNIT_FILL_TYPE" val="1"/>
  <p:tag name="KSO_WM_UNIT_TEXT_FILL_FORE_SCHEMECOLOR_INDEX" val="13"/>
  <p:tag name="KSO_WM_UNIT_TEXT_FILL_TYPE" val="1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1_1"/>
  <p:tag name="KSO_WM_UNIT_ID" val="diagram20199030_1*m_h_i*1_1_1"/>
  <p:tag name="KSO_WM_TEMPLATE_CATEGORY" val="diagram"/>
  <p:tag name="KSO_WM_TEMPLATE_INDEX" val="20199030"/>
  <p:tag name="KSO_WM_UNIT_LAYERLEVEL" val="1_1_1"/>
  <p:tag name="KSO_WM_TAG_VERSION" val="1.0"/>
  <p:tag name="KSO_WM_BEAUTIFY_FLAG" val="#wm#"/>
  <p:tag name="KSO_WM_UNIT_FILL_FORE_SCHEMECOLOR_INDEX" val="16"/>
  <p:tag name="KSO_WM_UNIT_FILL_TYPE" val="1"/>
  <p:tag name="KSO_WM_UNIT_TEXT_FILL_FORE_SCHEMECOLOR_INDEX" val="13"/>
  <p:tag name="KSO_WM_UNIT_TEXT_FILL_TYPE" val="1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1_1"/>
  <p:tag name="KSO_WM_UNIT_ID" val="diagram20199030_1*m_h_i*1_1_1"/>
  <p:tag name="KSO_WM_TEMPLATE_CATEGORY" val="diagram"/>
  <p:tag name="KSO_WM_TEMPLATE_INDEX" val="20199030"/>
  <p:tag name="KSO_WM_UNIT_LAYERLEVEL" val="1_1_1"/>
  <p:tag name="KSO_WM_TAG_VERSION" val="1.0"/>
  <p:tag name="KSO_WM_BEAUTIFY_FLAG" val="#wm#"/>
  <p:tag name="KSO_WM_UNIT_FILL_FORE_SCHEMECOLOR_INDEX" val="16"/>
  <p:tag name="KSO_WM_UNIT_FILL_TYPE" val="1"/>
  <p:tag name="KSO_WM_UNIT_TEXT_FILL_FORE_SCHEMECOLOR_INDEX" val="13"/>
  <p:tag name="KSO_WM_UNIT_TEXT_FILL_TYPE" val="1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1_1"/>
  <p:tag name="KSO_WM_UNIT_ID" val="diagram20199030_1*m_h_i*1_1_1"/>
  <p:tag name="KSO_WM_TEMPLATE_CATEGORY" val="diagram"/>
  <p:tag name="KSO_WM_TEMPLATE_INDEX" val="20199030"/>
  <p:tag name="KSO_WM_UNIT_LAYERLEVEL" val="1_1_1"/>
  <p:tag name="KSO_WM_TAG_VERSION" val="1.0"/>
  <p:tag name="KSO_WM_BEAUTIFY_FLAG" val="#wm#"/>
  <p:tag name="KSO_WM_UNIT_FILL_FORE_SCHEMECOLOR_INDEX" val="16"/>
  <p:tag name="KSO_WM_UNIT_FILL_TYPE" val="1"/>
  <p:tag name="KSO_WM_UNIT_TEXT_FILL_FORE_SCHEMECOLOR_INDEX" val="13"/>
  <p:tag name="KSO_WM_UNIT_TEXT_FILL_TYPE" val="1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1_1"/>
  <p:tag name="KSO_WM_UNIT_ID" val="diagram20199030_1*m_h_i*1_1_1"/>
  <p:tag name="KSO_WM_TEMPLATE_CATEGORY" val="diagram"/>
  <p:tag name="KSO_WM_TEMPLATE_INDEX" val="20199030"/>
  <p:tag name="KSO_WM_UNIT_LAYERLEVEL" val="1_1_1"/>
  <p:tag name="KSO_WM_TAG_VERSION" val="1.0"/>
  <p:tag name="KSO_WM_BEAUTIFY_FLAG" val="#wm#"/>
  <p:tag name="KSO_WM_UNIT_FILL_FORE_SCHEMECOLOR_INDEX" val="16"/>
  <p:tag name="KSO_WM_UNIT_FILL_TYPE" val="1"/>
  <p:tag name="KSO_WM_UNIT_TEXT_FILL_FORE_SCHEMECOLOR_INDEX" val="13"/>
  <p:tag name="KSO_WM_UNIT_TEXT_FILL_TYPE" val="1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1_1"/>
  <p:tag name="KSO_WM_UNIT_ID" val="diagram20199030_1*m_h_i*1_1_1"/>
  <p:tag name="KSO_WM_TEMPLATE_CATEGORY" val="diagram"/>
  <p:tag name="KSO_WM_TEMPLATE_INDEX" val="20199030"/>
  <p:tag name="KSO_WM_UNIT_LAYERLEVEL" val="1_1_1"/>
  <p:tag name="KSO_WM_TAG_VERSION" val="1.0"/>
  <p:tag name="KSO_WM_BEAUTIFY_FLAG" val="#wm#"/>
  <p:tag name="KSO_WM_UNIT_FILL_FORE_SCHEMECOLOR_INDEX" val="16"/>
  <p:tag name="KSO_WM_UNIT_FILL_TYPE" val="1"/>
  <p:tag name="KSO_WM_UNIT_TEXT_FILL_FORE_SCHEMECOLOR_INDEX" val="13"/>
  <p:tag name="KSO_WM_UNIT_TEXT_FILL_TYPE" val="1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1_1"/>
  <p:tag name="KSO_WM_UNIT_ID" val="diagram20199030_1*m_h_i*1_1_1"/>
  <p:tag name="KSO_WM_TEMPLATE_CATEGORY" val="diagram"/>
  <p:tag name="KSO_WM_TEMPLATE_INDEX" val="20199030"/>
  <p:tag name="KSO_WM_UNIT_LAYERLEVEL" val="1_1_1"/>
  <p:tag name="KSO_WM_TAG_VERSION" val="1.0"/>
  <p:tag name="KSO_WM_BEAUTIFY_FLAG" val="#wm#"/>
  <p:tag name="KSO_WM_UNIT_FILL_FORE_SCHEMECOLOR_INDEX" val="16"/>
  <p:tag name="KSO_WM_UNIT_FILL_TYPE" val="1"/>
  <p:tag name="KSO_WM_UNIT_TEXT_FILL_FORE_SCHEMECOLOR_INDEX" val="13"/>
  <p:tag name="KSO_WM_UNIT_TEXT_FILL_TYPE" val="1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1_1"/>
  <p:tag name="KSO_WM_UNIT_ID" val="diagram20199030_1*m_h_i*1_1_1"/>
  <p:tag name="KSO_WM_TEMPLATE_CATEGORY" val="diagram"/>
  <p:tag name="KSO_WM_TEMPLATE_INDEX" val="20199030"/>
  <p:tag name="KSO_WM_UNIT_LAYERLEVEL" val="1_1_1"/>
  <p:tag name="KSO_WM_TAG_VERSION" val="1.0"/>
  <p:tag name="KSO_WM_BEAUTIFY_FLAG" val="#wm#"/>
  <p:tag name="KSO_WM_UNIT_FILL_FORE_SCHEMECOLOR_INDEX" val="16"/>
  <p:tag name="KSO_WM_UNIT_FILL_TYPE" val="1"/>
  <p:tag name="KSO_WM_UNIT_TEXT_FILL_FORE_SCHEMECOLOR_INDEX" val="13"/>
  <p:tag name="KSO_WM_UNIT_TEXT_FILL_TYPE" val="1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1_1"/>
  <p:tag name="KSO_WM_UNIT_ID" val="diagram20199030_1*m_h_i*1_1_1"/>
  <p:tag name="KSO_WM_TEMPLATE_CATEGORY" val="diagram"/>
  <p:tag name="KSO_WM_TEMPLATE_INDEX" val="20199030"/>
  <p:tag name="KSO_WM_UNIT_LAYERLEVEL" val="1_1_1"/>
  <p:tag name="KSO_WM_TAG_VERSION" val="1.0"/>
  <p:tag name="KSO_WM_BEAUTIFY_FLAG" val="#wm#"/>
  <p:tag name="KSO_WM_UNIT_FILL_FORE_SCHEMECOLOR_INDEX" val="16"/>
  <p:tag name="KSO_WM_UNIT_FILL_TYPE" val="1"/>
  <p:tag name="KSO_WM_UNIT_TEXT_FILL_FORE_SCHEMECOLOR_INDEX" val="13"/>
  <p:tag name="KSO_WM_UNIT_TEXT_FILL_TYPE" val="1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1_1"/>
  <p:tag name="KSO_WM_UNIT_ID" val="diagram20199030_1*m_h_i*1_1_1"/>
  <p:tag name="KSO_WM_TEMPLATE_CATEGORY" val="diagram"/>
  <p:tag name="KSO_WM_TEMPLATE_INDEX" val="20199030"/>
  <p:tag name="KSO_WM_UNIT_LAYERLEVEL" val="1_1_1"/>
  <p:tag name="KSO_WM_TAG_VERSION" val="1.0"/>
  <p:tag name="KSO_WM_BEAUTIFY_FLAG" val="#wm#"/>
  <p:tag name="KSO_WM_UNIT_FILL_FORE_SCHEMECOLOR_INDEX" val="16"/>
  <p:tag name="KSO_WM_UNIT_FILL_TYPE" val="1"/>
  <p:tag name="KSO_WM_UNIT_TEXT_FILL_FORE_SCHEMECOLOR_INDEX" val="13"/>
  <p:tag name="KSO_WM_UNIT_TEXT_FILL_TYPE" val="1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1_1"/>
  <p:tag name="KSO_WM_UNIT_ID" val="diagram20199030_1*m_h_i*1_1_1"/>
  <p:tag name="KSO_WM_TEMPLATE_CATEGORY" val="diagram"/>
  <p:tag name="KSO_WM_TEMPLATE_INDEX" val="20199030"/>
  <p:tag name="KSO_WM_UNIT_LAYERLEVEL" val="1_1_1"/>
  <p:tag name="KSO_WM_TAG_VERSION" val="1.0"/>
  <p:tag name="KSO_WM_BEAUTIFY_FLAG" val="#wm#"/>
  <p:tag name="KSO_WM_UNIT_FILL_FORE_SCHEMECOLOR_INDEX" val="16"/>
  <p:tag name="KSO_WM_UNIT_FILL_TYPE" val="1"/>
  <p:tag name="KSO_WM_UNIT_TEXT_FILL_FORE_SCHEMECOLOR_INDEX" val="13"/>
  <p:tag name="KSO_WM_UNIT_TEXT_FILL_TYPE" val="1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1_1"/>
  <p:tag name="KSO_WM_UNIT_ID" val="diagram20199030_1*m_h_i*1_1_1"/>
  <p:tag name="KSO_WM_TEMPLATE_CATEGORY" val="diagram"/>
  <p:tag name="KSO_WM_TEMPLATE_INDEX" val="20199030"/>
  <p:tag name="KSO_WM_UNIT_LAYERLEVEL" val="1_1_1"/>
  <p:tag name="KSO_WM_TAG_VERSION" val="1.0"/>
  <p:tag name="KSO_WM_BEAUTIFY_FLAG" val="#wm#"/>
  <p:tag name="KSO_WM_UNIT_FILL_FORE_SCHEMECOLOR_INDEX" val="16"/>
  <p:tag name="KSO_WM_UNIT_FILL_TYPE" val="1"/>
  <p:tag name="KSO_WM_UNIT_TEXT_FILL_FORE_SCHEMECOLOR_INDEX" val="13"/>
  <p:tag name="KSO_WM_UNIT_TEXT_FILL_TYPE" val="1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1_1"/>
  <p:tag name="KSO_WM_UNIT_ID" val="diagram20199030_1*m_h_i*1_1_1"/>
  <p:tag name="KSO_WM_TEMPLATE_CATEGORY" val="diagram"/>
  <p:tag name="KSO_WM_TEMPLATE_INDEX" val="20199030"/>
  <p:tag name="KSO_WM_UNIT_LAYERLEVEL" val="1_1_1"/>
  <p:tag name="KSO_WM_TAG_VERSION" val="1.0"/>
  <p:tag name="KSO_WM_BEAUTIFY_FLAG" val="#wm#"/>
  <p:tag name="KSO_WM_UNIT_FILL_FORE_SCHEMECOLOR_INDEX" val="16"/>
  <p:tag name="KSO_WM_UNIT_FILL_TYPE" val="1"/>
  <p:tag name="KSO_WM_UNIT_TEXT_FILL_FORE_SCHEMECOLOR_INDEX" val="13"/>
  <p:tag name="KSO_WM_UNIT_TEXT_FILL_TYPE" val="1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1_1"/>
  <p:tag name="KSO_WM_UNIT_ID" val="diagram20199030_1*m_h_i*1_1_1"/>
  <p:tag name="KSO_WM_TEMPLATE_CATEGORY" val="diagram"/>
  <p:tag name="KSO_WM_TEMPLATE_INDEX" val="20199030"/>
  <p:tag name="KSO_WM_UNIT_LAYERLEVEL" val="1_1_1"/>
  <p:tag name="KSO_WM_TAG_VERSION" val="1.0"/>
  <p:tag name="KSO_WM_BEAUTIFY_FLAG" val="#wm#"/>
  <p:tag name="KSO_WM_UNIT_FILL_FORE_SCHEMECOLOR_INDEX" val="16"/>
  <p:tag name="KSO_WM_UNIT_FILL_TYPE" val="1"/>
  <p:tag name="KSO_WM_UNIT_TEXT_FILL_FORE_SCHEMECOLOR_INDEX" val="13"/>
  <p:tag name="KSO_WM_UNIT_TEXT_FILL_TYPE" val="1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1_1"/>
  <p:tag name="KSO_WM_UNIT_ID" val="diagram20199030_1*m_h_i*1_1_1"/>
  <p:tag name="KSO_WM_TEMPLATE_CATEGORY" val="diagram"/>
  <p:tag name="KSO_WM_TEMPLATE_INDEX" val="20199030"/>
  <p:tag name="KSO_WM_UNIT_LAYERLEVEL" val="1_1_1"/>
  <p:tag name="KSO_WM_TAG_VERSION" val="1.0"/>
  <p:tag name="KSO_WM_BEAUTIFY_FLAG" val="#wm#"/>
  <p:tag name="KSO_WM_UNIT_FILL_FORE_SCHEMECOLOR_INDEX" val="16"/>
  <p:tag name="KSO_WM_UNIT_FILL_TYPE" val="1"/>
  <p:tag name="KSO_WM_UNIT_TEXT_FILL_FORE_SCHEMECOLOR_INDEX" val="13"/>
  <p:tag name="KSO_WM_UNIT_TEXT_FILL_TYPE" val="1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1_1"/>
  <p:tag name="KSO_WM_UNIT_ID" val="diagram20199030_1*m_h_i*1_1_1"/>
  <p:tag name="KSO_WM_TEMPLATE_CATEGORY" val="diagram"/>
  <p:tag name="KSO_WM_TEMPLATE_INDEX" val="20199030"/>
  <p:tag name="KSO_WM_UNIT_LAYERLEVEL" val="1_1_1"/>
  <p:tag name="KSO_WM_TAG_VERSION" val="1.0"/>
  <p:tag name="KSO_WM_BEAUTIFY_FLAG" val="#wm#"/>
  <p:tag name="KSO_WM_UNIT_FILL_FORE_SCHEMECOLOR_INDEX" val="16"/>
  <p:tag name="KSO_WM_UNIT_FILL_TYPE" val="1"/>
  <p:tag name="KSO_WM_UNIT_TEXT_FILL_FORE_SCHEMECOLOR_INDEX" val="13"/>
  <p:tag name="KSO_WM_UNIT_TEXT_FILL_TYPE" val="1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1_1"/>
  <p:tag name="KSO_WM_UNIT_ID" val="diagram20199030_1*m_h_i*1_1_1"/>
  <p:tag name="KSO_WM_TEMPLATE_CATEGORY" val="diagram"/>
  <p:tag name="KSO_WM_TEMPLATE_INDEX" val="20199030"/>
  <p:tag name="KSO_WM_UNIT_LAYERLEVEL" val="1_1_1"/>
  <p:tag name="KSO_WM_TAG_VERSION" val="1.0"/>
  <p:tag name="KSO_WM_BEAUTIFY_FLAG" val="#wm#"/>
  <p:tag name="KSO_WM_UNIT_FILL_FORE_SCHEMECOLOR_INDEX" val="16"/>
  <p:tag name="KSO_WM_UNIT_FILL_TYPE" val="1"/>
  <p:tag name="KSO_WM_UNIT_TEXT_FILL_FORE_SCHEMECOLOR_INDEX" val="13"/>
  <p:tag name="KSO_WM_UNIT_TEXT_FILL_TYPE" val="1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1_1"/>
  <p:tag name="KSO_WM_UNIT_ID" val="diagram20199030_1*m_h_i*1_1_1"/>
  <p:tag name="KSO_WM_TEMPLATE_CATEGORY" val="diagram"/>
  <p:tag name="KSO_WM_TEMPLATE_INDEX" val="20199030"/>
  <p:tag name="KSO_WM_UNIT_LAYERLEVEL" val="1_1_1"/>
  <p:tag name="KSO_WM_TAG_VERSION" val="1.0"/>
  <p:tag name="KSO_WM_BEAUTIFY_FLAG" val="#wm#"/>
  <p:tag name="KSO_WM_UNIT_FILL_FORE_SCHEMECOLOR_INDEX" val="16"/>
  <p:tag name="KSO_WM_UNIT_FILL_TYPE" val="1"/>
  <p:tag name="KSO_WM_UNIT_TEXT_FILL_FORE_SCHEMECOLOR_INDEX" val="13"/>
  <p:tag name="KSO_WM_UNIT_TEXT_FILL_TYPE" val="1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1_1"/>
  <p:tag name="KSO_WM_UNIT_ID" val="diagram20199030_1*m_h_i*1_1_1"/>
  <p:tag name="KSO_WM_TEMPLATE_CATEGORY" val="diagram"/>
  <p:tag name="KSO_WM_TEMPLATE_INDEX" val="20199030"/>
  <p:tag name="KSO_WM_UNIT_LAYERLEVEL" val="1_1_1"/>
  <p:tag name="KSO_WM_TAG_VERSION" val="1.0"/>
  <p:tag name="KSO_WM_BEAUTIFY_FLAG" val="#wm#"/>
  <p:tag name="KSO_WM_UNIT_FILL_FORE_SCHEMECOLOR_INDEX" val="16"/>
  <p:tag name="KSO_WM_UNIT_FILL_TYPE" val="1"/>
  <p:tag name="KSO_WM_UNIT_TEXT_FILL_FORE_SCHEMECOLOR_INDEX" val="13"/>
  <p:tag name="KSO_WM_UNIT_TEXT_FILL_TYPE" val="1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1_1"/>
  <p:tag name="KSO_WM_UNIT_ID" val="diagram20199030_1*m_h_i*1_1_1"/>
  <p:tag name="KSO_WM_TEMPLATE_CATEGORY" val="diagram"/>
  <p:tag name="KSO_WM_TEMPLATE_INDEX" val="20199030"/>
  <p:tag name="KSO_WM_UNIT_LAYERLEVEL" val="1_1_1"/>
  <p:tag name="KSO_WM_TAG_VERSION" val="1.0"/>
  <p:tag name="KSO_WM_BEAUTIFY_FLAG" val="#wm#"/>
  <p:tag name="KSO_WM_UNIT_FILL_FORE_SCHEMECOLOR_INDEX" val="16"/>
  <p:tag name="KSO_WM_UNIT_FILL_TYPE" val="1"/>
  <p:tag name="KSO_WM_UNIT_TEXT_FILL_FORE_SCHEMECOLOR_INDEX" val="13"/>
  <p:tag name="KSO_WM_UNIT_TEXT_FILL_TYPE" val="1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1_1"/>
  <p:tag name="KSO_WM_UNIT_ID" val="diagram20199030_1*m_h_i*1_1_1"/>
  <p:tag name="KSO_WM_TEMPLATE_CATEGORY" val="diagram"/>
  <p:tag name="KSO_WM_TEMPLATE_INDEX" val="20199030"/>
  <p:tag name="KSO_WM_UNIT_LAYERLEVEL" val="1_1_1"/>
  <p:tag name="KSO_WM_TAG_VERSION" val="1.0"/>
  <p:tag name="KSO_WM_BEAUTIFY_FLAG" val="#wm#"/>
  <p:tag name="KSO_WM_UNIT_FILL_FORE_SCHEMECOLOR_INDEX" val="16"/>
  <p:tag name="KSO_WM_UNIT_FILL_TYPE" val="1"/>
  <p:tag name="KSO_WM_UNIT_TEXT_FILL_FORE_SCHEMECOLOR_INDEX" val="13"/>
  <p:tag name="KSO_WM_UNIT_TEXT_FILL_TYPE" val="1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1_1"/>
  <p:tag name="KSO_WM_UNIT_ID" val="diagram20199030_1*m_h_i*1_1_1"/>
  <p:tag name="KSO_WM_TEMPLATE_CATEGORY" val="diagram"/>
  <p:tag name="KSO_WM_TEMPLATE_INDEX" val="20199030"/>
  <p:tag name="KSO_WM_UNIT_LAYERLEVEL" val="1_1_1"/>
  <p:tag name="KSO_WM_TAG_VERSION" val="1.0"/>
  <p:tag name="KSO_WM_BEAUTIFY_FLAG" val="#wm#"/>
  <p:tag name="KSO_WM_UNIT_FILL_FORE_SCHEMECOLOR_INDEX" val="16"/>
  <p:tag name="KSO_WM_UNIT_FILL_TYPE" val="1"/>
  <p:tag name="KSO_WM_UNIT_TEXT_FILL_FORE_SCHEMECOLOR_INDEX" val="13"/>
  <p:tag name="KSO_WM_UNIT_TEXT_FILL_TYPE" val="1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1_1"/>
  <p:tag name="KSO_WM_UNIT_ID" val="diagram20199030_1*m_h_i*1_1_1"/>
  <p:tag name="KSO_WM_TEMPLATE_CATEGORY" val="diagram"/>
  <p:tag name="KSO_WM_TEMPLATE_INDEX" val="20199030"/>
  <p:tag name="KSO_WM_UNIT_LAYERLEVEL" val="1_1_1"/>
  <p:tag name="KSO_WM_TAG_VERSION" val="1.0"/>
  <p:tag name="KSO_WM_BEAUTIFY_FLAG" val="#wm#"/>
  <p:tag name="KSO_WM_UNIT_FILL_FORE_SCHEMECOLOR_INDEX" val="16"/>
  <p:tag name="KSO_WM_UNIT_FILL_TYPE" val="1"/>
  <p:tag name="KSO_WM_UNIT_TEXT_FILL_FORE_SCHEMECOLOR_INDEX" val="13"/>
  <p:tag name="KSO_WM_UNIT_TEXT_FILL_TYPE" val="1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1_1"/>
  <p:tag name="KSO_WM_UNIT_ID" val="diagram20199030_1*m_h_i*1_1_1"/>
  <p:tag name="KSO_WM_TEMPLATE_CATEGORY" val="diagram"/>
  <p:tag name="KSO_WM_TEMPLATE_INDEX" val="20199030"/>
  <p:tag name="KSO_WM_UNIT_LAYERLEVEL" val="1_1_1"/>
  <p:tag name="KSO_WM_TAG_VERSION" val="1.0"/>
  <p:tag name="KSO_WM_BEAUTIFY_FLAG" val="#wm#"/>
  <p:tag name="KSO_WM_UNIT_FILL_FORE_SCHEMECOLOR_INDEX" val="16"/>
  <p:tag name="KSO_WM_UNIT_FILL_TYPE" val="1"/>
  <p:tag name="KSO_WM_UNIT_TEXT_FILL_FORE_SCHEMECOLOR_INDEX" val="13"/>
  <p:tag name="KSO_WM_UNIT_TEXT_FILL_TYPE" val="1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1_1"/>
  <p:tag name="KSO_WM_UNIT_ID" val="diagram20199030_1*m_h_i*1_1_1"/>
  <p:tag name="KSO_WM_TEMPLATE_CATEGORY" val="diagram"/>
  <p:tag name="KSO_WM_TEMPLATE_INDEX" val="20199030"/>
  <p:tag name="KSO_WM_UNIT_LAYERLEVEL" val="1_1_1"/>
  <p:tag name="KSO_WM_TAG_VERSION" val="1.0"/>
  <p:tag name="KSO_WM_BEAUTIFY_FLAG" val="#wm#"/>
  <p:tag name="KSO_WM_UNIT_FILL_FORE_SCHEMECOLOR_INDEX" val="16"/>
  <p:tag name="KSO_WM_UNIT_FILL_TYPE" val="1"/>
  <p:tag name="KSO_WM_UNIT_TEXT_FILL_FORE_SCHEMECOLOR_INDEX" val="13"/>
  <p:tag name="KSO_WM_UNIT_TEXT_FILL_TYPE" val="1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1_1"/>
  <p:tag name="KSO_WM_UNIT_ID" val="diagram20199030_1*m_h_i*1_1_1"/>
  <p:tag name="KSO_WM_TEMPLATE_CATEGORY" val="diagram"/>
  <p:tag name="KSO_WM_TEMPLATE_INDEX" val="20199030"/>
  <p:tag name="KSO_WM_UNIT_LAYERLEVEL" val="1_1_1"/>
  <p:tag name="KSO_WM_TAG_VERSION" val="1.0"/>
  <p:tag name="KSO_WM_BEAUTIFY_FLAG" val="#wm#"/>
  <p:tag name="KSO_WM_UNIT_FILL_FORE_SCHEMECOLOR_INDEX" val="16"/>
  <p:tag name="KSO_WM_UNIT_FILL_TYPE" val="1"/>
  <p:tag name="KSO_WM_UNIT_TEXT_FILL_FORE_SCHEMECOLOR_INDEX" val="13"/>
  <p:tag name="KSO_WM_UNIT_TEXT_FILL_TYPE" val="1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1_1"/>
  <p:tag name="KSO_WM_UNIT_ID" val="diagram20199030_1*m_h_i*1_1_1"/>
  <p:tag name="KSO_WM_TEMPLATE_CATEGORY" val="diagram"/>
  <p:tag name="KSO_WM_TEMPLATE_INDEX" val="20199030"/>
  <p:tag name="KSO_WM_UNIT_LAYERLEVEL" val="1_1_1"/>
  <p:tag name="KSO_WM_TAG_VERSION" val="1.0"/>
  <p:tag name="KSO_WM_BEAUTIFY_FLAG" val="#wm#"/>
  <p:tag name="KSO_WM_UNIT_FILL_FORE_SCHEMECOLOR_INDEX" val="16"/>
  <p:tag name="KSO_WM_UNIT_FILL_TYPE" val="1"/>
  <p:tag name="KSO_WM_UNIT_TEXT_FILL_FORE_SCHEMECOLOR_INDEX" val="13"/>
  <p:tag name="KSO_WM_UNIT_TEXT_FILL_TYPE" val="1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1_1"/>
  <p:tag name="KSO_WM_UNIT_ID" val="diagram20199030_1*m_h_i*1_1_1"/>
  <p:tag name="KSO_WM_TEMPLATE_CATEGORY" val="diagram"/>
  <p:tag name="KSO_WM_TEMPLATE_INDEX" val="20199030"/>
  <p:tag name="KSO_WM_UNIT_LAYERLEVEL" val="1_1_1"/>
  <p:tag name="KSO_WM_TAG_VERSION" val="1.0"/>
  <p:tag name="KSO_WM_BEAUTIFY_FLAG" val="#wm#"/>
  <p:tag name="KSO_WM_UNIT_FILL_FORE_SCHEMECOLOR_INDEX" val="16"/>
  <p:tag name="KSO_WM_UNIT_FILL_TYPE" val="1"/>
  <p:tag name="KSO_WM_UNIT_TEXT_FILL_FORE_SCHEMECOLOR_INDEX" val="13"/>
  <p:tag name="KSO_WM_UNIT_TEXT_FILL_TYPE" val="1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1_1"/>
  <p:tag name="KSO_WM_UNIT_ID" val="diagram20199030_1*m_h_i*1_1_1"/>
  <p:tag name="KSO_WM_TEMPLATE_CATEGORY" val="diagram"/>
  <p:tag name="KSO_WM_TEMPLATE_INDEX" val="20199030"/>
  <p:tag name="KSO_WM_UNIT_LAYERLEVEL" val="1_1_1"/>
  <p:tag name="KSO_WM_TAG_VERSION" val="1.0"/>
  <p:tag name="KSO_WM_BEAUTIFY_FLAG" val="#wm#"/>
  <p:tag name="KSO_WM_UNIT_FILL_FORE_SCHEMECOLOR_INDEX" val="16"/>
  <p:tag name="KSO_WM_UNIT_FILL_TYPE" val="1"/>
  <p:tag name="KSO_WM_UNIT_TEXT_FILL_FORE_SCHEMECOLOR_INDEX" val="13"/>
  <p:tag name="KSO_WM_UNIT_TEXT_FILL_TYPE" val="1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1_1"/>
  <p:tag name="KSO_WM_UNIT_ID" val="diagram20199030_1*m_h_i*1_1_1"/>
  <p:tag name="KSO_WM_TEMPLATE_CATEGORY" val="diagram"/>
  <p:tag name="KSO_WM_TEMPLATE_INDEX" val="20199030"/>
  <p:tag name="KSO_WM_UNIT_LAYERLEVEL" val="1_1_1"/>
  <p:tag name="KSO_WM_TAG_VERSION" val="1.0"/>
  <p:tag name="KSO_WM_BEAUTIFY_FLAG" val="#wm#"/>
  <p:tag name="KSO_WM_UNIT_FILL_FORE_SCHEMECOLOR_INDEX" val="16"/>
  <p:tag name="KSO_WM_UNIT_FILL_TYPE" val="1"/>
  <p:tag name="KSO_WM_UNIT_TEXT_FILL_FORE_SCHEMECOLOR_INDEX" val="13"/>
  <p:tag name="KSO_WM_UNIT_TEXT_FILL_TYPE" val="1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1_1"/>
  <p:tag name="KSO_WM_UNIT_ID" val="diagram20199030_1*m_h_i*1_1_1"/>
  <p:tag name="KSO_WM_TEMPLATE_CATEGORY" val="diagram"/>
  <p:tag name="KSO_WM_TEMPLATE_INDEX" val="20199030"/>
  <p:tag name="KSO_WM_UNIT_LAYERLEVEL" val="1_1_1"/>
  <p:tag name="KSO_WM_TAG_VERSION" val="1.0"/>
  <p:tag name="KSO_WM_BEAUTIFY_FLAG" val="#wm#"/>
  <p:tag name="KSO_WM_UNIT_FILL_FORE_SCHEMECOLOR_INDEX" val="16"/>
  <p:tag name="KSO_WM_UNIT_FILL_TYPE" val="1"/>
  <p:tag name="KSO_WM_UNIT_TEXT_FILL_FORE_SCHEMECOLOR_INDEX" val="13"/>
  <p:tag name="KSO_WM_UNIT_TEXT_FILL_TYPE" val="1"/>
</p:tagLst>
</file>

<file path=ppt/theme/theme1.xml><?xml version="1.0" encoding="utf-8"?>
<a:theme xmlns:a="http://schemas.openxmlformats.org/drawingml/2006/main" name="webwppDef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自定义 237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005DA2"/>
      </a:accent1>
      <a:accent2>
        <a:srgbClr val="C4C7CB"/>
      </a:accent2>
      <a:accent3>
        <a:srgbClr val="7F7F7F"/>
      </a:accent3>
      <a:accent4>
        <a:srgbClr val="7F7F7F"/>
      </a:accent4>
      <a:accent5>
        <a:srgbClr val="7F7F7F"/>
      </a:accent5>
      <a:accent6>
        <a:srgbClr val="7F7F7F"/>
      </a:accent6>
      <a:hlink>
        <a:srgbClr val="17365D"/>
      </a:hlink>
      <a:folHlink>
        <a:srgbClr val="548DD4"/>
      </a:folHlink>
    </a:clrScheme>
    <a:fontScheme name="ud0ofpxa">
      <a:majorFont>
        <a:latin typeface="字魂105号-简雅黑"/>
        <a:ea typeface="字魂105号-简雅黑"/>
        <a:cs typeface=""/>
      </a:majorFont>
      <a:minorFont>
        <a:latin typeface="字魂105号-简雅黑"/>
        <a:ea typeface="字魂105号-简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txDef>
      <a:spPr>
        <a:noFill/>
      </a:spPr>
      <a:bodyPr wrap="none" rtlCol="0">
        <a:spAutoFit/>
      </a:bodyPr>
      <a:lstStyle>
        <a:defPPr>
          <a:defRPr sz="1200" dirty="0" smtClean="0">
            <a:solidFill>
              <a:schemeClr val="tx1">
                <a:lumMod val="75000"/>
                <a:lumOff val="25000"/>
              </a:schemeClr>
            </a:solidFill>
            <a:latin typeface="微软雅黑" panose="020B0503020204020204" pitchFamily="34" charset="-122"/>
            <a:ea typeface="微软雅黑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9215</Words>
  <Application>Microsoft Macintosh PowerPoint</Application>
  <PresentationFormat>Custom</PresentationFormat>
  <Paragraphs>1091</Paragraphs>
  <Slides>149</Slides>
  <Notes>148</Notes>
  <HiddenSlides>0</HiddenSlides>
  <MMClips>0</MMClips>
  <ScaleCrop>false</ScaleCrop>
  <HeadingPairs>
    <vt:vector size="8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149</vt:i4>
      </vt:variant>
    </vt:vector>
  </HeadingPairs>
  <TitlesOfParts>
    <vt:vector size="156" baseType="lpstr">
      <vt:lpstr>微软雅黑</vt:lpstr>
      <vt:lpstr>字魂105号-简雅黑</vt:lpstr>
      <vt:lpstr>Arial</vt:lpstr>
      <vt:lpstr>Calibri</vt:lpstr>
      <vt:lpstr>webwppDefTheme</vt:lpstr>
      <vt:lpstr>Office 主题</vt:lpstr>
      <vt:lpstr>Visio.Drawing.11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蓝白商务述职报告工作总结ppt模板</dc:title>
  <dc:creator>常董</dc:creator>
  <cp:lastModifiedBy>Microsoft Office User</cp:lastModifiedBy>
  <cp:revision>1089</cp:revision>
  <dcterms:created xsi:type="dcterms:W3CDTF">2020-09-03T07:01:00Z</dcterms:created>
  <dcterms:modified xsi:type="dcterms:W3CDTF">2025-11-22T14:51:00Z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2052-11.1.0.11194</vt:lpwstr>
  </property>
  <property fmtid="{D5CDD505-2E9C-101B-9397-08002B2CF9AE}" pid="3" name="ICV">
    <vt:lpwstr>3EF54124C04D4D6E86421ADAF5E2F187</vt:lpwstr>
  </property>
</Properties>
</file>
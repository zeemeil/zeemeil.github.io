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theme/theme3.xml" ContentType="application/vnd.openxmlformats-officedocument.theme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5166" r:id="rId1"/>
    <p:sldMasterId id="2147485255" r:id="rId2"/>
    <p:sldMasterId id="2147485458" r:id="rId3"/>
    <p:sldMasterId id="2147487332" r:id="rId4"/>
  </p:sldMasterIdLst>
  <p:notesMasterIdLst>
    <p:notesMasterId r:id="rId24"/>
  </p:notesMasterIdLst>
  <p:sldIdLst>
    <p:sldId id="1383" r:id="rId5"/>
    <p:sldId id="1129" r:id="rId6"/>
    <p:sldId id="1382" r:id="rId7"/>
    <p:sldId id="1358" r:id="rId8"/>
    <p:sldId id="1373" r:id="rId9"/>
    <p:sldId id="1374" r:id="rId10"/>
    <p:sldId id="1375" r:id="rId11"/>
    <p:sldId id="1376" r:id="rId12"/>
    <p:sldId id="1377" r:id="rId13"/>
    <p:sldId id="1361" r:id="rId14"/>
    <p:sldId id="1378" r:id="rId15"/>
    <p:sldId id="1384" r:id="rId16"/>
    <p:sldId id="1385" r:id="rId17"/>
    <p:sldId id="1379" r:id="rId18"/>
    <p:sldId id="1381" r:id="rId19"/>
    <p:sldId id="1386" r:id="rId20"/>
    <p:sldId id="1387" r:id="rId21"/>
    <p:sldId id="1388" r:id="rId22"/>
    <p:sldId id="1357" r:id="rId23"/>
  </p:sldIdLst>
  <p:sldSz cx="9144000" cy="6858000" type="screen4x3"/>
  <p:notesSz cx="6858000" cy="914400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umimoji="1" sz="2800" kern="1200">
        <a:solidFill>
          <a:schemeClr val="tx2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sz="2800" kern="1200">
        <a:solidFill>
          <a:schemeClr val="tx2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sz="2800" kern="1200">
        <a:solidFill>
          <a:schemeClr val="tx2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sz="2800" kern="1200">
        <a:solidFill>
          <a:schemeClr val="tx2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sz="2800" kern="1200">
        <a:solidFill>
          <a:schemeClr val="tx2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umimoji="1" sz="2800" kern="1200">
        <a:solidFill>
          <a:schemeClr val="tx2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umimoji="1" sz="2800" kern="1200">
        <a:solidFill>
          <a:schemeClr val="tx2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umimoji="1" sz="2800" kern="1200">
        <a:solidFill>
          <a:schemeClr val="tx2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umimoji="1" sz="2800" kern="1200">
        <a:solidFill>
          <a:schemeClr val="tx2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3CC"/>
    <a:srgbClr val="0000FF"/>
    <a:srgbClr val="3333FF"/>
    <a:srgbClr val="C7E6A4"/>
    <a:srgbClr val="FF0066"/>
    <a:srgbClr val="6666FF"/>
    <a:srgbClr val="969696"/>
    <a:srgbClr val="2B2BFF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317" autoAdjust="0"/>
    <p:restoredTop sz="93807" autoAdjust="0"/>
  </p:normalViewPr>
  <p:slideViewPr>
    <p:cSldViewPr>
      <p:cViewPr>
        <p:scale>
          <a:sx n="92" d="100"/>
          <a:sy n="92" d="100"/>
        </p:scale>
        <p:origin x="680" y="10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-8298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viewProps" Target="viewProps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theme" Target="theme/theme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.wmf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13.emf"/><Relationship Id="rId1" Type="http://schemas.openxmlformats.org/officeDocument/2006/relationships/image" Target="../media/image12.w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16.wmf"/><Relationship Id="rId2" Type="http://schemas.openxmlformats.org/officeDocument/2006/relationships/image" Target="../media/image15.emf"/><Relationship Id="rId1" Type="http://schemas.openxmlformats.org/officeDocument/2006/relationships/image" Target="../media/image14.wmf"/><Relationship Id="rId6" Type="http://schemas.openxmlformats.org/officeDocument/2006/relationships/image" Target="../media/image19.wmf"/><Relationship Id="rId5" Type="http://schemas.openxmlformats.org/officeDocument/2006/relationships/image" Target="../media/image18.emf"/><Relationship Id="rId4" Type="http://schemas.openxmlformats.org/officeDocument/2006/relationships/image" Target="../media/image17.wmf"/></Relationships>
</file>

<file path=ppt/drawings/_rels/vmlDrawing4.vml.rels><?xml version="1.0" encoding="UTF-8" standalone="yes"?>
<Relationships xmlns="http://schemas.openxmlformats.org/package/2006/relationships"><Relationship Id="rId3" Type="http://schemas.openxmlformats.org/officeDocument/2006/relationships/image" Target="../media/image21.wmf"/><Relationship Id="rId2" Type="http://schemas.openxmlformats.org/officeDocument/2006/relationships/image" Target="../media/image20.wmf"/><Relationship Id="rId1" Type="http://schemas.openxmlformats.org/officeDocument/2006/relationships/image" Target="../media/image18.emf"/><Relationship Id="rId5" Type="http://schemas.openxmlformats.org/officeDocument/2006/relationships/image" Target="../media/image23.wmf"/><Relationship Id="rId4" Type="http://schemas.openxmlformats.org/officeDocument/2006/relationships/image" Target="../media/image22.wmf"/></Relationships>
</file>

<file path=ppt/drawings/_rels/vmlDrawing5.vml.rels><?xml version="1.0" encoding="UTF-8" standalone="yes"?>
<Relationships xmlns="http://schemas.openxmlformats.org/package/2006/relationships"><Relationship Id="rId3" Type="http://schemas.openxmlformats.org/officeDocument/2006/relationships/image" Target="../media/image26.wmf"/><Relationship Id="rId2" Type="http://schemas.openxmlformats.org/officeDocument/2006/relationships/image" Target="../media/image25.wmf"/><Relationship Id="rId1" Type="http://schemas.openxmlformats.org/officeDocument/2006/relationships/image" Target="../media/image24.w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27.wmf"/></Relationships>
</file>

<file path=ppt/drawings/_rels/vmlDrawing7.vml.rels><?xml version="1.0" encoding="UTF-8" standalone="yes"?>
<Relationships xmlns="http://schemas.openxmlformats.org/package/2006/relationships"><Relationship Id="rId3" Type="http://schemas.openxmlformats.org/officeDocument/2006/relationships/image" Target="../media/image30.wmf"/><Relationship Id="rId2" Type="http://schemas.openxmlformats.org/officeDocument/2006/relationships/image" Target="../media/image29.wmf"/><Relationship Id="rId1" Type="http://schemas.openxmlformats.org/officeDocument/2006/relationships/image" Target="../media/image28.emf"/></Relationships>
</file>

<file path=ppt/drawings/_rels/vmlDrawing8.vml.rels><?xml version="1.0" encoding="UTF-8" standalone="yes"?>
<Relationships xmlns="http://schemas.openxmlformats.org/package/2006/relationships"><Relationship Id="rId8" Type="http://schemas.openxmlformats.org/officeDocument/2006/relationships/image" Target="../media/image38.wmf"/><Relationship Id="rId3" Type="http://schemas.openxmlformats.org/officeDocument/2006/relationships/image" Target="../media/image33.emf"/><Relationship Id="rId7" Type="http://schemas.openxmlformats.org/officeDocument/2006/relationships/image" Target="../media/image37.wmf"/><Relationship Id="rId2" Type="http://schemas.openxmlformats.org/officeDocument/2006/relationships/image" Target="../media/image32.wmf"/><Relationship Id="rId1" Type="http://schemas.openxmlformats.org/officeDocument/2006/relationships/image" Target="../media/image31.emf"/><Relationship Id="rId6" Type="http://schemas.openxmlformats.org/officeDocument/2006/relationships/image" Target="../media/image36.wmf"/><Relationship Id="rId5" Type="http://schemas.openxmlformats.org/officeDocument/2006/relationships/image" Target="../media/image35.wmf"/><Relationship Id="rId4" Type="http://schemas.openxmlformats.org/officeDocument/2006/relationships/image" Target="../media/image34.emf"/></Relationships>
</file>

<file path=ppt/drawings/_rels/vmlDrawing9.vml.rels><?xml version="1.0" encoding="UTF-8" standalone="yes"?>
<Relationships xmlns="http://schemas.openxmlformats.org/package/2006/relationships"><Relationship Id="rId3" Type="http://schemas.openxmlformats.org/officeDocument/2006/relationships/image" Target="../media/image41.wmf"/><Relationship Id="rId2" Type="http://schemas.openxmlformats.org/officeDocument/2006/relationships/image" Target="../media/image40.wmf"/><Relationship Id="rId1" Type="http://schemas.openxmlformats.org/officeDocument/2006/relationships/image" Target="../media/image39.wmf"/><Relationship Id="rId6" Type="http://schemas.openxmlformats.org/officeDocument/2006/relationships/image" Target="../media/image44.wmf"/><Relationship Id="rId5" Type="http://schemas.openxmlformats.org/officeDocument/2006/relationships/image" Target="../media/image43.wmf"/><Relationship Id="rId4" Type="http://schemas.openxmlformats.org/officeDocument/2006/relationships/image" Target="../media/image42.wmf"/></Relationships>
</file>

<file path=ppt/drawings/_rels/vmlDrawing10.vml.rels><?xml version="1.0" encoding="UTF-8" standalone="yes"?>
<Relationships xmlns="http://schemas.openxmlformats.org/package/2006/relationships"><Relationship Id="rId8" Type="http://schemas.openxmlformats.org/officeDocument/2006/relationships/image" Target="../media/image52.wmf"/><Relationship Id="rId13" Type="http://schemas.openxmlformats.org/officeDocument/2006/relationships/image" Target="../media/image57.wmf"/><Relationship Id="rId3" Type="http://schemas.openxmlformats.org/officeDocument/2006/relationships/image" Target="../media/image47.wmf"/><Relationship Id="rId7" Type="http://schemas.openxmlformats.org/officeDocument/2006/relationships/image" Target="../media/image51.wmf"/><Relationship Id="rId12" Type="http://schemas.openxmlformats.org/officeDocument/2006/relationships/image" Target="../media/image56.wmf"/><Relationship Id="rId2" Type="http://schemas.openxmlformats.org/officeDocument/2006/relationships/image" Target="../media/image46.wmf"/><Relationship Id="rId1" Type="http://schemas.openxmlformats.org/officeDocument/2006/relationships/image" Target="../media/image45.wmf"/><Relationship Id="rId6" Type="http://schemas.openxmlformats.org/officeDocument/2006/relationships/image" Target="../media/image50.wmf"/><Relationship Id="rId11" Type="http://schemas.openxmlformats.org/officeDocument/2006/relationships/image" Target="../media/image55.wmf"/><Relationship Id="rId5" Type="http://schemas.openxmlformats.org/officeDocument/2006/relationships/image" Target="../media/image49.wmf"/><Relationship Id="rId10" Type="http://schemas.openxmlformats.org/officeDocument/2006/relationships/image" Target="../media/image54.wmf"/><Relationship Id="rId4" Type="http://schemas.openxmlformats.org/officeDocument/2006/relationships/image" Target="../media/image48.wmf"/><Relationship Id="rId9" Type="http://schemas.openxmlformats.org/officeDocument/2006/relationships/image" Target="../media/image53.wmf"/></Relationships>
</file>

<file path=ppt/drawings/_rels/vmlDrawing11.vml.rels><?xml version="1.0" encoding="UTF-8" standalone="yes"?>
<Relationships xmlns="http://schemas.openxmlformats.org/package/2006/relationships"><Relationship Id="rId3" Type="http://schemas.openxmlformats.org/officeDocument/2006/relationships/image" Target="../media/image60.wmf"/><Relationship Id="rId2" Type="http://schemas.openxmlformats.org/officeDocument/2006/relationships/image" Target="../media/image59.emf"/><Relationship Id="rId1" Type="http://schemas.openxmlformats.org/officeDocument/2006/relationships/image" Target="../media/image58.wmf"/></Relationships>
</file>

<file path=ppt/drawings/_rels/vmlDrawing12.vml.rels><?xml version="1.0" encoding="UTF-8" standalone="yes"?>
<Relationships xmlns="http://schemas.openxmlformats.org/package/2006/relationships"><Relationship Id="rId2" Type="http://schemas.openxmlformats.org/officeDocument/2006/relationships/image" Target="../media/image62.emf"/><Relationship Id="rId1" Type="http://schemas.openxmlformats.org/officeDocument/2006/relationships/image" Target="../media/image61.emf"/></Relationships>
</file>

<file path=ppt/drawings/_rels/vmlDrawing13.vml.rels><?xml version="1.0" encoding="UTF-8" standalone="yes"?>
<Relationships xmlns="http://schemas.openxmlformats.org/package/2006/relationships"><Relationship Id="rId1" Type="http://schemas.openxmlformats.org/officeDocument/2006/relationships/image" Target="../media/image63.wmf"/></Relationships>
</file>

<file path=ppt/drawings/_rels/vmlDrawing14.vml.rels><?xml version="1.0" encoding="UTF-8" standalone="yes"?>
<Relationships xmlns="http://schemas.openxmlformats.org/package/2006/relationships"><Relationship Id="rId3" Type="http://schemas.openxmlformats.org/officeDocument/2006/relationships/image" Target="../media/image66.wmf"/><Relationship Id="rId2" Type="http://schemas.openxmlformats.org/officeDocument/2006/relationships/image" Target="../media/image65.wmf"/><Relationship Id="rId1" Type="http://schemas.openxmlformats.org/officeDocument/2006/relationships/image" Target="../media/image64.wmf"/><Relationship Id="rId5" Type="http://schemas.openxmlformats.org/officeDocument/2006/relationships/image" Target="../media/image68.wmf"/><Relationship Id="rId4" Type="http://schemas.openxmlformats.org/officeDocument/2006/relationships/image" Target="../media/image67.wmf"/></Relationships>
</file>

<file path=ppt/drawings/_rels/vmlDrawing15.vml.rels><?xml version="1.0" encoding="UTF-8" standalone="yes"?>
<Relationships xmlns="http://schemas.openxmlformats.org/package/2006/relationships"><Relationship Id="rId3" Type="http://schemas.openxmlformats.org/officeDocument/2006/relationships/image" Target="../media/image71.wmf"/><Relationship Id="rId2" Type="http://schemas.openxmlformats.org/officeDocument/2006/relationships/image" Target="../media/image70.wmf"/><Relationship Id="rId1" Type="http://schemas.openxmlformats.org/officeDocument/2006/relationships/image" Target="../media/image69.wmf"/><Relationship Id="rId5" Type="http://schemas.openxmlformats.org/officeDocument/2006/relationships/image" Target="../media/image68.wmf"/><Relationship Id="rId4" Type="http://schemas.openxmlformats.org/officeDocument/2006/relationships/image" Target="../media/image67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E8D1E8CF-2E05-42CF-946C-A234E5F0007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>
                <a:ea typeface="宋体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4C7632EF-962B-4C32-944C-9D48ADC75CB2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>
                <a:ea typeface="宋体" charset="-122"/>
              </a:defRPr>
            </a:lvl1pPr>
          </a:lstStyle>
          <a:p>
            <a:pPr>
              <a:defRPr/>
            </a:pPr>
            <a:fld id="{D2B7DC5F-3EFA-4251-8C20-6E9EC7819C7B}" type="datetimeFigureOut">
              <a:rPr lang="zh-CN" altLang="en-US"/>
              <a:pPr>
                <a:defRPr/>
              </a:pPr>
              <a:t>2026/10/13</a:t>
            </a:fld>
            <a:endParaRPr lang="zh-CN" altLang="en-US"/>
          </a:p>
        </p:txBody>
      </p:sp>
      <p:sp>
        <p:nvSpPr>
          <p:cNvPr id="4" name="幻灯片图像占位符 3">
            <a:extLst>
              <a:ext uri="{FF2B5EF4-FFF2-40B4-BE49-F238E27FC236}">
                <a16:creationId xmlns:a16="http://schemas.microsoft.com/office/drawing/2014/main" id="{B05BBDC4-6710-4A89-977B-5A8CCDD9C10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>
            <a:extLst>
              <a:ext uri="{FF2B5EF4-FFF2-40B4-BE49-F238E27FC236}">
                <a16:creationId xmlns:a16="http://schemas.microsoft.com/office/drawing/2014/main" id="{17B5BEF2-2FAA-4DA0-A019-CDD72CD601E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E9C5AE9-932A-4B24-8907-3288CEB58ABB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>
                <a:ea typeface="宋体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7355E83-8E18-466C-948D-A1D8AB4AD3A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5EECF8E6-7687-4417-B0A4-6F969A7F5643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4.xml"/><Relationship Id="rId6" Type="http://schemas.openxmlformats.org/officeDocument/2006/relationships/image" Target="../media/image4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324FFA27-5CA2-4DFB-8D06-B9C664BB46D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2ADF04B9-6AB1-409F-90C3-976FF0BAFDE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E105FE01-3CC2-481E-842A-EC3BCF93649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7019925" y="65246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EE5C615-27DC-4BF8-A59E-3AA49FB0D5E8}" type="slidenum">
              <a:rPr lang="zh-CN" altLang="en-US"/>
              <a:pPr>
                <a:defRPr/>
              </a:pPr>
              <a:t>‹#›</a:t>
            </a:fld>
            <a:endParaRPr lang="en-US" sz="1800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128854753"/>
      </p:ext>
    </p:extLst>
  </p:cSld>
  <p:clrMapOvr>
    <a:masterClrMapping/>
  </p:clrMapOvr>
  <p:transition spd="slow">
    <p:split orient="vert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125538"/>
            <a:ext cx="8229600" cy="5000625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8" name="标题 1"/>
          <p:cNvSpPr>
            <a:spLocks noGrp="1"/>
          </p:cNvSpPr>
          <p:nvPr>
            <p:ph type="title"/>
          </p:nvPr>
        </p:nvSpPr>
        <p:spPr>
          <a:xfrm>
            <a:off x="457200" y="274639"/>
            <a:ext cx="8229600" cy="77787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4DC83651-720B-4544-B1BD-C9AE723969C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A4CEA02A-0E2E-41CB-9FBA-094B1830C8F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58CBE20F-77C4-4DBD-B25D-3C6A4FEDBCF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7019925" y="65246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1EB0E9A-86DB-4D24-B690-7EB825DC079D}" type="slidenum">
              <a:rPr lang="zh-CN" altLang="en-US"/>
              <a:pPr>
                <a:defRPr/>
              </a:pPr>
              <a:t>‹#›</a:t>
            </a:fld>
            <a:endParaRPr lang="en-US" sz="1800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920984384"/>
      </p:ext>
    </p:extLst>
  </p:cSld>
  <p:clrMapOvr>
    <a:masterClrMapping/>
  </p:clrMapOvr>
  <p:transition spd="slow">
    <p:split orient="vert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1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C2834230-2B39-4DDE-A231-57D92103170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C37AA53C-2A84-42AC-8ABE-E3BCD725DC0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97D69738-E7EF-4239-9214-1338BEA2299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7019925" y="65246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6230BC-C4BF-4D06-8DEA-E30815249296}" type="slidenum">
              <a:rPr lang="zh-CN" altLang="en-US"/>
              <a:pPr>
                <a:defRPr/>
              </a:pPr>
              <a:t>‹#›</a:t>
            </a:fld>
            <a:endParaRPr lang="en-US" sz="1800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148350978"/>
      </p:ext>
    </p:extLst>
  </p:cSld>
  <p:clrMapOvr>
    <a:masterClrMapping/>
  </p:clrMapOvr>
  <p:transition spd="slow">
    <p:split orient="vert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7787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125539"/>
            <a:ext cx="4038600" cy="5000625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125539"/>
            <a:ext cx="4038600" cy="5000625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9CA1BC0-DA59-4AE7-996B-37C7C523272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4721AC6-AA19-4ACC-9723-B9CDDDC201B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AAA4EE-D3DA-43A0-BE88-D590F25B53C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7019925" y="65246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4A8A078-8F53-4DD8-99BE-6937C29878CC}" type="slidenum">
              <a:rPr lang="zh-CN" altLang="en-US"/>
              <a:pPr>
                <a:defRPr/>
              </a:pPr>
              <a:t>‹#›</a:t>
            </a:fld>
            <a:endParaRPr lang="en-US" sz="1800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012712226"/>
      </p:ext>
    </p:extLst>
  </p:cSld>
  <p:clrMapOvr>
    <a:masterClrMapping/>
  </p:clrMapOvr>
  <p:transition spd="slow">
    <p:split orient="vert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3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7" y="1535113"/>
            <a:ext cx="4041775" cy="639763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7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D6C333DE-221B-451E-B3BA-71E82BEAC08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520BFB29-C645-4459-9FE3-FBD984899AF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4DC3FE80-E225-4E0E-A4D4-9ED9C5527B6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7019925" y="65246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ED4D90F-E331-47DC-92F1-E62695D6C2EE}" type="slidenum">
              <a:rPr lang="zh-CN" altLang="en-US"/>
              <a:pPr>
                <a:defRPr/>
              </a:pPr>
              <a:t>‹#›</a:t>
            </a:fld>
            <a:endParaRPr lang="en-US" sz="1800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910150248"/>
      </p:ext>
    </p:extLst>
  </p:cSld>
  <p:clrMapOvr>
    <a:masterClrMapping/>
  </p:clrMapOvr>
  <p:transition spd="slow">
    <p:split orient="vert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2" y="273049"/>
            <a:ext cx="3008313" cy="1162051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2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2" y="1435102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14C59EC-2D83-4644-9FF6-91C5F0ABE1C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383F13-0C98-4BF3-8523-314ACE8E1FC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1F39952-6881-490F-B284-BB010281306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7019925" y="65246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3B5CD7D-56B0-4C13-84D6-F0DB2E473BD9}" type="slidenum">
              <a:rPr lang="zh-CN" altLang="en-US"/>
              <a:pPr>
                <a:defRPr/>
              </a:pPr>
              <a:t>‹#›</a:t>
            </a:fld>
            <a:endParaRPr lang="en-US" sz="1800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420904448"/>
      </p:ext>
    </p:extLst>
  </p:cSld>
  <p:clrMapOvr>
    <a:masterClrMapping/>
  </p:clrMapOvr>
  <p:transition spd="slow">
    <p:split orient="vert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9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>
              <a:sym typeface="Arial" panose="020B0604020202020204" pitchFamily="34" charset="0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50C9107-412D-42F2-A220-A25A218FDA3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FEC7EFD-A8E4-4F78-90B4-0E1A3F97F66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ACF8D3B-A421-4610-91BC-08C96EAA9A3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7019925" y="65246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C3F3216-45D4-4224-B7C6-5D94FF958E90}" type="slidenum">
              <a:rPr lang="zh-CN" altLang="en-US"/>
              <a:pPr>
                <a:defRPr/>
              </a:pPr>
              <a:t>‹#›</a:t>
            </a:fld>
            <a:endParaRPr lang="en-US" sz="1800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304945455"/>
      </p:ext>
    </p:extLst>
  </p:cSld>
  <p:clrMapOvr>
    <a:masterClrMapping/>
  </p:clrMapOvr>
  <p:transition spd="slow">
    <p:split orient="vert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7787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125538"/>
            <a:ext cx="8229600" cy="50006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7D130E1B-374D-48BA-A9A9-A9EB42C70E9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35D77BF4-B8D5-4759-A2CA-7E2D8DF1FF4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A6BA1783-3E36-44DB-9B84-16EAF900E35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7019925" y="65246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BE28436-CF71-46CC-B37F-786C39E55141}" type="slidenum">
              <a:rPr lang="zh-CN" altLang="en-US"/>
              <a:pPr>
                <a:defRPr/>
              </a:pPr>
              <a:t>‹#›</a:t>
            </a:fld>
            <a:endParaRPr lang="en-US" sz="1800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646614326"/>
      </p:ext>
    </p:extLst>
  </p:cSld>
  <p:clrMapOvr>
    <a:masterClrMapping/>
  </p:clrMapOvr>
  <p:transition spd="slow">
    <p:split orient="vert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9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B7C1EB74-39EF-47DA-A763-FB37F9B131C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0BD1B4E2-FAE7-4275-B658-CF563EF223B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0D4AC064-1581-42FB-B0D3-948281D4CB1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7019925" y="65246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901C669-4DB4-4AE4-93DC-BF8A4974A3A8}" type="slidenum">
              <a:rPr lang="zh-CN" altLang="en-US"/>
              <a:pPr>
                <a:defRPr/>
              </a:pPr>
              <a:t>‹#›</a:t>
            </a:fld>
            <a:endParaRPr lang="en-US" sz="1800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068808084"/>
      </p:ext>
    </p:extLst>
  </p:cSld>
  <p:clrMapOvr>
    <a:masterClrMapping/>
  </p:clrMapOvr>
  <p:transition spd="slow">
    <p:split orient="vert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9"/>
            <a:ext cx="8229600" cy="77787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91C77236-EEBB-4827-AD1E-537D08A338A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0E69FFFD-5F56-4F25-B1AB-DE72DBCB498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B116A906-E789-439C-BD58-729E2D76B5B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7019925" y="65246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2B24609-233C-4051-A6FF-16711CDE0657}" type="slidenum">
              <a:rPr lang="zh-CN" altLang="en-US"/>
              <a:pPr>
                <a:defRPr/>
              </a:pPr>
              <a:t>‹#›</a:t>
            </a:fld>
            <a:endParaRPr lang="en-US" sz="1800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866638746"/>
      </p:ext>
    </p:extLst>
  </p:cSld>
  <p:clrMapOvr>
    <a:masterClrMapping/>
  </p:clrMapOvr>
  <p:transition spd="slow">
    <p:split orient="vert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7787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87907258-1C0A-4346-809F-F31A32E6291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8F56CD3-B855-4099-A6DC-544CDEEBCED0}" type="datetimeFigureOut">
              <a:rPr lang="zh-CN" altLang="en-US"/>
              <a:pPr>
                <a:defRPr/>
              </a:pPr>
              <a:t>2026/10/13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B936BFAF-6BC0-49F0-BC8C-FB8009774F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ED401784-8F1D-4904-B603-1F4759852A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19925" y="65246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9CB58C0-F69D-4AAE-A851-DF9D55456620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57860701"/>
      </p:ext>
    </p:extLst>
  </p:cSld>
  <p:clrMapOvr>
    <a:masterClrMapping/>
  </p:clrMapOvr>
  <p:transition spd="slow">
    <p:split orient="vert"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77875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125538"/>
            <a:ext cx="8229600" cy="500062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B7CDAD0-9D64-4314-8793-8634F4D8024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</p:spPr>
        <p:txBody>
          <a:bodyPr/>
          <a:lstStyle>
            <a:lvl1pPr>
              <a:buFont typeface="Arial" panose="020B0604020202020204" pitchFamily="34" charset="0"/>
              <a:buNone/>
              <a:defRPr/>
            </a:lvl1pPr>
          </a:lstStyle>
          <a:p>
            <a:pPr>
              <a:defRPr/>
            </a:pPr>
            <a:fld id="{E35D83A0-80DF-4DEC-9C63-42FBF4325AC9}" type="datetime1">
              <a:rPr lang="zh-CN" altLang="en-US"/>
              <a:pPr>
                <a:defRPr/>
              </a:pPr>
              <a:t>2026/10/13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62A031-7B56-4E50-B06E-364E4CFB6A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</p:spPr>
        <p:txBody>
          <a:bodyPr/>
          <a:lstStyle>
            <a:lvl1pPr>
              <a:buFont typeface="Arial" panose="020B0604020202020204" pitchFamily="34" charset="0"/>
              <a:buNone/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89A571B-27BA-4C0A-8D4F-2B2E4019B4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19925" y="65246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E63F919-ACE6-499C-B04E-6F37524E2A44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57767839"/>
      </p:ext>
    </p:extLst>
  </p:cSld>
  <p:clrMapOvr>
    <a:masterClrMapping/>
  </p:clrMapOvr>
  <p:transition spd="slow">
    <p:split orient="vert"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D1B3347-0CA6-4EE6-8E3C-7F647BA35A6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>
            <a:lvl1pPr eaLnBrk="0" hangingPunct="0">
              <a:defRPr>
                <a:solidFill>
                  <a:prstClr val="black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ED8B6C7-F2DA-4B00-8CA8-5826F1BEF4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>
            <a:lvl1pPr eaLnBrk="0" hangingPunct="0">
              <a:defRPr>
                <a:solidFill>
                  <a:prstClr val="black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3D50E1-33F5-4F04-83D7-58255901F0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19925" y="65246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7788AB1-6F8F-4880-A2F2-6438CF0D6A29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42815764"/>
      </p:ext>
    </p:extLst>
  </p:cSld>
  <p:clrMapOvr>
    <a:masterClrMapping/>
  </p:clrMapOvr>
  <p:transition spd="slow">
    <p:split orient="vert"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E4855C45-E57E-45D8-8789-B08077A0B86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A22AE40C-11D0-4D9D-B418-509A8A9A64F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FC1C6E2B-2607-4AFD-9E50-1545AA41B1A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2953664-7945-4AD5-AF54-C8983D411A1E}" type="slidenum">
              <a:rPr lang="zh-CN" altLang="en-US"/>
              <a:pPr>
                <a:defRPr/>
              </a:pPr>
              <a:t>‹#›</a:t>
            </a:fld>
            <a:endParaRPr lang="en-US" sz="1800" b="0">
              <a:solidFill>
                <a:schemeClr val="tx1"/>
              </a:solidFill>
              <a:latin typeface="+mn-lt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31839351"/>
      </p:ext>
    </p:extLst>
  </p:cSld>
  <p:clrMapOvr>
    <a:masterClrMapping/>
  </p:clrMapOvr>
  <p:transition spd="slow">
    <p:split orient="vert"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800"/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8" name="标题 1"/>
          <p:cNvSpPr>
            <a:spLocks noGrp="1"/>
          </p:cNvSpPr>
          <p:nvPr>
            <p:ph type="title"/>
          </p:nvPr>
        </p:nvSpPr>
        <p:spPr>
          <a:xfrm>
            <a:off x="457200" y="274639"/>
            <a:ext cx="8229600" cy="77787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3E7F9A4D-341A-41CC-8F0F-E6924B96849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65E33512-D5A8-47D0-B549-77A18A6ED8E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C9B7CB67-BDC6-4137-BE93-338EAA114EA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B76212E-F15C-4F9E-AD83-F17D9A8F846C}" type="slidenum">
              <a:rPr lang="zh-CN" altLang="en-US"/>
              <a:pPr>
                <a:defRPr/>
              </a:pPr>
              <a:t>‹#›</a:t>
            </a:fld>
            <a:endParaRPr lang="en-US" sz="1800" b="0">
              <a:solidFill>
                <a:schemeClr val="tx1"/>
              </a:solidFill>
              <a:latin typeface="+mn-lt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127281611"/>
      </p:ext>
    </p:extLst>
  </p:cSld>
  <p:clrMapOvr>
    <a:masterClrMapping/>
  </p:clrMapOvr>
  <p:transition spd="slow">
    <p:split orient="vert"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1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7A490AF2-F810-4172-8A48-87F8D5EF73D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C1F90D61-50CB-4D86-9EAC-B76F8A36424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67DFA323-8AFE-4021-A977-A60222BA288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92D0075-AF19-4B1B-8011-58A6AB795AD5}" type="slidenum">
              <a:rPr lang="zh-CN" altLang="en-US"/>
              <a:pPr>
                <a:defRPr/>
              </a:pPr>
              <a:t>‹#›</a:t>
            </a:fld>
            <a:endParaRPr lang="en-US" sz="1800" b="0">
              <a:solidFill>
                <a:schemeClr val="tx1"/>
              </a:solidFill>
              <a:latin typeface="+mn-lt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5180246"/>
      </p:ext>
    </p:extLst>
  </p:cSld>
  <p:clrMapOvr>
    <a:masterClrMapping/>
  </p:clrMapOvr>
  <p:transition spd="slow">
    <p:split orient="vert"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125539"/>
            <a:ext cx="4038600" cy="50006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125539"/>
            <a:ext cx="4038600" cy="50006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F4C019C-2D7F-4455-B3FB-C346074817A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71D3FD4-1623-45FB-96F8-F9285B87908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8F823D2-B9E7-4EED-9D1E-3AB8E17E3F8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9444D41-A3C1-4F4A-A879-73119D3260B5}" type="slidenum">
              <a:rPr lang="zh-CN" altLang="en-US"/>
              <a:pPr>
                <a:defRPr/>
              </a:pPr>
              <a:t>‹#›</a:t>
            </a:fld>
            <a:endParaRPr lang="en-US" sz="1800" b="0">
              <a:solidFill>
                <a:schemeClr val="tx1"/>
              </a:solidFill>
              <a:latin typeface="+mn-lt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072192624"/>
      </p:ext>
    </p:extLst>
  </p:cSld>
  <p:clrMapOvr>
    <a:masterClrMapping/>
  </p:clrMapOvr>
  <p:transition spd="slow">
    <p:split orient="vert"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7" y="1535113"/>
            <a:ext cx="4041775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7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F12368DA-4B1A-424E-9857-B0A678FBC66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35B212B3-7550-4762-8B5E-CB91D5A8BCC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724B8099-34BA-4920-84A9-9BA6EE4ED84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410F8A1-99AE-4343-9EF8-7AC2031B1C11}" type="slidenum">
              <a:rPr lang="zh-CN" altLang="en-US"/>
              <a:pPr>
                <a:defRPr/>
              </a:pPr>
              <a:t>‹#›</a:t>
            </a:fld>
            <a:endParaRPr lang="en-US" sz="1800" b="0">
              <a:solidFill>
                <a:schemeClr val="tx1"/>
              </a:solidFill>
              <a:latin typeface="+mn-lt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935246592"/>
      </p:ext>
    </p:extLst>
  </p:cSld>
  <p:clrMapOvr>
    <a:masterClrMapping/>
  </p:clrMapOvr>
  <p:transition spd="slow">
    <p:split orient="vert"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2" y="273049"/>
            <a:ext cx="3008313" cy="11620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2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2" y="1435102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3E56705-0B6D-45BC-8340-6A1E4EFD65D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8E7C27C-6D02-42D6-BF81-983A2FCE65F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3602995-3DE2-4744-8539-2A7C1876E85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B4240E5-FDED-47C5-BE2C-DF3B3D01D70B}" type="slidenum">
              <a:rPr lang="zh-CN" altLang="en-US"/>
              <a:pPr>
                <a:defRPr/>
              </a:pPr>
              <a:t>‹#›</a:t>
            </a:fld>
            <a:endParaRPr lang="en-US" sz="1800" b="0">
              <a:solidFill>
                <a:schemeClr val="tx1"/>
              </a:solidFill>
              <a:latin typeface="+mn-lt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812001093"/>
      </p:ext>
    </p:extLst>
  </p:cSld>
  <p:clrMapOvr>
    <a:masterClrMapping/>
  </p:clrMapOvr>
  <p:transition spd="slow">
    <p:split orient="vert"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9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>
              <a:sym typeface="Arial" panose="020B0604020202020204" pitchFamily="34" charset="0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55B1FBF-7FD0-4CE2-A043-A41CE236300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B7B4C19-C8A8-4CF8-9D44-5BAEBA2B525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0925DFB-3070-475F-98EE-8E4F3A00EA8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C39BCF9-9D56-4431-ADCF-17A2E61D8B5B}" type="slidenum">
              <a:rPr lang="zh-CN" altLang="en-US"/>
              <a:pPr>
                <a:defRPr/>
              </a:pPr>
              <a:t>‹#›</a:t>
            </a:fld>
            <a:endParaRPr lang="en-US" sz="1800" b="0">
              <a:solidFill>
                <a:schemeClr val="tx1"/>
              </a:solidFill>
              <a:latin typeface="+mn-lt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771254375"/>
      </p:ext>
    </p:extLst>
  </p:cSld>
  <p:clrMapOvr>
    <a:masterClrMapping/>
  </p:clrMapOvr>
  <p:transition spd="slow">
    <p:split orient="vert"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CD6855A6-453A-47B3-8A92-0F1063C79AA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B04011F6-4D45-40E9-850B-FE8F767F95D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4C23DB50-4002-46B4-810A-AA39BF83D1C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1C3078C-7EAC-411A-B198-BA9F1B1734ED}" type="slidenum">
              <a:rPr lang="zh-CN" altLang="en-US"/>
              <a:pPr>
                <a:defRPr/>
              </a:pPr>
              <a:t>‹#›</a:t>
            </a:fld>
            <a:endParaRPr lang="en-US" sz="1800" b="0">
              <a:solidFill>
                <a:schemeClr val="tx1"/>
              </a:solidFill>
              <a:latin typeface="+mn-lt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46849363"/>
      </p:ext>
    </p:extLst>
  </p:cSld>
  <p:clrMapOvr>
    <a:masterClrMapping/>
  </p:clrMapOvr>
  <p:transition spd="slow">
    <p:split orient="vert"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9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7ABFA5EF-1425-4B28-9B7A-348002BF3BE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085E2916-713D-417C-8CEE-972575D27D7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5A9639DA-65DE-4219-8B66-C96E3E89298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F6B9937-D75B-494B-97E0-CD8A7339E004}" type="slidenum">
              <a:rPr lang="zh-CN" altLang="en-US"/>
              <a:pPr>
                <a:defRPr/>
              </a:pPr>
              <a:t>‹#›</a:t>
            </a:fld>
            <a:endParaRPr lang="en-US" sz="1800" b="0">
              <a:solidFill>
                <a:schemeClr val="tx1"/>
              </a:solidFill>
              <a:latin typeface="+mn-lt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322288729"/>
      </p:ext>
    </p:extLst>
  </p:cSld>
  <p:clrMapOvr>
    <a:masterClrMapping/>
  </p:clrMapOvr>
  <p:transition spd="slow">
    <p:split orient="vert"/>
  </p:transition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9"/>
            <a:ext cx="8229600" cy="77787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21F1D24E-58F4-416D-B9FF-CD0720AB983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4816E313-3B04-41D1-A907-070FE2F11D6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FE27B489-A529-4323-A27E-40A3A998645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EA460E3-F074-47B4-96DD-BC52E33C0F01}" type="slidenum">
              <a:rPr lang="zh-CN" altLang="en-US"/>
              <a:pPr>
                <a:defRPr/>
              </a:pPr>
              <a:t>‹#›</a:t>
            </a:fld>
            <a:endParaRPr lang="en-US" sz="1800" b="0">
              <a:solidFill>
                <a:schemeClr val="tx1"/>
              </a:solidFill>
              <a:latin typeface="+mn-lt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40511368"/>
      </p:ext>
    </p:extLst>
  </p:cSld>
  <p:clrMapOvr>
    <a:masterClrMapping/>
  </p:clrMapOvr>
  <p:transition spd="slow">
    <p:split orient="vert"/>
  </p:transition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F82B2289-983E-4EA7-8A84-119F4B9AAA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4086A95-86B7-4F54-92AB-60B264BB6D59}" type="datetimeFigureOut">
              <a:rPr lang="zh-CN" altLang="en-US"/>
              <a:pPr>
                <a:defRPr/>
              </a:pPr>
              <a:t>2026/10/13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26DA7B7F-14A2-4287-897C-E817972778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92ADFC2-E3A9-4650-B34E-E842FD3D31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E415841-6B32-4D7D-ADE2-76473CE275CB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87605774"/>
      </p:ext>
    </p:extLst>
  </p:cSld>
  <p:clrMapOvr>
    <a:masterClrMapping/>
  </p:clrMapOvr>
  <p:transition spd="slow">
    <p:split orient="vert"/>
  </p:transition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313E466-4F93-4E3A-A6F6-928A730F04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buFont typeface="Arial" panose="020B0604020202020204" pitchFamily="34" charset="0"/>
              <a:buNone/>
              <a:defRPr/>
            </a:lvl1pPr>
          </a:lstStyle>
          <a:p>
            <a:pPr>
              <a:defRPr/>
            </a:pPr>
            <a:fld id="{E35D83A0-80DF-4DEC-9C63-42FBF4325AC9}" type="datetime1">
              <a:rPr lang="zh-CN" altLang="en-US"/>
              <a:pPr>
                <a:defRPr/>
              </a:pPr>
              <a:t>2026/10/13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97379F3-1B1D-4F43-97B0-BF8DC6305D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buFont typeface="Arial" panose="020B0604020202020204" pitchFamily="34" charset="0"/>
              <a:buNone/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C6F5286-0118-4D1C-85B9-22086D08DA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33F6EC3-AABE-42C7-BDC1-3B47FDB7D279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1747262"/>
      </p:ext>
    </p:extLst>
  </p:cSld>
  <p:clrMapOvr>
    <a:masterClrMapping/>
  </p:clrMapOvr>
  <p:transition spd="slow">
    <p:split orient="vert"/>
  </p:transition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EBDAEE5-B474-4771-8A83-AE3B97F8210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</p:spPr>
        <p:txBody>
          <a:bodyPr/>
          <a:lstStyle>
            <a:lvl1pPr eaLnBrk="0" hangingPunct="0">
              <a:defRPr>
                <a:solidFill>
                  <a:prstClr val="black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421E6C-CD00-4620-991D-FDD2101104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</p:spPr>
        <p:txBody>
          <a:bodyPr/>
          <a:lstStyle>
            <a:lvl1pPr eaLnBrk="0" hangingPunct="0">
              <a:defRPr>
                <a:solidFill>
                  <a:prstClr val="black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C845B2-E858-4F40-8455-88DAA9C564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4B39F2B-6D2D-42CF-BE86-44F3C34AB1F5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31191635"/>
      </p:ext>
    </p:extLst>
  </p:cSld>
  <p:clrMapOvr>
    <a:masterClrMapping/>
  </p:clrMapOvr>
  <p:transition spd="slow">
    <p:split orient="vert"/>
  </p:transition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</p:spTree>
    <p:extLst>
      <p:ext uri="{BB962C8B-B14F-4D97-AF65-F5344CB8AC3E}">
        <p14:creationId xmlns:p14="http://schemas.microsoft.com/office/powerpoint/2010/main" val="454776585"/>
      </p:ext>
    </p:extLst>
  </p:cSld>
  <p:clrMapOvr>
    <a:masterClrMapping/>
  </p:clrMapOvr>
  <p:transition spd="slow">
    <p:split orient="vert"/>
  </p:transition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</p:spTree>
    <p:extLst>
      <p:ext uri="{BB962C8B-B14F-4D97-AF65-F5344CB8AC3E}">
        <p14:creationId xmlns:p14="http://schemas.microsoft.com/office/powerpoint/2010/main" val="4285728393"/>
      </p:ext>
    </p:extLst>
  </p:cSld>
  <p:clrMapOvr>
    <a:masterClrMapping/>
  </p:clrMapOvr>
  <p:transition spd="slow">
    <p:split orient="vert"/>
  </p:transition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3063468895"/>
      </p:ext>
    </p:extLst>
  </p:cSld>
  <p:clrMapOvr>
    <a:masterClrMapping/>
  </p:clrMapOvr>
  <p:transition spd="slow">
    <p:split orient="vert"/>
  </p:transition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6715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825625"/>
            <a:ext cx="386715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</p:spTree>
    <p:extLst>
      <p:ext uri="{BB962C8B-B14F-4D97-AF65-F5344CB8AC3E}">
        <p14:creationId xmlns:p14="http://schemas.microsoft.com/office/powerpoint/2010/main" val="836832075"/>
      </p:ext>
    </p:extLst>
  </p:cSld>
  <p:clrMapOvr>
    <a:masterClrMapping/>
  </p:clrMapOvr>
  <p:transition spd="slow">
    <p:split orient="vert"/>
  </p:transition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</p:spTree>
    <p:extLst>
      <p:ext uri="{BB962C8B-B14F-4D97-AF65-F5344CB8AC3E}">
        <p14:creationId xmlns:p14="http://schemas.microsoft.com/office/powerpoint/2010/main" val="609343174"/>
      </p:ext>
    </p:extLst>
  </p:cSld>
  <p:clrMapOvr>
    <a:masterClrMapping/>
  </p:clrMapOvr>
  <p:transition spd="slow">
    <p:split orient="vert"/>
  </p:transition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E:\党办校办\党办校办文件夹\学校资料\学校标志\校徽透明_蓝_完美版-2.png">
            <a:extLst>
              <a:ext uri="{FF2B5EF4-FFF2-40B4-BE49-F238E27FC236}">
                <a16:creationId xmlns:a16="http://schemas.microsoft.com/office/drawing/2014/main" id="{9D38C6D0-0704-4DD7-A5D2-05D8B59DF54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86775" y="0"/>
            <a:ext cx="630238" cy="631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3810390642"/>
      </p:ext>
    </p:extLst>
  </p:cSld>
  <p:clrMapOvr>
    <a:masterClrMapping/>
  </p:clrMapOvr>
  <p:transition spd="slow">
    <p:split orient="vert"/>
  </p:transition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17">
            <a:extLst>
              <a:ext uri="{FF2B5EF4-FFF2-40B4-BE49-F238E27FC236}">
                <a16:creationId xmlns:a16="http://schemas.microsoft.com/office/drawing/2014/main" id="{800D1F5D-422D-4A8C-894E-882E87AC8D6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0413" y="0"/>
            <a:ext cx="763587" cy="746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图片 26">
            <a:extLst>
              <a:ext uri="{FF2B5EF4-FFF2-40B4-BE49-F238E27FC236}">
                <a16:creationId xmlns:a16="http://schemas.microsoft.com/office/drawing/2014/main" id="{EF137D81-B658-44FA-9A20-BA5F241B501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378575"/>
            <a:ext cx="2133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50717509"/>
      </p:ext>
    </p:extLst>
  </p:cSld>
  <p:clrMapOvr>
    <a:masterClrMapping/>
  </p:clrMapOvr>
  <p:transition spd="slow">
    <p:split orient="vert"/>
  </p:transition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518230320"/>
      </p:ext>
    </p:extLst>
  </p:cSld>
  <p:clrMapOvr>
    <a:masterClrMapping/>
  </p:clrMapOvr>
  <p:transition spd="slow">
    <p:split orient="vert"/>
  </p:transition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814770882"/>
      </p:ext>
    </p:extLst>
  </p:cSld>
  <p:clrMapOvr>
    <a:masterClrMapping/>
  </p:clrMapOvr>
  <p:transition spd="slow">
    <p:split orient="vert"/>
  </p:transition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</p:spTree>
    <p:extLst>
      <p:ext uri="{BB962C8B-B14F-4D97-AF65-F5344CB8AC3E}">
        <p14:creationId xmlns:p14="http://schemas.microsoft.com/office/powerpoint/2010/main" val="4065221748"/>
      </p:ext>
    </p:extLst>
  </p:cSld>
  <p:clrMapOvr>
    <a:masterClrMapping/>
  </p:clrMapOvr>
  <p:transition spd="slow">
    <p:split orient="vert"/>
  </p:transition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762625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</p:spTree>
    <p:extLst>
      <p:ext uri="{BB962C8B-B14F-4D97-AF65-F5344CB8AC3E}">
        <p14:creationId xmlns:p14="http://schemas.microsoft.com/office/powerpoint/2010/main" val="1114940593"/>
      </p:ext>
    </p:extLst>
  </p:cSld>
  <p:clrMapOvr>
    <a:masterClrMapping/>
  </p:clrMapOvr>
  <p:transition spd="slow">
    <p:split orient="vert"/>
  </p:transition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>
            <a:extLst>
              <a:ext uri="{FF2B5EF4-FFF2-40B4-BE49-F238E27FC236}">
                <a16:creationId xmlns:a16="http://schemas.microsoft.com/office/drawing/2014/main" id="{5DCFD248-D6E9-42A7-9A08-4B322473B870}"/>
              </a:ext>
            </a:extLst>
          </p:cNvPr>
          <p:cNvGrpSpPr>
            <a:grpSpLocks/>
          </p:cNvGrpSpPr>
          <p:nvPr/>
        </p:nvGrpSpPr>
        <p:grpSpPr bwMode="auto">
          <a:xfrm>
            <a:off x="0" y="0"/>
            <a:ext cx="9144000" cy="6858000"/>
            <a:chOff x="0" y="0"/>
            <a:chExt cx="5760" cy="4320"/>
          </a:xfrm>
        </p:grpSpPr>
        <p:sp>
          <p:nvSpPr>
            <p:cNvPr id="5" name="Rectangle 3">
              <a:extLst>
                <a:ext uri="{FF2B5EF4-FFF2-40B4-BE49-F238E27FC236}">
                  <a16:creationId xmlns:a16="http://schemas.microsoft.com/office/drawing/2014/main" id="{2293EF1F-B996-4BF3-8545-1F8942B7465B}"/>
                </a:ext>
              </a:extLst>
            </p:cNvPr>
            <p:cNvSpPr>
              <a:spLocks noChangeArrowheads="1"/>
            </p:cNvSpPr>
            <p:nvPr/>
          </p:nvSpPr>
          <p:spPr bwMode="hidden">
            <a:xfrm>
              <a:off x="0" y="0"/>
              <a:ext cx="2208" cy="4320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 wrap="none" anchor="ctr"/>
            <a:lstStyle>
              <a:lvl1pPr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defRPr/>
              </a:pPr>
              <a:endParaRPr lang="zh-CN" altLang="zh-CN">
                <a:solidFill>
                  <a:srgbClr val="000000"/>
                </a:solidFill>
              </a:endParaRPr>
            </a:p>
          </p:txBody>
        </p:sp>
        <p:sp>
          <p:nvSpPr>
            <p:cNvPr id="6" name="Rectangle 4">
              <a:extLst>
                <a:ext uri="{FF2B5EF4-FFF2-40B4-BE49-F238E27FC236}">
                  <a16:creationId xmlns:a16="http://schemas.microsoft.com/office/drawing/2014/main" id="{18EF5DC4-DA6F-46DC-9D43-273DA325F568}"/>
                </a:ext>
              </a:extLst>
            </p:cNvPr>
            <p:cNvSpPr>
              <a:spLocks noChangeArrowheads="1"/>
            </p:cNvSpPr>
            <p:nvPr/>
          </p:nvSpPr>
          <p:spPr bwMode="hidden">
            <a:xfrm>
              <a:off x="1081" y="1065"/>
              <a:ext cx="4679" cy="1596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txBody>
            <a:bodyPr/>
            <a:lstStyle>
              <a:lvl1pPr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defRPr/>
              </a:pPr>
              <a:endParaRPr lang="zh-CN" altLang="zh-CN">
                <a:solidFill>
                  <a:srgbClr val="000000"/>
                </a:solidFill>
              </a:endParaRPr>
            </a:p>
          </p:txBody>
        </p:sp>
        <p:grpSp>
          <p:nvGrpSpPr>
            <p:cNvPr id="7" name="Group 5">
              <a:extLst>
                <a:ext uri="{FF2B5EF4-FFF2-40B4-BE49-F238E27FC236}">
                  <a16:creationId xmlns:a16="http://schemas.microsoft.com/office/drawing/2014/main" id="{B1A793CB-15AC-484F-9480-5EFAC00C870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0" y="672"/>
              <a:ext cx="1806" cy="1989"/>
              <a:chOff x="0" y="672"/>
              <a:chExt cx="1806" cy="1989"/>
            </a:xfrm>
          </p:grpSpPr>
          <p:sp>
            <p:nvSpPr>
              <p:cNvPr id="8" name="Rectangle 6">
                <a:extLst>
                  <a:ext uri="{FF2B5EF4-FFF2-40B4-BE49-F238E27FC236}">
                    <a16:creationId xmlns:a16="http://schemas.microsoft.com/office/drawing/2014/main" id="{3BF66AE4-90AD-4312-BBFB-E4BA8EC12AA6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361" y="2257"/>
                <a:ext cx="363" cy="404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/>
              <a:lstStyle>
                <a:lvl1pPr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>
                  <a:defRPr/>
                </a:pPr>
                <a:endParaRPr lang="zh-CN" altLang="zh-CN">
                  <a:solidFill>
                    <a:srgbClr val="000000"/>
                  </a:solidFill>
                </a:endParaRPr>
              </a:p>
            </p:txBody>
          </p:sp>
          <p:sp>
            <p:nvSpPr>
              <p:cNvPr id="9" name="Rectangle 7">
                <a:extLst>
                  <a:ext uri="{FF2B5EF4-FFF2-40B4-BE49-F238E27FC236}">
                    <a16:creationId xmlns:a16="http://schemas.microsoft.com/office/drawing/2014/main" id="{E36EAE0C-5BF4-4600-902D-FBFA900763F3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1081" y="1065"/>
                <a:ext cx="362" cy="405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/>
              <a:lstStyle>
                <a:lvl1pPr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>
                  <a:defRPr/>
                </a:pPr>
                <a:endParaRPr lang="zh-CN" altLang="zh-CN">
                  <a:solidFill>
                    <a:srgbClr val="000000"/>
                  </a:solidFill>
                </a:endParaRPr>
              </a:p>
            </p:txBody>
          </p:sp>
          <p:sp>
            <p:nvSpPr>
              <p:cNvPr id="10" name="Rectangle 8">
                <a:extLst>
                  <a:ext uri="{FF2B5EF4-FFF2-40B4-BE49-F238E27FC236}">
                    <a16:creationId xmlns:a16="http://schemas.microsoft.com/office/drawing/2014/main" id="{BD22F033-56C7-48BA-B9B5-90236C337C9F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1437" y="672"/>
                <a:ext cx="369" cy="400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/>
              <a:lstStyle>
                <a:lvl1pPr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>
                  <a:defRPr/>
                </a:pPr>
                <a:endParaRPr lang="zh-CN" altLang="zh-CN">
                  <a:solidFill>
                    <a:srgbClr val="000000"/>
                  </a:solidFill>
                </a:endParaRPr>
              </a:p>
            </p:txBody>
          </p:sp>
          <p:sp>
            <p:nvSpPr>
              <p:cNvPr id="11" name="Rectangle 9">
                <a:extLst>
                  <a:ext uri="{FF2B5EF4-FFF2-40B4-BE49-F238E27FC236}">
                    <a16:creationId xmlns:a16="http://schemas.microsoft.com/office/drawing/2014/main" id="{68BF0FAB-2F85-4929-AB2D-97A6311EFA51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719" y="2257"/>
                <a:ext cx="368" cy="404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txBody>
              <a:bodyPr/>
              <a:lstStyle>
                <a:lvl1pPr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>
                  <a:defRPr/>
                </a:pPr>
                <a:endParaRPr lang="zh-CN" altLang="zh-CN">
                  <a:solidFill>
                    <a:srgbClr val="000000"/>
                  </a:solidFill>
                </a:endParaRPr>
              </a:p>
            </p:txBody>
          </p:sp>
          <p:sp>
            <p:nvSpPr>
              <p:cNvPr id="12" name="Rectangle 10">
                <a:extLst>
                  <a:ext uri="{FF2B5EF4-FFF2-40B4-BE49-F238E27FC236}">
                    <a16:creationId xmlns:a16="http://schemas.microsoft.com/office/drawing/2014/main" id="{B7AED698-0AAA-4BB6-9480-E7C858506349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1437" y="1065"/>
                <a:ext cx="369" cy="405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/>
              <a:lstStyle>
                <a:lvl1pPr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>
                  <a:defRPr/>
                </a:pPr>
                <a:endParaRPr lang="zh-CN" altLang="zh-CN">
                  <a:solidFill>
                    <a:srgbClr val="000000"/>
                  </a:solidFill>
                </a:endParaRPr>
              </a:p>
            </p:txBody>
          </p:sp>
          <p:sp>
            <p:nvSpPr>
              <p:cNvPr id="13" name="Rectangle 11">
                <a:extLst>
                  <a:ext uri="{FF2B5EF4-FFF2-40B4-BE49-F238E27FC236}">
                    <a16:creationId xmlns:a16="http://schemas.microsoft.com/office/drawing/2014/main" id="{095121D7-4C0F-44D8-B004-AA4D7911F702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719" y="1464"/>
                <a:ext cx="368" cy="399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/>
              <a:lstStyle>
                <a:lvl1pPr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>
                  <a:defRPr/>
                </a:pPr>
                <a:endParaRPr lang="zh-CN" altLang="zh-CN">
                  <a:solidFill>
                    <a:srgbClr val="000000"/>
                  </a:solidFill>
                </a:endParaRPr>
              </a:p>
            </p:txBody>
          </p:sp>
          <p:sp>
            <p:nvSpPr>
              <p:cNvPr id="14" name="Rectangle 12">
                <a:extLst>
                  <a:ext uri="{FF2B5EF4-FFF2-40B4-BE49-F238E27FC236}">
                    <a16:creationId xmlns:a16="http://schemas.microsoft.com/office/drawing/2014/main" id="{01E34350-5B3C-4612-8690-23E0637F8F42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0" y="1464"/>
                <a:ext cx="367" cy="399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txBody>
              <a:bodyPr/>
              <a:lstStyle>
                <a:lvl1pPr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>
                  <a:defRPr/>
                </a:pPr>
                <a:endParaRPr lang="zh-CN" altLang="zh-CN">
                  <a:solidFill>
                    <a:srgbClr val="000000"/>
                  </a:solidFill>
                </a:endParaRPr>
              </a:p>
            </p:txBody>
          </p:sp>
          <p:sp>
            <p:nvSpPr>
              <p:cNvPr id="15" name="Rectangle 13">
                <a:extLst>
                  <a:ext uri="{FF2B5EF4-FFF2-40B4-BE49-F238E27FC236}">
                    <a16:creationId xmlns:a16="http://schemas.microsoft.com/office/drawing/2014/main" id="{0559055E-3F93-4230-B16D-24149A55D543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1081" y="1464"/>
                <a:ext cx="362" cy="399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/>
              <a:lstStyle>
                <a:lvl1pPr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>
                  <a:defRPr/>
                </a:pPr>
                <a:endParaRPr lang="zh-CN" altLang="zh-CN">
                  <a:solidFill>
                    <a:srgbClr val="000000"/>
                  </a:solidFill>
                </a:endParaRPr>
              </a:p>
            </p:txBody>
          </p:sp>
          <p:sp>
            <p:nvSpPr>
              <p:cNvPr id="16" name="Rectangle 14">
                <a:extLst>
                  <a:ext uri="{FF2B5EF4-FFF2-40B4-BE49-F238E27FC236}">
                    <a16:creationId xmlns:a16="http://schemas.microsoft.com/office/drawing/2014/main" id="{C2B656F5-0850-4ED6-8F46-E13E0871EDFB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361" y="1857"/>
                <a:ext cx="363" cy="406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/>
              <a:lstStyle>
                <a:lvl1pPr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>
                  <a:defRPr/>
                </a:pPr>
                <a:endParaRPr lang="zh-CN" altLang="zh-CN">
                  <a:solidFill>
                    <a:srgbClr val="000000"/>
                  </a:solidFill>
                </a:endParaRPr>
              </a:p>
            </p:txBody>
          </p:sp>
          <p:sp>
            <p:nvSpPr>
              <p:cNvPr id="17" name="Rectangle 15">
                <a:extLst>
                  <a:ext uri="{FF2B5EF4-FFF2-40B4-BE49-F238E27FC236}">
                    <a16:creationId xmlns:a16="http://schemas.microsoft.com/office/drawing/2014/main" id="{66BC7D0B-5FDB-4195-99C3-ADEC8ADF1192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719" y="1857"/>
                <a:ext cx="368" cy="406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/>
              <a:lstStyle>
                <a:lvl1pPr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>
                  <a:defRPr/>
                </a:pPr>
                <a:endParaRPr lang="zh-CN" altLang="zh-CN">
                  <a:solidFill>
                    <a:srgbClr val="000000"/>
                  </a:solidFill>
                </a:endParaRPr>
              </a:p>
            </p:txBody>
          </p:sp>
        </p:grpSp>
      </p:grpSp>
      <p:sp>
        <p:nvSpPr>
          <p:cNvPr id="17427" name="Rectangle 19"/>
          <p:cNvSpPr>
            <a:spLocks noGrp="1" noChangeArrowheads="1"/>
          </p:cNvSpPr>
          <p:nvPr>
            <p:ph type="ctrTitle"/>
          </p:nvPr>
        </p:nvSpPr>
        <p:spPr>
          <a:xfrm>
            <a:off x="2971800" y="1828800"/>
            <a:ext cx="6019800" cy="2209800"/>
          </a:xfrm>
        </p:spPr>
        <p:txBody>
          <a:bodyPr/>
          <a:lstStyle>
            <a:lvl1pPr>
              <a:defRPr sz="500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noProof="0"/>
              <a:t>单击此处编辑母版标题样式</a:t>
            </a:r>
          </a:p>
        </p:txBody>
      </p:sp>
      <p:sp>
        <p:nvSpPr>
          <p:cNvPr id="17428" name="Rectangle 20"/>
          <p:cNvSpPr>
            <a:spLocks noGrp="1" noChangeArrowheads="1"/>
          </p:cNvSpPr>
          <p:nvPr>
            <p:ph type="subTitle" idx="1"/>
          </p:nvPr>
        </p:nvSpPr>
        <p:spPr>
          <a:xfrm>
            <a:off x="2971800" y="4267200"/>
            <a:ext cx="6019800" cy="1752600"/>
          </a:xfrm>
        </p:spPr>
        <p:txBody>
          <a:bodyPr/>
          <a:lstStyle>
            <a:lvl1pPr marL="0" indent="0">
              <a:buFont typeface="Wingdings" pitchFamily="2" charset="2"/>
              <a:buNone/>
              <a:defRPr sz="3400"/>
            </a:lvl1pPr>
          </a:lstStyle>
          <a:p>
            <a:pPr lvl="0"/>
            <a:r>
              <a:rPr lang="zh-CN" altLang="en-US" noProof="0"/>
              <a:t>单击此处编辑母版副标题样式</a:t>
            </a:r>
          </a:p>
        </p:txBody>
      </p:sp>
      <p:sp>
        <p:nvSpPr>
          <p:cNvPr id="18" name="Rectangle 16">
            <a:extLst>
              <a:ext uri="{FF2B5EF4-FFF2-40B4-BE49-F238E27FC236}">
                <a16:creationId xmlns:a16="http://schemas.microsoft.com/office/drawing/2014/main" id="{99D42E93-D1A7-4D68-B8E9-89C548966CA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8400"/>
            <a:ext cx="2133600" cy="457200"/>
          </a:xfr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9" name="Rectangle 17">
            <a:extLst>
              <a:ext uri="{FF2B5EF4-FFF2-40B4-BE49-F238E27FC236}">
                <a16:creationId xmlns:a16="http://schemas.microsoft.com/office/drawing/2014/main" id="{7922CF7F-89E3-442B-8672-5D396583FC5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0" name="Rectangle 18">
            <a:extLst>
              <a:ext uri="{FF2B5EF4-FFF2-40B4-BE49-F238E27FC236}">
                <a16:creationId xmlns:a16="http://schemas.microsoft.com/office/drawing/2014/main" id="{42A8E2A3-1787-483E-8FA7-FB0A6EF2DC4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0FFE78-55F7-431F-BCD8-F3E0D0F5D7A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97289805"/>
      </p:ext>
    </p:extLst>
  </p:cSld>
  <p:clrMapOvr>
    <a:masterClrMapping/>
  </p:clrMapOvr>
  <p:transition spd="slow">
    <p:split orient="vert"/>
  </p:transition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A6A66C85-B574-4B8B-AE29-7E83B531F4C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6D030FC8-A8E8-4162-9EA0-532FE09A0A1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CDEF225-F500-4420-A403-553EDAA46BD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6" name="日期占位符 5">
            <a:extLst>
              <a:ext uri="{FF2B5EF4-FFF2-40B4-BE49-F238E27FC236}">
                <a16:creationId xmlns:a16="http://schemas.microsoft.com/office/drawing/2014/main" id="{12FA7717-ADBA-4C62-B38A-CC9348FA0967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02678118"/>
      </p:ext>
    </p:extLst>
  </p:cSld>
  <p:clrMapOvr>
    <a:masterClrMapping/>
  </p:clrMapOvr>
  <p:transition spd="slow">
    <p:split orient="vert"/>
  </p:transition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9E981287-8B2B-4245-9470-3CF95710146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F93EF4B9-8B57-4C03-A5F2-E2A17B23BB8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AD10590-E611-40D8-BC78-27420DD68B89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6" name="日期占位符 5">
            <a:extLst>
              <a:ext uri="{FF2B5EF4-FFF2-40B4-BE49-F238E27FC236}">
                <a16:creationId xmlns:a16="http://schemas.microsoft.com/office/drawing/2014/main" id="{6E8CF0E3-2389-4D18-BF8D-B3A042044D23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08016412"/>
      </p:ext>
    </p:extLst>
  </p:cSld>
  <p:clrMapOvr>
    <a:masterClrMapping/>
  </p:clrMapOvr>
  <p:transition spd="slow">
    <p:split orient="vert"/>
  </p:transition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981200"/>
            <a:ext cx="4038600" cy="3886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4038600" cy="3886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3794E05-3896-4D04-A78C-E206AC60655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191DBE9-298F-478C-AD0B-532137C5283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3594E81-E1D8-45D8-9C37-5E31D1C2C21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27550F8A-6CB3-4E1C-A335-52B52D50778A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7953128"/>
      </p:ext>
    </p:extLst>
  </p:cSld>
  <p:clrMapOvr>
    <a:masterClrMapping/>
  </p:clrMapOvr>
  <p:transition spd="slow">
    <p:split orient="vert"/>
  </p:transition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页脚占位符 6">
            <a:extLst>
              <a:ext uri="{FF2B5EF4-FFF2-40B4-BE49-F238E27FC236}">
                <a16:creationId xmlns:a16="http://schemas.microsoft.com/office/drawing/2014/main" id="{F3769CD0-67B4-4856-9B65-2233FAA501B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灯片编号占位符 7">
            <a:extLst>
              <a:ext uri="{FF2B5EF4-FFF2-40B4-BE49-F238E27FC236}">
                <a16:creationId xmlns:a16="http://schemas.microsoft.com/office/drawing/2014/main" id="{975BFF0B-A76A-49AB-8E76-6E5D2EFECDA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35A2442-AFC7-4FFD-82F8-524F2229C181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9" name="日期占位符 8">
            <a:extLst>
              <a:ext uri="{FF2B5EF4-FFF2-40B4-BE49-F238E27FC236}">
                <a16:creationId xmlns:a16="http://schemas.microsoft.com/office/drawing/2014/main" id="{5A425DD8-22B0-46CB-B651-717BE4798C77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5211648"/>
      </p:ext>
    </p:extLst>
  </p:cSld>
  <p:clrMapOvr>
    <a:masterClrMapping/>
  </p:clrMapOvr>
  <p:transition spd="slow">
    <p:split orient="vert"/>
  </p:transition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E48219D1-EEA4-4CD4-9938-0B050D9E6EC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284AD52-D808-48B6-B359-7D6F15F8C8F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F1A9A7B-6518-4705-B33A-BF06ABC47328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8EB0461-4B86-42B0-AC4F-E59150681822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03129802"/>
      </p:ext>
    </p:extLst>
  </p:cSld>
  <p:clrMapOvr>
    <a:masterClrMapping/>
  </p:clrMapOvr>
  <p:transition spd="slow">
    <p:split orient="vert"/>
  </p:transition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4">
            <a:extLst>
              <a:ext uri="{FF2B5EF4-FFF2-40B4-BE49-F238E27FC236}">
                <a16:creationId xmlns:a16="http://schemas.microsoft.com/office/drawing/2014/main" id="{F30C0146-A287-4A3C-ADEE-2427F18CC17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21713" y="0"/>
            <a:ext cx="509587" cy="509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图片 17">
            <a:extLst>
              <a:ext uri="{FF2B5EF4-FFF2-40B4-BE49-F238E27FC236}">
                <a16:creationId xmlns:a16="http://schemas.microsoft.com/office/drawing/2014/main" id="{26716C4E-EB24-4F65-9CCF-3C8B064C452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0413" y="0"/>
            <a:ext cx="763587" cy="746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椭圆 3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8D39F247-B378-4CAB-9973-FA7B49D9B974}"/>
              </a:ext>
            </a:extLst>
          </p:cNvPr>
          <p:cNvSpPr>
            <a:spLocks/>
          </p:cNvSpPr>
          <p:nvPr userDrawn="1"/>
        </p:nvSpPr>
        <p:spPr>
          <a:xfrm>
            <a:off x="7343775" y="6473825"/>
            <a:ext cx="334963" cy="344488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endParaRPr lang="zh-CN" altLang="en-US"/>
          </a:p>
        </p:txBody>
      </p:sp>
      <p:sp>
        <p:nvSpPr>
          <p:cNvPr id="5" name="燕尾形 16">
            <a:hlinkClick r:id="" action="ppaction://hlinkshowjump?jump=previousslide" tooltip="上一页"/>
            <a:extLst>
              <a:ext uri="{FF2B5EF4-FFF2-40B4-BE49-F238E27FC236}">
                <a16:creationId xmlns:a16="http://schemas.microsoft.com/office/drawing/2014/main" id="{E868D851-0E7F-417F-A7BA-537E73D2A6F3}"/>
              </a:ext>
            </a:extLst>
          </p:cNvPr>
          <p:cNvSpPr/>
          <p:nvPr userDrawn="1"/>
        </p:nvSpPr>
        <p:spPr>
          <a:xfrm flipH="1">
            <a:off x="7380288" y="6534150"/>
            <a:ext cx="233362" cy="234950"/>
          </a:xfrm>
          <a:prstGeom prst="chevron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6" name="椭圆 5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3E266CB4-9CD2-46C8-A46A-9C50467E7C1B}"/>
              </a:ext>
            </a:extLst>
          </p:cNvPr>
          <p:cNvSpPr>
            <a:spLocks/>
          </p:cNvSpPr>
          <p:nvPr userDrawn="1"/>
        </p:nvSpPr>
        <p:spPr>
          <a:xfrm>
            <a:off x="7799388" y="6473825"/>
            <a:ext cx="334962" cy="3556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endParaRPr lang="zh-CN" altLang="en-US"/>
          </a:p>
        </p:txBody>
      </p:sp>
      <p:sp>
        <p:nvSpPr>
          <p:cNvPr id="7" name="燕尾形 18">
            <a:hlinkClick r:id="" action="ppaction://hlinkshowjump?jump=nextslide" tooltip="下一页"/>
            <a:extLst>
              <a:ext uri="{FF2B5EF4-FFF2-40B4-BE49-F238E27FC236}">
                <a16:creationId xmlns:a16="http://schemas.microsoft.com/office/drawing/2014/main" id="{12709413-AEBF-474E-85A5-9A05A52DCD51}"/>
              </a:ext>
            </a:extLst>
          </p:cNvPr>
          <p:cNvSpPr/>
          <p:nvPr userDrawn="1"/>
        </p:nvSpPr>
        <p:spPr>
          <a:xfrm>
            <a:off x="7862888" y="6546850"/>
            <a:ext cx="190500" cy="228600"/>
          </a:xfrm>
          <a:prstGeom prst="chevron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8" name="椭圆 7">
            <a:hlinkClick r:id="" action="ppaction://hlinkshowjump?jump=firstslide" tooltip="返回首页"/>
            <a:extLst>
              <a:ext uri="{FF2B5EF4-FFF2-40B4-BE49-F238E27FC236}">
                <a16:creationId xmlns:a16="http://schemas.microsoft.com/office/drawing/2014/main" id="{FE8C5135-15CC-4E4E-8ECA-FE9D3BC8691D}"/>
              </a:ext>
            </a:extLst>
          </p:cNvPr>
          <p:cNvSpPr>
            <a:spLocks/>
          </p:cNvSpPr>
          <p:nvPr userDrawn="1"/>
        </p:nvSpPr>
        <p:spPr>
          <a:xfrm>
            <a:off x="8245475" y="6475413"/>
            <a:ext cx="349250" cy="331787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endParaRPr lang="zh-CN" altLang="en-US"/>
          </a:p>
        </p:txBody>
      </p:sp>
      <p:sp>
        <p:nvSpPr>
          <p:cNvPr id="9" name="椭圆 8">
            <a:hlinkClick r:id="" action="ppaction://hlinkshowjump?jump=lastslide"/>
            <a:extLst>
              <a:ext uri="{FF2B5EF4-FFF2-40B4-BE49-F238E27FC236}">
                <a16:creationId xmlns:a16="http://schemas.microsoft.com/office/drawing/2014/main" id="{F6997CF5-685F-4E5F-8BFF-905BADC2D5D9}"/>
              </a:ext>
            </a:extLst>
          </p:cNvPr>
          <p:cNvSpPr>
            <a:spLocks/>
          </p:cNvSpPr>
          <p:nvPr userDrawn="1"/>
        </p:nvSpPr>
        <p:spPr>
          <a:xfrm>
            <a:off x="8707438" y="6467475"/>
            <a:ext cx="349250" cy="3556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endParaRPr lang="zh-CN" altLang="en-US"/>
          </a:p>
        </p:txBody>
      </p:sp>
      <p:pic>
        <p:nvPicPr>
          <p:cNvPr id="10" name="图片 24">
            <a:hlinkClick r:id="" action="ppaction://hlinkshowjump?jump=lastslide"/>
            <a:extLst>
              <a:ext uri="{FF2B5EF4-FFF2-40B4-BE49-F238E27FC236}">
                <a16:creationId xmlns:a16="http://schemas.microsoft.com/office/drawing/2014/main" id="{F2DAC1DB-8FDD-4047-841D-32196727DF0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58238" y="6526213"/>
            <a:ext cx="220662" cy="238125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" name="图片 25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FF210A62-2BA0-4DDE-A37B-98491DB9A64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88338" y="6523038"/>
            <a:ext cx="290512" cy="252412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" name="图片 26">
            <a:extLst>
              <a:ext uri="{FF2B5EF4-FFF2-40B4-BE49-F238E27FC236}">
                <a16:creationId xmlns:a16="http://schemas.microsoft.com/office/drawing/2014/main" id="{AB6ABE37-5CF7-456C-9983-2007A7FD2B4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378575"/>
            <a:ext cx="2133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页脚占位符 1">
            <a:extLst>
              <a:ext uri="{FF2B5EF4-FFF2-40B4-BE49-F238E27FC236}">
                <a16:creationId xmlns:a16="http://schemas.microsoft.com/office/drawing/2014/main" id="{3C341C7B-D148-4414-AA91-65A892CF258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4" name="灯片编号占位符 2">
            <a:extLst>
              <a:ext uri="{FF2B5EF4-FFF2-40B4-BE49-F238E27FC236}">
                <a16:creationId xmlns:a16="http://schemas.microsoft.com/office/drawing/2014/main" id="{D5F58521-311C-4635-AFA1-FD84A2FD29E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461550D-240D-4904-938E-B973E916CC7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15" name="日期占位符 3">
            <a:extLst>
              <a:ext uri="{FF2B5EF4-FFF2-40B4-BE49-F238E27FC236}">
                <a16:creationId xmlns:a16="http://schemas.microsoft.com/office/drawing/2014/main" id="{8FE20C34-27D7-4001-9CA0-97FAF9466074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 dirty="0"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39407819"/>
      </p:ext>
    </p:extLst>
  </p:cSld>
  <p:clrMapOvr>
    <a:masterClrMapping/>
  </p:clrMapOvr>
  <p:transition spd="slow">
    <p:split orient="vert"/>
  </p:transition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3E3765A-DB92-4FEB-8586-5083F6941B7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6CFDF5F-9F14-49F7-82C6-42794CEB777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DEDC4BB-AB2F-46F7-AF26-133DAD60E8EE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83E2FBE0-19B5-43F0-A085-F9447004E64F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41689859"/>
      </p:ext>
    </p:extLst>
  </p:cSld>
  <p:clrMapOvr>
    <a:masterClrMapping/>
  </p:clrMapOvr>
  <p:transition spd="slow">
    <p:split orient="vert"/>
  </p:transition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5410B37-7628-4026-857E-D516CCF2FEE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077D3DD-3BAE-4A61-A547-EDCF67528B3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EE518AF-6C9F-4F47-B896-EB22B9855F7A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E34AD834-DC92-41E8-805C-D46D15F577FC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64070184"/>
      </p:ext>
    </p:extLst>
  </p:cSld>
  <p:clrMapOvr>
    <a:masterClrMapping/>
  </p:clrMapOvr>
  <p:transition spd="slow">
    <p:split orient="vert"/>
  </p:transition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AEBBAE87-7E54-42AD-8D4E-64447FA7383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D049BAC-BDEE-41A8-B375-0C74582E8A6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16A6D19-00A4-4745-9E70-FDB09DCE2DC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6" name="日期占位符 5">
            <a:extLst>
              <a:ext uri="{FF2B5EF4-FFF2-40B4-BE49-F238E27FC236}">
                <a16:creationId xmlns:a16="http://schemas.microsoft.com/office/drawing/2014/main" id="{9CB1ABFD-F109-4E5E-9750-C313A90A2B63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831748"/>
      </p:ext>
    </p:extLst>
  </p:cSld>
  <p:clrMapOvr>
    <a:masterClrMapping/>
  </p:clrMapOvr>
  <p:transition spd="slow">
    <p:split orient="vert"/>
  </p:transition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457200"/>
            <a:ext cx="2057400" cy="54102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457200"/>
            <a:ext cx="6019800" cy="54102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B652F1A3-63B8-484C-A59C-FF6D582BD69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8B2D1A0B-715F-4734-BBC6-DCDD9A1A98A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638A8F0-77B5-4BCF-8040-6A35B75A6023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6" name="日期占位符 5">
            <a:extLst>
              <a:ext uri="{FF2B5EF4-FFF2-40B4-BE49-F238E27FC236}">
                <a16:creationId xmlns:a16="http://schemas.microsoft.com/office/drawing/2014/main" id="{C229AB6B-AD64-4746-9E73-A20F5E2738CC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87454006"/>
      </p:ext>
    </p:extLst>
  </p:cSld>
  <p:clrMapOvr>
    <a:masterClrMapping/>
  </p:clrMapOvr>
  <p:transition spd="slow">
    <p:split orient="vert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jp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6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slideLayout" Target="../slideLayouts/slideLayout25.xml"/><Relationship Id="rId2" Type="http://schemas.openxmlformats.org/officeDocument/2006/relationships/slideLayout" Target="../slideLayouts/slideLayout15.xml"/><Relationship Id="rId16" Type="http://schemas.openxmlformats.org/officeDocument/2006/relationships/image" Target="../media/image2.png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5" Type="http://schemas.openxmlformats.org/officeDocument/2006/relationships/image" Target="../media/image1.jpg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Relationship Id="rId1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4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3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8.xml"/><Relationship Id="rId1" Type="http://schemas.openxmlformats.org/officeDocument/2006/relationships/slideLayout" Target="../slideLayouts/slideLayout27.xml"/><Relationship Id="rId6" Type="http://schemas.openxmlformats.org/officeDocument/2006/relationships/slideLayout" Target="../slideLayouts/slideLayout32.xml"/><Relationship Id="rId11" Type="http://schemas.openxmlformats.org/officeDocument/2006/relationships/slideLayout" Target="../slideLayouts/slideLayout37.xml"/><Relationship Id="rId5" Type="http://schemas.openxmlformats.org/officeDocument/2006/relationships/slideLayout" Target="../slideLayouts/slideLayout31.xml"/><Relationship Id="rId10" Type="http://schemas.openxmlformats.org/officeDocument/2006/relationships/slideLayout" Target="../slideLayouts/slideLayout36.xml"/><Relationship Id="rId4" Type="http://schemas.openxmlformats.org/officeDocument/2006/relationships/slideLayout" Target="../slideLayouts/slideLayout30.xml"/><Relationship Id="rId9" Type="http://schemas.openxmlformats.org/officeDocument/2006/relationships/slideLayout" Target="../slideLayouts/slideLayout35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5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40.xml"/><Relationship Id="rId7" Type="http://schemas.openxmlformats.org/officeDocument/2006/relationships/slideLayout" Target="../slideLayouts/slideLayout44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9.xml"/><Relationship Id="rId1" Type="http://schemas.openxmlformats.org/officeDocument/2006/relationships/slideLayout" Target="../slideLayouts/slideLayout38.xml"/><Relationship Id="rId6" Type="http://schemas.openxmlformats.org/officeDocument/2006/relationships/slideLayout" Target="../slideLayouts/slideLayout43.xml"/><Relationship Id="rId11" Type="http://schemas.openxmlformats.org/officeDocument/2006/relationships/slideLayout" Target="../slideLayouts/slideLayout48.xml"/><Relationship Id="rId5" Type="http://schemas.openxmlformats.org/officeDocument/2006/relationships/slideLayout" Target="../slideLayouts/slideLayout42.xml"/><Relationship Id="rId10" Type="http://schemas.openxmlformats.org/officeDocument/2006/relationships/slideLayout" Target="../slideLayouts/slideLayout47.xml"/><Relationship Id="rId4" Type="http://schemas.openxmlformats.org/officeDocument/2006/relationships/slideLayout" Target="../slideLayouts/slideLayout41.xml"/><Relationship Id="rId9" Type="http://schemas.openxmlformats.org/officeDocument/2006/relationships/slideLayout" Target="../slideLayouts/slideLayout4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blipFill dpi="0" rotWithShape="1">
          <a:blip r:embed="rId15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E:\党办校办\党办校办文件夹\学校资料\学校标志\校徽透明_蓝_完美版-2.png">
            <a:extLst>
              <a:ext uri="{FF2B5EF4-FFF2-40B4-BE49-F238E27FC236}">
                <a16:creationId xmlns:a16="http://schemas.microsoft.com/office/drawing/2014/main" id="{37CA2716-81D1-4A33-8A7E-BA6EB9C6114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70888" y="85725"/>
            <a:ext cx="631825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7313" r:id="rId1"/>
    <p:sldLayoutId id="2147487314" r:id="rId2"/>
    <p:sldLayoutId id="2147487315" r:id="rId3"/>
    <p:sldLayoutId id="2147487316" r:id="rId4"/>
    <p:sldLayoutId id="2147487317" r:id="rId5"/>
    <p:sldLayoutId id="2147487318" r:id="rId6"/>
    <p:sldLayoutId id="2147487319" r:id="rId7"/>
    <p:sldLayoutId id="2147487320" r:id="rId8"/>
    <p:sldLayoutId id="2147487321" r:id="rId9"/>
    <p:sldLayoutId id="2147487322" r:id="rId10"/>
    <p:sldLayoutId id="2147487323" r:id="rId11"/>
    <p:sldLayoutId id="2147487324" r:id="rId12"/>
    <p:sldLayoutId id="2147487325" r:id="rId13"/>
  </p:sldLayoutIdLst>
  <p:transition spd="slow">
    <p:split orient="vert"/>
  </p:transition>
  <p:txStyles>
    <p:titleStyle>
      <a:lvl1pPr algn="l" rtl="0" eaLnBrk="0" fontAlgn="base" hangingPunct="0">
        <a:spcBef>
          <a:spcPts val="1700"/>
        </a:spcBef>
        <a:spcAft>
          <a:spcPts val="1650"/>
        </a:spcAft>
        <a:defRPr sz="3200" b="1">
          <a:solidFill>
            <a:srgbClr val="0000FF"/>
          </a:solidFill>
          <a:latin typeface="+mj-lt"/>
          <a:ea typeface="+mj-ea"/>
          <a:cs typeface="+mj-cs"/>
          <a:sym typeface="Times New Roman" panose="02020603050405020304" pitchFamily="18" charset="0"/>
        </a:defRPr>
      </a:lvl1pPr>
      <a:lvl2pPr algn="l" rtl="0" eaLnBrk="0" fontAlgn="base" hangingPunct="0">
        <a:spcBef>
          <a:spcPts val="1700"/>
        </a:spcBef>
        <a:spcAft>
          <a:spcPts val="1650"/>
        </a:spcAft>
        <a:defRPr sz="3200" b="1">
          <a:solidFill>
            <a:srgbClr val="0000FF"/>
          </a:solidFill>
          <a:latin typeface="Times New Roman" panose="02020603050405020304" pitchFamily="18" charset="0"/>
          <a:ea typeface="黑体" panose="02010609060101010101" pitchFamily="49" charset="-122"/>
          <a:sym typeface="Times New Roman" panose="02020603050405020304" pitchFamily="18" charset="0"/>
        </a:defRPr>
      </a:lvl2pPr>
      <a:lvl3pPr algn="l" rtl="0" eaLnBrk="0" fontAlgn="base" hangingPunct="0">
        <a:spcBef>
          <a:spcPts val="1700"/>
        </a:spcBef>
        <a:spcAft>
          <a:spcPts val="1650"/>
        </a:spcAft>
        <a:defRPr sz="3200" b="1">
          <a:solidFill>
            <a:srgbClr val="0000FF"/>
          </a:solidFill>
          <a:latin typeface="Times New Roman" panose="02020603050405020304" pitchFamily="18" charset="0"/>
          <a:ea typeface="黑体" panose="02010609060101010101" pitchFamily="49" charset="-122"/>
          <a:sym typeface="Times New Roman" panose="02020603050405020304" pitchFamily="18" charset="0"/>
        </a:defRPr>
      </a:lvl3pPr>
      <a:lvl4pPr algn="l" rtl="0" eaLnBrk="0" fontAlgn="base" hangingPunct="0">
        <a:spcBef>
          <a:spcPts val="1700"/>
        </a:spcBef>
        <a:spcAft>
          <a:spcPts val="1650"/>
        </a:spcAft>
        <a:defRPr sz="3200" b="1">
          <a:solidFill>
            <a:srgbClr val="0000FF"/>
          </a:solidFill>
          <a:latin typeface="Times New Roman" panose="02020603050405020304" pitchFamily="18" charset="0"/>
          <a:ea typeface="黑体" panose="02010609060101010101" pitchFamily="49" charset="-122"/>
          <a:sym typeface="Times New Roman" panose="02020603050405020304" pitchFamily="18" charset="0"/>
        </a:defRPr>
      </a:lvl4pPr>
      <a:lvl5pPr algn="l" rtl="0" eaLnBrk="0" fontAlgn="base" hangingPunct="0">
        <a:spcBef>
          <a:spcPts val="1700"/>
        </a:spcBef>
        <a:spcAft>
          <a:spcPts val="1650"/>
        </a:spcAft>
        <a:defRPr sz="3200" b="1">
          <a:solidFill>
            <a:srgbClr val="0000FF"/>
          </a:solidFill>
          <a:latin typeface="Times New Roman" panose="02020603050405020304" pitchFamily="18" charset="0"/>
          <a:ea typeface="黑体" panose="02010609060101010101" pitchFamily="49" charset="-122"/>
          <a:sym typeface="Times New Roman" panose="02020603050405020304" pitchFamily="18" charset="0"/>
        </a:defRPr>
      </a:lvl5pPr>
      <a:lvl6pPr marL="457200" algn="l" rtl="0" eaLnBrk="0" fontAlgn="base" hangingPunct="0">
        <a:spcBef>
          <a:spcPts val="1700"/>
        </a:spcBef>
        <a:spcAft>
          <a:spcPts val="1650"/>
        </a:spcAft>
        <a:defRPr sz="3200" b="1">
          <a:solidFill>
            <a:srgbClr val="0000FF"/>
          </a:solidFill>
          <a:latin typeface="Times New Roman" panose="02020603050405020304" pitchFamily="18" charset="0"/>
          <a:ea typeface="黑体" panose="02010609060101010101" pitchFamily="49" charset="-122"/>
          <a:sym typeface="Times New Roman" panose="02020603050405020304" pitchFamily="18" charset="0"/>
        </a:defRPr>
      </a:lvl6pPr>
      <a:lvl7pPr marL="914400" algn="l" rtl="0" eaLnBrk="0" fontAlgn="base" hangingPunct="0">
        <a:spcBef>
          <a:spcPts val="1700"/>
        </a:spcBef>
        <a:spcAft>
          <a:spcPts val="1650"/>
        </a:spcAft>
        <a:defRPr sz="3200" b="1">
          <a:solidFill>
            <a:srgbClr val="0000FF"/>
          </a:solidFill>
          <a:latin typeface="Times New Roman" panose="02020603050405020304" pitchFamily="18" charset="0"/>
          <a:ea typeface="黑体" panose="02010609060101010101" pitchFamily="49" charset="-122"/>
          <a:sym typeface="Times New Roman" panose="02020603050405020304" pitchFamily="18" charset="0"/>
        </a:defRPr>
      </a:lvl7pPr>
      <a:lvl8pPr marL="1371600" algn="l" rtl="0" eaLnBrk="0" fontAlgn="base" hangingPunct="0">
        <a:spcBef>
          <a:spcPts val="1700"/>
        </a:spcBef>
        <a:spcAft>
          <a:spcPts val="1650"/>
        </a:spcAft>
        <a:defRPr sz="3200" b="1">
          <a:solidFill>
            <a:srgbClr val="0000FF"/>
          </a:solidFill>
          <a:latin typeface="Times New Roman" panose="02020603050405020304" pitchFamily="18" charset="0"/>
          <a:ea typeface="黑体" panose="02010609060101010101" pitchFamily="49" charset="-122"/>
          <a:sym typeface="Times New Roman" panose="02020603050405020304" pitchFamily="18" charset="0"/>
        </a:defRPr>
      </a:lvl8pPr>
      <a:lvl9pPr marL="1828800" algn="l" rtl="0" eaLnBrk="0" fontAlgn="base" hangingPunct="0">
        <a:spcBef>
          <a:spcPts val="1700"/>
        </a:spcBef>
        <a:spcAft>
          <a:spcPts val="1650"/>
        </a:spcAft>
        <a:defRPr sz="3200" b="1">
          <a:solidFill>
            <a:srgbClr val="0000FF"/>
          </a:solidFill>
          <a:latin typeface="Times New Roman" panose="02020603050405020304" pitchFamily="18" charset="0"/>
          <a:ea typeface="黑体" panose="02010609060101010101" pitchFamily="49" charset="-122"/>
          <a:sym typeface="Times New Roman" panose="02020603050405020304" pitchFamily="18" charset="0"/>
        </a:defRPr>
      </a:lvl9pPr>
    </p:titleStyle>
    <p:bodyStyle>
      <a:lvl1pPr marL="342900" indent="-342900" algn="just" defTabSz="0" rtl="0" eaLnBrk="0" fontAlgn="base" hangingPunct="0">
        <a:lnSpc>
          <a:spcPct val="105000"/>
        </a:lnSpc>
        <a:spcBef>
          <a:spcPts val="1300"/>
        </a:spcBef>
        <a:spcAft>
          <a:spcPts val="1300"/>
        </a:spcAft>
        <a:buClr>
          <a:srgbClr val="0000FF"/>
        </a:buClr>
        <a:buFont typeface="Wingdings" panose="05000000000000000000" pitchFamily="2" charset="2"/>
        <a:buChar char="u"/>
        <a:defRPr sz="2800" b="1">
          <a:solidFill>
            <a:srgbClr val="0C00AC"/>
          </a:solidFill>
          <a:latin typeface="+mn-lt"/>
          <a:ea typeface="+mn-ea"/>
          <a:cs typeface="楷体_GB2312" panose="02010609030101010101" charset="-122"/>
          <a:sym typeface="Arial" panose="020B0604020202020204" pitchFamily="34" charset="0"/>
        </a:defRPr>
      </a:lvl1pPr>
      <a:lvl2pPr marL="742950" indent="-285750" algn="just" defTabSz="0" rtl="0" eaLnBrk="0" fontAlgn="base" hangingPunct="0">
        <a:spcBef>
          <a:spcPts val="1300"/>
        </a:spcBef>
        <a:spcAft>
          <a:spcPts val="1300"/>
        </a:spcAft>
        <a:buClr>
          <a:srgbClr val="FF6600"/>
        </a:buClr>
        <a:buFont typeface="Wingdings" panose="05000000000000000000" pitchFamily="2" charset="2"/>
        <a:buChar char="Ø"/>
        <a:defRPr sz="2800" b="1">
          <a:solidFill>
            <a:schemeClr val="tx1"/>
          </a:solidFill>
          <a:latin typeface="+mj-lt"/>
          <a:ea typeface="+mn-ea"/>
          <a:cs typeface="楷体_GB2312" panose="02010609030101010101" charset="-122"/>
          <a:sym typeface="Arial" panose="020B0604020202020204" pitchFamily="34" charset="0"/>
        </a:defRPr>
      </a:lvl2pPr>
      <a:lvl3pPr marL="1143000" indent="-228600" algn="just" defTabSz="0" rtl="0" eaLnBrk="0" fontAlgn="base" hangingPunct="0">
        <a:spcBef>
          <a:spcPct val="20000"/>
        </a:spcBef>
        <a:spcAft>
          <a:spcPct val="0"/>
        </a:spcAft>
        <a:buClr>
          <a:srgbClr val="FF6600"/>
        </a:buClr>
        <a:buFont typeface="Wingdings" panose="05000000000000000000" pitchFamily="2" charset="2"/>
        <a:buChar char="•"/>
        <a:defRPr sz="2400" b="1">
          <a:solidFill>
            <a:schemeClr val="tx1"/>
          </a:solidFill>
          <a:latin typeface="+mn-lt"/>
          <a:ea typeface="宋体" panose="02010600030101010101" pitchFamily="2" charset="-122"/>
          <a:cs typeface="楷体_GB2312" panose="02010609030101010101" charset="-122"/>
          <a:sym typeface="Arial" panose="020B0604020202020204" pitchFamily="34" charset="0"/>
        </a:defRPr>
      </a:lvl3pPr>
      <a:lvl4pPr marL="1600200" indent="-228600" algn="just" defTabSz="0" rtl="0" eaLnBrk="0" fontAlgn="base" hangingPunct="0">
        <a:spcBef>
          <a:spcPct val="20000"/>
        </a:spcBef>
        <a:spcAft>
          <a:spcPct val="0"/>
        </a:spcAft>
        <a:buClr>
          <a:srgbClr val="FF6600"/>
        </a:buClr>
        <a:buFont typeface="Wingdings" panose="05000000000000000000" pitchFamily="2" charset="2"/>
        <a:buChar char="–"/>
        <a:defRPr sz="2000" b="1">
          <a:solidFill>
            <a:schemeClr val="tx1"/>
          </a:solidFill>
          <a:latin typeface="+mn-lt"/>
          <a:ea typeface="宋体" panose="02010600030101010101" pitchFamily="2" charset="-122"/>
          <a:cs typeface="楷体_GB2312" panose="02010609030101010101" charset="-122"/>
          <a:sym typeface="Arial" panose="020B0604020202020204" pitchFamily="34" charset="0"/>
        </a:defRPr>
      </a:lvl4pPr>
      <a:lvl5pPr marL="2057400" indent="-228600" algn="just" defTabSz="0" rtl="0" eaLnBrk="0" fontAlgn="base" hangingPunct="0">
        <a:spcBef>
          <a:spcPct val="20000"/>
        </a:spcBef>
        <a:spcAft>
          <a:spcPct val="0"/>
        </a:spcAft>
        <a:buClr>
          <a:srgbClr val="FF6600"/>
        </a:buClr>
        <a:buFont typeface="Wingdings" panose="05000000000000000000" pitchFamily="2" charset="2"/>
        <a:buChar char="»"/>
        <a:defRPr sz="2000" b="1">
          <a:solidFill>
            <a:schemeClr val="tx1"/>
          </a:solidFill>
          <a:latin typeface="+mn-lt"/>
          <a:ea typeface="宋体" panose="02010600030101010101" pitchFamily="2" charset="-122"/>
          <a:cs typeface="楷体_GB2312" panose="02010609030101010101" charset="-122"/>
          <a:sym typeface="Arial" panose="020B0604020202020204" pitchFamily="34" charset="0"/>
        </a:defRPr>
      </a:lvl5pPr>
      <a:lvl6pPr marL="2514600" indent="-228600" algn="just" defTabSz="0" rtl="0" eaLnBrk="0" fontAlgn="base" hangingPunct="0">
        <a:spcBef>
          <a:spcPct val="20000"/>
        </a:spcBef>
        <a:spcAft>
          <a:spcPct val="0"/>
        </a:spcAft>
        <a:buClr>
          <a:srgbClr val="FF6600"/>
        </a:buClr>
        <a:buFont typeface="Wingdings" panose="05000000000000000000" pitchFamily="2" charset="2"/>
        <a:buChar char="»"/>
        <a:defRPr sz="2000" b="1">
          <a:solidFill>
            <a:schemeClr val="tx1"/>
          </a:solidFill>
          <a:latin typeface="+mn-lt"/>
          <a:ea typeface="宋体" panose="02010600030101010101" pitchFamily="2" charset="-122"/>
          <a:sym typeface="Arial" panose="020B0604020202020204" pitchFamily="34" charset="0"/>
        </a:defRPr>
      </a:lvl6pPr>
      <a:lvl7pPr marL="2971800" indent="-228600" algn="just" defTabSz="0" rtl="0" eaLnBrk="0" fontAlgn="base" hangingPunct="0">
        <a:spcBef>
          <a:spcPct val="20000"/>
        </a:spcBef>
        <a:spcAft>
          <a:spcPct val="0"/>
        </a:spcAft>
        <a:buClr>
          <a:srgbClr val="FF6600"/>
        </a:buClr>
        <a:buFont typeface="Wingdings" panose="05000000000000000000" pitchFamily="2" charset="2"/>
        <a:buChar char="»"/>
        <a:defRPr sz="2000" b="1">
          <a:solidFill>
            <a:schemeClr val="tx1"/>
          </a:solidFill>
          <a:latin typeface="+mn-lt"/>
          <a:ea typeface="宋体" panose="02010600030101010101" pitchFamily="2" charset="-122"/>
          <a:sym typeface="Arial" panose="020B0604020202020204" pitchFamily="34" charset="0"/>
        </a:defRPr>
      </a:lvl7pPr>
      <a:lvl8pPr marL="3429000" indent="-228600" algn="just" defTabSz="0" rtl="0" eaLnBrk="0" fontAlgn="base" hangingPunct="0">
        <a:spcBef>
          <a:spcPct val="20000"/>
        </a:spcBef>
        <a:spcAft>
          <a:spcPct val="0"/>
        </a:spcAft>
        <a:buClr>
          <a:srgbClr val="FF6600"/>
        </a:buClr>
        <a:buFont typeface="Wingdings" panose="05000000000000000000" pitchFamily="2" charset="2"/>
        <a:buChar char="»"/>
        <a:defRPr sz="2000" b="1">
          <a:solidFill>
            <a:schemeClr val="tx1"/>
          </a:solidFill>
          <a:latin typeface="+mn-lt"/>
          <a:ea typeface="宋体" panose="02010600030101010101" pitchFamily="2" charset="-122"/>
          <a:sym typeface="Arial" panose="020B0604020202020204" pitchFamily="34" charset="0"/>
        </a:defRPr>
      </a:lvl8pPr>
      <a:lvl9pPr marL="3886200" indent="-228600" algn="just" defTabSz="0" rtl="0" eaLnBrk="0" fontAlgn="base" hangingPunct="0">
        <a:spcBef>
          <a:spcPct val="20000"/>
        </a:spcBef>
        <a:spcAft>
          <a:spcPct val="0"/>
        </a:spcAft>
        <a:buClr>
          <a:srgbClr val="FF6600"/>
        </a:buClr>
        <a:buFont typeface="Wingdings" panose="05000000000000000000" pitchFamily="2" charset="2"/>
        <a:buChar char="»"/>
        <a:defRPr sz="2000" b="1">
          <a:solidFill>
            <a:schemeClr val="tx1"/>
          </a:solidFill>
          <a:latin typeface="+mn-lt"/>
          <a:ea typeface="宋体" panose="02010600030101010101" pitchFamily="2" charset="-122"/>
          <a:sym typeface="Arial" panose="020B0604020202020204" pitchFamily="34" charset="0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blipFill dpi="0" rotWithShape="1">
          <a:blip r:embed="rId15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5BD8CAED-9733-4696-BE55-66C0F2E5FA2F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457200" y="274638"/>
            <a:ext cx="8229600" cy="777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bevel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zh-CN">
                <a:sym typeface="Times New Roman" panose="02020603050405020304" pitchFamily="18" charset="0"/>
              </a:rPr>
              <a:t>单击此处编辑母版标题样式</a:t>
            </a:r>
          </a:p>
        </p:txBody>
      </p:sp>
      <p:sp>
        <p:nvSpPr>
          <p:cNvPr id="3075" name="Rectangle 3">
            <a:extLst>
              <a:ext uri="{FF2B5EF4-FFF2-40B4-BE49-F238E27FC236}">
                <a16:creationId xmlns:a16="http://schemas.microsoft.com/office/drawing/2014/main" id="{26D87927-EA0E-4567-A73F-EE5B25BEB0C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125538"/>
            <a:ext cx="8229600" cy="5000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bevel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zh-CN">
                <a:sym typeface="Arial" panose="020B0604020202020204" pitchFamily="34" charset="0"/>
              </a:rPr>
              <a:t>单击此处编辑母版文本样式</a:t>
            </a:r>
          </a:p>
          <a:p>
            <a:pPr lvl="1"/>
            <a:r>
              <a:rPr lang="zh-CN" altLang="zh-CN">
                <a:sym typeface="Arial" panose="020B0604020202020204" pitchFamily="34" charset="0"/>
              </a:rPr>
              <a:t>第二级</a:t>
            </a:r>
          </a:p>
          <a:p>
            <a:pPr lvl="2"/>
            <a:r>
              <a:rPr lang="zh-CN" altLang="zh-CN">
                <a:sym typeface="Arial" panose="020B0604020202020204" pitchFamily="34" charset="0"/>
              </a:rPr>
              <a:t>第三级</a:t>
            </a:r>
          </a:p>
          <a:p>
            <a:pPr lvl="3"/>
            <a:r>
              <a:rPr lang="zh-CN" altLang="zh-CN">
                <a:sym typeface="Arial" panose="020B0604020202020204" pitchFamily="34" charset="0"/>
              </a:rPr>
              <a:t>第四级</a:t>
            </a:r>
          </a:p>
          <a:p>
            <a:pPr lvl="4"/>
            <a:r>
              <a:rPr lang="zh-CN" altLang="zh-CN">
                <a:sym typeface="Arial" panose="020B0604020202020204" pitchFamily="34" charset="0"/>
              </a:rPr>
              <a:t>第五级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511A3E96-2188-405F-89D7-D3A22F3D4FAC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eaLnBrk="0" hangingPunct="0">
              <a:buFont typeface="Arial" panose="020B0604020202020204" pitchFamily="34" charset="0"/>
              <a:buNone/>
              <a:defRPr sz="1400">
                <a:sym typeface="Arial" panose="020B0604020202020204" pitchFamily="34" charset="0"/>
              </a:defRPr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4632AC8B-0C35-44F7-97D8-F789CAAB8752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algn="ctr" eaLnBrk="0" hangingPunct="0">
              <a:buFont typeface="Arial" panose="020B0604020202020204" pitchFamily="34" charset="0"/>
              <a:buNone/>
              <a:defRPr sz="1400">
                <a:sym typeface="Arial" panose="020B0604020202020204" pitchFamily="34" charset="0"/>
              </a:defRPr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DB7CA088-137C-4D05-816B-160A5F146A31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19925" y="65246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algn="r" eaLnBrk="0" hangingPunct="0">
              <a:buFont typeface="Arial" panose="020B0604020202020204" pitchFamily="34" charset="0"/>
              <a:buNone/>
              <a:defRPr sz="1600" b="1">
                <a:solidFill>
                  <a:srgbClr val="FFFF99"/>
                </a:solidFill>
                <a:latin typeface="+mj-ea"/>
                <a:ea typeface="+mj-ea"/>
                <a:sym typeface="黑体" panose="02010609060101010101" pitchFamily="49" charset="-122"/>
              </a:defRPr>
            </a:lvl1pPr>
          </a:lstStyle>
          <a:p>
            <a:pPr>
              <a:defRPr/>
            </a:pPr>
            <a:fld id="{2BA5B29F-AC96-412D-BF2C-3AFF6CC73BBE}" type="slidenum">
              <a:rPr lang="zh-CN" altLang="en-US"/>
              <a:pPr>
                <a:defRPr/>
              </a:pPr>
              <a:t>‹#›</a:t>
            </a:fld>
            <a:endParaRPr lang="en-US" sz="1800" b="0">
              <a:solidFill>
                <a:schemeClr val="tx1"/>
              </a:solidFill>
              <a:latin typeface="+mn-lt"/>
              <a:ea typeface="宋体" panose="02010600030101010101" pitchFamily="2" charset="-122"/>
            </a:endParaRPr>
          </a:p>
        </p:txBody>
      </p:sp>
      <p:pic>
        <p:nvPicPr>
          <p:cNvPr id="3079" name="Picture 2" descr="E:\党办校办\党办校办文件夹\学校资料\学校标志\校徽透明_蓝_完美版-2.png">
            <a:extLst>
              <a:ext uri="{FF2B5EF4-FFF2-40B4-BE49-F238E27FC236}">
                <a16:creationId xmlns:a16="http://schemas.microsoft.com/office/drawing/2014/main" id="{FEAC0F78-C0FC-4A92-AC28-83B0375BAE1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45475" y="187325"/>
            <a:ext cx="630238" cy="839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7326" r:id="rId1"/>
    <p:sldLayoutId id="2147487284" r:id="rId2"/>
    <p:sldLayoutId id="2147487285" r:id="rId3"/>
    <p:sldLayoutId id="2147487286" r:id="rId4"/>
    <p:sldLayoutId id="2147487287" r:id="rId5"/>
    <p:sldLayoutId id="2147487288" r:id="rId6"/>
    <p:sldLayoutId id="2147487289" r:id="rId7"/>
    <p:sldLayoutId id="2147487290" r:id="rId8"/>
    <p:sldLayoutId id="2147487291" r:id="rId9"/>
    <p:sldLayoutId id="2147487292" r:id="rId10"/>
    <p:sldLayoutId id="2147487327" r:id="rId11"/>
    <p:sldLayoutId id="2147487328" r:id="rId12"/>
    <p:sldLayoutId id="2147487329" r:id="rId13"/>
  </p:sldLayoutIdLst>
  <p:transition spd="slow">
    <p:split orient="vert"/>
  </p:transition>
  <p:txStyles>
    <p:titleStyle>
      <a:lvl1pPr algn="l" rtl="0" eaLnBrk="0" fontAlgn="base" hangingPunct="0">
        <a:spcBef>
          <a:spcPts val="1700"/>
        </a:spcBef>
        <a:spcAft>
          <a:spcPts val="1650"/>
        </a:spcAft>
        <a:defRPr sz="3200" b="1">
          <a:solidFill>
            <a:srgbClr val="0000FF"/>
          </a:solidFill>
          <a:latin typeface="+mj-lt"/>
          <a:ea typeface="+mj-ea"/>
          <a:cs typeface="+mj-cs"/>
          <a:sym typeface="Times New Roman" panose="02020603050405020304" pitchFamily="18" charset="0"/>
        </a:defRPr>
      </a:lvl1pPr>
      <a:lvl2pPr algn="l" rtl="0" eaLnBrk="0" fontAlgn="base" hangingPunct="0">
        <a:spcBef>
          <a:spcPts val="1700"/>
        </a:spcBef>
        <a:spcAft>
          <a:spcPts val="1650"/>
        </a:spcAft>
        <a:defRPr sz="3200" b="1">
          <a:solidFill>
            <a:srgbClr val="0000FF"/>
          </a:solidFill>
          <a:latin typeface="Times New Roman" panose="02020603050405020304" pitchFamily="18" charset="0"/>
          <a:ea typeface="黑体" panose="02010609060101010101" pitchFamily="49" charset="-122"/>
          <a:sym typeface="Times New Roman" panose="02020603050405020304" pitchFamily="18" charset="0"/>
        </a:defRPr>
      </a:lvl2pPr>
      <a:lvl3pPr algn="l" rtl="0" eaLnBrk="0" fontAlgn="base" hangingPunct="0">
        <a:spcBef>
          <a:spcPts val="1700"/>
        </a:spcBef>
        <a:spcAft>
          <a:spcPts val="1650"/>
        </a:spcAft>
        <a:defRPr sz="3200" b="1">
          <a:solidFill>
            <a:srgbClr val="0000FF"/>
          </a:solidFill>
          <a:latin typeface="Times New Roman" panose="02020603050405020304" pitchFamily="18" charset="0"/>
          <a:ea typeface="黑体" panose="02010609060101010101" pitchFamily="49" charset="-122"/>
          <a:sym typeface="Times New Roman" panose="02020603050405020304" pitchFamily="18" charset="0"/>
        </a:defRPr>
      </a:lvl3pPr>
      <a:lvl4pPr algn="l" rtl="0" eaLnBrk="0" fontAlgn="base" hangingPunct="0">
        <a:spcBef>
          <a:spcPts val="1700"/>
        </a:spcBef>
        <a:spcAft>
          <a:spcPts val="1650"/>
        </a:spcAft>
        <a:defRPr sz="3200" b="1">
          <a:solidFill>
            <a:srgbClr val="0000FF"/>
          </a:solidFill>
          <a:latin typeface="Times New Roman" panose="02020603050405020304" pitchFamily="18" charset="0"/>
          <a:ea typeface="黑体" panose="02010609060101010101" pitchFamily="49" charset="-122"/>
          <a:sym typeface="Times New Roman" panose="02020603050405020304" pitchFamily="18" charset="0"/>
        </a:defRPr>
      </a:lvl4pPr>
      <a:lvl5pPr algn="l" rtl="0" eaLnBrk="0" fontAlgn="base" hangingPunct="0">
        <a:spcBef>
          <a:spcPts val="1700"/>
        </a:spcBef>
        <a:spcAft>
          <a:spcPts val="1650"/>
        </a:spcAft>
        <a:defRPr sz="3200" b="1">
          <a:solidFill>
            <a:srgbClr val="0000FF"/>
          </a:solidFill>
          <a:latin typeface="Times New Roman" panose="02020603050405020304" pitchFamily="18" charset="0"/>
          <a:ea typeface="黑体" panose="02010609060101010101" pitchFamily="49" charset="-122"/>
          <a:sym typeface="Times New Roman" panose="02020603050405020304" pitchFamily="18" charset="0"/>
        </a:defRPr>
      </a:lvl5pPr>
      <a:lvl6pPr marL="457200" algn="l" rtl="0" eaLnBrk="0" fontAlgn="base" hangingPunct="0">
        <a:spcBef>
          <a:spcPts val="1700"/>
        </a:spcBef>
        <a:spcAft>
          <a:spcPts val="1650"/>
        </a:spcAft>
        <a:defRPr sz="3200" b="1">
          <a:solidFill>
            <a:srgbClr val="0000FF"/>
          </a:solidFill>
          <a:latin typeface="Times New Roman" panose="02020603050405020304" pitchFamily="18" charset="0"/>
          <a:ea typeface="黑体" panose="02010609060101010101" pitchFamily="49" charset="-122"/>
          <a:sym typeface="Times New Roman" panose="02020603050405020304" pitchFamily="18" charset="0"/>
        </a:defRPr>
      </a:lvl6pPr>
      <a:lvl7pPr marL="914400" algn="l" rtl="0" eaLnBrk="0" fontAlgn="base" hangingPunct="0">
        <a:spcBef>
          <a:spcPts val="1700"/>
        </a:spcBef>
        <a:spcAft>
          <a:spcPts val="1650"/>
        </a:spcAft>
        <a:defRPr sz="3200" b="1">
          <a:solidFill>
            <a:srgbClr val="0000FF"/>
          </a:solidFill>
          <a:latin typeface="Times New Roman" panose="02020603050405020304" pitchFamily="18" charset="0"/>
          <a:ea typeface="黑体" panose="02010609060101010101" pitchFamily="49" charset="-122"/>
          <a:sym typeface="Times New Roman" panose="02020603050405020304" pitchFamily="18" charset="0"/>
        </a:defRPr>
      </a:lvl7pPr>
      <a:lvl8pPr marL="1371600" algn="l" rtl="0" eaLnBrk="0" fontAlgn="base" hangingPunct="0">
        <a:spcBef>
          <a:spcPts val="1700"/>
        </a:spcBef>
        <a:spcAft>
          <a:spcPts val="1650"/>
        </a:spcAft>
        <a:defRPr sz="3200" b="1">
          <a:solidFill>
            <a:srgbClr val="0000FF"/>
          </a:solidFill>
          <a:latin typeface="Times New Roman" panose="02020603050405020304" pitchFamily="18" charset="0"/>
          <a:ea typeface="黑体" panose="02010609060101010101" pitchFamily="49" charset="-122"/>
          <a:sym typeface="Times New Roman" panose="02020603050405020304" pitchFamily="18" charset="0"/>
        </a:defRPr>
      </a:lvl8pPr>
      <a:lvl9pPr marL="1828800" algn="l" rtl="0" eaLnBrk="0" fontAlgn="base" hangingPunct="0">
        <a:spcBef>
          <a:spcPts val="1700"/>
        </a:spcBef>
        <a:spcAft>
          <a:spcPts val="1650"/>
        </a:spcAft>
        <a:defRPr sz="3200" b="1">
          <a:solidFill>
            <a:srgbClr val="0000FF"/>
          </a:solidFill>
          <a:latin typeface="Times New Roman" panose="02020603050405020304" pitchFamily="18" charset="0"/>
          <a:ea typeface="黑体" panose="02010609060101010101" pitchFamily="49" charset="-122"/>
          <a:sym typeface="Times New Roman" panose="02020603050405020304" pitchFamily="18" charset="0"/>
        </a:defRPr>
      </a:lvl9pPr>
    </p:titleStyle>
    <p:bodyStyle>
      <a:lvl1pPr marL="342900" indent="-342900" algn="just" defTabSz="0" rtl="0" eaLnBrk="0" fontAlgn="base" hangingPunct="0">
        <a:lnSpc>
          <a:spcPct val="105000"/>
        </a:lnSpc>
        <a:spcBef>
          <a:spcPts val="1300"/>
        </a:spcBef>
        <a:spcAft>
          <a:spcPts val="1300"/>
        </a:spcAft>
        <a:buClr>
          <a:srgbClr val="0000FF"/>
        </a:buClr>
        <a:buFont typeface="Wingdings" panose="05000000000000000000" pitchFamily="2" charset="2"/>
        <a:buChar char="u"/>
        <a:defRPr sz="2800" b="1">
          <a:solidFill>
            <a:srgbClr val="0C00AC"/>
          </a:solidFill>
          <a:latin typeface="+mn-lt"/>
          <a:ea typeface="+mn-ea"/>
          <a:cs typeface="楷体_GB2312" panose="02010609030101010101" charset="-122"/>
          <a:sym typeface="Arial" panose="020B0604020202020204" pitchFamily="34" charset="0"/>
        </a:defRPr>
      </a:lvl1pPr>
      <a:lvl2pPr marL="742950" indent="-285750" algn="just" defTabSz="0" rtl="0" eaLnBrk="0" fontAlgn="base" hangingPunct="0">
        <a:spcBef>
          <a:spcPts val="1300"/>
        </a:spcBef>
        <a:spcAft>
          <a:spcPts val="1300"/>
        </a:spcAft>
        <a:buClr>
          <a:srgbClr val="FF6600"/>
        </a:buClr>
        <a:buFont typeface="Wingdings" panose="05000000000000000000" pitchFamily="2" charset="2"/>
        <a:buChar char="Ø"/>
        <a:defRPr sz="2800" b="1">
          <a:solidFill>
            <a:schemeClr val="tx1"/>
          </a:solidFill>
          <a:latin typeface="+mj-lt"/>
          <a:ea typeface="+mn-ea"/>
          <a:cs typeface="楷体_GB2312" panose="02010609030101010101" charset="-122"/>
          <a:sym typeface="Arial" panose="020B0604020202020204" pitchFamily="34" charset="0"/>
        </a:defRPr>
      </a:lvl2pPr>
      <a:lvl3pPr marL="1143000" indent="-228600" algn="just" defTabSz="0" rtl="0" eaLnBrk="0" fontAlgn="base" hangingPunct="0">
        <a:spcBef>
          <a:spcPct val="20000"/>
        </a:spcBef>
        <a:spcAft>
          <a:spcPct val="0"/>
        </a:spcAft>
        <a:buClr>
          <a:srgbClr val="FF6600"/>
        </a:buClr>
        <a:buFont typeface="Wingdings" panose="05000000000000000000" pitchFamily="2" charset="2"/>
        <a:buChar char="•"/>
        <a:defRPr sz="2400" b="1">
          <a:solidFill>
            <a:schemeClr val="tx1"/>
          </a:solidFill>
          <a:latin typeface="+mn-lt"/>
          <a:ea typeface="宋体" panose="02010600030101010101" pitchFamily="2" charset="-122"/>
          <a:cs typeface="楷体_GB2312" panose="02010609030101010101" charset="-122"/>
          <a:sym typeface="Arial" panose="020B0604020202020204" pitchFamily="34" charset="0"/>
        </a:defRPr>
      </a:lvl3pPr>
      <a:lvl4pPr marL="1600200" indent="-228600" algn="just" defTabSz="0" rtl="0" eaLnBrk="0" fontAlgn="base" hangingPunct="0">
        <a:spcBef>
          <a:spcPct val="20000"/>
        </a:spcBef>
        <a:spcAft>
          <a:spcPct val="0"/>
        </a:spcAft>
        <a:buClr>
          <a:srgbClr val="FF6600"/>
        </a:buClr>
        <a:buFont typeface="Wingdings" panose="05000000000000000000" pitchFamily="2" charset="2"/>
        <a:buChar char="–"/>
        <a:defRPr sz="2000" b="1">
          <a:solidFill>
            <a:schemeClr val="tx1"/>
          </a:solidFill>
          <a:latin typeface="+mn-lt"/>
          <a:ea typeface="宋体" panose="02010600030101010101" pitchFamily="2" charset="-122"/>
          <a:cs typeface="楷体_GB2312" panose="02010609030101010101" charset="-122"/>
          <a:sym typeface="Arial" panose="020B0604020202020204" pitchFamily="34" charset="0"/>
        </a:defRPr>
      </a:lvl4pPr>
      <a:lvl5pPr marL="2057400" indent="-228600" algn="just" defTabSz="0" rtl="0" eaLnBrk="0" fontAlgn="base" hangingPunct="0">
        <a:spcBef>
          <a:spcPct val="20000"/>
        </a:spcBef>
        <a:spcAft>
          <a:spcPct val="0"/>
        </a:spcAft>
        <a:buClr>
          <a:srgbClr val="FF6600"/>
        </a:buClr>
        <a:buFont typeface="Wingdings" panose="05000000000000000000" pitchFamily="2" charset="2"/>
        <a:buChar char="»"/>
        <a:defRPr sz="2000" b="1">
          <a:solidFill>
            <a:schemeClr val="tx1"/>
          </a:solidFill>
          <a:latin typeface="+mn-lt"/>
          <a:ea typeface="宋体" panose="02010600030101010101" pitchFamily="2" charset="-122"/>
          <a:cs typeface="楷体_GB2312" panose="02010609030101010101" charset="-122"/>
          <a:sym typeface="Arial" panose="020B0604020202020204" pitchFamily="34" charset="0"/>
        </a:defRPr>
      </a:lvl5pPr>
      <a:lvl6pPr marL="2514600" indent="-228600" algn="just" defTabSz="0" rtl="0" eaLnBrk="0" fontAlgn="base" hangingPunct="0">
        <a:spcBef>
          <a:spcPct val="20000"/>
        </a:spcBef>
        <a:spcAft>
          <a:spcPct val="0"/>
        </a:spcAft>
        <a:buClr>
          <a:srgbClr val="FF6600"/>
        </a:buClr>
        <a:buFont typeface="Wingdings" panose="05000000000000000000" pitchFamily="2" charset="2"/>
        <a:buChar char="»"/>
        <a:defRPr sz="2000" b="1">
          <a:solidFill>
            <a:schemeClr val="tx1"/>
          </a:solidFill>
          <a:latin typeface="+mn-lt"/>
          <a:ea typeface="宋体" panose="02010600030101010101" pitchFamily="2" charset="-122"/>
          <a:sym typeface="Arial" panose="020B0604020202020204" pitchFamily="34" charset="0"/>
        </a:defRPr>
      </a:lvl6pPr>
      <a:lvl7pPr marL="2971800" indent="-228600" algn="just" defTabSz="0" rtl="0" eaLnBrk="0" fontAlgn="base" hangingPunct="0">
        <a:spcBef>
          <a:spcPct val="20000"/>
        </a:spcBef>
        <a:spcAft>
          <a:spcPct val="0"/>
        </a:spcAft>
        <a:buClr>
          <a:srgbClr val="FF6600"/>
        </a:buClr>
        <a:buFont typeface="Wingdings" panose="05000000000000000000" pitchFamily="2" charset="2"/>
        <a:buChar char="»"/>
        <a:defRPr sz="2000" b="1">
          <a:solidFill>
            <a:schemeClr val="tx1"/>
          </a:solidFill>
          <a:latin typeface="+mn-lt"/>
          <a:ea typeface="宋体" panose="02010600030101010101" pitchFamily="2" charset="-122"/>
          <a:sym typeface="Arial" panose="020B0604020202020204" pitchFamily="34" charset="0"/>
        </a:defRPr>
      </a:lvl7pPr>
      <a:lvl8pPr marL="3429000" indent="-228600" algn="just" defTabSz="0" rtl="0" eaLnBrk="0" fontAlgn="base" hangingPunct="0">
        <a:spcBef>
          <a:spcPct val="20000"/>
        </a:spcBef>
        <a:spcAft>
          <a:spcPct val="0"/>
        </a:spcAft>
        <a:buClr>
          <a:srgbClr val="FF6600"/>
        </a:buClr>
        <a:buFont typeface="Wingdings" panose="05000000000000000000" pitchFamily="2" charset="2"/>
        <a:buChar char="»"/>
        <a:defRPr sz="2000" b="1">
          <a:solidFill>
            <a:schemeClr val="tx1"/>
          </a:solidFill>
          <a:latin typeface="+mn-lt"/>
          <a:ea typeface="宋体" panose="02010600030101010101" pitchFamily="2" charset="-122"/>
          <a:sym typeface="Arial" panose="020B0604020202020204" pitchFamily="34" charset="0"/>
        </a:defRPr>
      </a:lvl8pPr>
      <a:lvl9pPr marL="3886200" indent="-228600" algn="just" defTabSz="0" rtl="0" eaLnBrk="0" fontAlgn="base" hangingPunct="0">
        <a:spcBef>
          <a:spcPct val="20000"/>
        </a:spcBef>
        <a:spcAft>
          <a:spcPct val="0"/>
        </a:spcAft>
        <a:buClr>
          <a:srgbClr val="FF6600"/>
        </a:buClr>
        <a:buFont typeface="Wingdings" panose="05000000000000000000" pitchFamily="2" charset="2"/>
        <a:buChar char="»"/>
        <a:defRPr sz="2000" b="1">
          <a:solidFill>
            <a:schemeClr val="tx1"/>
          </a:solidFill>
          <a:latin typeface="+mn-lt"/>
          <a:ea typeface="宋体" panose="02010600030101010101" pitchFamily="2" charset="-122"/>
          <a:sym typeface="Arial" panose="020B0604020202020204" pitchFamily="34" charset="0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AutoShape 29">
            <a:extLst>
              <a:ext uri="{FF2B5EF4-FFF2-40B4-BE49-F238E27FC236}">
                <a16:creationId xmlns:a16="http://schemas.microsoft.com/office/drawing/2014/main" id="{14ECB70A-15C1-43C3-82DD-C91F52213EAF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11188" y="188913"/>
            <a:ext cx="3241675" cy="144462"/>
          </a:xfrm>
          <a:prstGeom prst="cloudCallout">
            <a:avLst>
              <a:gd name="adj1" fmla="val 49019"/>
              <a:gd name="adj2" fmla="val 6042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alpha val="32001"/>
                </a:schemeClr>
              </a:gs>
            </a:gsLst>
            <a:path path="rect">
              <a:fillToRect l="50000" t="50000" r="50000" b="50000"/>
            </a:path>
          </a:gradFill>
          <a:ln>
            <a:noFill/>
          </a:ln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0" lang="zh-CN" altLang="zh-CN" sz="18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027" name="AutoShape 27">
            <a:extLst>
              <a:ext uri="{FF2B5EF4-FFF2-40B4-BE49-F238E27FC236}">
                <a16:creationId xmlns:a16="http://schemas.microsoft.com/office/drawing/2014/main" id="{23932A2F-2686-4BEE-8DF6-1CAE4DA9689D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140200" y="115888"/>
            <a:ext cx="1223963" cy="142875"/>
          </a:xfrm>
          <a:prstGeom prst="cloudCallout">
            <a:avLst>
              <a:gd name="adj1" fmla="val 36639"/>
              <a:gd name="adj2" fmla="val 35556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alpha val="32001"/>
                </a:schemeClr>
              </a:gs>
            </a:gsLst>
            <a:path path="rect">
              <a:fillToRect l="50000" t="50000" r="50000" b="50000"/>
            </a:path>
          </a:gradFill>
          <a:ln>
            <a:noFill/>
          </a:ln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0" lang="zh-CN" altLang="zh-CN" sz="18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028" name="AutoShape 8">
            <a:extLst>
              <a:ext uri="{FF2B5EF4-FFF2-40B4-BE49-F238E27FC236}">
                <a16:creationId xmlns:a16="http://schemas.microsoft.com/office/drawing/2014/main" id="{7EAEED02-1A06-4CCC-B8A4-0F20CDF65314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58775" y="114300"/>
            <a:ext cx="2519363" cy="312738"/>
          </a:xfrm>
          <a:prstGeom prst="cloudCallout">
            <a:avLst>
              <a:gd name="adj1" fmla="val -7907"/>
              <a:gd name="adj2" fmla="val 2792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alpha val="32001"/>
                </a:schemeClr>
              </a:gs>
            </a:gsLst>
            <a:path path="rect">
              <a:fillToRect l="50000" t="50000" r="50000" b="50000"/>
            </a:path>
          </a:gradFill>
          <a:ln>
            <a:noFill/>
          </a:ln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0" lang="zh-CN" altLang="zh-CN" sz="18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029" name="AutoShape 10">
            <a:extLst>
              <a:ext uri="{FF2B5EF4-FFF2-40B4-BE49-F238E27FC236}">
                <a16:creationId xmlns:a16="http://schemas.microsoft.com/office/drawing/2014/main" id="{8589F783-3D42-4393-A6BE-B86E49ABF4C8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924300" y="0"/>
            <a:ext cx="3887788" cy="188913"/>
          </a:xfrm>
          <a:prstGeom prst="cloudCallout">
            <a:avLst>
              <a:gd name="adj1" fmla="val 17782"/>
              <a:gd name="adj2" fmla="val -34032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alpha val="32001"/>
                </a:schemeClr>
              </a:gs>
            </a:gsLst>
            <a:path path="rect">
              <a:fillToRect l="50000" t="50000" r="50000" b="50000"/>
            </a:path>
          </a:gradFill>
          <a:ln>
            <a:noFill/>
          </a:ln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0" lang="zh-CN" altLang="zh-CN" sz="18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030" name="AutoShape 24">
            <a:extLst>
              <a:ext uri="{FF2B5EF4-FFF2-40B4-BE49-F238E27FC236}">
                <a16:creationId xmlns:a16="http://schemas.microsoft.com/office/drawing/2014/main" id="{6F1DC48B-481E-486F-94F2-23C1AE5DC0D4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547813" y="115888"/>
            <a:ext cx="1655762" cy="144462"/>
          </a:xfrm>
          <a:prstGeom prst="cloudCallout">
            <a:avLst>
              <a:gd name="adj1" fmla="val 14046"/>
              <a:gd name="adj2" fmla="val -15935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alpha val="32001"/>
                </a:schemeClr>
              </a:gs>
            </a:gsLst>
            <a:path path="rect">
              <a:fillToRect l="50000" t="50000" r="50000" b="50000"/>
            </a:path>
          </a:gradFill>
          <a:ln>
            <a:noFill/>
          </a:ln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0" lang="zh-CN" altLang="zh-CN" sz="18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031" name="AutoShape 26">
            <a:extLst>
              <a:ext uri="{FF2B5EF4-FFF2-40B4-BE49-F238E27FC236}">
                <a16:creationId xmlns:a16="http://schemas.microsoft.com/office/drawing/2014/main" id="{7E2F42E9-535D-4979-BEDB-04F4C08263F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0" y="-71438"/>
            <a:ext cx="1223963" cy="142876"/>
          </a:xfrm>
          <a:prstGeom prst="cloudCallout">
            <a:avLst>
              <a:gd name="adj1" fmla="val 36639"/>
              <a:gd name="adj2" fmla="val -15556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alpha val="32001"/>
                </a:schemeClr>
              </a:gs>
            </a:gsLst>
            <a:path path="rect">
              <a:fillToRect l="50000" t="50000" r="50000" b="50000"/>
            </a:path>
          </a:gradFill>
          <a:ln>
            <a:noFill/>
          </a:ln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0" lang="zh-CN" altLang="zh-CN" sz="18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7293" r:id="rId1"/>
    <p:sldLayoutId id="2147487294" r:id="rId2"/>
    <p:sldLayoutId id="2147487295" r:id="rId3"/>
    <p:sldLayoutId id="2147487296" r:id="rId4"/>
    <p:sldLayoutId id="2147487297" r:id="rId5"/>
    <p:sldLayoutId id="2147487330" r:id="rId6"/>
    <p:sldLayoutId id="2147487331" r:id="rId7"/>
    <p:sldLayoutId id="2147487298" r:id="rId8"/>
    <p:sldLayoutId id="2147487299" r:id="rId9"/>
    <p:sldLayoutId id="2147487300" r:id="rId10"/>
    <p:sldLayoutId id="2147487301" r:id="rId11"/>
  </p:sldLayoutIdLst>
  <p:transition spd="slow">
    <p:split orient="vert"/>
  </p:transition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b="1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>
            <a:extLst>
              <a:ext uri="{FF2B5EF4-FFF2-40B4-BE49-F238E27FC236}">
                <a16:creationId xmlns:a16="http://schemas.microsoft.com/office/drawing/2014/main" id="{6FB02206-B27F-4E76-91B3-4EFD85BD4308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200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6387" name="Rectangle 3">
            <a:extLst>
              <a:ext uri="{FF2B5EF4-FFF2-40B4-BE49-F238E27FC236}">
                <a16:creationId xmlns:a16="http://schemas.microsoft.com/office/drawing/2014/main" id="{D0B8FE99-AF5C-4D4C-93CD-8759798309A9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000000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18D3D8D6-D2D6-43CF-91A8-D9580B07DE9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grpSp>
        <p:nvGrpSpPr>
          <p:cNvPr id="1028" name="Group 4">
            <a:extLst>
              <a:ext uri="{FF2B5EF4-FFF2-40B4-BE49-F238E27FC236}">
                <a16:creationId xmlns:a16="http://schemas.microsoft.com/office/drawing/2014/main" id="{FC76477D-BF5D-43C9-B67A-DA3CAB6BDED8}"/>
              </a:ext>
            </a:extLst>
          </p:cNvPr>
          <p:cNvGrpSpPr>
            <a:grpSpLocks/>
          </p:cNvGrpSpPr>
          <p:nvPr/>
        </p:nvGrpSpPr>
        <p:grpSpPr bwMode="auto">
          <a:xfrm>
            <a:off x="0" y="0"/>
            <a:ext cx="9144000" cy="546100"/>
            <a:chOff x="0" y="0"/>
            <a:chExt cx="5760" cy="344"/>
          </a:xfrm>
        </p:grpSpPr>
        <p:sp>
          <p:nvSpPr>
            <p:cNvPr id="2056" name="Rectangle 5">
              <a:extLst>
                <a:ext uri="{FF2B5EF4-FFF2-40B4-BE49-F238E27FC236}">
                  <a16:creationId xmlns:a16="http://schemas.microsoft.com/office/drawing/2014/main" id="{BAB928D6-5BF9-45A2-87AC-671B314984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180" cy="336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 wrap="none" anchor="ctr"/>
            <a:lstStyle>
              <a:lvl1pPr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defRPr/>
              </a:pPr>
              <a:endParaRPr lang="zh-CN" altLang="zh-CN">
                <a:solidFill>
                  <a:srgbClr val="000000"/>
                </a:solidFill>
              </a:endParaRPr>
            </a:p>
          </p:txBody>
        </p:sp>
        <p:sp>
          <p:nvSpPr>
            <p:cNvPr id="2057" name="Rectangle 6">
              <a:extLst>
                <a:ext uri="{FF2B5EF4-FFF2-40B4-BE49-F238E27FC236}">
                  <a16:creationId xmlns:a16="http://schemas.microsoft.com/office/drawing/2014/main" id="{0DAE07E0-4410-415E-ADB7-B8F22AA39B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0" y="85"/>
              <a:ext cx="5500" cy="173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/>
            <a:lstStyle>
              <a:lvl1pPr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defRPr/>
              </a:pPr>
              <a:endParaRPr lang="zh-CN" altLang="zh-CN">
                <a:solidFill>
                  <a:srgbClr val="000000"/>
                </a:solidFill>
              </a:endParaRPr>
            </a:p>
          </p:txBody>
        </p:sp>
        <p:sp>
          <p:nvSpPr>
            <p:cNvPr id="2058" name="Rectangle 7">
              <a:extLst>
                <a:ext uri="{FF2B5EF4-FFF2-40B4-BE49-F238E27FC236}">
                  <a16:creationId xmlns:a16="http://schemas.microsoft.com/office/drawing/2014/main" id="{F98F35F0-3851-4629-B9AC-91B83616696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8" y="85"/>
              <a:ext cx="87" cy="89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</p:spPr>
          <p:txBody>
            <a:bodyPr/>
            <a:lstStyle>
              <a:lvl1pPr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defRPr/>
              </a:pPr>
              <a:endParaRPr lang="zh-CN" altLang="zh-CN" sz="1800">
                <a:solidFill>
                  <a:srgbClr val="666699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059" name="Rectangle 8">
              <a:extLst>
                <a:ext uri="{FF2B5EF4-FFF2-40B4-BE49-F238E27FC236}">
                  <a16:creationId xmlns:a16="http://schemas.microsoft.com/office/drawing/2014/main" id="{8ED0044A-21CE-45E6-9C31-02E7F31AF9C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5" y="0"/>
              <a:ext cx="88" cy="87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</p:spPr>
          <p:txBody>
            <a:bodyPr/>
            <a:lstStyle>
              <a:lvl1pPr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defRPr/>
              </a:pPr>
              <a:endParaRPr lang="zh-CN" altLang="zh-CN" sz="1800">
                <a:solidFill>
                  <a:srgbClr val="666699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060" name="Rectangle 9">
              <a:extLst>
                <a:ext uri="{FF2B5EF4-FFF2-40B4-BE49-F238E27FC236}">
                  <a16:creationId xmlns:a16="http://schemas.microsoft.com/office/drawing/2014/main" id="{97BFDF85-7F81-430A-A177-C2AF6AEFDE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5" y="85"/>
              <a:ext cx="88" cy="89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lstStyle>
              <a:lvl1pPr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defRPr/>
              </a:pPr>
              <a:endParaRPr lang="zh-CN" altLang="zh-CN" sz="1800">
                <a:solidFill>
                  <a:srgbClr val="9999CC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061" name="Rectangle 10">
              <a:extLst>
                <a:ext uri="{FF2B5EF4-FFF2-40B4-BE49-F238E27FC236}">
                  <a16:creationId xmlns:a16="http://schemas.microsoft.com/office/drawing/2014/main" id="{D23C108B-AEFE-4427-9022-F93C356E933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3" y="173"/>
              <a:ext cx="86" cy="87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</p:spPr>
          <p:txBody>
            <a:bodyPr/>
            <a:lstStyle>
              <a:lvl1pPr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defRPr/>
              </a:pPr>
              <a:endParaRPr lang="zh-CN" altLang="zh-CN" sz="1800">
                <a:solidFill>
                  <a:srgbClr val="666699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062" name="Rectangle 11">
              <a:extLst>
                <a:ext uri="{FF2B5EF4-FFF2-40B4-BE49-F238E27FC236}">
                  <a16:creationId xmlns:a16="http://schemas.microsoft.com/office/drawing/2014/main" id="{C7B90104-A07F-46E6-9306-63B74F0F0CE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" y="86"/>
              <a:ext cx="89" cy="87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txBody>
            <a:bodyPr/>
            <a:lstStyle>
              <a:lvl1pPr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defRPr/>
              </a:pPr>
              <a:endParaRPr lang="zh-CN" altLang="zh-CN">
                <a:solidFill>
                  <a:srgbClr val="000000"/>
                </a:solidFill>
              </a:endParaRPr>
            </a:p>
          </p:txBody>
        </p:sp>
        <p:sp>
          <p:nvSpPr>
            <p:cNvPr id="2063" name="Rectangle 12">
              <a:extLst>
                <a:ext uri="{FF2B5EF4-FFF2-40B4-BE49-F238E27FC236}">
                  <a16:creationId xmlns:a16="http://schemas.microsoft.com/office/drawing/2014/main" id="{2B4E9ABA-0A63-420D-A603-037DC96FF96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8" y="171"/>
              <a:ext cx="87" cy="87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lstStyle>
              <a:lvl1pPr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defRPr/>
              </a:pPr>
              <a:endParaRPr lang="zh-CN" altLang="zh-CN" sz="1800">
                <a:solidFill>
                  <a:srgbClr val="9999CC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064" name="Rectangle 13">
              <a:extLst>
                <a:ext uri="{FF2B5EF4-FFF2-40B4-BE49-F238E27FC236}">
                  <a16:creationId xmlns:a16="http://schemas.microsoft.com/office/drawing/2014/main" id="{C2F95056-8353-4C51-9FDB-815AFD0FE23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3" y="258"/>
              <a:ext cx="86" cy="86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lstStyle>
              <a:lvl1pPr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defRPr/>
              </a:pPr>
              <a:endParaRPr lang="zh-CN" altLang="zh-CN" sz="1800">
                <a:solidFill>
                  <a:srgbClr val="9999CC"/>
                </a:solidFill>
                <a:latin typeface="Arial" panose="020B0604020202020204" pitchFamily="34" charset="0"/>
              </a:endParaRPr>
            </a:p>
          </p:txBody>
        </p:sp>
      </p:grpSp>
      <p:sp>
        <p:nvSpPr>
          <p:cNvPr id="1029" name="Rectangle 14">
            <a:extLst>
              <a:ext uri="{FF2B5EF4-FFF2-40B4-BE49-F238E27FC236}">
                <a16:creationId xmlns:a16="http://schemas.microsoft.com/office/drawing/2014/main" id="{20A37B01-1D1B-477D-9302-81A19C62FC7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457200"/>
            <a:ext cx="8229600" cy="137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30" name="Rectangle 15">
            <a:extLst>
              <a:ext uri="{FF2B5EF4-FFF2-40B4-BE49-F238E27FC236}">
                <a16:creationId xmlns:a16="http://schemas.microsoft.com/office/drawing/2014/main" id="{685BA901-3641-49C6-B085-1EE89F61CAD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981200"/>
            <a:ext cx="8229600" cy="3886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6400" name="Rectangle 16">
            <a:extLst>
              <a:ext uri="{FF2B5EF4-FFF2-40B4-BE49-F238E27FC236}">
                <a16:creationId xmlns:a16="http://schemas.microsoft.com/office/drawing/2014/main" id="{CBCD943A-D4CE-48C0-9D30-7E42EFF0343D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191903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7333" r:id="rId1"/>
    <p:sldLayoutId id="2147487334" r:id="rId2"/>
    <p:sldLayoutId id="2147487335" r:id="rId3"/>
    <p:sldLayoutId id="2147487336" r:id="rId4"/>
    <p:sldLayoutId id="2147487337" r:id="rId5"/>
    <p:sldLayoutId id="2147487338" r:id="rId6"/>
    <p:sldLayoutId id="2147487339" r:id="rId7"/>
    <p:sldLayoutId id="2147487340" r:id="rId8"/>
    <p:sldLayoutId id="2147487341" r:id="rId9"/>
    <p:sldLayoutId id="2147487342" r:id="rId10"/>
    <p:sldLayoutId id="2147487343" r:id="rId11"/>
  </p:sldLayoutIdLst>
  <p:transition spd="slow">
    <p:split orient="vert"/>
  </p:transition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75000"/>
        <a:buFont typeface="Wingdings" panose="05000000000000000000" pitchFamily="2" charset="2"/>
        <a:buChar char="n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80000"/>
        <a:buFont typeface="Wingdings" panose="05000000000000000000" pitchFamily="2" charset="2"/>
        <a:buChar char="¨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65000"/>
        <a:buFont typeface="Wingdings" panose="05000000000000000000" pitchFamily="2" charset="2"/>
        <a:buChar char="n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¨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4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4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" Target="slide5.xml"/><Relationship Id="rId2" Type="http://schemas.openxmlformats.org/officeDocument/2006/relationships/slideLayout" Target="../slideLayouts/slideLayout44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11.wmf"/><Relationship Id="rId4" Type="http://schemas.openxmlformats.org/officeDocument/2006/relationships/oleObject" Target="../embeddings/oleObject1.bin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44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13.emf"/><Relationship Id="rId5" Type="http://schemas.openxmlformats.org/officeDocument/2006/relationships/oleObject" Target="../embeddings/oleObject3.bin"/><Relationship Id="rId4" Type="http://schemas.openxmlformats.org/officeDocument/2006/relationships/image" Target="../media/image12.wmf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wmf"/><Relationship Id="rId13" Type="http://schemas.openxmlformats.org/officeDocument/2006/relationships/oleObject" Target="../embeddings/oleObject9.bin"/><Relationship Id="rId3" Type="http://schemas.openxmlformats.org/officeDocument/2006/relationships/oleObject" Target="../embeddings/oleObject4.bin"/><Relationship Id="rId7" Type="http://schemas.openxmlformats.org/officeDocument/2006/relationships/oleObject" Target="../embeddings/oleObject6.bin"/><Relationship Id="rId12" Type="http://schemas.openxmlformats.org/officeDocument/2006/relationships/image" Target="../media/image18.emf"/><Relationship Id="rId2" Type="http://schemas.openxmlformats.org/officeDocument/2006/relationships/slideLayout" Target="../slideLayouts/slideLayout44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15.emf"/><Relationship Id="rId11" Type="http://schemas.openxmlformats.org/officeDocument/2006/relationships/oleObject" Target="../embeddings/oleObject8.bin"/><Relationship Id="rId5" Type="http://schemas.openxmlformats.org/officeDocument/2006/relationships/oleObject" Target="../embeddings/oleObject5.bin"/><Relationship Id="rId10" Type="http://schemas.openxmlformats.org/officeDocument/2006/relationships/image" Target="../media/image17.wmf"/><Relationship Id="rId4" Type="http://schemas.openxmlformats.org/officeDocument/2006/relationships/image" Target="../media/image14.wmf"/><Relationship Id="rId9" Type="http://schemas.openxmlformats.org/officeDocument/2006/relationships/oleObject" Target="../embeddings/oleObject7.bin"/><Relationship Id="rId14" Type="http://schemas.openxmlformats.org/officeDocument/2006/relationships/image" Target="../media/image19.wmf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1.bin"/><Relationship Id="rId13" Type="http://schemas.openxmlformats.org/officeDocument/2006/relationships/image" Target="../media/image23.wmf"/><Relationship Id="rId3" Type="http://schemas.openxmlformats.org/officeDocument/2006/relationships/slide" Target="slide8.xml"/><Relationship Id="rId7" Type="http://schemas.openxmlformats.org/officeDocument/2006/relationships/image" Target="../media/image20.wmf"/><Relationship Id="rId12" Type="http://schemas.openxmlformats.org/officeDocument/2006/relationships/oleObject" Target="../embeddings/oleObject13.bin"/><Relationship Id="rId2" Type="http://schemas.openxmlformats.org/officeDocument/2006/relationships/slideLayout" Target="../slideLayouts/slideLayout44.xml"/><Relationship Id="rId1" Type="http://schemas.openxmlformats.org/officeDocument/2006/relationships/vmlDrawing" Target="../drawings/vmlDrawing4.vml"/><Relationship Id="rId6" Type="http://schemas.openxmlformats.org/officeDocument/2006/relationships/oleObject" Target="../embeddings/oleObject10.bin"/><Relationship Id="rId11" Type="http://schemas.openxmlformats.org/officeDocument/2006/relationships/image" Target="../media/image22.wmf"/><Relationship Id="rId5" Type="http://schemas.openxmlformats.org/officeDocument/2006/relationships/image" Target="../media/image18.emf"/><Relationship Id="rId10" Type="http://schemas.openxmlformats.org/officeDocument/2006/relationships/oleObject" Target="../embeddings/oleObject12.bin"/><Relationship Id="rId4" Type="http://schemas.openxmlformats.org/officeDocument/2006/relationships/oleObject" Target="../embeddings/oleObject8.bin"/><Relationship Id="rId9" Type="http://schemas.openxmlformats.org/officeDocument/2006/relationships/image" Target="../media/image21.wmf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wmf"/><Relationship Id="rId3" Type="http://schemas.openxmlformats.org/officeDocument/2006/relationships/oleObject" Target="../embeddings/oleObject14.bin"/><Relationship Id="rId7" Type="http://schemas.openxmlformats.org/officeDocument/2006/relationships/oleObject" Target="../embeddings/oleObject16.bin"/><Relationship Id="rId2" Type="http://schemas.openxmlformats.org/officeDocument/2006/relationships/slideLayout" Target="../slideLayouts/slideLayout44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25.wmf"/><Relationship Id="rId5" Type="http://schemas.openxmlformats.org/officeDocument/2006/relationships/oleObject" Target="../embeddings/oleObject15.bin"/><Relationship Id="rId4" Type="http://schemas.openxmlformats.org/officeDocument/2006/relationships/image" Target="../media/image24.wm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" Target="slide10.xml"/><Relationship Id="rId2" Type="http://schemas.openxmlformats.org/officeDocument/2006/relationships/slideLayout" Target="../slideLayouts/slideLayout44.xml"/><Relationship Id="rId1" Type="http://schemas.openxmlformats.org/officeDocument/2006/relationships/vmlDrawing" Target="../drawings/vmlDrawing6.vml"/><Relationship Id="rId6" Type="http://schemas.openxmlformats.org/officeDocument/2006/relationships/image" Target="../media/image27.wmf"/><Relationship Id="rId5" Type="http://schemas.openxmlformats.org/officeDocument/2006/relationships/oleObject" Target="../embeddings/oleObject17.bin"/><Relationship Id="rId4" Type="http://schemas.openxmlformats.org/officeDocument/2006/relationships/image" Target="../media/image33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0.bin"/><Relationship Id="rId3" Type="http://schemas.openxmlformats.org/officeDocument/2006/relationships/slide" Target="slide5.xml"/><Relationship Id="rId7" Type="http://schemas.openxmlformats.org/officeDocument/2006/relationships/image" Target="../media/image29.wmf"/><Relationship Id="rId2" Type="http://schemas.openxmlformats.org/officeDocument/2006/relationships/slideLayout" Target="../slideLayouts/slideLayout44.xml"/><Relationship Id="rId1" Type="http://schemas.openxmlformats.org/officeDocument/2006/relationships/vmlDrawing" Target="../drawings/vmlDrawing7.vml"/><Relationship Id="rId6" Type="http://schemas.openxmlformats.org/officeDocument/2006/relationships/oleObject" Target="../embeddings/oleObject19.bin"/><Relationship Id="rId5" Type="http://schemas.openxmlformats.org/officeDocument/2006/relationships/image" Target="../media/image28.emf"/><Relationship Id="rId4" Type="http://schemas.openxmlformats.org/officeDocument/2006/relationships/oleObject" Target="../embeddings/oleObject18.bin"/><Relationship Id="rId9" Type="http://schemas.openxmlformats.org/officeDocument/2006/relationships/image" Target="../media/image30.wmf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3.bin"/><Relationship Id="rId13" Type="http://schemas.openxmlformats.org/officeDocument/2006/relationships/image" Target="../media/image35.wmf"/><Relationship Id="rId18" Type="http://schemas.openxmlformats.org/officeDocument/2006/relationships/oleObject" Target="../embeddings/oleObject28.bin"/><Relationship Id="rId3" Type="http://schemas.openxmlformats.org/officeDocument/2006/relationships/slide" Target="slide5.xml"/><Relationship Id="rId7" Type="http://schemas.openxmlformats.org/officeDocument/2006/relationships/image" Target="../media/image32.wmf"/><Relationship Id="rId12" Type="http://schemas.openxmlformats.org/officeDocument/2006/relationships/oleObject" Target="../embeddings/oleObject25.bin"/><Relationship Id="rId17" Type="http://schemas.openxmlformats.org/officeDocument/2006/relationships/image" Target="../media/image37.wmf"/><Relationship Id="rId2" Type="http://schemas.openxmlformats.org/officeDocument/2006/relationships/slideLayout" Target="../slideLayouts/slideLayout44.xml"/><Relationship Id="rId16" Type="http://schemas.openxmlformats.org/officeDocument/2006/relationships/oleObject" Target="../embeddings/oleObject27.bin"/><Relationship Id="rId1" Type="http://schemas.openxmlformats.org/officeDocument/2006/relationships/vmlDrawing" Target="../drawings/vmlDrawing8.vml"/><Relationship Id="rId6" Type="http://schemas.openxmlformats.org/officeDocument/2006/relationships/oleObject" Target="../embeddings/oleObject22.bin"/><Relationship Id="rId11" Type="http://schemas.openxmlformats.org/officeDocument/2006/relationships/image" Target="../media/image34.emf"/><Relationship Id="rId5" Type="http://schemas.openxmlformats.org/officeDocument/2006/relationships/image" Target="../media/image31.emf"/><Relationship Id="rId15" Type="http://schemas.openxmlformats.org/officeDocument/2006/relationships/image" Target="../media/image36.wmf"/><Relationship Id="rId10" Type="http://schemas.openxmlformats.org/officeDocument/2006/relationships/oleObject" Target="../embeddings/oleObject24.bin"/><Relationship Id="rId19" Type="http://schemas.openxmlformats.org/officeDocument/2006/relationships/image" Target="../media/image38.wmf"/><Relationship Id="rId4" Type="http://schemas.openxmlformats.org/officeDocument/2006/relationships/oleObject" Target="../embeddings/oleObject21.bin"/><Relationship Id="rId9" Type="http://schemas.openxmlformats.org/officeDocument/2006/relationships/image" Target="../media/image33.emf"/><Relationship Id="rId14" Type="http://schemas.openxmlformats.org/officeDocument/2006/relationships/oleObject" Target="../embeddings/oleObject26.bin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wmf"/><Relationship Id="rId13" Type="http://schemas.openxmlformats.org/officeDocument/2006/relationships/oleObject" Target="../embeddings/oleObject34.bin"/><Relationship Id="rId3" Type="http://schemas.openxmlformats.org/officeDocument/2006/relationships/oleObject" Target="../embeddings/oleObject29.bin"/><Relationship Id="rId7" Type="http://schemas.openxmlformats.org/officeDocument/2006/relationships/oleObject" Target="../embeddings/oleObject31.bin"/><Relationship Id="rId12" Type="http://schemas.openxmlformats.org/officeDocument/2006/relationships/image" Target="../media/image43.wmf"/><Relationship Id="rId2" Type="http://schemas.openxmlformats.org/officeDocument/2006/relationships/slideLayout" Target="../slideLayouts/slideLayout44.xml"/><Relationship Id="rId1" Type="http://schemas.openxmlformats.org/officeDocument/2006/relationships/vmlDrawing" Target="../drawings/vmlDrawing9.vml"/><Relationship Id="rId6" Type="http://schemas.openxmlformats.org/officeDocument/2006/relationships/image" Target="../media/image40.wmf"/><Relationship Id="rId11" Type="http://schemas.openxmlformats.org/officeDocument/2006/relationships/oleObject" Target="../embeddings/oleObject33.bin"/><Relationship Id="rId5" Type="http://schemas.openxmlformats.org/officeDocument/2006/relationships/oleObject" Target="../embeddings/oleObject30.bin"/><Relationship Id="rId10" Type="http://schemas.openxmlformats.org/officeDocument/2006/relationships/image" Target="../media/image42.wmf"/><Relationship Id="rId4" Type="http://schemas.openxmlformats.org/officeDocument/2006/relationships/image" Target="../media/image39.wmf"/><Relationship Id="rId9" Type="http://schemas.openxmlformats.org/officeDocument/2006/relationships/oleObject" Target="../embeddings/oleObject32.bin"/><Relationship Id="rId14" Type="http://schemas.openxmlformats.org/officeDocument/2006/relationships/image" Target="../media/image44.wmf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wmf"/><Relationship Id="rId13" Type="http://schemas.openxmlformats.org/officeDocument/2006/relationships/oleObject" Target="../embeddings/oleObject40.bin"/><Relationship Id="rId18" Type="http://schemas.openxmlformats.org/officeDocument/2006/relationships/image" Target="../media/image52.wmf"/><Relationship Id="rId26" Type="http://schemas.openxmlformats.org/officeDocument/2006/relationships/image" Target="../media/image56.wmf"/><Relationship Id="rId3" Type="http://schemas.openxmlformats.org/officeDocument/2006/relationships/oleObject" Target="../embeddings/oleObject35.bin"/><Relationship Id="rId21" Type="http://schemas.openxmlformats.org/officeDocument/2006/relationships/oleObject" Target="../embeddings/oleObject44.bin"/><Relationship Id="rId7" Type="http://schemas.openxmlformats.org/officeDocument/2006/relationships/oleObject" Target="../embeddings/oleObject37.bin"/><Relationship Id="rId12" Type="http://schemas.openxmlformats.org/officeDocument/2006/relationships/image" Target="../media/image49.wmf"/><Relationship Id="rId17" Type="http://schemas.openxmlformats.org/officeDocument/2006/relationships/oleObject" Target="../embeddings/oleObject42.bin"/><Relationship Id="rId25" Type="http://schemas.openxmlformats.org/officeDocument/2006/relationships/oleObject" Target="../embeddings/oleObject46.bin"/><Relationship Id="rId2" Type="http://schemas.openxmlformats.org/officeDocument/2006/relationships/slideLayout" Target="../slideLayouts/slideLayout44.xml"/><Relationship Id="rId16" Type="http://schemas.openxmlformats.org/officeDocument/2006/relationships/image" Target="../media/image51.wmf"/><Relationship Id="rId20" Type="http://schemas.openxmlformats.org/officeDocument/2006/relationships/image" Target="../media/image53.wmf"/><Relationship Id="rId1" Type="http://schemas.openxmlformats.org/officeDocument/2006/relationships/vmlDrawing" Target="../drawings/vmlDrawing10.vml"/><Relationship Id="rId6" Type="http://schemas.openxmlformats.org/officeDocument/2006/relationships/image" Target="../media/image46.wmf"/><Relationship Id="rId11" Type="http://schemas.openxmlformats.org/officeDocument/2006/relationships/oleObject" Target="../embeddings/oleObject39.bin"/><Relationship Id="rId24" Type="http://schemas.openxmlformats.org/officeDocument/2006/relationships/image" Target="../media/image55.wmf"/><Relationship Id="rId5" Type="http://schemas.openxmlformats.org/officeDocument/2006/relationships/oleObject" Target="../embeddings/oleObject36.bin"/><Relationship Id="rId15" Type="http://schemas.openxmlformats.org/officeDocument/2006/relationships/oleObject" Target="../embeddings/oleObject41.bin"/><Relationship Id="rId23" Type="http://schemas.openxmlformats.org/officeDocument/2006/relationships/oleObject" Target="../embeddings/oleObject45.bin"/><Relationship Id="rId28" Type="http://schemas.openxmlformats.org/officeDocument/2006/relationships/image" Target="../media/image57.wmf"/><Relationship Id="rId10" Type="http://schemas.openxmlformats.org/officeDocument/2006/relationships/image" Target="../media/image48.wmf"/><Relationship Id="rId19" Type="http://schemas.openxmlformats.org/officeDocument/2006/relationships/oleObject" Target="../embeddings/oleObject43.bin"/><Relationship Id="rId4" Type="http://schemas.openxmlformats.org/officeDocument/2006/relationships/image" Target="../media/image45.wmf"/><Relationship Id="rId9" Type="http://schemas.openxmlformats.org/officeDocument/2006/relationships/oleObject" Target="../embeddings/oleObject38.bin"/><Relationship Id="rId14" Type="http://schemas.openxmlformats.org/officeDocument/2006/relationships/image" Target="../media/image50.wmf"/><Relationship Id="rId22" Type="http://schemas.openxmlformats.org/officeDocument/2006/relationships/image" Target="../media/image54.wmf"/><Relationship Id="rId27" Type="http://schemas.openxmlformats.org/officeDocument/2006/relationships/oleObject" Target="../embeddings/oleObject47.bin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0.bin"/><Relationship Id="rId3" Type="http://schemas.openxmlformats.org/officeDocument/2006/relationships/slide" Target="slide5.xml"/><Relationship Id="rId7" Type="http://schemas.openxmlformats.org/officeDocument/2006/relationships/image" Target="../media/image59.emf"/><Relationship Id="rId2" Type="http://schemas.openxmlformats.org/officeDocument/2006/relationships/slideLayout" Target="../slideLayouts/slideLayout44.xml"/><Relationship Id="rId1" Type="http://schemas.openxmlformats.org/officeDocument/2006/relationships/vmlDrawing" Target="../drawings/vmlDrawing11.vml"/><Relationship Id="rId6" Type="http://schemas.openxmlformats.org/officeDocument/2006/relationships/oleObject" Target="../embeddings/oleObject49.bin"/><Relationship Id="rId5" Type="http://schemas.openxmlformats.org/officeDocument/2006/relationships/image" Target="../media/image58.wmf"/><Relationship Id="rId4" Type="http://schemas.openxmlformats.org/officeDocument/2006/relationships/oleObject" Target="../embeddings/oleObject48.bin"/><Relationship Id="rId9" Type="http://schemas.openxmlformats.org/officeDocument/2006/relationships/image" Target="../media/image60.wmf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" Target="slide5.xml"/><Relationship Id="rId7" Type="http://schemas.openxmlformats.org/officeDocument/2006/relationships/image" Target="../media/image62.emf"/><Relationship Id="rId2" Type="http://schemas.openxmlformats.org/officeDocument/2006/relationships/slideLayout" Target="../slideLayouts/slideLayout44.xml"/><Relationship Id="rId1" Type="http://schemas.openxmlformats.org/officeDocument/2006/relationships/vmlDrawing" Target="../drawings/vmlDrawing12.vml"/><Relationship Id="rId6" Type="http://schemas.openxmlformats.org/officeDocument/2006/relationships/oleObject" Target="../embeddings/oleObject52.bin"/><Relationship Id="rId5" Type="http://schemas.openxmlformats.org/officeDocument/2006/relationships/image" Target="../media/image61.emf"/><Relationship Id="rId4" Type="http://schemas.openxmlformats.org/officeDocument/2006/relationships/oleObject" Target="../embeddings/oleObject51.bin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3.bin"/><Relationship Id="rId2" Type="http://schemas.openxmlformats.org/officeDocument/2006/relationships/slideLayout" Target="../slideLayouts/slideLayout44.xml"/><Relationship Id="rId1" Type="http://schemas.openxmlformats.org/officeDocument/2006/relationships/vmlDrawing" Target="../drawings/vmlDrawing13.vml"/><Relationship Id="rId4" Type="http://schemas.openxmlformats.org/officeDocument/2006/relationships/image" Target="../media/image63.wmf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6.wmf"/><Relationship Id="rId3" Type="http://schemas.openxmlformats.org/officeDocument/2006/relationships/oleObject" Target="../embeddings/oleObject54.bin"/><Relationship Id="rId7" Type="http://schemas.openxmlformats.org/officeDocument/2006/relationships/oleObject" Target="../embeddings/oleObject56.bin"/><Relationship Id="rId12" Type="http://schemas.openxmlformats.org/officeDocument/2006/relationships/image" Target="../media/image68.wmf"/><Relationship Id="rId2" Type="http://schemas.openxmlformats.org/officeDocument/2006/relationships/slideLayout" Target="../slideLayouts/slideLayout44.xml"/><Relationship Id="rId1" Type="http://schemas.openxmlformats.org/officeDocument/2006/relationships/vmlDrawing" Target="../drawings/vmlDrawing14.vml"/><Relationship Id="rId6" Type="http://schemas.openxmlformats.org/officeDocument/2006/relationships/image" Target="../media/image65.wmf"/><Relationship Id="rId11" Type="http://schemas.openxmlformats.org/officeDocument/2006/relationships/oleObject" Target="../embeddings/oleObject58.bin"/><Relationship Id="rId5" Type="http://schemas.openxmlformats.org/officeDocument/2006/relationships/oleObject" Target="../embeddings/oleObject55.bin"/><Relationship Id="rId10" Type="http://schemas.openxmlformats.org/officeDocument/2006/relationships/image" Target="../media/image67.wmf"/><Relationship Id="rId4" Type="http://schemas.openxmlformats.org/officeDocument/2006/relationships/image" Target="../media/image64.wmf"/><Relationship Id="rId9" Type="http://schemas.openxmlformats.org/officeDocument/2006/relationships/oleObject" Target="../embeddings/oleObject57.bin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1.wmf"/><Relationship Id="rId3" Type="http://schemas.openxmlformats.org/officeDocument/2006/relationships/oleObject" Target="../embeddings/oleObject59.bin"/><Relationship Id="rId7" Type="http://schemas.openxmlformats.org/officeDocument/2006/relationships/oleObject" Target="../embeddings/oleObject61.bin"/><Relationship Id="rId12" Type="http://schemas.openxmlformats.org/officeDocument/2006/relationships/image" Target="../media/image68.wmf"/><Relationship Id="rId2" Type="http://schemas.openxmlformats.org/officeDocument/2006/relationships/slideLayout" Target="../slideLayouts/slideLayout44.xml"/><Relationship Id="rId1" Type="http://schemas.openxmlformats.org/officeDocument/2006/relationships/vmlDrawing" Target="../drawings/vmlDrawing15.vml"/><Relationship Id="rId6" Type="http://schemas.openxmlformats.org/officeDocument/2006/relationships/image" Target="../media/image70.wmf"/><Relationship Id="rId11" Type="http://schemas.openxmlformats.org/officeDocument/2006/relationships/oleObject" Target="../embeddings/oleObject63.bin"/><Relationship Id="rId5" Type="http://schemas.openxmlformats.org/officeDocument/2006/relationships/oleObject" Target="../embeddings/oleObject60.bin"/><Relationship Id="rId10" Type="http://schemas.openxmlformats.org/officeDocument/2006/relationships/image" Target="../media/image67.wmf"/><Relationship Id="rId4" Type="http://schemas.openxmlformats.org/officeDocument/2006/relationships/image" Target="../media/image69.wmf"/><Relationship Id="rId9" Type="http://schemas.openxmlformats.org/officeDocument/2006/relationships/oleObject" Target="../embeddings/oleObject62.bin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gif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4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14007637"/>
      </p:ext>
    </p:extLst>
  </p:cSld>
  <p:clrMapOvr>
    <a:masterClrMapping/>
  </p:clrMapOvr>
  <p:transition spd="slow">
    <p:split orient="vert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Line 2">
            <a:extLst>
              <a:ext uri="{FF2B5EF4-FFF2-40B4-BE49-F238E27FC236}">
                <a16:creationId xmlns:a16="http://schemas.microsoft.com/office/drawing/2014/main" id="{B23C083C-4786-427B-8023-7BCA8B81A9CD}"/>
              </a:ext>
            </a:extLst>
          </p:cNvPr>
          <p:cNvSpPr>
            <a:spLocks noChangeShapeType="1"/>
          </p:cNvSpPr>
          <p:nvPr/>
        </p:nvSpPr>
        <p:spPr bwMode="auto">
          <a:xfrm>
            <a:off x="0" y="808038"/>
            <a:ext cx="9144000" cy="0"/>
          </a:xfrm>
          <a:prstGeom prst="line">
            <a:avLst/>
          </a:prstGeom>
          <a:noFill/>
          <a:ln w="76200" cmpd="tri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3011" name="Rectangle 3">
            <a:extLst>
              <a:ext uri="{FF2B5EF4-FFF2-40B4-BE49-F238E27FC236}">
                <a16:creationId xmlns:a16="http://schemas.microsoft.com/office/drawing/2014/main" id="{8B2132EF-33CE-4DEE-A132-AEEC1C91EB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560" y="0"/>
            <a:ext cx="4105275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4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</a:rPr>
              <a:t>第一章  行列式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6768016E-F55E-2544-71B1-806EDEEE244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36450" y="0"/>
            <a:ext cx="1008112" cy="771926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9384C352-F7D0-42F7-AE9D-76C794EE3314}"/>
              </a:ext>
            </a:extLst>
          </p:cNvPr>
          <p:cNvSpPr/>
          <p:nvPr/>
        </p:nvSpPr>
        <p:spPr>
          <a:xfrm>
            <a:off x="2042728" y="1556792"/>
            <a:ext cx="5049552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spcBef>
                <a:spcPct val="50000"/>
              </a:spcBef>
              <a:defRPr/>
            </a:pPr>
            <a:r>
              <a:rPr lang="en-US" altLang="zh-CN" sz="4000" b="1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华文中宋" panose="02010600040101010101" pitchFamily="2" charset="-122"/>
                <a:cs typeface="Times New Roman" panose="02020603050405020304" pitchFamily="18" charset="0"/>
              </a:rPr>
              <a:t>§1.5  </a:t>
            </a:r>
            <a:r>
              <a:rPr lang="zh-CN" altLang="en-US" sz="4000" b="1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华文中宋" panose="02010600040101010101" pitchFamily="2" charset="-122"/>
                <a:cs typeface="Times New Roman" panose="02020603050405020304" pitchFamily="18" charset="0"/>
              </a:rPr>
              <a:t>克拉默法则</a:t>
            </a:r>
          </a:p>
        </p:txBody>
      </p:sp>
    </p:spTree>
  </p:cSld>
  <p:clrMapOvr>
    <a:masterClrMapping/>
  </p:clrMapOvr>
  <p:transition spd="slow">
    <p:split orient="vert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7" name="Text Box 3">
            <a:extLst>
              <a:ext uri="{FF2B5EF4-FFF2-40B4-BE49-F238E27FC236}">
                <a16:creationId xmlns:a16="http://schemas.microsoft.com/office/drawing/2014/main" id="{3927D51B-06CD-4A18-9D05-14786A915D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7223" y="1359499"/>
            <a:ext cx="7309553" cy="1953868"/>
          </a:xfrm>
          <a:prstGeom prst="rect">
            <a:avLst/>
          </a:prstGeom>
          <a:solidFill>
            <a:schemeClr val="bg1">
              <a:alpha val="56078"/>
            </a:schemeClr>
          </a:solidFill>
          <a:ln w="38100">
            <a:noFill/>
            <a:miter lim="800000"/>
            <a:headEnd/>
            <a:tailEnd/>
          </a:ln>
        </p:spPr>
        <p:txBody>
          <a:bodyPr wrap="square" anchor="ctr" anchorCtr="1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vl="0"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None/>
              <a:defRPr/>
            </a:pPr>
            <a:r>
              <a:rPr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anose="02010600040101010101" pitchFamily="2" charset="-122"/>
                <a:sym typeface="楷体_GB2312" pitchFamily="49" charset="-122"/>
              </a:rPr>
              <a:t>   本节重点解决以下问题</a:t>
            </a:r>
            <a:r>
              <a:rPr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anose="02010600040101010101" pitchFamily="2" charset="-122"/>
                <a:sym typeface="楷体_GB2312" pitchFamily="49" charset="-122"/>
              </a:rPr>
              <a:t>:</a:t>
            </a:r>
          </a:p>
          <a:p>
            <a:pPr lvl="0"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anose="02010600040101010101" pitchFamily="2" charset="-122"/>
                <a:sym typeface="楷体_GB2312" pitchFamily="49" charset="-122"/>
              </a:rPr>
              <a:t>克拉默法则及其推论的相关内容</a:t>
            </a:r>
            <a:endParaRPr lang="en-US" altLang="zh-CN" sz="2800" b="1" dirty="0">
              <a:solidFill>
                <a:srgbClr val="0000FF"/>
              </a:solidFill>
              <a:latin typeface="Times New Roman" panose="02020603050405020304" pitchFamily="18" charset="0"/>
              <a:ea typeface="华文中宋" panose="02010600040101010101" pitchFamily="2" charset="-122"/>
              <a:sym typeface="楷体_GB2312" pitchFamily="49" charset="-122"/>
            </a:endParaRPr>
          </a:p>
          <a:p>
            <a:pPr lvl="0"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anose="02010600040101010101" pitchFamily="2" charset="-122"/>
                <a:sym typeface="楷体_GB2312" pitchFamily="49" charset="-122"/>
              </a:rPr>
              <a:t>利用克拉默法则求解线性方程组的实例</a:t>
            </a:r>
            <a:endParaRPr kumimoji="1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华文中宋" panose="02010600040101010101" pitchFamily="2" charset="-122"/>
              <a:cs typeface="Times New Roman" panose="02020603050405020304" pitchFamily="18" charset="0"/>
              <a:sym typeface="Arial" panose="020B0604020202020204" pitchFamily="34" charset="0"/>
            </a:endParaRPr>
          </a:p>
        </p:txBody>
      </p:sp>
      <p:sp>
        <p:nvSpPr>
          <p:cNvPr id="8" name="Rectangle 30">
            <a:extLst>
              <a:ext uri="{FF2B5EF4-FFF2-40B4-BE49-F238E27FC236}">
                <a16:creationId xmlns:a16="http://schemas.microsoft.com/office/drawing/2014/main" id="{BC0AE3E4-4E9F-C319-92C9-0D821F5C5C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536" y="0"/>
            <a:ext cx="6537325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前言</a:t>
            </a:r>
          </a:p>
        </p:txBody>
      </p:sp>
    </p:spTree>
    <p:extLst>
      <p:ext uri="{BB962C8B-B14F-4D97-AF65-F5344CB8AC3E}">
        <p14:creationId xmlns:p14="http://schemas.microsoft.com/office/powerpoint/2010/main" val="2382784039"/>
      </p:ext>
    </p:extLst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430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30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430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017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0">
            <a:hlinkClick r:id="rId3" action="ppaction://hlinksldjump"/>
            <a:extLst>
              <a:ext uri="{FF2B5EF4-FFF2-40B4-BE49-F238E27FC236}">
                <a16:creationId xmlns:a16="http://schemas.microsoft.com/office/drawing/2014/main" id="{6ED1EF79-A7DA-43D6-9844-52236878D5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0850" y="393700"/>
            <a:ext cx="4032250" cy="431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0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Gulim" panose="020B0600000101010101" pitchFamily="34" charset="-127"/>
              <a:cs typeface="Times New Roman" panose="02020603050405020304" pitchFamily="18" charset="0"/>
            </a:endParaRPr>
          </a:p>
        </p:txBody>
      </p:sp>
      <p:sp>
        <p:nvSpPr>
          <p:cNvPr id="45060" name="Rectangle 30">
            <a:extLst>
              <a:ext uri="{FF2B5EF4-FFF2-40B4-BE49-F238E27FC236}">
                <a16:creationId xmlns:a16="http://schemas.microsoft.com/office/drawing/2014/main" id="{72C5B6C1-1136-4086-B50D-8BBFBB5B31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504" y="-19215"/>
            <a:ext cx="6537325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600" b="1" noProof="0" dirty="0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重点</a:t>
            </a: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问题</a:t>
            </a:r>
            <a:r>
              <a:rPr kumimoji="1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:  </a:t>
            </a: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非齐次与齐次线性方程组的定义</a:t>
            </a:r>
            <a:endParaRPr kumimoji="1" lang="zh-CN" altLang="en-US" sz="26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mes New Roman" panose="02020603050405020304" pitchFamily="18" charset="0"/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4C1EB6ED-9DD7-B588-7759-282F4D854F20}"/>
              </a:ext>
            </a:extLst>
          </p:cNvPr>
          <p:cNvSpPr txBox="1"/>
          <p:nvPr/>
        </p:nvSpPr>
        <p:spPr>
          <a:xfrm>
            <a:off x="414250" y="848040"/>
            <a:ext cx="826220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      含有</a:t>
            </a:r>
            <a:r>
              <a:rPr lang="en-US" altLang="zh-CN" b="1" i="1" dirty="0">
                <a:ea typeface="华文中宋" panose="02010600040101010101" pitchFamily="2" charset="-122"/>
                <a:cs typeface="Times New Roman" panose="02020603050405020304" pitchFamily="18" charset="0"/>
              </a:rPr>
              <a:t>n</a:t>
            </a:r>
            <a:r>
              <a:rPr lang="zh-CN" altLang="en-US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个元</a:t>
            </a:r>
            <a:r>
              <a:rPr lang="en-US" altLang="zh-CN" b="1" i="1" dirty="0">
                <a:ea typeface="华文中宋" panose="0201060004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b="1" baseline="-25000" dirty="0">
                <a:ea typeface="华文中宋" panose="02010600040101010101" pitchFamily="2" charset="-122"/>
                <a:cs typeface="Times New Roman" panose="02020603050405020304" pitchFamily="18" charset="0"/>
              </a:rPr>
              <a:t>1 </a:t>
            </a:r>
            <a:r>
              <a:rPr lang="en-US" altLang="zh-CN" b="1" i="1" dirty="0">
                <a:ea typeface="华文中宋" panose="02010600040101010101" pitchFamily="2" charset="-122"/>
                <a:cs typeface="Times New Roman" panose="02020603050405020304" pitchFamily="18" charset="0"/>
              </a:rPr>
              <a:t>, x</a:t>
            </a:r>
            <a:r>
              <a:rPr lang="en-US" altLang="zh-CN" b="1" baseline="-25000" dirty="0">
                <a:ea typeface="华文中宋" panose="02010600040101010101" pitchFamily="2" charset="-122"/>
                <a:cs typeface="Times New Roman" panose="02020603050405020304" pitchFamily="18" charset="0"/>
              </a:rPr>
              <a:t>2 </a:t>
            </a:r>
            <a:r>
              <a:rPr lang="en-US" altLang="zh-CN" b="1" i="1" dirty="0">
                <a:ea typeface="华文中宋" panose="02010600040101010101" pitchFamily="2" charset="-122"/>
                <a:cs typeface="Times New Roman" panose="02020603050405020304" pitchFamily="18" charset="0"/>
              </a:rPr>
              <a:t>, …,</a:t>
            </a:r>
            <a:r>
              <a:rPr lang="zh-CN" altLang="en-US" b="1" i="1" dirty="0">
                <a:ea typeface="华文中宋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b="1" i="1" dirty="0" err="1">
                <a:ea typeface="华文中宋" panose="0201060004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b="1" i="1" baseline="-25000" dirty="0" err="1">
                <a:ea typeface="华文中宋" panose="02010600040101010101" pitchFamily="2" charset="-122"/>
                <a:cs typeface="Times New Roman" panose="02020603050405020304" pitchFamily="18" charset="0"/>
              </a:rPr>
              <a:t>n</a:t>
            </a:r>
            <a:r>
              <a:rPr lang="zh-CN" altLang="en-US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的</a:t>
            </a:r>
            <a:r>
              <a:rPr lang="en-US" altLang="zh-CN" b="1" i="1" dirty="0">
                <a:ea typeface="华文中宋" panose="02010600040101010101" pitchFamily="2" charset="-122"/>
                <a:cs typeface="Times New Roman" panose="02020603050405020304" pitchFamily="18" charset="0"/>
              </a:rPr>
              <a:t>m</a:t>
            </a:r>
            <a:r>
              <a:rPr lang="zh-CN" altLang="en-US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个线性方程的方程组</a:t>
            </a:r>
          </a:p>
        </p:txBody>
      </p:sp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65B7A99F-E4FB-F358-4FF0-EAC4CE33391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17613897"/>
              </p:ext>
            </p:extLst>
          </p:nvPr>
        </p:nvGraphicFramePr>
        <p:xfrm>
          <a:off x="2014248" y="1460821"/>
          <a:ext cx="5115504" cy="188535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8" name="Equation" r:id="rId4" imgW="2171520" imgH="799920" progId="Equation.DSMT4">
                  <p:embed/>
                </p:oleObj>
              </mc:Choice>
              <mc:Fallback>
                <p:oleObj name="Equation" r:id="rId4" imgW="2171520" imgH="799920" progId="Equation.DSMT4">
                  <p:embed/>
                  <p:pic>
                    <p:nvPicPr>
                      <p:cNvPr id="4" name="对象 3">
                        <a:extLst>
                          <a:ext uri="{FF2B5EF4-FFF2-40B4-BE49-F238E27FC236}">
                            <a16:creationId xmlns:a16="http://schemas.microsoft.com/office/drawing/2014/main" id="{65B7A99F-E4FB-F358-4FF0-EAC4CE33391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014248" y="1460821"/>
                        <a:ext cx="5115504" cy="188535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文本框 5">
            <a:extLst>
              <a:ext uri="{FF2B5EF4-FFF2-40B4-BE49-F238E27FC236}">
                <a16:creationId xmlns:a16="http://schemas.microsoft.com/office/drawing/2014/main" id="{20F9731C-F291-8C7A-00D9-53A55BDABC1E}"/>
              </a:ext>
            </a:extLst>
          </p:cNvPr>
          <p:cNvSpPr txBox="1"/>
          <p:nvPr/>
        </p:nvSpPr>
        <p:spPr>
          <a:xfrm>
            <a:off x="7452320" y="2149227"/>
            <a:ext cx="129614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 </a:t>
            </a:r>
            <a:r>
              <a:rPr lang="en-US" altLang="zh-CN" b="1" dirty="0"/>
              <a:t>(1.8)</a:t>
            </a:r>
            <a:endParaRPr lang="zh-CN" altLang="en-US" b="1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A04B1023-BBC6-6B96-205D-9F83A950D59B}"/>
              </a:ext>
            </a:extLst>
          </p:cNvPr>
          <p:cNvSpPr txBox="1"/>
          <p:nvPr/>
        </p:nvSpPr>
        <p:spPr>
          <a:xfrm>
            <a:off x="414250" y="3670858"/>
            <a:ext cx="7686142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若</a:t>
            </a:r>
            <a:r>
              <a:rPr lang="zh-CN" altLang="en-US" b="1" dirty="0">
                <a:solidFill>
                  <a:srgbClr val="0033CC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常数项</a:t>
            </a:r>
            <a:r>
              <a:rPr lang="en-US" altLang="zh-CN" b="1" i="1" dirty="0">
                <a:solidFill>
                  <a:srgbClr val="0033CC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b="1" baseline="-25000" dirty="0">
                <a:solidFill>
                  <a:srgbClr val="0033CC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b="1" i="1" dirty="0">
                <a:solidFill>
                  <a:srgbClr val="0033CC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,b</a:t>
            </a:r>
            <a:r>
              <a:rPr lang="en-US" altLang="zh-CN" b="1" baseline="-25000" dirty="0">
                <a:solidFill>
                  <a:srgbClr val="0033CC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b="1" i="1" dirty="0">
                <a:solidFill>
                  <a:srgbClr val="0033CC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,…,b</a:t>
            </a:r>
            <a:r>
              <a:rPr lang="en-US" altLang="zh-CN" b="1" i="1" baseline="-25000" dirty="0">
                <a:solidFill>
                  <a:srgbClr val="0033CC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m</a:t>
            </a:r>
            <a:r>
              <a:rPr lang="zh-CN" altLang="en-US" b="1" dirty="0">
                <a:solidFill>
                  <a:srgbClr val="0033CC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不全为零</a:t>
            </a:r>
            <a:r>
              <a:rPr lang="en-US" altLang="zh-CN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, </a:t>
            </a:r>
            <a:r>
              <a:rPr lang="zh-CN" altLang="en-US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该方程组称为</a:t>
            </a:r>
            <a:endParaRPr lang="en-US" altLang="zh-CN" b="1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r>
              <a:rPr lang="zh-CN" altLang="en-US" b="1" dirty="0">
                <a:solidFill>
                  <a:srgbClr val="C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                                      非齐次线性方程组</a:t>
            </a:r>
            <a:r>
              <a:rPr lang="en-US" altLang="zh-CN" b="1" dirty="0">
                <a:ea typeface="华文中宋" panose="02010600040101010101" pitchFamily="2" charset="-122"/>
                <a:cs typeface="Times New Roman" panose="02020603050405020304" pitchFamily="18" charset="0"/>
              </a:rPr>
              <a:t>.</a:t>
            </a:r>
            <a:endParaRPr lang="zh-CN" altLang="en-US" b="1" dirty="0"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27040AB0-1DAB-B3A4-EF94-4FCC40EBBCE7}"/>
              </a:ext>
            </a:extLst>
          </p:cNvPr>
          <p:cNvSpPr txBox="1"/>
          <p:nvPr/>
        </p:nvSpPr>
        <p:spPr>
          <a:xfrm>
            <a:off x="414250" y="4624965"/>
            <a:ext cx="7586462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若</a:t>
            </a:r>
            <a:r>
              <a:rPr lang="zh-CN" altLang="en-US" b="1" dirty="0">
                <a:solidFill>
                  <a:srgbClr val="0033CC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常数项</a:t>
            </a:r>
            <a:r>
              <a:rPr lang="en-US" altLang="zh-CN" b="1" i="1" dirty="0">
                <a:solidFill>
                  <a:srgbClr val="0033CC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b="1" baseline="-25000" dirty="0">
                <a:solidFill>
                  <a:srgbClr val="0033CC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b="1" i="1" dirty="0">
                <a:solidFill>
                  <a:srgbClr val="0033CC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,b</a:t>
            </a:r>
            <a:r>
              <a:rPr lang="en-US" altLang="zh-CN" b="1" baseline="-25000" dirty="0">
                <a:solidFill>
                  <a:srgbClr val="0033CC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b="1" i="1" dirty="0">
                <a:solidFill>
                  <a:srgbClr val="0033CC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,…,b</a:t>
            </a:r>
            <a:r>
              <a:rPr lang="en-US" altLang="zh-CN" b="1" i="1" baseline="-25000" dirty="0">
                <a:solidFill>
                  <a:srgbClr val="0033CC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m</a:t>
            </a:r>
            <a:r>
              <a:rPr lang="zh-CN" altLang="en-US" b="1" dirty="0">
                <a:solidFill>
                  <a:srgbClr val="0033CC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全为零</a:t>
            </a:r>
            <a:r>
              <a:rPr lang="en-US" altLang="zh-CN" b="1" dirty="0">
                <a:ea typeface="华文中宋" panose="02010600040101010101" pitchFamily="2" charset="-122"/>
                <a:cs typeface="Times New Roman" panose="02020603050405020304" pitchFamily="18" charset="0"/>
              </a:rPr>
              <a:t>, </a:t>
            </a:r>
            <a:r>
              <a:rPr lang="zh-CN" altLang="en-US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该方程组称为</a:t>
            </a:r>
            <a:endParaRPr lang="en-US" altLang="zh-CN" b="1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r>
              <a:rPr lang="zh-CN" altLang="en-US" b="1" dirty="0">
                <a:solidFill>
                  <a:srgbClr val="C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                                      齐次线性方程组</a:t>
            </a:r>
            <a:r>
              <a:rPr lang="en-US" altLang="zh-CN" b="1" dirty="0">
                <a:ea typeface="华文中宋" panose="02010600040101010101" pitchFamily="2" charset="-122"/>
                <a:cs typeface="Times New Roman" panose="02020603050405020304" pitchFamily="18" charset="0"/>
              </a:rPr>
              <a:t>.</a:t>
            </a:r>
            <a:endParaRPr lang="zh-CN" altLang="en-US" dirty="0"/>
          </a:p>
        </p:txBody>
      </p:sp>
    </p:spTree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60" name="Rectangle 30">
            <a:extLst>
              <a:ext uri="{FF2B5EF4-FFF2-40B4-BE49-F238E27FC236}">
                <a16:creationId xmlns:a16="http://schemas.microsoft.com/office/drawing/2014/main" id="{72C5B6C1-1136-4086-B50D-8BBFBB5B31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0850" y="-18075"/>
            <a:ext cx="6537325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基本问题</a:t>
            </a:r>
            <a:r>
              <a:rPr kumimoji="1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:  </a:t>
            </a: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系数行列式的定义</a:t>
            </a:r>
            <a:endParaRPr kumimoji="1" lang="zh-CN" altLang="en-US" sz="26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mes New Roman" panose="02020603050405020304" pitchFamily="18" charset="0"/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6ED62B99-D783-AEAA-A199-AC38BBDF6778}"/>
              </a:ext>
            </a:extLst>
          </p:cNvPr>
          <p:cNvSpPr txBox="1"/>
          <p:nvPr/>
        </p:nvSpPr>
        <p:spPr>
          <a:xfrm>
            <a:off x="179512" y="692696"/>
            <a:ext cx="8136904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     本节仅讨论方程组</a:t>
            </a:r>
            <a:r>
              <a:rPr lang="en-US" altLang="zh-CN" b="1" dirty="0">
                <a:ea typeface="华文中宋" panose="02010600040101010101" pitchFamily="2" charset="-122"/>
                <a:cs typeface="Times New Roman" panose="02020603050405020304" pitchFamily="18" charset="0"/>
              </a:rPr>
              <a:t>(1.8)</a:t>
            </a:r>
            <a:r>
              <a:rPr lang="zh-CN" altLang="en-US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中</a:t>
            </a:r>
            <a:r>
              <a:rPr lang="en-US" altLang="zh-CN" b="1" i="1" dirty="0">
                <a:ea typeface="华文中宋" panose="02010600040101010101" pitchFamily="2" charset="-122"/>
                <a:cs typeface="Times New Roman" panose="02020603050405020304" pitchFamily="18" charset="0"/>
              </a:rPr>
              <a:t>m=n</a:t>
            </a:r>
            <a:r>
              <a:rPr lang="zh-CN" altLang="en-US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时的情形</a:t>
            </a:r>
            <a:r>
              <a:rPr lang="en-US" altLang="zh-CN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. </a:t>
            </a:r>
            <a:r>
              <a:rPr lang="zh-CN" altLang="en-US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此时</a:t>
            </a:r>
            <a:r>
              <a:rPr lang="en-US" altLang="zh-CN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,</a:t>
            </a:r>
            <a:r>
              <a:rPr lang="zh-CN" altLang="en-US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方程组的</a:t>
            </a:r>
            <a:r>
              <a:rPr lang="zh-CN" altLang="en-US" b="1" dirty="0">
                <a:solidFill>
                  <a:srgbClr val="C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系数行列式</a:t>
            </a:r>
            <a:endParaRPr lang="zh-CN" altLang="en-US" b="1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graphicFrame>
        <p:nvGraphicFramePr>
          <p:cNvPr id="10" name="对象 9">
            <a:extLst>
              <a:ext uri="{FF2B5EF4-FFF2-40B4-BE49-F238E27FC236}">
                <a16:creationId xmlns:a16="http://schemas.microsoft.com/office/drawing/2014/main" id="{A387F10E-97D6-5AD5-DA06-873C95E028F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3488276"/>
              </p:ext>
            </p:extLst>
          </p:nvPr>
        </p:nvGraphicFramePr>
        <p:xfrm>
          <a:off x="2523910" y="1670406"/>
          <a:ext cx="3488250" cy="175859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5" name="Equation" r:id="rId3" imgW="1587240" imgH="799920" progId="Equation.DSMT4">
                  <p:embed/>
                </p:oleObj>
              </mc:Choice>
              <mc:Fallback>
                <p:oleObj name="Equation" r:id="rId3" imgW="1587240" imgH="799920" progId="Equation.DSMT4">
                  <p:embed/>
                  <p:pic>
                    <p:nvPicPr>
                      <p:cNvPr id="10" name="对象 9">
                        <a:extLst>
                          <a:ext uri="{FF2B5EF4-FFF2-40B4-BE49-F238E27FC236}">
                            <a16:creationId xmlns:a16="http://schemas.microsoft.com/office/drawing/2014/main" id="{A387F10E-97D6-5AD5-DA06-873C95E028F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523910" y="1670406"/>
                        <a:ext cx="3488250" cy="175859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>
            <a:extLst>
              <a:ext uri="{FF2B5EF4-FFF2-40B4-BE49-F238E27FC236}">
                <a16:creationId xmlns:a16="http://schemas.microsoft.com/office/drawing/2014/main" id="{E881BEF6-0B82-1833-83FD-0BB55D318D5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21521394"/>
              </p:ext>
            </p:extLst>
          </p:nvPr>
        </p:nvGraphicFramePr>
        <p:xfrm>
          <a:off x="1360282" y="4437112"/>
          <a:ext cx="6423435" cy="19570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6" name="Equation" r:id="rId5" imgW="5669343" imgH="1726982" progId="Equation.DSMT4">
                  <p:embed/>
                </p:oleObj>
              </mc:Choice>
              <mc:Fallback>
                <p:oleObj name="Equation" r:id="rId5" imgW="5669343" imgH="1726982" progId="Equation.DSMT4">
                  <p:embed/>
                  <p:pic>
                    <p:nvPicPr>
                      <p:cNvPr id="11" name="对象 10">
                        <a:extLst>
                          <a:ext uri="{FF2B5EF4-FFF2-40B4-BE49-F238E27FC236}">
                            <a16:creationId xmlns:a16="http://schemas.microsoft.com/office/drawing/2014/main" id="{E881BEF6-0B82-1833-83FD-0BB55D318D5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360282" y="4437112"/>
                        <a:ext cx="6423435" cy="195707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文本框 2">
            <a:extLst>
              <a:ext uri="{FF2B5EF4-FFF2-40B4-BE49-F238E27FC236}">
                <a16:creationId xmlns:a16="http://schemas.microsoft.com/office/drawing/2014/main" id="{A528B846-56B7-9A5D-DAEA-44B41B6A5307}"/>
              </a:ext>
            </a:extLst>
          </p:cNvPr>
          <p:cNvSpPr txBox="1"/>
          <p:nvPr/>
        </p:nvSpPr>
        <p:spPr>
          <a:xfrm>
            <a:off x="130446" y="3483005"/>
            <a:ext cx="854601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      令</a:t>
            </a:r>
            <a:r>
              <a:rPr lang="en-US" altLang="zh-CN" b="1" i="1" dirty="0" err="1">
                <a:ea typeface="华文中宋" panose="02010600040101010101" pitchFamily="2" charset="-122"/>
                <a:cs typeface="Times New Roman" panose="02020603050405020304" pitchFamily="18" charset="0"/>
              </a:rPr>
              <a:t>D</a:t>
            </a:r>
            <a:r>
              <a:rPr lang="en-US" altLang="zh-CN" b="1" i="1" baseline="-25000" dirty="0" err="1">
                <a:ea typeface="华文中宋" panose="02010600040101010101" pitchFamily="2" charset="-122"/>
                <a:cs typeface="Times New Roman" panose="02020603050405020304" pitchFamily="18" charset="0"/>
              </a:rPr>
              <a:t>j</a:t>
            </a:r>
            <a:r>
              <a:rPr lang="en-US" altLang="zh-CN" b="1" i="1" baseline="-25000" dirty="0">
                <a:ea typeface="华文中宋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b="1" dirty="0">
                <a:ea typeface="华文中宋" panose="0201060004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b="1" i="1" dirty="0">
                <a:ea typeface="华文中宋" panose="02010600040101010101" pitchFamily="2" charset="-122"/>
                <a:cs typeface="Times New Roman" panose="02020603050405020304" pitchFamily="18" charset="0"/>
              </a:rPr>
              <a:t>j=</a:t>
            </a:r>
            <a:r>
              <a:rPr lang="en-US" altLang="zh-CN" b="1" dirty="0">
                <a:ea typeface="华文中宋" panose="02010600040101010101" pitchFamily="2" charset="-122"/>
                <a:cs typeface="Times New Roman" panose="02020603050405020304" pitchFamily="18" charset="0"/>
              </a:rPr>
              <a:t>1,2</a:t>
            </a:r>
            <a:r>
              <a:rPr lang="en-US" altLang="zh-CN" b="1" i="1" dirty="0">
                <a:ea typeface="华文中宋" panose="02010600040101010101" pitchFamily="2" charset="-122"/>
                <a:cs typeface="Times New Roman" panose="02020603050405020304" pitchFamily="18" charset="0"/>
              </a:rPr>
              <a:t>,…,n</a:t>
            </a:r>
            <a:r>
              <a:rPr lang="en-US" altLang="zh-CN" b="1" dirty="0">
                <a:ea typeface="华文中宋" panose="0201060004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en-US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为常数项</a:t>
            </a:r>
            <a:r>
              <a:rPr lang="en-US" altLang="zh-CN" b="1" i="1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b="1" baseline="-25000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b="1" i="1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,b</a:t>
            </a:r>
            <a:r>
              <a:rPr lang="en-US" altLang="zh-CN" b="1" baseline="-25000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b="1" i="1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,…,b</a:t>
            </a:r>
            <a:r>
              <a:rPr lang="en-US" altLang="zh-CN" b="1" i="1" baseline="-25000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n</a:t>
            </a:r>
            <a:r>
              <a:rPr lang="zh-CN" altLang="en-US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替换系数行列式</a:t>
            </a:r>
            <a:r>
              <a:rPr lang="en-US" altLang="zh-CN" b="1" i="1" dirty="0">
                <a:ea typeface="华文中宋" panose="02010600040101010101" pitchFamily="2" charset="-122"/>
                <a:cs typeface="Times New Roman" panose="02020603050405020304" pitchFamily="18" charset="0"/>
              </a:rPr>
              <a:t>D</a:t>
            </a:r>
            <a:r>
              <a:rPr lang="zh-CN" altLang="en-US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中第 </a:t>
            </a:r>
            <a:r>
              <a:rPr lang="en-US" altLang="zh-CN" b="1" i="1" dirty="0">
                <a:ea typeface="华文中宋" panose="02010600040101010101" pitchFamily="2" charset="-122"/>
                <a:cs typeface="Times New Roman" panose="02020603050405020304" pitchFamily="18" charset="0"/>
              </a:rPr>
              <a:t>j </a:t>
            </a:r>
            <a:r>
              <a:rPr lang="zh-CN" altLang="en-US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列元素而得到的行列式</a:t>
            </a:r>
            <a:r>
              <a:rPr lang="en-US" altLang="zh-CN" b="1" dirty="0">
                <a:ea typeface="华文中宋" panose="02010600040101010101" pitchFamily="2" charset="-122"/>
                <a:cs typeface="Times New Roman" panose="02020603050405020304" pitchFamily="18" charset="0"/>
              </a:rPr>
              <a:t>, </a:t>
            </a:r>
            <a:r>
              <a:rPr lang="zh-CN" altLang="en-US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即</a:t>
            </a:r>
          </a:p>
        </p:txBody>
      </p:sp>
    </p:spTree>
    <p:extLst>
      <p:ext uri="{BB962C8B-B14F-4D97-AF65-F5344CB8AC3E}">
        <p14:creationId xmlns:p14="http://schemas.microsoft.com/office/powerpoint/2010/main" val="1154738741"/>
      </p:ext>
    </p:extLst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75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60" name="Rectangle 30">
            <a:extLst>
              <a:ext uri="{FF2B5EF4-FFF2-40B4-BE49-F238E27FC236}">
                <a16:creationId xmlns:a16="http://schemas.microsoft.com/office/drawing/2014/main" id="{72C5B6C1-1136-4086-B50D-8BBFBB5B31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416" y="512"/>
            <a:ext cx="6537325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600" b="1" dirty="0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重</a:t>
            </a:r>
            <a:r>
              <a:rPr lang="en-US" altLang="zh-CN" sz="2600" b="1" dirty="0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en-US" sz="2600" b="1" dirty="0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难</a:t>
            </a:r>
            <a:r>
              <a:rPr lang="en-US" altLang="zh-CN" sz="2600" b="1" dirty="0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en-US" sz="2600" b="1" dirty="0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点问题</a:t>
            </a:r>
            <a:r>
              <a:rPr lang="en-US" altLang="zh-CN" sz="2600" b="1" dirty="0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---</a:t>
            </a: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克拉默</a:t>
            </a:r>
            <a:r>
              <a:rPr kumimoji="1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(Cramer)</a:t>
            </a: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法则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D247F4A0-3420-4580-E9F6-B75E20B55EC3}"/>
              </a:ext>
            </a:extLst>
          </p:cNvPr>
          <p:cNvSpPr txBox="1"/>
          <p:nvPr/>
        </p:nvSpPr>
        <p:spPr>
          <a:xfrm>
            <a:off x="179512" y="1281488"/>
            <a:ext cx="853244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>
                <a:solidFill>
                  <a:srgbClr val="0033CC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系数行列式</a:t>
            </a:r>
            <a:r>
              <a:rPr lang="en-US" altLang="zh-CN" b="1" i="1">
                <a:solidFill>
                  <a:srgbClr val="0033CC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D ≠ </a:t>
            </a:r>
            <a:r>
              <a:rPr lang="en-US" altLang="zh-CN" b="1">
                <a:solidFill>
                  <a:srgbClr val="0033CC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0</a:t>
            </a:r>
            <a:r>
              <a:rPr lang="en-US" altLang="zh-CN" b="1">
                <a:ea typeface="华文中宋" panose="02010600040101010101" pitchFamily="2" charset="-122"/>
                <a:cs typeface="Times New Roman" panose="02020603050405020304" pitchFamily="18" charset="0"/>
              </a:rPr>
              <a:t>, </a:t>
            </a:r>
            <a:r>
              <a:rPr lang="zh-CN" altLang="en-US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则方程组有</a:t>
            </a:r>
            <a:r>
              <a:rPr lang="zh-CN" altLang="en-US" b="1" dirty="0">
                <a:solidFill>
                  <a:srgbClr val="0033CC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唯一解</a:t>
            </a:r>
            <a:r>
              <a:rPr lang="en-US" altLang="zh-CN" b="1" dirty="0">
                <a:ea typeface="华文中宋" panose="02010600040101010101" pitchFamily="2" charset="-122"/>
                <a:cs typeface="Times New Roman" panose="02020603050405020304" pitchFamily="18" charset="0"/>
              </a:rPr>
              <a:t>:</a:t>
            </a:r>
          </a:p>
        </p:txBody>
      </p:sp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EAE8BD66-F467-F5B8-1762-24EDE9192C6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98880486"/>
              </p:ext>
            </p:extLst>
          </p:nvPr>
        </p:nvGraphicFramePr>
        <p:xfrm>
          <a:off x="1231353" y="1823619"/>
          <a:ext cx="1514808" cy="9974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1" name="Equation" r:id="rId3" imgW="596880" imgH="393480" progId="Equation.DSMT4">
                  <p:embed/>
                </p:oleObj>
              </mc:Choice>
              <mc:Fallback>
                <p:oleObj name="Equation" r:id="rId3" imgW="596880" imgH="393480" progId="Equation.DSMT4">
                  <p:embed/>
                  <p:pic>
                    <p:nvPicPr>
                      <p:cNvPr id="4" name="对象 3">
                        <a:extLst>
                          <a:ext uri="{FF2B5EF4-FFF2-40B4-BE49-F238E27FC236}">
                            <a16:creationId xmlns:a16="http://schemas.microsoft.com/office/drawing/2014/main" id="{EAE8BD66-F467-F5B8-1762-24EDE9192C6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231353" y="1823619"/>
                        <a:ext cx="1514808" cy="99741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文本框 14">
            <a:extLst>
              <a:ext uri="{FF2B5EF4-FFF2-40B4-BE49-F238E27FC236}">
                <a16:creationId xmlns:a16="http://schemas.microsoft.com/office/drawing/2014/main" id="{A444EE33-5954-0CF4-82C5-6F9B2461BA10}"/>
              </a:ext>
            </a:extLst>
          </p:cNvPr>
          <p:cNvSpPr txBox="1"/>
          <p:nvPr/>
        </p:nvSpPr>
        <p:spPr>
          <a:xfrm>
            <a:off x="7956376" y="2101421"/>
            <a:ext cx="118762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ea typeface="华文中宋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b="1" dirty="0">
                <a:ea typeface="华文中宋" panose="02010600040101010101" pitchFamily="2" charset="-122"/>
                <a:cs typeface="Times New Roman" panose="02020603050405020304" pitchFamily="18" charset="0"/>
              </a:rPr>
              <a:t>(1.9)</a:t>
            </a:r>
            <a:endParaRPr lang="zh-CN" altLang="en-US" b="1" dirty="0"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C30F6C16-0AD2-CF79-708B-AA5037346B35}"/>
              </a:ext>
            </a:extLst>
          </p:cNvPr>
          <p:cNvSpPr txBox="1"/>
          <p:nvPr/>
        </p:nvSpPr>
        <p:spPr>
          <a:xfrm>
            <a:off x="1365265" y="2948422"/>
            <a:ext cx="507894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先证</a:t>
            </a:r>
            <a:r>
              <a:rPr lang="en-US" altLang="zh-CN" b="1" dirty="0">
                <a:ea typeface="华文中宋" panose="02010600040101010101" pitchFamily="2" charset="-122"/>
                <a:cs typeface="Times New Roman" panose="02020603050405020304" pitchFamily="18" charset="0"/>
              </a:rPr>
              <a:t>(1.9)</a:t>
            </a:r>
            <a:r>
              <a:rPr lang="zh-CN" altLang="en-US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是方程组</a:t>
            </a:r>
            <a:r>
              <a:rPr lang="en-US" altLang="zh-CN" b="1" dirty="0">
                <a:ea typeface="华文中宋" panose="02010600040101010101" pitchFamily="2" charset="-122"/>
                <a:cs typeface="Times New Roman" panose="02020603050405020304" pitchFamily="18" charset="0"/>
              </a:rPr>
              <a:t>(1.8)</a:t>
            </a:r>
            <a:r>
              <a:rPr lang="zh-CN" altLang="en-US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的解</a:t>
            </a:r>
            <a:r>
              <a:rPr lang="en-US" altLang="zh-CN" b="1" dirty="0">
                <a:ea typeface="华文中宋" panose="02010600040101010101" pitchFamily="2" charset="-122"/>
                <a:cs typeface="Times New Roman" panose="02020603050405020304" pitchFamily="18" charset="0"/>
              </a:rPr>
              <a:t>,</a:t>
            </a:r>
            <a:endParaRPr lang="zh-CN" altLang="en-US" b="1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graphicFrame>
        <p:nvGraphicFramePr>
          <p:cNvPr id="18" name="对象 17">
            <a:extLst>
              <a:ext uri="{FF2B5EF4-FFF2-40B4-BE49-F238E27FC236}">
                <a16:creationId xmlns:a16="http://schemas.microsoft.com/office/drawing/2014/main" id="{CD39B086-B0A8-9880-8C1D-7FECD4F2D37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63550105"/>
              </p:ext>
            </p:extLst>
          </p:nvPr>
        </p:nvGraphicFramePr>
        <p:xfrm>
          <a:off x="971600" y="3536402"/>
          <a:ext cx="7511766" cy="115824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2" name="Equation" r:id="rId5" imgW="5323357" imgH="820109" progId="Equation.DSMT4">
                  <p:embed/>
                </p:oleObj>
              </mc:Choice>
              <mc:Fallback>
                <p:oleObj name="Equation" r:id="rId5" imgW="5323357" imgH="820109" progId="Equation.DSMT4">
                  <p:embed/>
                  <p:pic>
                    <p:nvPicPr>
                      <p:cNvPr id="18" name="对象 17">
                        <a:extLst>
                          <a:ext uri="{FF2B5EF4-FFF2-40B4-BE49-F238E27FC236}">
                            <a16:creationId xmlns:a16="http://schemas.microsoft.com/office/drawing/2014/main" id="{CD39B086-B0A8-9880-8C1D-7FECD4F2D37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971600" y="3536402"/>
                        <a:ext cx="7511766" cy="115824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文本框 19">
            <a:extLst>
              <a:ext uri="{FF2B5EF4-FFF2-40B4-BE49-F238E27FC236}">
                <a16:creationId xmlns:a16="http://schemas.microsoft.com/office/drawing/2014/main" id="{3B55B8D3-E847-B96C-B633-06966B123C43}"/>
              </a:ext>
            </a:extLst>
          </p:cNvPr>
          <p:cNvSpPr txBox="1"/>
          <p:nvPr/>
        </p:nvSpPr>
        <p:spPr>
          <a:xfrm>
            <a:off x="259232" y="4915979"/>
            <a:ext cx="4572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上式两端同时</a:t>
            </a:r>
            <a:r>
              <a:rPr lang="zh-CN" altLang="en-US" b="1">
                <a:latin typeface="华文中宋" panose="02010600040101010101" pitchFamily="2" charset="-122"/>
                <a:ea typeface="华文中宋" panose="02010600040101010101" pitchFamily="2" charset="-122"/>
              </a:rPr>
              <a:t>乘以</a:t>
            </a:r>
            <a:r>
              <a:rPr lang="en-US" altLang="zh-CN" b="1" i="1">
                <a:ea typeface="华文中宋" panose="02010600040101010101" pitchFamily="2" charset="-122"/>
                <a:cs typeface="Times New Roman" panose="02020603050405020304" pitchFamily="18" charset="0"/>
              </a:rPr>
              <a:t>D</a:t>
            </a:r>
            <a:r>
              <a:rPr lang="zh-CN" altLang="en-US" b="1">
                <a:latin typeface="华文中宋" panose="02010600040101010101" pitchFamily="2" charset="-122"/>
                <a:ea typeface="华文中宋" panose="02010600040101010101" pitchFamily="2" charset="-122"/>
              </a:rPr>
              <a:t>得</a:t>
            </a:r>
            <a:endParaRPr lang="zh-CN" altLang="en-US" b="1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16A999C3-029F-3C66-471E-757324FE55E0}"/>
              </a:ext>
            </a:extLst>
          </p:cNvPr>
          <p:cNvSpPr txBox="1"/>
          <p:nvPr/>
        </p:nvSpPr>
        <p:spPr>
          <a:xfrm>
            <a:off x="179512" y="796596"/>
            <a:ext cx="143244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rgbClr val="C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定理</a:t>
            </a:r>
            <a:r>
              <a:rPr lang="en-US" altLang="zh-CN" b="1" dirty="0">
                <a:solidFill>
                  <a:srgbClr val="C00000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1.3</a:t>
            </a:r>
            <a:r>
              <a:rPr lang="en-US" altLang="zh-CN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CB57114-E09F-93CF-95ED-578393B32B08}"/>
              </a:ext>
            </a:extLst>
          </p:cNvPr>
          <p:cNvSpPr txBox="1"/>
          <p:nvPr/>
        </p:nvSpPr>
        <p:spPr>
          <a:xfrm>
            <a:off x="1437273" y="764704"/>
            <a:ext cx="759922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dirty="0">
                <a:ea typeface="华文中宋" panose="0201060004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en-US" b="1" dirty="0">
                <a:solidFill>
                  <a:srgbClr val="C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克拉默</a:t>
            </a:r>
            <a:r>
              <a:rPr lang="en-US" altLang="zh-CN" b="1" dirty="0">
                <a:solidFill>
                  <a:srgbClr val="C00000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(Cramer)</a:t>
            </a:r>
            <a:r>
              <a:rPr lang="zh-CN" altLang="en-US" b="1" dirty="0">
                <a:solidFill>
                  <a:srgbClr val="C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法则</a:t>
            </a:r>
            <a:r>
              <a:rPr lang="en-US" altLang="zh-CN" b="1" dirty="0">
                <a:ea typeface="华文中宋" panose="02010600040101010101" pitchFamily="2" charset="-122"/>
                <a:cs typeface="Times New Roman" panose="02020603050405020304" pitchFamily="18" charset="0"/>
              </a:rPr>
              <a:t>) </a:t>
            </a:r>
            <a:r>
              <a:rPr lang="zh-CN" altLang="en-US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如果线性方程组</a:t>
            </a:r>
            <a:r>
              <a:rPr lang="en-US" altLang="zh-CN" b="1" dirty="0">
                <a:ea typeface="华文中宋" panose="02010600040101010101" pitchFamily="2" charset="-122"/>
                <a:cs typeface="Times New Roman" panose="02020603050405020304" pitchFamily="18" charset="0"/>
              </a:rPr>
              <a:t>(1.8)</a:t>
            </a:r>
            <a:r>
              <a:rPr lang="zh-CN" altLang="en-US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的</a:t>
            </a:r>
            <a:endParaRPr lang="zh-CN" altLang="en-US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1CEFCF6F-A609-258E-F4B0-C7679399C30D}"/>
              </a:ext>
            </a:extLst>
          </p:cNvPr>
          <p:cNvSpPr txBox="1"/>
          <p:nvPr/>
        </p:nvSpPr>
        <p:spPr>
          <a:xfrm>
            <a:off x="259232" y="2948422"/>
            <a:ext cx="110603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ea typeface="华文中宋" panose="02010600040101010101" pitchFamily="2" charset="-122"/>
                <a:cs typeface="Times New Roman" panose="02020603050405020304" pitchFamily="18" charset="0"/>
              </a:rPr>
              <a:t>*</a:t>
            </a:r>
            <a:r>
              <a:rPr lang="zh-CN" altLang="en-US" b="1" dirty="0">
                <a:solidFill>
                  <a:srgbClr val="C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证明</a:t>
            </a:r>
            <a:r>
              <a:rPr lang="zh-CN" altLang="en-US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endParaRPr lang="zh-CN" altLang="en-US" dirty="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2C5B4453-51A9-B2DA-1481-B30FFEB1485E}"/>
              </a:ext>
            </a:extLst>
          </p:cNvPr>
          <p:cNvSpPr txBox="1"/>
          <p:nvPr/>
        </p:nvSpPr>
        <p:spPr>
          <a:xfrm>
            <a:off x="5769260" y="2952586"/>
            <a:ext cx="161105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即要证明</a:t>
            </a:r>
            <a:endParaRPr lang="zh-CN" altLang="en-US" dirty="0"/>
          </a:p>
        </p:txBody>
      </p:sp>
      <p:graphicFrame>
        <p:nvGraphicFramePr>
          <p:cNvPr id="12" name="对象 11">
            <a:extLst>
              <a:ext uri="{FF2B5EF4-FFF2-40B4-BE49-F238E27FC236}">
                <a16:creationId xmlns:a16="http://schemas.microsoft.com/office/drawing/2014/main" id="{1B7CB3A9-257A-8D1D-322A-B7F87BA6EDD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381128741"/>
              </p:ext>
            </p:extLst>
          </p:nvPr>
        </p:nvGraphicFramePr>
        <p:xfrm>
          <a:off x="3136909" y="1823731"/>
          <a:ext cx="1487218" cy="99730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3" name="Equation" r:id="rId7" imgW="622080" imgH="393480" progId="Equation.DSMT4">
                  <p:embed/>
                </p:oleObj>
              </mc:Choice>
              <mc:Fallback>
                <p:oleObj name="Equation" r:id="rId7" imgW="622080" imgH="393480" progId="Equation.DSMT4">
                  <p:embed/>
                  <p:pic>
                    <p:nvPicPr>
                      <p:cNvPr id="12" name="对象 11">
                        <a:extLst>
                          <a:ext uri="{FF2B5EF4-FFF2-40B4-BE49-F238E27FC236}">
                            <a16:creationId xmlns:a16="http://schemas.microsoft.com/office/drawing/2014/main" id="{1B7CB3A9-257A-8D1D-322A-B7F87BA6EDD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136909" y="1823731"/>
                        <a:ext cx="1487218" cy="99730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对象 15">
            <a:extLst>
              <a:ext uri="{FF2B5EF4-FFF2-40B4-BE49-F238E27FC236}">
                <a16:creationId xmlns:a16="http://schemas.microsoft.com/office/drawing/2014/main" id="{762FE2F0-9CC4-36E9-757C-E3DB2A7A91B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87395315"/>
              </p:ext>
            </p:extLst>
          </p:nvPr>
        </p:nvGraphicFramePr>
        <p:xfrm>
          <a:off x="5837453" y="1791125"/>
          <a:ext cx="1120775" cy="996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4" name="Equation" r:id="rId9" imgW="622080" imgH="406080" progId="Equation.DSMT4">
                  <p:embed/>
                </p:oleObj>
              </mc:Choice>
              <mc:Fallback>
                <p:oleObj name="Equation" r:id="rId9" imgW="622080" imgH="406080" progId="Equation.DSMT4">
                  <p:embed/>
                  <p:pic>
                    <p:nvPicPr>
                      <p:cNvPr id="16" name="对象 15">
                        <a:extLst>
                          <a:ext uri="{FF2B5EF4-FFF2-40B4-BE49-F238E27FC236}">
                            <a16:creationId xmlns:a16="http://schemas.microsoft.com/office/drawing/2014/main" id="{762FE2F0-9CC4-36E9-757C-E3DB2A7A91B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5837453" y="1791125"/>
                        <a:ext cx="1120775" cy="9969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对象 1">
            <a:extLst>
              <a:ext uri="{FF2B5EF4-FFF2-40B4-BE49-F238E27FC236}">
                <a16:creationId xmlns:a16="http://schemas.microsoft.com/office/drawing/2014/main" id="{3BB6856B-4740-C7F1-81D8-0C9F026489C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85833639"/>
              </p:ext>
            </p:extLst>
          </p:nvPr>
        </p:nvGraphicFramePr>
        <p:xfrm>
          <a:off x="971600" y="5544459"/>
          <a:ext cx="7511766" cy="64450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5" name="Equation" r:id="rId11" imgW="5366200" imgH="460457" progId="Equation.DSMT4">
                  <p:embed/>
                </p:oleObj>
              </mc:Choice>
              <mc:Fallback>
                <p:oleObj name="Equation" r:id="rId11" imgW="5366200" imgH="460457" progId="Equation.DSMT4">
                  <p:embed/>
                  <p:pic>
                    <p:nvPicPr>
                      <p:cNvPr id="2" name="对象 1">
                        <a:extLst>
                          <a:ext uri="{FF2B5EF4-FFF2-40B4-BE49-F238E27FC236}">
                            <a16:creationId xmlns:a16="http://schemas.microsoft.com/office/drawing/2014/main" id="{3BB6856B-4740-C7F1-81D8-0C9F026489C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971600" y="5544459"/>
                        <a:ext cx="7511766" cy="64450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>
            <a:extLst>
              <a:ext uri="{FF2B5EF4-FFF2-40B4-BE49-F238E27FC236}">
                <a16:creationId xmlns:a16="http://schemas.microsoft.com/office/drawing/2014/main" id="{0C864D76-64EA-7777-EF0F-5CE09C0AE87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190174564"/>
              </p:ext>
            </p:extLst>
          </p:nvPr>
        </p:nvGraphicFramePr>
        <p:xfrm>
          <a:off x="5014875" y="2270837"/>
          <a:ext cx="463209" cy="249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6" name="Equation" r:id="rId13" imgW="177480" imgH="101520" progId="Equation.DSMT4">
                  <p:embed/>
                </p:oleObj>
              </mc:Choice>
              <mc:Fallback>
                <p:oleObj name="Equation" r:id="rId13" imgW="177480" imgH="101520" progId="Equation.DSMT4">
                  <p:embed/>
                  <p:pic>
                    <p:nvPicPr>
                      <p:cNvPr id="16" name="对象 15">
                        <a:extLst>
                          <a:ext uri="{FF2B5EF4-FFF2-40B4-BE49-F238E27FC236}">
                            <a16:creationId xmlns:a16="http://schemas.microsoft.com/office/drawing/2014/main" id="{762FE2F0-9CC4-36E9-757C-E3DB2A7A91B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5014875" y="2270837"/>
                        <a:ext cx="463209" cy="2492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523204009"/>
      </p:ext>
    </p:extLst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175"/>
                            </p:stCondLst>
                            <p:childTnLst>
                              <p:par>
                                <p:cTn id="1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950"/>
                            </p:stCondLst>
                            <p:childTnLst>
                              <p:par>
                                <p:cTn id="4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1525"/>
                            </p:stCondLst>
                            <p:childTnLst>
                              <p:par>
                                <p:cTn id="5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7" grpId="0"/>
      <p:bldP spid="20" grpId="0"/>
      <p:bldP spid="5" grpId="0"/>
      <p:bldP spid="9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0">
            <a:hlinkClick r:id="rId3" action="ppaction://hlinksldjump"/>
            <a:extLst>
              <a:ext uri="{FF2B5EF4-FFF2-40B4-BE49-F238E27FC236}">
                <a16:creationId xmlns:a16="http://schemas.microsoft.com/office/drawing/2014/main" id="{6ED1EF79-A7DA-43D6-9844-52236878D5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0850" y="393700"/>
            <a:ext cx="4032250" cy="431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0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Gulim" panose="020B0600000101010101" pitchFamily="34" charset="-127"/>
              <a:cs typeface="Times New Roman" panose="02020603050405020304" pitchFamily="18" charset="0"/>
            </a:endParaRPr>
          </a:p>
        </p:txBody>
      </p:sp>
      <p:sp>
        <p:nvSpPr>
          <p:cNvPr id="45060" name="Rectangle 30">
            <a:extLst>
              <a:ext uri="{FF2B5EF4-FFF2-40B4-BE49-F238E27FC236}">
                <a16:creationId xmlns:a16="http://schemas.microsoft.com/office/drawing/2014/main" id="{72C5B6C1-1136-4086-B50D-8BBFBB5B31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4481" y="-18806"/>
            <a:ext cx="6537325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克拉默</a:t>
            </a:r>
            <a:r>
              <a:rPr kumimoji="1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(Cramer)</a:t>
            </a: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法则的证明</a:t>
            </a:r>
          </a:p>
        </p:txBody>
      </p:sp>
      <p:graphicFrame>
        <p:nvGraphicFramePr>
          <p:cNvPr id="2" name="对象 1">
            <a:extLst>
              <a:ext uri="{FF2B5EF4-FFF2-40B4-BE49-F238E27FC236}">
                <a16:creationId xmlns:a16="http://schemas.microsoft.com/office/drawing/2014/main" id="{D720CC87-5A88-F1F3-0E63-664B4AA7AD1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74935136"/>
              </p:ext>
            </p:extLst>
          </p:nvPr>
        </p:nvGraphicFramePr>
        <p:xfrm>
          <a:off x="1043608" y="973162"/>
          <a:ext cx="6840760" cy="58692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12" name="Equation" r:id="rId4" imgW="5366200" imgH="460457" progId="Equation.DSMT4">
                  <p:embed/>
                </p:oleObj>
              </mc:Choice>
              <mc:Fallback>
                <p:oleObj name="Equation" r:id="rId4" imgW="5366200" imgH="460457" progId="Equation.DSMT4">
                  <p:embed/>
                  <p:pic>
                    <p:nvPicPr>
                      <p:cNvPr id="2" name="对象 1">
                        <a:extLst>
                          <a:ext uri="{FF2B5EF4-FFF2-40B4-BE49-F238E27FC236}">
                            <a16:creationId xmlns:a16="http://schemas.microsoft.com/office/drawing/2014/main" id="{D720CC87-5A88-F1F3-0E63-664B4AA7AD1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043608" y="973162"/>
                        <a:ext cx="6840760" cy="58692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文本框 5">
            <a:extLst>
              <a:ext uri="{FF2B5EF4-FFF2-40B4-BE49-F238E27FC236}">
                <a16:creationId xmlns:a16="http://schemas.microsoft.com/office/drawing/2014/main" id="{35194D5C-E66B-BAE2-321C-C54785E78235}"/>
              </a:ext>
            </a:extLst>
          </p:cNvPr>
          <p:cNvSpPr txBox="1"/>
          <p:nvPr/>
        </p:nvSpPr>
        <p:spPr>
          <a:xfrm>
            <a:off x="159491" y="1628800"/>
            <a:ext cx="820120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将</a:t>
            </a:r>
            <a:r>
              <a:rPr lang="en-US" altLang="zh-CN" b="1" i="1" dirty="0" err="1">
                <a:ea typeface="华文中宋" panose="02010600040101010101" pitchFamily="2" charset="-122"/>
                <a:cs typeface="Times New Roman" panose="02020603050405020304" pitchFamily="18" charset="0"/>
              </a:rPr>
              <a:t>D</a:t>
            </a:r>
            <a:r>
              <a:rPr lang="en-US" altLang="zh-CN" b="1" i="1" baseline="-25000" dirty="0" err="1">
                <a:ea typeface="华文中宋" panose="02010600040101010101" pitchFamily="2" charset="-122"/>
                <a:cs typeface="Times New Roman" panose="02020603050405020304" pitchFamily="18" charset="0"/>
              </a:rPr>
              <a:t>j</a:t>
            </a:r>
            <a:r>
              <a:rPr lang="en-US" altLang="zh-CN" b="1" i="1">
                <a:ea typeface="华文中宋" panose="02010600040101010101" pitchFamily="2" charset="-122"/>
                <a:cs typeface="Times New Roman" panose="02020603050405020304" pitchFamily="18" charset="0"/>
              </a:rPr>
              <a:t>=b</a:t>
            </a:r>
            <a:r>
              <a:rPr lang="en-US" altLang="zh-CN" b="1" baseline="-25000">
                <a:ea typeface="华文中宋" panose="0201060004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b="1" i="1">
                <a:ea typeface="华文中宋" panose="0201060004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b="1" baseline="-25000">
                <a:ea typeface="华文中宋" panose="0201060004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b="1" i="1" baseline="-25000">
                <a:ea typeface="华文中宋" panose="02010600040101010101" pitchFamily="2" charset="-122"/>
                <a:cs typeface="Times New Roman" panose="02020603050405020304" pitchFamily="18" charset="0"/>
              </a:rPr>
              <a:t>j</a:t>
            </a:r>
            <a:r>
              <a:rPr lang="en-US" altLang="zh-CN" b="1" i="1">
                <a:ea typeface="华文中宋" panose="02010600040101010101" pitchFamily="2" charset="-122"/>
                <a:cs typeface="Times New Roman" panose="02020603050405020304" pitchFamily="18" charset="0"/>
              </a:rPr>
              <a:t>+b</a:t>
            </a:r>
            <a:r>
              <a:rPr lang="en-US" altLang="zh-CN" b="1" baseline="-25000">
                <a:ea typeface="华文中宋" panose="0201060004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b="1" i="1">
                <a:ea typeface="华文中宋" panose="0201060004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b="1" baseline="-25000">
                <a:ea typeface="华文中宋" panose="0201060004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b="1" i="1" baseline="-25000">
                <a:ea typeface="华文中宋" panose="02010600040101010101" pitchFamily="2" charset="-122"/>
                <a:cs typeface="Times New Roman" panose="02020603050405020304" pitchFamily="18" charset="0"/>
              </a:rPr>
              <a:t>j</a:t>
            </a:r>
            <a:r>
              <a:rPr lang="en-US" altLang="zh-CN" b="1" i="1">
                <a:ea typeface="华文中宋" panose="02010600040101010101" pitchFamily="2" charset="-122"/>
                <a:cs typeface="Times New Roman" panose="02020603050405020304" pitchFamily="18" charset="0"/>
              </a:rPr>
              <a:t>+…+</a:t>
            </a:r>
            <a:r>
              <a:rPr lang="en-US" altLang="zh-CN" b="1" i="1" dirty="0" err="1">
                <a:ea typeface="华文中宋" panose="0201060004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b="1" i="1" baseline="-25000" dirty="0" err="1">
                <a:ea typeface="华文中宋" panose="02010600040101010101" pitchFamily="2" charset="-122"/>
                <a:cs typeface="Times New Roman" panose="02020603050405020304" pitchFamily="18" charset="0"/>
              </a:rPr>
              <a:t>n</a:t>
            </a:r>
            <a:r>
              <a:rPr lang="en-US" altLang="zh-CN" b="1" i="1" dirty="0" err="1">
                <a:ea typeface="华文中宋" panose="0201060004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b="1" i="1" baseline="-25000" dirty="0" err="1">
                <a:ea typeface="华文中宋" panose="02010600040101010101" pitchFamily="2" charset="-122"/>
                <a:cs typeface="Times New Roman" panose="02020603050405020304" pitchFamily="18" charset="0"/>
              </a:rPr>
              <a:t>nj</a:t>
            </a:r>
            <a:r>
              <a:rPr lang="en-US" altLang="zh-CN" b="1" i="1" dirty="0">
                <a:ea typeface="华文中宋" panose="02010600040101010101" pitchFamily="2" charset="-122"/>
                <a:cs typeface="Times New Roman" panose="02020603050405020304" pitchFamily="18" charset="0"/>
              </a:rPr>
              <a:t>,(j=</a:t>
            </a:r>
            <a:r>
              <a:rPr lang="en-US" altLang="zh-CN" b="1" dirty="0">
                <a:ea typeface="华文中宋" panose="0201060004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b="1" i="1" dirty="0">
                <a:ea typeface="华文中宋" panose="0201060004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b="1" dirty="0">
                <a:ea typeface="华文中宋" panose="0201060004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b="1" i="1" dirty="0">
                <a:ea typeface="华文中宋" panose="02010600040101010101" pitchFamily="2" charset="-122"/>
                <a:cs typeface="Times New Roman" panose="02020603050405020304" pitchFamily="18" charset="0"/>
              </a:rPr>
              <a:t>,…,n)</a:t>
            </a:r>
            <a:r>
              <a:rPr lang="zh-CN" altLang="en-US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代入上式左端得</a:t>
            </a:r>
            <a:r>
              <a:rPr lang="en-US" altLang="zh-CN" b="1" dirty="0">
                <a:ea typeface="华文中宋" panose="02010600040101010101" pitchFamily="2" charset="-122"/>
                <a:cs typeface="Times New Roman" panose="02020603050405020304" pitchFamily="18" charset="0"/>
              </a:rPr>
              <a:t>:</a:t>
            </a:r>
            <a:endParaRPr lang="zh-CN" altLang="en-US" b="1" dirty="0"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7" name="Object 10">
            <a:extLst>
              <a:ext uri="{FF2B5EF4-FFF2-40B4-BE49-F238E27FC236}">
                <a16:creationId xmlns:a16="http://schemas.microsoft.com/office/drawing/2014/main" id="{9E94189C-2074-975A-14A3-850440DF638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72995230"/>
              </p:ext>
            </p:extLst>
          </p:nvPr>
        </p:nvGraphicFramePr>
        <p:xfrm>
          <a:off x="717387" y="2594948"/>
          <a:ext cx="3069740" cy="4882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13" name="Equation" r:id="rId6" imgW="1638000" imgH="228600" progId="Equation.DSMT4">
                  <p:embed/>
                </p:oleObj>
              </mc:Choice>
              <mc:Fallback>
                <p:oleObj name="Equation" r:id="rId6" imgW="1638000" imgH="228600" progId="Equation.DSMT4">
                  <p:embed/>
                  <p:pic>
                    <p:nvPicPr>
                      <p:cNvPr id="7" name="Object 10">
                        <a:extLst>
                          <a:ext uri="{FF2B5EF4-FFF2-40B4-BE49-F238E27FC236}">
                            <a16:creationId xmlns:a16="http://schemas.microsoft.com/office/drawing/2014/main" id="{9E94189C-2074-975A-14A3-850440DF638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7387" y="2594948"/>
                        <a:ext cx="3069740" cy="48825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文本框 9">
            <a:extLst>
              <a:ext uri="{FF2B5EF4-FFF2-40B4-BE49-F238E27FC236}">
                <a16:creationId xmlns:a16="http://schemas.microsoft.com/office/drawing/2014/main" id="{024CA81D-C3B3-0F52-6477-C38466D460C1}"/>
              </a:ext>
            </a:extLst>
          </p:cNvPr>
          <p:cNvSpPr txBox="1"/>
          <p:nvPr/>
        </p:nvSpPr>
        <p:spPr>
          <a:xfrm>
            <a:off x="971600" y="4986646"/>
            <a:ext cx="556463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因此</a:t>
            </a:r>
            <a:r>
              <a:rPr lang="en-US" altLang="zh-CN" b="1" dirty="0">
                <a:ea typeface="华文中宋" panose="02010600040101010101" pitchFamily="2" charset="-122"/>
                <a:cs typeface="Times New Roman" panose="02020603050405020304" pitchFamily="18" charset="0"/>
              </a:rPr>
              <a:t>, (1.9)</a:t>
            </a:r>
            <a:r>
              <a:rPr lang="zh-CN" altLang="en-US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是方程组</a:t>
            </a:r>
            <a:r>
              <a:rPr lang="en-US" altLang="zh-CN" b="1" dirty="0">
                <a:ea typeface="华文中宋" panose="02010600040101010101" pitchFamily="2" charset="-122"/>
                <a:cs typeface="Times New Roman" panose="02020603050405020304" pitchFamily="18" charset="0"/>
              </a:rPr>
              <a:t>(1.8)</a:t>
            </a:r>
            <a:r>
              <a:rPr lang="zh-CN" altLang="en-US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的解</a:t>
            </a:r>
            <a:r>
              <a:rPr lang="en-US" altLang="zh-CN" b="1" dirty="0">
                <a:ea typeface="华文中宋" panose="02010600040101010101" pitchFamily="2" charset="-122"/>
                <a:cs typeface="Times New Roman" panose="02020603050405020304" pitchFamily="18" charset="0"/>
              </a:rPr>
              <a:t>.</a:t>
            </a:r>
            <a:endParaRPr lang="zh-CN" altLang="en-US" b="1" dirty="0"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3" name="Object 10">
            <a:extLst>
              <a:ext uri="{FF2B5EF4-FFF2-40B4-BE49-F238E27FC236}">
                <a16:creationId xmlns:a16="http://schemas.microsoft.com/office/drawing/2014/main" id="{3F429B39-9BD1-F102-A2A4-39FBFFEAC2C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40693077"/>
              </p:ext>
            </p:extLst>
          </p:nvPr>
        </p:nvGraphicFramePr>
        <p:xfrm>
          <a:off x="450850" y="3055603"/>
          <a:ext cx="8675687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14" name="Equation" r:id="rId8" imgW="4813200" imgH="228600" progId="Equation.DSMT4">
                  <p:embed/>
                </p:oleObj>
              </mc:Choice>
              <mc:Fallback>
                <p:oleObj name="Equation" r:id="rId8" imgW="4813200" imgH="228600" progId="Equation.DSMT4">
                  <p:embed/>
                  <p:pic>
                    <p:nvPicPr>
                      <p:cNvPr id="3" name="Object 10">
                        <a:extLst>
                          <a:ext uri="{FF2B5EF4-FFF2-40B4-BE49-F238E27FC236}">
                            <a16:creationId xmlns:a16="http://schemas.microsoft.com/office/drawing/2014/main" id="{3F429B39-9BD1-F102-A2A4-39FBFFEAC2C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0850" y="3055603"/>
                        <a:ext cx="8675687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10">
            <a:extLst>
              <a:ext uri="{FF2B5EF4-FFF2-40B4-BE49-F238E27FC236}">
                <a16:creationId xmlns:a16="http://schemas.microsoft.com/office/drawing/2014/main" id="{4A06444B-D7F1-73BE-2BE7-F09E947C939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76763032"/>
              </p:ext>
            </p:extLst>
          </p:nvPr>
        </p:nvGraphicFramePr>
        <p:xfrm>
          <a:off x="450850" y="3583745"/>
          <a:ext cx="8491537" cy="939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15" name="Equation" r:id="rId10" imgW="4711680" imgH="457200" progId="Equation.DSMT4">
                  <p:embed/>
                </p:oleObj>
              </mc:Choice>
              <mc:Fallback>
                <p:oleObj name="Equation" r:id="rId10" imgW="4711680" imgH="457200" progId="Equation.DSMT4">
                  <p:embed/>
                  <p:pic>
                    <p:nvPicPr>
                      <p:cNvPr id="4" name="Object 10">
                        <a:extLst>
                          <a:ext uri="{FF2B5EF4-FFF2-40B4-BE49-F238E27FC236}">
                            <a16:creationId xmlns:a16="http://schemas.microsoft.com/office/drawing/2014/main" id="{4A06444B-D7F1-73BE-2BE7-F09E947C939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0850" y="3583745"/>
                        <a:ext cx="8491537" cy="939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10">
            <a:extLst>
              <a:ext uri="{FF2B5EF4-FFF2-40B4-BE49-F238E27FC236}">
                <a16:creationId xmlns:a16="http://schemas.microsoft.com/office/drawing/2014/main" id="{6680E260-1CF9-817A-A423-92AFD35256E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25013356"/>
              </p:ext>
            </p:extLst>
          </p:nvPr>
        </p:nvGraphicFramePr>
        <p:xfrm>
          <a:off x="465259" y="4482874"/>
          <a:ext cx="777875" cy="471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16" name="Equation" r:id="rId12" imgW="431640" imgH="228600" progId="Equation.DSMT4">
                  <p:embed/>
                </p:oleObj>
              </mc:Choice>
              <mc:Fallback>
                <p:oleObj name="Equation" r:id="rId12" imgW="431640" imgH="228600" progId="Equation.DSMT4">
                  <p:embed/>
                  <p:pic>
                    <p:nvPicPr>
                      <p:cNvPr id="5" name="Object 10">
                        <a:extLst>
                          <a:ext uri="{FF2B5EF4-FFF2-40B4-BE49-F238E27FC236}">
                            <a16:creationId xmlns:a16="http://schemas.microsoft.com/office/drawing/2014/main" id="{6680E260-1CF9-817A-A423-92AFD35256E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5259" y="4482874"/>
                        <a:ext cx="777875" cy="4714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文本框 7">
            <a:extLst>
              <a:ext uri="{FF2B5EF4-FFF2-40B4-BE49-F238E27FC236}">
                <a16:creationId xmlns:a16="http://schemas.microsoft.com/office/drawing/2014/main" id="{568B9C75-C1F9-2C64-68A3-13B69561BB45}"/>
              </a:ext>
            </a:extLst>
          </p:cNvPr>
          <p:cNvSpPr txBox="1"/>
          <p:nvPr/>
        </p:nvSpPr>
        <p:spPr>
          <a:xfrm>
            <a:off x="907305" y="5631503"/>
            <a:ext cx="848923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再证若方程组</a:t>
            </a:r>
            <a:r>
              <a:rPr lang="en-US" altLang="zh-CN" b="1" dirty="0">
                <a:ea typeface="华文中宋" panose="02010600040101010101" pitchFamily="2" charset="-122"/>
                <a:cs typeface="Times New Roman" panose="02020603050405020304" pitchFamily="18" charset="0"/>
              </a:rPr>
              <a:t>(1.8)</a:t>
            </a:r>
            <a:r>
              <a:rPr lang="zh-CN" altLang="en-US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有解</a:t>
            </a:r>
            <a:r>
              <a:rPr lang="en-US" altLang="zh-CN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, </a:t>
            </a:r>
            <a:r>
              <a:rPr lang="zh-CN" altLang="en-US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则其解由</a:t>
            </a:r>
            <a:r>
              <a:rPr lang="en-US" altLang="zh-CN" b="1" dirty="0">
                <a:ea typeface="华文中宋" panose="02010600040101010101" pitchFamily="2" charset="-122"/>
                <a:cs typeface="Times New Roman" panose="02020603050405020304" pitchFamily="18" charset="0"/>
              </a:rPr>
              <a:t>(1.9)</a:t>
            </a:r>
            <a:r>
              <a:rPr lang="zh-CN" altLang="en-US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给出</a:t>
            </a:r>
            <a:r>
              <a:rPr lang="en-US" altLang="zh-CN" b="1" dirty="0">
                <a:ea typeface="华文中宋" panose="02010600040101010101" pitchFamily="2" charset="-122"/>
                <a:cs typeface="Times New Roman" panose="02020603050405020304" pitchFamily="18" charset="0"/>
              </a:rPr>
              <a:t>. </a:t>
            </a:r>
            <a:endParaRPr lang="zh-CN" altLang="en-US" b="1" dirty="0"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16306928"/>
      </p:ext>
    </p:extLst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55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0" grpId="0"/>
      <p:bldP spid="8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>
            <a:extLst>
              <a:ext uri="{FF2B5EF4-FFF2-40B4-BE49-F238E27FC236}">
                <a16:creationId xmlns:a16="http://schemas.microsoft.com/office/drawing/2014/main" id="{F5830460-5D13-0C0B-CCD6-81EEC12BC6C4}"/>
              </a:ext>
            </a:extLst>
          </p:cNvPr>
          <p:cNvSpPr txBox="1"/>
          <p:nvPr/>
        </p:nvSpPr>
        <p:spPr>
          <a:xfrm>
            <a:off x="176363" y="3441970"/>
            <a:ext cx="8716117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注意到</a:t>
            </a:r>
            <a:r>
              <a:rPr lang="zh-CN" altLang="en-US" b="1" dirty="0">
                <a:solidFill>
                  <a:srgbClr val="0033CC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上式左端仅变量</a:t>
            </a:r>
            <a:r>
              <a:rPr lang="en-US" altLang="zh-CN" b="1" i="1" dirty="0" err="1">
                <a:solidFill>
                  <a:srgbClr val="0033CC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b="1" i="1" baseline="-25000" dirty="0" err="1">
                <a:solidFill>
                  <a:srgbClr val="0033CC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j</a:t>
            </a:r>
            <a:r>
              <a:rPr lang="zh-CN" altLang="en-US" b="1" dirty="0">
                <a:solidFill>
                  <a:srgbClr val="0033CC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的系数等于</a:t>
            </a:r>
            <a:r>
              <a:rPr lang="en-US" altLang="zh-CN" b="1" i="1" dirty="0">
                <a:solidFill>
                  <a:srgbClr val="0033CC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D</a:t>
            </a:r>
            <a:r>
              <a:rPr lang="en-US" altLang="zh-CN" b="1" dirty="0">
                <a:solidFill>
                  <a:srgbClr val="0033CC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, </a:t>
            </a:r>
            <a:r>
              <a:rPr lang="zh-CN" altLang="en-US" b="1" dirty="0">
                <a:solidFill>
                  <a:srgbClr val="0033CC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其余系数均为</a:t>
            </a:r>
            <a:r>
              <a:rPr lang="en-US" altLang="zh-CN" b="1" dirty="0">
                <a:solidFill>
                  <a:srgbClr val="0033CC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0</a:t>
            </a:r>
            <a:r>
              <a:rPr lang="en-US" altLang="zh-CN" b="1" dirty="0">
                <a:ea typeface="华文中宋" panose="02010600040101010101" pitchFamily="2" charset="-122"/>
                <a:cs typeface="Times New Roman" panose="02020603050405020304" pitchFamily="18" charset="0"/>
              </a:rPr>
              <a:t>;</a:t>
            </a:r>
            <a:r>
              <a:rPr lang="zh-CN" altLang="en-US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右端等于</a:t>
            </a:r>
            <a:r>
              <a:rPr lang="en-US" altLang="zh-CN" b="1" i="1" dirty="0" err="1">
                <a:ea typeface="华文中宋" panose="02010600040101010101" pitchFamily="2" charset="-122"/>
                <a:cs typeface="Times New Roman" panose="02020603050405020304" pitchFamily="18" charset="0"/>
              </a:rPr>
              <a:t>D</a:t>
            </a:r>
            <a:r>
              <a:rPr lang="en-US" altLang="zh-CN" b="1" i="1" baseline="-25000" dirty="0" err="1">
                <a:ea typeface="华文中宋" panose="02010600040101010101" pitchFamily="2" charset="-122"/>
                <a:cs typeface="Times New Roman" panose="02020603050405020304" pitchFamily="18" charset="0"/>
              </a:rPr>
              <a:t>j</a:t>
            </a:r>
            <a:r>
              <a:rPr lang="en-US" altLang="zh-CN" b="1" dirty="0">
                <a:ea typeface="华文中宋" panose="02010600040101010101" pitchFamily="2" charset="-122"/>
                <a:cs typeface="Times New Roman" panose="02020603050405020304" pitchFamily="18" charset="0"/>
              </a:rPr>
              <a:t>, </a:t>
            </a:r>
            <a:r>
              <a:rPr lang="zh-CN" altLang="en-US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上式可化为</a:t>
            </a:r>
            <a:r>
              <a:rPr lang="en-US" altLang="zh-CN" b="1" i="1" dirty="0" err="1">
                <a:ea typeface="华文中宋" panose="02010600040101010101" pitchFamily="2" charset="-122"/>
                <a:cs typeface="Times New Roman" panose="02020603050405020304" pitchFamily="18" charset="0"/>
              </a:rPr>
              <a:t>Dx</a:t>
            </a:r>
            <a:r>
              <a:rPr lang="en-US" altLang="zh-CN" b="1" i="1" baseline="-25000" dirty="0" err="1">
                <a:ea typeface="华文中宋" panose="02010600040101010101" pitchFamily="2" charset="-122"/>
                <a:cs typeface="Times New Roman" panose="02020603050405020304" pitchFamily="18" charset="0"/>
              </a:rPr>
              <a:t>j</a:t>
            </a:r>
            <a:r>
              <a:rPr lang="en-US" altLang="zh-CN" b="1" i="1" dirty="0">
                <a:ea typeface="华文中宋" panose="0201060004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b="1" i="1" dirty="0" err="1">
                <a:ea typeface="华文中宋" panose="02010600040101010101" pitchFamily="2" charset="-122"/>
                <a:cs typeface="Times New Roman" panose="02020603050405020304" pitchFamily="18" charset="0"/>
              </a:rPr>
              <a:t>D</a:t>
            </a:r>
            <a:r>
              <a:rPr lang="en-US" altLang="zh-CN" b="1" i="1" baseline="-25000" dirty="0" err="1">
                <a:ea typeface="华文中宋" panose="02010600040101010101" pitchFamily="2" charset="-122"/>
                <a:cs typeface="Times New Roman" panose="02020603050405020304" pitchFamily="18" charset="0"/>
              </a:rPr>
              <a:t>j</a:t>
            </a:r>
            <a:r>
              <a:rPr lang="en-US" altLang="zh-CN" b="1" dirty="0">
                <a:ea typeface="华文中宋" panose="0201060004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b="1" i="1" dirty="0">
                <a:ea typeface="华文中宋" panose="02010600040101010101" pitchFamily="2" charset="-122"/>
                <a:cs typeface="Times New Roman" panose="02020603050405020304" pitchFamily="18" charset="0"/>
              </a:rPr>
              <a:t>j=</a:t>
            </a:r>
            <a:r>
              <a:rPr lang="en-US" altLang="zh-CN" b="1" dirty="0">
                <a:ea typeface="华文中宋" panose="02010600040101010101" pitchFamily="2" charset="-122"/>
                <a:cs typeface="Times New Roman" panose="02020603050405020304" pitchFamily="18" charset="0"/>
              </a:rPr>
              <a:t>1,2</a:t>
            </a:r>
            <a:r>
              <a:rPr lang="en-US" altLang="zh-CN" b="1" i="1" dirty="0">
                <a:ea typeface="华文中宋" panose="02010600040101010101" pitchFamily="2" charset="-122"/>
                <a:cs typeface="Times New Roman" panose="02020603050405020304" pitchFamily="18" charset="0"/>
              </a:rPr>
              <a:t>,…,n</a:t>
            </a:r>
            <a:r>
              <a:rPr lang="en-US" altLang="zh-CN" b="1" dirty="0">
                <a:ea typeface="华文中宋" panose="02010600040101010101" pitchFamily="2" charset="-122"/>
                <a:cs typeface="Times New Roman" panose="02020603050405020304" pitchFamily="18" charset="0"/>
              </a:rPr>
              <a:t>)</a:t>
            </a:r>
            <a:r>
              <a:rPr lang="en-US" altLang="zh-CN" b="1" i="1" dirty="0">
                <a:ea typeface="华文中宋" panose="02010600040101010101" pitchFamily="2" charset="-122"/>
                <a:cs typeface="Times New Roman" panose="02020603050405020304" pitchFamily="18" charset="0"/>
              </a:rPr>
              <a:t>.</a:t>
            </a:r>
            <a:endParaRPr lang="zh-CN" altLang="en-US" b="1" i="1" dirty="0"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9" name="Object 10">
            <a:extLst>
              <a:ext uri="{FF2B5EF4-FFF2-40B4-BE49-F238E27FC236}">
                <a16:creationId xmlns:a16="http://schemas.microsoft.com/office/drawing/2014/main" id="{56CB1545-C0D5-6E61-72DE-BBA3DEEC6EA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29574303"/>
              </p:ext>
            </p:extLst>
          </p:nvPr>
        </p:nvGraphicFramePr>
        <p:xfrm>
          <a:off x="726427" y="2376822"/>
          <a:ext cx="6121400" cy="947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30" name="Equation" r:id="rId3" imgW="3390840" imgH="469800" progId="Equation.DSMT4">
                  <p:embed/>
                </p:oleObj>
              </mc:Choice>
              <mc:Fallback>
                <p:oleObj name="Equation" r:id="rId3" imgW="3390840" imgH="469800" progId="Equation.DSMT4">
                  <p:embed/>
                  <p:pic>
                    <p:nvPicPr>
                      <p:cNvPr id="9" name="Object 10">
                        <a:extLst>
                          <a:ext uri="{FF2B5EF4-FFF2-40B4-BE49-F238E27FC236}">
                            <a16:creationId xmlns:a16="http://schemas.microsoft.com/office/drawing/2014/main" id="{56CB1545-C0D5-6E61-72DE-BBA3DEEC6EA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6427" y="2376822"/>
                        <a:ext cx="6121400" cy="9477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10">
            <a:extLst>
              <a:ext uri="{FF2B5EF4-FFF2-40B4-BE49-F238E27FC236}">
                <a16:creationId xmlns:a16="http://schemas.microsoft.com/office/drawing/2014/main" id="{40A36D93-4B68-6859-7A3E-3C8A2AD788E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52063636"/>
              </p:ext>
            </p:extLst>
          </p:nvPr>
        </p:nvGraphicFramePr>
        <p:xfrm>
          <a:off x="3184525" y="5013176"/>
          <a:ext cx="2774950" cy="844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31" name="Equation" r:id="rId5" imgW="1536480" imgH="419040" progId="Equation.DSMT4">
                  <p:embed/>
                </p:oleObj>
              </mc:Choice>
              <mc:Fallback>
                <p:oleObj name="Equation" r:id="rId5" imgW="1536480" imgH="419040" progId="Equation.DSMT4">
                  <p:embed/>
                  <p:pic>
                    <p:nvPicPr>
                      <p:cNvPr id="11" name="Object 10">
                        <a:extLst>
                          <a:ext uri="{FF2B5EF4-FFF2-40B4-BE49-F238E27FC236}">
                            <a16:creationId xmlns:a16="http://schemas.microsoft.com/office/drawing/2014/main" id="{40A36D93-4B68-6859-7A3E-3C8A2AD788E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84525" y="5013176"/>
                        <a:ext cx="2774950" cy="844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文本框 12">
            <a:extLst>
              <a:ext uri="{FF2B5EF4-FFF2-40B4-BE49-F238E27FC236}">
                <a16:creationId xmlns:a16="http://schemas.microsoft.com/office/drawing/2014/main" id="{1BBA7414-1E2F-0F8B-A3A3-EB3C698BC047}"/>
              </a:ext>
            </a:extLst>
          </p:cNvPr>
          <p:cNvSpPr txBox="1"/>
          <p:nvPr/>
        </p:nvSpPr>
        <p:spPr>
          <a:xfrm>
            <a:off x="176363" y="5729335"/>
            <a:ext cx="188890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从而得证</a:t>
            </a:r>
            <a:r>
              <a:rPr lang="en-US" altLang="zh-CN" b="1" dirty="0">
                <a:ea typeface="华文中宋" panose="02010600040101010101" pitchFamily="2" charset="-122"/>
                <a:cs typeface="Times New Roman" panose="02020603050405020304" pitchFamily="18" charset="0"/>
              </a:rPr>
              <a:t>.</a:t>
            </a:r>
            <a:endParaRPr lang="zh-CN" altLang="en-US" b="1" dirty="0"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47215180-0AAA-D93A-EBB3-4484388844F4}"/>
              </a:ext>
            </a:extLst>
          </p:cNvPr>
          <p:cNvSpPr txBox="1"/>
          <p:nvPr/>
        </p:nvSpPr>
        <p:spPr>
          <a:xfrm>
            <a:off x="176363" y="1052736"/>
            <a:ext cx="8413601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      将方程组</a:t>
            </a:r>
            <a:r>
              <a:rPr lang="en-US" altLang="zh-CN" b="1" dirty="0">
                <a:ea typeface="华文中宋" panose="02010600040101010101" pitchFamily="2" charset="-122"/>
                <a:cs typeface="Times New Roman" panose="02020603050405020304" pitchFamily="18" charset="0"/>
              </a:rPr>
              <a:t>(1.8)</a:t>
            </a:r>
            <a:r>
              <a:rPr lang="zh-CN" altLang="en-US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中的</a:t>
            </a:r>
            <a:r>
              <a:rPr lang="en-US" altLang="zh-CN" b="1" i="1" dirty="0">
                <a:ea typeface="华文中宋" panose="02010600040101010101" pitchFamily="2" charset="-122"/>
                <a:cs typeface="Times New Roman" panose="02020603050405020304" pitchFamily="18" charset="0"/>
              </a:rPr>
              <a:t>n</a:t>
            </a:r>
            <a:r>
              <a:rPr lang="zh-CN" altLang="en-US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个方程两端依次乘以</a:t>
            </a:r>
            <a:r>
              <a:rPr lang="en-US" altLang="zh-CN" b="1" i="1" dirty="0">
                <a:ea typeface="华文中宋" panose="02010600040101010101" pitchFamily="2" charset="-122"/>
                <a:cs typeface="Times New Roman" panose="02020603050405020304" pitchFamily="18" charset="0"/>
              </a:rPr>
              <a:t>D</a:t>
            </a:r>
            <a:r>
              <a:rPr lang="zh-CN" altLang="en-US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中第</a:t>
            </a:r>
            <a:r>
              <a:rPr lang="en-US" altLang="zh-CN" b="1" i="1" dirty="0">
                <a:ea typeface="华文中宋" panose="02010600040101010101" pitchFamily="2" charset="-122"/>
                <a:cs typeface="Times New Roman" panose="02020603050405020304" pitchFamily="18" charset="0"/>
              </a:rPr>
              <a:t>j</a:t>
            </a:r>
            <a:r>
              <a:rPr lang="zh-CN" altLang="en-US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列各元素的代数余子式</a:t>
            </a:r>
            <a:r>
              <a:rPr lang="en-US" altLang="zh-CN" b="1" i="1" dirty="0">
                <a:ea typeface="华文中宋" panose="0201060004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b="1" baseline="-25000" dirty="0">
                <a:ea typeface="华文中宋" panose="0201060004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b="1" i="1" baseline="-25000" dirty="0">
                <a:ea typeface="华文中宋" panose="02010600040101010101" pitchFamily="2" charset="-122"/>
                <a:cs typeface="Times New Roman" panose="02020603050405020304" pitchFamily="18" charset="0"/>
              </a:rPr>
              <a:t>j</a:t>
            </a:r>
            <a:r>
              <a:rPr lang="en-US" altLang="zh-CN" b="1" i="1" dirty="0">
                <a:ea typeface="华文中宋" panose="02010600040101010101" pitchFamily="2" charset="-122"/>
                <a:cs typeface="Times New Roman" panose="02020603050405020304" pitchFamily="18" charset="0"/>
              </a:rPr>
              <a:t>,A</a:t>
            </a:r>
            <a:r>
              <a:rPr lang="en-US" altLang="zh-CN" b="1" baseline="-25000" dirty="0">
                <a:ea typeface="华文中宋" panose="0201060004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b="1" i="1" baseline="-25000" dirty="0">
                <a:ea typeface="华文中宋" panose="02010600040101010101" pitchFamily="2" charset="-122"/>
                <a:cs typeface="Times New Roman" panose="02020603050405020304" pitchFamily="18" charset="0"/>
              </a:rPr>
              <a:t>j</a:t>
            </a:r>
            <a:r>
              <a:rPr lang="en-US" altLang="zh-CN" dirty="0">
                <a:ea typeface="华文中宋" panose="02010600040101010101" pitchFamily="2" charset="-122"/>
                <a:cs typeface="Times New Roman" panose="02020603050405020304" pitchFamily="18" charset="0"/>
              </a:rPr>
              <a:t>,…,</a:t>
            </a:r>
            <a:r>
              <a:rPr lang="en-US" altLang="zh-CN" b="1" i="1" dirty="0" err="1">
                <a:ea typeface="华文中宋" panose="0201060004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b="1" i="1" baseline="-25000" dirty="0" err="1">
                <a:ea typeface="华文中宋" panose="02010600040101010101" pitchFamily="2" charset="-122"/>
                <a:cs typeface="Times New Roman" panose="02020603050405020304" pitchFamily="18" charset="0"/>
              </a:rPr>
              <a:t>nj</a:t>
            </a:r>
            <a:r>
              <a:rPr lang="zh-CN" altLang="en-US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后</a:t>
            </a:r>
            <a:r>
              <a:rPr lang="en-US" altLang="zh-CN" b="1" dirty="0">
                <a:ea typeface="华文中宋" panose="0201060004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en-US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再把它们相加可得</a:t>
            </a:r>
          </a:p>
        </p:txBody>
      </p:sp>
      <p:graphicFrame>
        <p:nvGraphicFramePr>
          <p:cNvPr id="5" name="Object 10">
            <a:extLst>
              <a:ext uri="{FF2B5EF4-FFF2-40B4-BE49-F238E27FC236}">
                <a16:creationId xmlns:a16="http://schemas.microsoft.com/office/drawing/2014/main" id="{2CBB453C-C584-6D0C-509F-CA2CB69B5A1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19262552"/>
              </p:ext>
            </p:extLst>
          </p:nvPr>
        </p:nvGraphicFramePr>
        <p:xfrm>
          <a:off x="6743841" y="2376822"/>
          <a:ext cx="1308100" cy="947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32" name="Equation" r:id="rId7" imgW="723600" imgH="469800" progId="Equation.DSMT4">
                  <p:embed/>
                </p:oleObj>
              </mc:Choice>
              <mc:Fallback>
                <p:oleObj name="Equation" r:id="rId7" imgW="723600" imgH="469800" progId="Equation.DSMT4">
                  <p:embed/>
                  <p:pic>
                    <p:nvPicPr>
                      <p:cNvPr id="5" name="Object 10">
                        <a:extLst>
                          <a:ext uri="{FF2B5EF4-FFF2-40B4-BE49-F238E27FC236}">
                            <a16:creationId xmlns:a16="http://schemas.microsoft.com/office/drawing/2014/main" id="{2CBB453C-C584-6D0C-509F-CA2CB69B5A1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43841" y="2376822"/>
                        <a:ext cx="1308100" cy="9477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文本框 6">
            <a:extLst>
              <a:ext uri="{FF2B5EF4-FFF2-40B4-BE49-F238E27FC236}">
                <a16:creationId xmlns:a16="http://schemas.microsoft.com/office/drawing/2014/main" id="{581B24B8-C87F-666E-CEA8-5314771C658D}"/>
              </a:ext>
            </a:extLst>
          </p:cNvPr>
          <p:cNvSpPr txBox="1"/>
          <p:nvPr/>
        </p:nvSpPr>
        <p:spPr>
          <a:xfrm>
            <a:off x="176363" y="4435091"/>
            <a:ext cx="4572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>
                <a:latin typeface="华文中宋" panose="02010600040101010101" pitchFamily="2" charset="-122"/>
                <a:ea typeface="华文中宋" panose="02010600040101010101" pitchFamily="2" charset="-122"/>
              </a:rPr>
              <a:t>由于</a:t>
            </a:r>
            <a:r>
              <a:rPr lang="en-US" altLang="zh-CN" b="1" i="1">
                <a:solidFill>
                  <a:srgbClr val="0033CC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D ≠ </a:t>
            </a:r>
            <a:r>
              <a:rPr lang="en-US" altLang="zh-CN" b="1">
                <a:solidFill>
                  <a:srgbClr val="0033CC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0</a:t>
            </a:r>
            <a:r>
              <a:rPr lang="zh-CN" altLang="en-US" b="1">
                <a:latin typeface="华文中宋" panose="02010600040101010101" pitchFamily="2" charset="-122"/>
                <a:ea typeface="华文中宋" panose="02010600040101010101" pitchFamily="2" charset="-122"/>
              </a:rPr>
              <a:t>时</a:t>
            </a:r>
            <a:r>
              <a:rPr lang="en-US" altLang="zh-CN" b="1" dirty="0">
                <a:ea typeface="华文中宋" panose="02010600040101010101" pitchFamily="2" charset="-122"/>
                <a:cs typeface="Times New Roman" panose="02020603050405020304" pitchFamily="18" charset="0"/>
              </a:rPr>
              <a:t>, </a:t>
            </a:r>
            <a:r>
              <a:rPr lang="zh-CN" altLang="en-US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上式有</a:t>
            </a:r>
            <a:r>
              <a:rPr lang="zh-CN" altLang="en-US" b="1" dirty="0">
                <a:solidFill>
                  <a:srgbClr val="0033CC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唯一解</a:t>
            </a:r>
            <a:endParaRPr lang="zh-CN" altLang="en-US" dirty="0">
              <a:solidFill>
                <a:srgbClr val="0033CC"/>
              </a:solidFill>
            </a:endParaRPr>
          </a:p>
        </p:txBody>
      </p:sp>
      <p:sp>
        <p:nvSpPr>
          <p:cNvPr id="14" name="Rectangle 30">
            <a:extLst>
              <a:ext uri="{FF2B5EF4-FFF2-40B4-BE49-F238E27FC236}">
                <a16:creationId xmlns:a16="http://schemas.microsoft.com/office/drawing/2014/main" id="{E0249B8B-A171-4000-87B7-D0908C2D6D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4481" y="-18806"/>
            <a:ext cx="6537325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克拉默</a:t>
            </a:r>
            <a:r>
              <a:rPr kumimoji="1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(Cramer)</a:t>
            </a: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法则的证明</a:t>
            </a:r>
          </a:p>
        </p:txBody>
      </p:sp>
    </p:spTree>
    <p:extLst>
      <p:ext uri="{BB962C8B-B14F-4D97-AF65-F5344CB8AC3E}">
        <p14:creationId xmlns:p14="http://schemas.microsoft.com/office/powerpoint/2010/main" val="2512206265"/>
      </p:ext>
    </p:extLst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925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800"/>
                            </p:stCondLst>
                            <p:childTnLst>
                              <p:par>
                                <p:cTn id="2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300"/>
                            </p:stCondLst>
                            <p:childTnLst>
                              <p:par>
                                <p:cTn id="3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3" grpId="0"/>
      <p:bldP spid="3" grpId="0"/>
      <p:bldP spid="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0">
            <a:hlinkClick r:id="rId3" action="ppaction://hlinksldjump"/>
            <a:extLst>
              <a:ext uri="{FF2B5EF4-FFF2-40B4-BE49-F238E27FC236}">
                <a16:creationId xmlns:a16="http://schemas.microsoft.com/office/drawing/2014/main" id="{6ED1EF79-A7DA-43D6-9844-52236878D5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0850" y="393700"/>
            <a:ext cx="4032250" cy="431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0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Gulim" panose="020B0600000101010101" pitchFamily="34" charset="-127"/>
              <a:cs typeface="Times New Roman" panose="02020603050405020304" pitchFamily="18" charset="0"/>
            </a:endParaRPr>
          </a:p>
        </p:txBody>
      </p:sp>
      <p:sp>
        <p:nvSpPr>
          <p:cNvPr id="45060" name="Rectangle 30">
            <a:extLst>
              <a:ext uri="{FF2B5EF4-FFF2-40B4-BE49-F238E27FC236}">
                <a16:creationId xmlns:a16="http://schemas.microsoft.com/office/drawing/2014/main" id="{72C5B6C1-1136-4086-B50D-8BBFBB5B31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0994" y="0"/>
            <a:ext cx="6537325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600" b="1" dirty="0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难点</a:t>
            </a: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问题</a:t>
            </a:r>
            <a:r>
              <a:rPr kumimoji="1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:  </a:t>
            </a: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克拉默</a:t>
            </a:r>
            <a:r>
              <a:rPr kumimoji="1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(Cramer)</a:t>
            </a: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法则的推论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F342523D-4CB5-EC96-E05C-2869DEF94CFD}"/>
                  </a:ext>
                </a:extLst>
              </p:cNvPr>
              <p:cNvSpPr txBox="1"/>
              <p:nvPr/>
            </p:nvSpPr>
            <p:spPr>
              <a:xfrm>
                <a:off x="1547664" y="886143"/>
                <a:ext cx="4896544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zh-CN" altLang="en-US" b="1" dirty="0"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如果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𝒏</m:t>
                    </m:r>
                  </m:oMath>
                </a14:m>
                <a:r>
                  <a:rPr lang="zh-CN" altLang="en-US" b="1" dirty="0"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元齐次线性方程组</a:t>
                </a:r>
              </a:p>
            </p:txBody>
          </p:sp>
        </mc:Choice>
        <mc:Fallback xmlns="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F342523D-4CB5-EC96-E05C-2869DEF94C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47664" y="886143"/>
                <a:ext cx="4896544" cy="523220"/>
              </a:xfrm>
              <a:prstGeom prst="rect">
                <a:avLst/>
              </a:prstGeom>
              <a:blipFill>
                <a:blip r:embed="rId4"/>
                <a:stretch>
                  <a:fillRect l="-2615" t="-11628" b="-3139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文本框 5">
            <a:extLst>
              <a:ext uri="{FF2B5EF4-FFF2-40B4-BE49-F238E27FC236}">
                <a16:creationId xmlns:a16="http://schemas.microsoft.com/office/drawing/2014/main" id="{FF95DDA2-6FB1-09E0-9FAD-0EC95D38D815}"/>
              </a:ext>
            </a:extLst>
          </p:cNvPr>
          <p:cNvSpPr txBox="1"/>
          <p:nvPr/>
        </p:nvSpPr>
        <p:spPr>
          <a:xfrm>
            <a:off x="259232" y="3835746"/>
            <a:ext cx="678699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的</a:t>
            </a:r>
            <a:r>
              <a:rPr lang="zh-CN" altLang="en-US" b="1">
                <a:solidFill>
                  <a:srgbClr val="0033CC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系数行列式</a:t>
            </a:r>
            <a:r>
              <a:rPr lang="en-US" altLang="zh-CN" b="1" i="1">
                <a:solidFill>
                  <a:srgbClr val="0033CC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D ≠ </a:t>
            </a:r>
            <a:r>
              <a:rPr lang="en-US" altLang="zh-CN" b="1">
                <a:solidFill>
                  <a:srgbClr val="0033CC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0</a:t>
            </a:r>
            <a:r>
              <a:rPr lang="zh-CN" altLang="en-US" b="1">
                <a:solidFill>
                  <a:srgbClr val="0033CC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b="1" dirty="0">
                <a:ea typeface="华文中宋" panose="0201060004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en-US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则该方程组有</a:t>
            </a:r>
            <a:r>
              <a:rPr lang="zh-CN" altLang="en-US" b="1" dirty="0">
                <a:solidFill>
                  <a:srgbClr val="0033CC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唯一解</a:t>
            </a:r>
            <a:endParaRPr lang="zh-CN" altLang="en-US" b="1" dirty="0"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7" name="Object 10">
            <a:extLst>
              <a:ext uri="{FF2B5EF4-FFF2-40B4-BE49-F238E27FC236}">
                <a16:creationId xmlns:a16="http://schemas.microsoft.com/office/drawing/2014/main" id="{95B536A1-BEA0-0C6D-4B4A-0B08D9AB7E3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27247069"/>
              </p:ext>
            </p:extLst>
          </p:nvPr>
        </p:nvGraphicFramePr>
        <p:xfrm>
          <a:off x="2196227" y="1559322"/>
          <a:ext cx="4751547" cy="21264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48" name="Equation" r:id="rId5" imgW="1993680" imgH="799920" progId="Equation.DSMT4">
                  <p:embed/>
                </p:oleObj>
              </mc:Choice>
              <mc:Fallback>
                <p:oleObj name="Equation" r:id="rId5" imgW="1993680" imgH="799920" progId="Equation.DSMT4">
                  <p:embed/>
                  <p:pic>
                    <p:nvPicPr>
                      <p:cNvPr id="7" name="Object 10">
                        <a:extLst>
                          <a:ext uri="{FF2B5EF4-FFF2-40B4-BE49-F238E27FC236}">
                            <a16:creationId xmlns:a16="http://schemas.microsoft.com/office/drawing/2014/main" id="{95B536A1-BEA0-0C6D-4B4A-0B08D9AB7E3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96227" y="1559322"/>
                        <a:ext cx="4751547" cy="212646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文本框 11">
            <a:extLst>
              <a:ext uri="{FF2B5EF4-FFF2-40B4-BE49-F238E27FC236}">
                <a16:creationId xmlns:a16="http://schemas.microsoft.com/office/drawing/2014/main" id="{86E4E717-2FC4-DCA3-937D-49BBE19D921C}"/>
              </a:ext>
            </a:extLst>
          </p:cNvPr>
          <p:cNvSpPr txBox="1"/>
          <p:nvPr/>
        </p:nvSpPr>
        <p:spPr>
          <a:xfrm>
            <a:off x="827584" y="4955425"/>
            <a:ext cx="813690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克拉默法则为行列式在求解线性方程组的一个应用</a:t>
            </a:r>
            <a:r>
              <a:rPr lang="en-US" altLang="zh-CN" b="1" dirty="0">
                <a:ea typeface="华文中宋" panose="02010600040101010101" pitchFamily="2" charset="-122"/>
                <a:cs typeface="Times New Roman" panose="02020603050405020304" pitchFamily="18" charset="0"/>
              </a:rPr>
              <a:t>,</a:t>
            </a:r>
            <a:endParaRPr lang="zh-CN" altLang="en-US" b="1" dirty="0"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9178C46-2899-3CC7-3A7E-DCDF9920ED35}"/>
              </a:ext>
            </a:extLst>
          </p:cNvPr>
          <p:cNvSpPr txBox="1"/>
          <p:nvPr/>
        </p:nvSpPr>
        <p:spPr>
          <a:xfrm>
            <a:off x="259232" y="886143"/>
            <a:ext cx="150445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rgbClr val="C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推论</a:t>
            </a:r>
            <a:r>
              <a:rPr lang="en-US" altLang="zh-CN" b="1" dirty="0">
                <a:solidFill>
                  <a:srgbClr val="C00000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1.7</a:t>
            </a:r>
            <a:endParaRPr lang="zh-CN" altLang="en-US" dirty="0">
              <a:solidFill>
                <a:srgbClr val="C00000"/>
              </a:solidFill>
              <a:cs typeface="Times New Roman" panose="02020603050405020304" pitchFamily="18" charset="0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A6F0F7B-D349-80E0-6DCC-5EFD0554999C}"/>
              </a:ext>
            </a:extLst>
          </p:cNvPr>
          <p:cNvSpPr txBox="1"/>
          <p:nvPr/>
        </p:nvSpPr>
        <p:spPr>
          <a:xfrm>
            <a:off x="259232" y="4960518"/>
            <a:ext cx="91784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rgbClr val="C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注</a:t>
            </a:r>
            <a:r>
              <a:rPr lang="zh-CN" altLang="en-US" b="1" dirty="0">
                <a:ea typeface="华文中宋" panose="02010600040101010101" pitchFamily="2" charset="-122"/>
                <a:cs typeface="Times New Roman" panose="02020603050405020304" pitchFamily="18" charset="0"/>
              </a:rPr>
              <a:t>：</a:t>
            </a:r>
            <a:endParaRPr lang="zh-CN" altLang="en-US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377BEE08-703D-C5CB-33E6-48701CE63D67}"/>
              </a:ext>
            </a:extLst>
          </p:cNvPr>
          <p:cNvSpPr txBox="1"/>
          <p:nvPr/>
        </p:nvSpPr>
        <p:spPr>
          <a:xfrm>
            <a:off x="259232" y="5478645"/>
            <a:ext cx="870525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它</a:t>
            </a:r>
            <a:r>
              <a:rPr lang="zh-CN" altLang="en-US" b="1" dirty="0">
                <a:solidFill>
                  <a:srgbClr val="C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仅在方程组</a:t>
            </a:r>
            <a:r>
              <a:rPr lang="zh-CN" altLang="en-US" b="1">
                <a:solidFill>
                  <a:srgbClr val="C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系数行列式</a:t>
            </a:r>
            <a:r>
              <a:rPr lang="en-US" altLang="zh-CN" b="1" i="1">
                <a:solidFill>
                  <a:srgbClr val="C00000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D ≠ </a:t>
            </a:r>
            <a:r>
              <a:rPr lang="en-US" altLang="zh-CN" b="1">
                <a:solidFill>
                  <a:srgbClr val="C00000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0</a:t>
            </a:r>
            <a:r>
              <a:rPr lang="zh-CN" altLang="en-US" b="1">
                <a:solidFill>
                  <a:srgbClr val="C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时适用</a:t>
            </a:r>
            <a:r>
              <a:rPr lang="en-US" altLang="zh-CN" b="1">
                <a:ea typeface="华文中宋" panose="0201060004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b="1" i="1">
                <a:ea typeface="华文中宋" panose="02010600040101010101" pitchFamily="2" charset="-122"/>
                <a:cs typeface="Times New Roman" panose="02020603050405020304" pitchFamily="18" charset="0"/>
              </a:rPr>
              <a:t>D = </a:t>
            </a:r>
            <a:r>
              <a:rPr lang="en-US" altLang="zh-CN" b="1">
                <a:ea typeface="华文中宋" panose="02010600040101010101" pitchFamily="2" charset="-122"/>
                <a:cs typeface="Times New Roman" panose="02020603050405020304" pitchFamily="18" charset="0"/>
              </a:rPr>
              <a:t>0</a:t>
            </a:r>
            <a:r>
              <a:rPr lang="zh-CN" altLang="en-US" b="1">
                <a:latin typeface="华文中宋" panose="02010600040101010101" pitchFamily="2" charset="-122"/>
                <a:ea typeface="华文中宋" panose="02010600040101010101" pitchFamily="2" charset="-122"/>
              </a:rPr>
              <a:t>的</a:t>
            </a:r>
            <a:r>
              <a:rPr lang="zh-CN" altLang="en-US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情形见</a:t>
            </a:r>
            <a:endParaRPr lang="zh-CN" altLang="en-US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932DAB04-00EA-935E-4C72-B7E96069B492}"/>
              </a:ext>
            </a:extLst>
          </p:cNvPr>
          <p:cNvSpPr txBox="1"/>
          <p:nvPr/>
        </p:nvSpPr>
        <p:spPr>
          <a:xfrm>
            <a:off x="259232" y="5996772"/>
            <a:ext cx="4572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第三章</a:t>
            </a:r>
            <a:r>
              <a:rPr lang="en-US" altLang="zh-CN" b="1" dirty="0">
                <a:ea typeface="华文中宋" panose="02010600040101010101" pitchFamily="2" charset="-122"/>
                <a:cs typeface="Times New Roman" panose="02020603050405020304" pitchFamily="18" charset="0"/>
              </a:rPr>
              <a:t>).</a:t>
            </a:r>
            <a:endParaRPr lang="zh-CN" altLang="en-US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A03D940A-C661-4932-DC0E-15924B78DE76}"/>
              </a:ext>
            </a:extLst>
          </p:cNvPr>
          <p:cNvSpPr txBox="1"/>
          <p:nvPr/>
        </p:nvSpPr>
        <p:spPr>
          <a:xfrm>
            <a:off x="2195736" y="4345940"/>
            <a:ext cx="4572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i="1" dirty="0">
                <a:solidFill>
                  <a:srgbClr val="0033CC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b="1" baseline="-25000" dirty="0">
                <a:solidFill>
                  <a:srgbClr val="0033CC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1 </a:t>
            </a:r>
            <a:r>
              <a:rPr lang="en-US" altLang="zh-CN" b="1" i="1" dirty="0">
                <a:solidFill>
                  <a:srgbClr val="0033CC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= x</a:t>
            </a:r>
            <a:r>
              <a:rPr lang="en-US" altLang="zh-CN" b="1" baseline="-25000" dirty="0">
                <a:solidFill>
                  <a:srgbClr val="0033CC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2 </a:t>
            </a:r>
            <a:r>
              <a:rPr lang="en-US" altLang="zh-CN" b="1" i="1" dirty="0">
                <a:solidFill>
                  <a:srgbClr val="0033CC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= … = </a:t>
            </a:r>
            <a:r>
              <a:rPr lang="en-US" altLang="zh-CN" b="1" i="1" dirty="0" err="1">
                <a:solidFill>
                  <a:srgbClr val="0033CC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b="1" i="1" baseline="-25000" dirty="0" err="1">
                <a:solidFill>
                  <a:srgbClr val="0033CC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n</a:t>
            </a:r>
            <a:r>
              <a:rPr lang="en-US" altLang="zh-CN" b="1" i="1" baseline="-25000" dirty="0">
                <a:solidFill>
                  <a:srgbClr val="0033CC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b="1" i="1" dirty="0">
                <a:solidFill>
                  <a:srgbClr val="0033CC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= </a:t>
            </a:r>
            <a:r>
              <a:rPr lang="en-US" altLang="zh-CN" b="1" dirty="0">
                <a:solidFill>
                  <a:srgbClr val="0033CC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0</a:t>
            </a:r>
            <a:r>
              <a:rPr lang="en-US" altLang="zh-CN" b="1" dirty="0">
                <a:ea typeface="华文中宋" panose="0201060004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en-US" b="1" dirty="0">
                <a:ea typeface="华文中宋" panose="02010600040101010101" pitchFamily="2" charset="-122"/>
                <a:cs typeface="Times New Roman" panose="02020603050405020304" pitchFamily="18" charset="0"/>
              </a:rPr>
              <a:t> 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417740512"/>
      </p:ext>
    </p:extLst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75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250"/>
                            </p:stCondLst>
                            <p:childTnLst>
                              <p:par>
                                <p:cTn id="1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200"/>
                            </p:stCondLst>
                            <p:childTnLst>
                              <p:par>
                                <p:cTn id="2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17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25"/>
                            </p:stCondLst>
                            <p:childTnLst>
                              <p:par>
                                <p:cTn id="3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575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2675"/>
                            </p:stCondLst>
                            <p:childTnLst>
                              <p:par>
                                <p:cTn id="3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6" grpId="0"/>
      <p:bldP spid="12" grpId="0"/>
      <p:bldP spid="4" grpId="0"/>
      <p:bldP spid="8" grpId="0"/>
      <p:bldP spid="5" grpId="0"/>
      <p:bldP spid="10" grpId="0"/>
      <p:bldP spid="9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7" name="Rectangle 20">
            <a:hlinkClick r:id="rId3" action="ppaction://hlinksldjump"/>
            <a:extLst>
              <a:ext uri="{FF2B5EF4-FFF2-40B4-BE49-F238E27FC236}">
                <a16:creationId xmlns:a16="http://schemas.microsoft.com/office/drawing/2014/main" id="{B0B12399-D0A8-438E-9A1E-DDE7D7D433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288925"/>
            <a:ext cx="4032250" cy="431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0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0" name="Rectangle 30">
            <a:extLst>
              <a:ext uri="{FF2B5EF4-FFF2-40B4-BE49-F238E27FC236}">
                <a16:creationId xmlns:a16="http://schemas.microsoft.com/office/drawing/2014/main" id="{8B61055E-66B5-4C4B-88E6-589DF75886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79"/>
            <a:ext cx="7907711" cy="493287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6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/>
                <a:cs typeface="Times New Roman" panose="02020603050405020304" pitchFamily="18" charset="0"/>
              </a:rPr>
              <a:t>实践问题</a:t>
            </a:r>
            <a:r>
              <a:rPr kumimoji="1" lang="en-US" altLang="zh-CN" sz="26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/>
                <a:cs typeface="Times New Roman" panose="02020603050405020304" pitchFamily="18" charset="0"/>
              </a:rPr>
              <a:t>:  </a:t>
            </a:r>
            <a:r>
              <a:rPr kumimoji="1" lang="zh-CN" altLang="en-US" sz="26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/>
                <a:cs typeface="Times New Roman" panose="02020603050405020304" pitchFamily="18" charset="0"/>
              </a:rPr>
              <a:t>利用克拉默</a:t>
            </a:r>
            <a:r>
              <a:rPr kumimoji="1" lang="en-US" altLang="zh-CN" sz="26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/>
                <a:cs typeface="Times New Roman" panose="02020603050405020304" pitchFamily="18" charset="0"/>
              </a:rPr>
              <a:t>(Cramer)</a:t>
            </a:r>
            <a:r>
              <a:rPr kumimoji="1" lang="zh-CN" altLang="en-US" sz="26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/>
                <a:cs typeface="Times New Roman" panose="02020603050405020304" pitchFamily="18" charset="0"/>
              </a:rPr>
              <a:t>法则求解线性方程组</a:t>
            </a:r>
            <a:endParaRPr kumimoji="1" lang="zh-CN" altLang="en-US" sz="26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mes New Roman" panose="02020603050405020304" pitchFamily="18" charset="0"/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9537BBA9-378C-543D-156A-A0496102601E}"/>
              </a:ext>
            </a:extLst>
          </p:cNvPr>
          <p:cNvSpPr txBox="1"/>
          <p:nvPr/>
        </p:nvSpPr>
        <p:spPr>
          <a:xfrm>
            <a:off x="336002" y="1607899"/>
            <a:ext cx="374349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rgbClr val="C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例</a:t>
            </a:r>
            <a:r>
              <a:rPr lang="en-US" altLang="zh-CN" b="1" dirty="0">
                <a:solidFill>
                  <a:srgbClr val="C00000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1.16</a:t>
            </a:r>
            <a:r>
              <a:rPr lang="en-US" altLang="zh-CN" b="1" dirty="0">
                <a:solidFill>
                  <a:srgbClr val="C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 </a:t>
            </a:r>
            <a:r>
              <a:rPr lang="zh-CN" altLang="en-US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解线性方程组</a:t>
            </a:r>
          </a:p>
        </p:txBody>
      </p:sp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54DD7194-43B0-A064-4E3B-E3DA5F9F2B0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63346000"/>
              </p:ext>
            </p:extLst>
          </p:nvPr>
        </p:nvGraphicFramePr>
        <p:xfrm>
          <a:off x="3803675" y="890213"/>
          <a:ext cx="3576637" cy="2016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8" name="Equation" r:id="rId4" imgW="3576867" imgH="2016432" progId="Equation.DSMT4">
                  <p:embed/>
                </p:oleObj>
              </mc:Choice>
              <mc:Fallback>
                <p:oleObj name="Equation" r:id="rId4" imgW="3576867" imgH="2016432" progId="Equation.DSMT4">
                  <p:embed/>
                  <p:pic>
                    <p:nvPicPr>
                      <p:cNvPr id="4" name="对象 3">
                        <a:extLst>
                          <a:ext uri="{FF2B5EF4-FFF2-40B4-BE49-F238E27FC236}">
                            <a16:creationId xmlns:a16="http://schemas.microsoft.com/office/drawing/2014/main" id="{54DD7194-43B0-A064-4E3B-E3DA5F9F2B0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803675" y="890213"/>
                        <a:ext cx="3576637" cy="20161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文本框 7">
            <a:extLst>
              <a:ext uri="{FF2B5EF4-FFF2-40B4-BE49-F238E27FC236}">
                <a16:creationId xmlns:a16="http://schemas.microsoft.com/office/drawing/2014/main" id="{D958422A-742C-6635-286E-D97536E0F994}"/>
              </a:ext>
            </a:extLst>
          </p:cNvPr>
          <p:cNvSpPr txBox="1"/>
          <p:nvPr/>
        </p:nvSpPr>
        <p:spPr>
          <a:xfrm>
            <a:off x="777926" y="3018293"/>
            <a:ext cx="331776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由于</a:t>
            </a:r>
            <a:r>
              <a:rPr lang="zh-CN" altLang="en-US" b="1" dirty="0">
                <a:solidFill>
                  <a:srgbClr val="0033CC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系数行列式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F882A0-59DA-598D-2820-C149E90AD8EF}"/>
              </a:ext>
            </a:extLst>
          </p:cNvPr>
          <p:cNvSpPr txBox="1"/>
          <p:nvPr/>
        </p:nvSpPr>
        <p:spPr>
          <a:xfrm>
            <a:off x="317111" y="5444567"/>
            <a:ext cx="389382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所以方程组有唯一解</a:t>
            </a:r>
            <a:r>
              <a:rPr lang="en-US" altLang="zh-CN" b="1" dirty="0">
                <a:ea typeface="华文中宋" panose="02010600040101010101" pitchFamily="2" charset="-122"/>
                <a:cs typeface="Times New Roman" panose="02020603050405020304" pitchFamily="18" charset="0"/>
              </a:rPr>
              <a:t>.</a:t>
            </a:r>
            <a:endParaRPr lang="zh-CN" altLang="en-US" b="1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AD0E0CF8-3271-55D6-4C60-26197C096A17}"/>
              </a:ext>
            </a:extLst>
          </p:cNvPr>
          <p:cNvSpPr txBox="1"/>
          <p:nvPr/>
        </p:nvSpPr>
        <p:spPr>
          <a:xfrm>
            <a:off x="317111" y="3018293"/>
            <a:ext cx="63653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rgbClr val="C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解</a:t>
            </a:r>
            <a:endParaRPr lang="zh-CN" altLang="en-US" dirty="0">
              <a:solidFill>
                <a:srgbClr val="C00000"/>
              </a:solidFill>
            </a:endParaRPr>
          </a:p>
        </p:txBody>
      </p:sp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6C165483-6968-6412-0F94-48354D1A026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07993010"/>
              </p:ext>
            </p:extLst>
          </p:nvPr>
        </p:nvGraphicFramePr>
        <p:xfrm>
          <a:off x="4427984" y="4266482"/>
          <a:ext cx="1272490" cy="433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9" name="Equation" r:id="rId6" imgW="596880" imgH="203040" progId="Equation.DSMT4">
                  <p:embed/>
                </p:oleObj>
              </mc:Choice>
              <mc:Fallback>
                <p:oleObj name="Equation" r:id="rId6" imgW="596880" imgH="203040" progId="Equation.DSMT4">
                  <p:embed/>
                  <p:pic>
                    <p:nvPicPr>
                      <p:cNvPr id="6" name="对象 5">
                        <a:extLst>
                          <a:ext uri="{FF2B5EF4-FFF2-40B4-BE49-F238E27FC236}">
                            <a16:creationId xmlns:a16="http://schemas.microsoft.com/office/drawing/2014/main" id="{6C165483-6968-6412-0F94-48354D1A026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4427984" y="4266482"/>
                        <a:ext cx="1272490" cy="4331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35F5BAD1-017E-E70F-B95C-8DDC4C59D37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48714674"/>
              </p:ext>
            </p:extLst>
          </p:nvPr>
        </p:nvGraphicFramePr>
        <p:xfrm>
          <a:off x="1563688" y="3643289"/>
          <a:ext cx="2925762" cy="1679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80" name="Equation" r:id="rId8" imgW="1371600" imgH="787320" progId="Equation.DSMT4">
                  <p:embed/>
                </p:oleObj>
              </mc:Choice>
              <mc:Fallback>
                <p:oleObj name="Equation" r:id="rId8" imgW="1371600" imgH="787320" progId="Equation.DSMT4">
                  <p:embed/>
                  <p:pic>
                    <p:nvPicPr>
                      <p:cNvPr id="7" name="对象 6">
                        <a:extLst>
                          <a:ext uri="{FF2B5EF4-FFF2-40B4-BE49-F238E27FC236}">
                            <a16:creationId xmlns:a16="http://schemas.microsoft.com/office/drawing/2014/main" id="{35F5BAD1-017E-E70F-B95C-8DDC4C59D37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63688" y="3643289"/>
                        <a:ext cx="2925762" cy="16795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65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6" grpId="0"/>
      <p:bldP spid="5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7" name="Rectangle 20">
            <a:hlinkClick r:id="rId3" action="ppaction://hlinksldjump"/>
            <a:extLst>
              <a:ext uri="{FF2B5EF4-FFF2-40B4-BE49-F238E27FC236}">
                <a16:creationId xmlns:a16="http://schemas.microsoft.com/office/drawing/2014/main" id="{B0B12399-D0A8-438E-9A1E-DDE7D7D433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288925"/>
            <a:ext cx="4032250" cy="431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0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0" name="Rectangle 30">
            <a:extLst>
              <a:ext uri="{FF2B5EF4-FFF2-40B4-BE49-F238E27FC236}">
                <a16:creationId xmlns:a16="http://schemas.microsoft.com/office/drawing/2014/main" id="{8B61055E-66B5-4C4B-88E6-589DF75886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209" y="-16506"/>
            <a:ext cx="7743318" cy="493287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6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/>
                <a:cs typeface="Times New Roman" panose="02020603050405020304" pitchFamily="18" charset="0"/>
              </a:rPr>
              <a:t>实践问题</a:t>
            </a:r>
            <a:r>
              <a:rPr kumimoji="1" lang="en-US" altLang="zh-CN" sz="26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/>
                <a:cs typeface="Times New Roman" panose="02020603050405020304" pitchFamily="18" charset="0"/>
              </a:rPr>
              <a:t>:  </a:t>
            </a:r>
            <a:r>
              <a:rPr kumimoji="1" lang="zh-CN" altLang="en-US" sz="26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/>
                <a:cs typeface="Times New Roman" panose="02020603050405020304" pitchFamily="18" charset="0"/>
              </a:rPr>
              <a:t>利用克拉默</a:t>
            </a:r>
            <a:r>
              <a:rPr kumimoji="1" lang="en-US" altLang="zh-CN" sz="26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/>
                <a:cs typeface="Times New Roman" panose="02020603050405020304" pitchFamily="18" charset="0"/>
              </a:rPr>
              <a:t>(Cramer)</a:t>
            </a:r>
            <a:r>
              <a:rPr kumimoji="1" lang="zh-CN" altLang="en-US" sz="26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/>
                <a:cs typeface="Times New Roman" panose="02020603050405020304" pitchFamily="18" charset="0"/>
              </a:rPr>
              <a:t>法则求解线性方程组</a:t>
            </a:r>
          </a:p>
        </p:txBody>
      </p:sp>
      <p:graphicFrame>
        <p:nvGraphicFramePr>
          <p:cNvPr id="2" name="对象 1">
            <a:extLst>
              <a:ext uri="{FF2B5EF4-FFF2-40B4-BE49-F238E27FC236}">
                <a16:creationId xmlns:a16="http://schemas.microsoft.com/office/drawing/2014/main" id="{FD769B53-A74D-1F89-FA2D-D8AC252E051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25786004"/>
              </p:ext>
            </p:extLst>
          </p:nvPr>
        </p:nvGraphicFramePr>
        <p:xfrm>
          <a:off x="323726" y="720725"/>
          <a:ext cx="3957637" cy="168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17" name="Equation" r:id="rId4" imgW="3958135" imgH="1688821" progId="Equation.DSMT4">
                  <p:embed/>
                </p:oleObj>
              </mc:Choice>
              <mc:Fallback>
                <p:oleObj name="Equation" r:id="rId4" imgW="3958135" imgH="1688821" progId="Equation.DSMT4">
                  <p:embed/>
                  <p:pic>
                    <p:nvPicPr>
                      <p:cNvPr id="2" name="对象 1">
                        <a:extLst>
                          <a:ext uri="{FF2B5EF4-FFF2-40B4-BE49-F238E27FC236}">
                            <a16:creationId xmlns:a16="http://schemas.microsoft.com/office/drawing/2014/main" id="{FD769B53-A74D-1F89-FA2D-D8AC252E051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23726" y="720725"/>
                        <a:ext cx="3957637" cy="1689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10">
            <a:extLst>
              <a:ext uri="{FF2B5EF4-FFF2-40B4-BE49-F238E27FC236}">
                <a16:creationId xmlns:a16="http://schemas.microsoft.com/office/drawing/2014/main" id="{B77F7465-10E1-A9E4-DBCD-51C8DD2267E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77373189"/>
              </p:ext>
            </p:extLst>
          </p:nvPr>
        </p:nvGraphicFramePr>
        <p:xfrm>
          <a:off x="4355976" y="720725"/>
          <a:ext cx="4149725" cy="168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18" name="Equation" r:id="rId6" imgW="1930320" imgH="787320" progId="Equation.DSMT4">
                  <p:embed/>
                </p:oleObj>
              </mc:Choice>
              <mc:Fallback>
                <p:oleObj name="Equation" r:id="rId6" imgW="1930320" imgH="787320" progId="Equation.DSMT4">
                  <p:embed/>
                  <p:pic>
                    <p:nvPicPr>
                      <p:cNvPr id="5" name="Object 10">
                        <a:extLst>
                          <a:ext uri="{FF2B5EF4-FFF2-40B4-BE49-F238E27FC236}">
                            <a16:creationId xmlns:a16="http://schemas.microsoft.com/office/drawing/2014/main" id="{B77F7465-10E1-A9E4-DBCD-51C8DD2267E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55976" y="720725"/>
                        <a:ext cx="4149725" cy="168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67E27A6D-2B22-82D0-2DE7-19A10951476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48390189"/>
              </p:ext>
            </p:extLst>
          </p:nvPr>
        </p:nvGraphicFramePr>
        <p:xfrm>
          <a:off x="323726" y="2464139"/>
          <a:ext cx="3986213" cy="168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19" name="Equation" r:id="rId8" imgW="3986937" imgH="1688821" progId="Equation.DSMT4">
                  <p:embed/>
                </p:oleObj>
              </mc:Choice>
              <mc:Fallback>
                <p:oleObj name="Equation" r:id="rId8" imgW="3986937" imgH="1688821" progId="Equation.DSMT4">
                  <p:embed/>
                  <p:pic>
                    <p:nvPicPr>
                      <p:cNvPr id="6" name="对象 5">
                        <a:extLst>
                          <a:ext uri="{FF2B5EF4-FFF2-40B4-BE49-F238E27FC236}">
                            <a16:creationId xmlns:a16="http://schemas.microsoft.com/office/drawing/2014/main" id="{67E27A6D-2B22-82D0-2DE7-19A10951476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323726" y="2464139"/>
                        <a:ext cx="3986213" cy="1689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220D2386-9456-E2E6-0FF3-B070502D0E3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27991675"/>
              </p:ext>
            </p:extLst>
          </p:nvPr>
        </p:nvGraphicFramePr>
        <p:xfrm>
          <a:off x="4438526" y="2468612"/>
          <a:ext cx="3795713" cy="168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20" name="Equation" r:id="rId10" imgW="3795043" imgH="1688821" progId="Equation.DSMT4">
                  <p:embed/>
                </p:oleObj>
              </mc:Choice>
              <mc:Fallback>
                <p:oleObj name="Equation" r:id="rId10" imgW="3795043" imgH="1688821" progId="Equation.DSMT4">
                  <p:embed/>
                  <p:pic>
                    <p:nvPicPr>
                      <p:cNvPr id="7" name="对象 6">
                        <a:extLst>
                          <a:ext uri="{FF2B5EF4-FFF2-40B4-BE49-F238E27FC236}">
                            <a16:creationId xmlns:a16="http://schemas.microsoft.com/office/drawing/2014/main" id="{220D2386-9456-E2E6-0FF3-B070502D0E3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4438526" y="2468612"/>
                        <a:ext cx="3795713" cy="1689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文本框 9">
            <a:extLst>
              <a:ext uri="{FF2B5EF4-FFF2-40B4-BE49-F238E27FC236}">
                <a16:creationId xmlns:a16="http://schemas.microsoft.com/office/drawing/2014/main" id="{B65B1896-7CEE-6FA6-81FA-FC8CD27132BC}"/>
              </a:ext>
            </a:extLst>
          </p:cNvPr>
          <p:cNvSpPr txBox="1"/>
          <p:nvPr/>
        </p:nvSpPr>
        <p:spPr>
          <a:xfrm>
            <a:off x="262062" y="4508452"/>
            <a:ext cx="130648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所以有 </a:t>
            </a:r>
          </a:p>
        </p:txBody>
      </p:sp>
      <p:graphicFrame>
        <p:nvGraphicFramePr>
          <p:cNvPr id="11" name="Object 10">
            <a:extLst>
              <a:ext uri="{FF2B5EF4-FFF2-40B4-BE49-F238E27FC236}">
                <a16:creationId xmlns:a16="http://schemas.microsoft.com/office/drawing/2014/main" id="{7EB2923E-90A4-65F3-4074-95B29C31DD9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79194788"/>
              </p:ext>
            </p:extLst>
          </p:nvPr>
        </p:nvGraphicFramePr>
        <p:xfrm>
          <a:off x="5086598" y="5359718"/>
          <a:ext cx="2908300" cy="987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21" name="Equation" r:id="rId12" imgW="1155600" imgH="393480" progId="Equation.DSMT4">
                  <p:embed/>
                </p:oleObj>
              </mc:Choice>
              <mc:Fallback>
                <p:oleObj name="Equation" r:id="rId12" imgW="1155600" imgH="393480" progId="Equation.DSMT4">
                  <p:embed/>
                  <p:pic>
                    <p:nvPicPr>
                      <p:cNvPr id="11" name="Object 10">
                        <a:extLst>
                          <a:ext uri="{FF2B5EF4-FFF2-40B4-BE49-F238E27FC236}">
                            <a16:creationId xmlns:a16="http://schemas.microsoft.com/office/drawing/2014/main" id="{7EB2923E-90A4-65F3-4074-95B29C31DD9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86598" y="5359718"/>
                        <a:ext cx="2908300" cy="987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10">
            <a:extLst>
              <a:ext uri="{FF2B5EF4-FFF2-40B4-BE49-F238E27FC236}">
                <a16:creationId xmlns:a16="http://schemas.microsoft.com/office/drawing/2014/main" id="{50058EF5-A927-687E-92AE-984804ADBDF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30992525"/>
              </p:ext>
            </p:extLst>
          </p:nvPr>
        </p:nvGraphicFramePr>
        <p:xfrm>
          <a:off x="1630214" y="4288098"/>
          <a:ext cx="2906712" cy="987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22" name="Equation" r:id="rId14" imgW="1155600" imgH="393480" progId="Equation.DSMT4">
                  <p:embed/>
                </p:oleObj>
              </mc:Choice>
              <mc:Fallback>
                <p:oleObj name="Equation" r:id="rId14" imgW="1155600" imgH="393480" progId="Equation.DSMT4">
                  <p:embed/>
                  <p:pic>
                    <p:nvPicPr>
                      <p:cNvPr id="3" name="Object 10">
                        <a:extLst>
                          <a:ext uri="{FF2B5EF4-FFF2-40B4-BE49-F238E27FC236}">
                            <a16:creationId xmlns:a16="http://schemas.microsoft.com/office/drawing/2014/main" id="{50058EF5-A927-687E-92AE-984804ADBDF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30214" y="4288098"/>
                        <a:ext cx="2906712" cy="987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10">
            <a:extLst>
              <a:ext uri="{FF2B5EF4-FFF2-40B4-BE49-F238E27FC236}">
                <a16:creationId xmlns:a16="http://schemas.microsoft.com/office/drawing/2014/main" id="{45368D32-14FF-4CB5-DBE5-19DBB2A35ED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71658077"/>
              </p:ext>
            </p:extLst>
          </p:nvPr>
        </p:nvGraphicFramePr>
        <p:xfrm>
          <a:off x="5086598" y="4244192"/>
          <a:ext cx="3578225" cy="989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23" name="Equation" r:id="rId16" imgW="1422360" imgH="393480" progId="Equation.DSMT4">
                  <p:embed/>
                </p:oleObj>
              </mc:Choice>
              <mc:Fallback>
                <p:oleObj name="Equation" r:id="rId16" imgW="1422360" imgH="393480" progId="Equation.DSMT4">
                  <p:embed/>
                  <p:pic>
                    <p:nvPicPr>
                      <p:cNvPr id="4" name="Object 10">
                        <a:extLst>
                          <a:ext uri="{FF2B5EF4-FFF2-40B4-BE49-F238E27FC236}">
                            <a16:creationId xmlns:a16="http://schemas.microsoft.com/office/drawing/2014/main" id="{45368D32-14FF-4CB5-DBE5-19DBB2A35ED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86598" y="4244192"/>
                        <a:ext cx="3578225" cy="9890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10">
            <a:extLst>
              <a:ext uri="{FF2B5EF4-FFF2-40B4-BE49-F238E27FC236}">
                <a16:creationId xmlns:a16="http://schemas.microsoft.com/office/drawing/2014/main" id="{D441D3E1-F16D-A65E-F8FE-F2DAACE42B0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64587909"/>
              </p:ext>
            </p:extLst>
          </p:nvPr>
        </p:nvGraphicFramePr>
        <p:xfrm>
          <a:off x="1558206" y="5359718"/>
          <a:ext cx="3354387" cy="1019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24" name="Equation" r:id="rId18" imgW="1333440" imgH="406080" progId="Equation.DSMT4">
                  <p:embed/>
                </p:oleObj>
              </mc:Choice>
              <mc:Fallback>
                <p:oleObj name="Equation" r:id="rId18" imgW="1333440" imgH="406080" progId="Equation.DSMT4">
                  <p:embed/>
                  <p:pic>
                    <p:nvPicPr>
                      <p:cNvPr id="8" name="Object 10">
                        <a:extLst>
                          <a:ext uri="{FF2B5EF4-FFF2-40B4-BE49-F238E27FC236}">
                            <a16:creationId xmlns:a16="http://schemas.microsoft.com/office/drawing/2014/main" id="{D441D3E1-F16D-A65E-F8FE-F2DAACE42B0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58206" y="5359718"/>
                        <a:ext cx="3354387" cy="1019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777425374"/>
      </p:ext>
    </p:extLst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50"/>
                            </p:stCondLst>
                            <p:childTnLst>
                              <p:par>
                                <p:cTn id="2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050"/>
                            </p:stCondLst>
                            <p:childTnLst>
                              <p:par>
                                <p:cTn id="3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500"/>
                            </p:stCondLst>
                            <p:childTnLst>
                              <p:par>
                                <p:cTn id="4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0">
            <a:extLst>
              <a:ext uri="{FF2B5EF4-FFF2-40B4-BE49-F238E27FC236}">
                <a16:creationId xmlns:a16="http://schemas.microsoft.com/office/drawing/2014/main" id="{2B5C7358-CBF3-3549-B3A1-796FF48989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209" y="-16506"/>
            <a:ext cx="7743318" cy="493287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6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/>
                <a:cs typeface="Times New Roman" panose="02020603050405020304" pitchFamily="18" charset="0"/>
              </a:rPr>
              <a:t>实践问题</a:t>
            </a:r>
            <a:r>
              <a:rPr kumimoji="1" lang="en-US" altLang="zh-CN" sz="26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/>
                <a:cs typeface="Times New Roman" panose="02020603050405020304" pitchFamily="18" charset="0"/>
              </a:rPr>
              <a:t>:  </a:t>
            </a:r>
            <a:r>
              <a:rPr kumimoji="1" lang="zh-CN" altLang="en-US" sz="26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/>
                <a:cs typeface="Times New Roman" panose="02020603050405020304" pitchFamily="18" charset="0"/>
              </a:rPr>
              <a:t>利用克拉默</a:t>
            </a:r>
            <a:r>
              <a:rPr kumimoji="1" lang="en-US" altLang="zh-CN" sz="26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/>
                <a:cs typeface="Times New Roman" panose="02020603050405020304" pitchFamily="18" charset="0"/>
              </a:rPr>
              <a:t>(Cramer)</a:t>
            </a:r>
            <a:r>
              <a:rPr kumimoji="1" lang="zh-CN" altLang="en-US" sz="26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/>
                <a:cs typeface="Times New Roman" panose="02020603050405020304" pitchFamily="18" charset="0"/>
              </a:rPr>
              <a:t>法则求解线性方程组</a:t>
            </a:r>
          </a:p>
        </p:txBody>
      </p:sp>
      <p:graphicFrame>
        <p:nvGraphicFramePr>
          <p:cNvPr id="3" name="Object 3">
            <a:extLst>
              <a:ext uri="{FF2B5EF4-FFF2-40B4-BE49-F238E27FC236}">
                <a16:creationId xmlns:a16="http://schemas.microsoft.com/office/drawing/2014/main" id="{38E75C30-2E6F-E141-BF9C-8A912FE73BE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87615674"/>
              </p:ext>
            </p:extLst>
          </p:nvPr>
        </p:nvGraphicFramePr>
        <p:xfrm>
          <a:off x="643228" y="3125227"/>
          <a:ext cx="2395537" cy="1635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77" name="Equation" r:id="rId3" imgW="1041120" imgH="711000" progId="Equation.DSMT4">
                  <p:embed/>
                </p:oleObj>
              </mc:Choice>
              <mc:Fallback>
                <p:oleObj name="Equation" r:id="rId3" imgW="1041120" imgH="711000" progId="Equation.DSMT4">
                  <p:embed/>
                  <p:pic>
                    <p:nvPicPr>
                      <p:cNvPr id="37" name="Object 3">
                        <a:extLst>
                          <a:ext uri="{FF2B5EF4-FFF2-40B4-BE49-F238E27FC236}">
                            <a16:creationId xmlns:a16="http://schemas.microsoft.com/office/drawing/2014/main" id="{4DA0BB66-A17B-4FB6-8C07-8EA3E94F20A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3228" y="3125227"/>
                        <a:ext cx="2395537" cy="16351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7">
            <a:extLst>
              <a:ext uri="{FF2B5EF4-FFF2-40B4-BE49-F238E27FC236}">
                <a16:creationId xmlns:a16="http://schemas.microsoft.com/office/drawing/2014/main" id="{BD19D4B4-701E-A84D-99CA-11A3095DE36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56584238"/>
              </p:ext>
            </p:extLst>
          </p:nvPr>
        </p:nvGraphicFramePr>
        <p:xfrm>
          <a:off x="6396999" y="3617431"/>
          <a:ext cx="1138238" cy="466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78" name="Equation" r:id="rId5" imgW="495000" imgH="203040" progId="Equation.DSMT4">
                  <p:embed/>
                </p:oleObj>
              </mc:Choice>
              <mc:Fallback>
                <p:oleObj name="Equation" r:id="rId5" imgW="495000" imgH="203040" progId="Equation.DSMT4">
                  <p:embed/>
                  <p:pic>
                    <p:nvPicPr>
                      <p:cNvPr id="80" name="Object 7">
                        <a:extLst>
                          <a:ext uri="{FF2B5EF4-FFF2-40B4-BE49-F238E27FC236}">
                            <a16:creationId xmlns:a16="http://schemas.microsoft.com/office/drawing/2014/main" id="{A6FBB5D6-367B-4BF6-92E0-030885B463F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96999" y="3617431"/>
                        <a:ext cx="1138238" cy="4667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4">
            <a:extLst>
              <a:ext uri="{FF2B5EF4-FFF2-40B4-BE49-F238E27FC236}">
                <a16:creationId xmlns:a16="http://schemas.microsoft.com/office/drawing/2014/main" id="{B23DDD33-1C38-4C43-8CB6-4EB77F8EA6B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72149232"/>
              </p:ext>
            </p:extLst>
          </p:nvPr>
        </p:nvGraphicFramePr>
        <p:xfrm>
          <a:off x="3031812" y="5028734"/>
          <a:ext cx="1225755" cy="40858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79" name="Equation" r:id="rId7" imgW="532937" imgH="177646" progId="Equation.DSMT4">
                  <p:embed/>
                </p:oleObj>
              </mc:Choice>
              <mc:Fallback>
                <p:oleObj name="Equation" r:id="rId7" imgW="532937" imgH="177646" progId="Equation.DSMT4">
                  <p:embed/>
                  <p:pic>
                    <p:nvPicPr>
                      <p:cNvPr id="81" name="Object 4">
                        <a:extLst>
                          <a:ext uri="{FF2B5EF4-FFF2-40B4-BE49-F238E27FC236}">
                            <a16:creationId xmlns:a16="http://schemas.microsoft.com/office/drawing/2014/main" id="{5C0B5950-F379-4254-B29D-6490A4E7EEF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31812" y="5028734"/>
                        <a:ext cx="1225755" cy="40858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文本框 23">
            <a:extLst>
              <a:ext uri="{FF2B5EF4-FFF2-40B4-BE49-F238E27FC236}">
                <a16:creationId xmlns:a16="http://schemas.microsoft.com/office/drawing/2014/main" id="{D7F3B864-FFB1-1448-8AD2-2331F0247ADA}"/>
              </a:ext>
            </a:extLst>
          </p:cNvPr>
          <p:cNvSpPr txBox="1"/>
          <p:nvPr/>
        </p:nvSpPr>
        <p:spPr>
          <a:xfrm>
            <a:off x="272241" y="1397414"/>
            <a:ext cx="718145" cy="578235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dirty="0">
                <a:cs typeface="+mn-ea"/>
                <a:sym typeface="+mn-lt"/>
              </a:rPr>
              <a:t>📚</a:t>
            </a:r>
            <a:r>
              <a:rPr lang="zh-CN" altLang="en-US" sz="2800" dirty="0">
                <a:highlight>
                  <a:srgbClr val="FFC000"/>
                </a:highlight>
                <a:cs typeface="+mn-ea"/>
                <a:sym typeface="+mn-lt"/>
              </a:rPr>
              <a:t>例</a:t>
            </a:r>
          </a:p>
        </p:txBody>
      </p:sp>
      <p:sp>
        <p:nvSpPr>
          <p:cNvPr id="7" name="Rectangle 46">
            <a:extLst>
              <a:ext uri="{FF2B5EF4-FFF2-40B4-BE49-F238E27FC236}">
                <a16:creationId xmlns:a16="http://schemas.microsoft.com/office/drawing/2014/main" id="{5777D5FE-AFCA-8045-98E1-C66BBB3978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2242" y="3538507"/>
            <a:ext cx="359073" cy="5645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anchor="t" anchorCtr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zh-CN" altLang="en-US" sz="2800" dirty="0">
                <a:highlight>
                  <a:srgbClr val="FFC000"/>
                </a:highlight>
                <a:cs typeface="+mn-ea"/>
                <a:sym typeface="+mn-lt"/>
              </a:rPr>
              <a:t>解</a:t>
            </a:r>
            <a:endParaRPr kumimoji="1" lang="en-US" altLang="zh-CN" sz="2800" dirty="0">
              <a:solidFill>
                <a:srgbClr val="FFC000"/>
              </a:solidFill>
              <a:highlight>
                <a:srgbClr val="FFC000"/>
              </a:highlight>
              <a:cs typeface="+mn-ea"/>
              <a:sym typeface="+mn-lt"/>
            </a:endParaRPr>
          </a:p>
        </p:txBody>
      </p:sp>
      <p:grpSp>
        <p:nvGrpSpPr>
          <p:cNvPr id="8" name="组合 2">
            <a:extLst>
              <a:ext uri="{FF2B5EF4-FFF2-40B4-BE49-F238E27FC236}">
                <a16:creationId xmlns:a16="http://schemas.microsoft.com/office/drawing/2014/main" id="{D7EC6196-8772-D847-811D-FEEB1491CA0E}"/>
              </a:ext>
            </a:extLst>
          </p:cNvPr>
          <p:cNvGrpSpPr/>
          <p:nvPr/>
        </p:nvGrpSpPr>
        <p:grpSpPr>
          <a:xfrm>
            <a:off x="1508383" y="927811"/>
            <a:ext cx="6793985" cy="1635300"/>
            <a:chOff x="2778586" y="946358"/>
            <a:chExt cx="6793985" cy="1635300"/>
          </a:xfrm>
        </p:grpSpPr>
        <p:graphicFrame>
          <p:nvGraphicFramePr>
            <p:cNvPr id="9" name="Object 9">
              <a:extLst>
                <a:ext uri="{FF2B5EF4-FFF2-40B4-BE49-F238E27FC236}">
                  <a16:creationId xmlns:a16="http://schemas.microsoft.com/office/drawing/2014/main" id="{AC9BE899-1A60-9249-9900-F04714FECF7A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227730807"/>
                </p:ext>
              </p:extLst>
            </p:nvPr>
          </p:nvGraphicFramePr>
          <p:xfrm>
            <a:off x="5677956" y="946358"/>
            <a:ext cx="2365596" cy="16353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280" name="Equation" r:id="rId9" imgW="1028520" imgH="711000" progId="Equation.DSMT4">
                    <p:embed/>
                  </p:oleObj>
                </mc:Choice>
                <mc:Fallback>
                  <p:oleObj name="Equation" r:id="rId9" imgW="1028520" imgH="711000" progId="Equation.DSMT4">
                    <p:embed/>
                    <p:pic>
                      <p:nvPicPr>
                        <p:cNvPr id="36" name="Object 9">
                          <a:extLst>
                            <a:ext uri="{FF2B5EF4-FFF2-40B4-BE49-F238E27FC236}">
                              <a16:creationId xmlns:a16="http://schemas.microsoft.com/office/drawing/2014/main" id="{CD2B00C9-C50B-4BAC-8634-2F3863F2668B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677956" y="946358"/>
                          <a:ext cx="2365596" cy="16353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" name="文本框 26">
              <a:extLst>
                <a:ext uri="{FF2B5EF4-FFF2-40B4-BE49-F238E27FC236}">
                  <a16:creationId xmlns:a16="http://schemas.microsoft.com/office/drawing/2014/main" id="{413EB03B-F906-BB4C-9D5D-0FE46F90AA0F}"/>
                </a:ext>
              </a:extLst>
            </p:cNvPr>
            <p:cNvSpPr txBox="1"/>
            <p:nvPr/>
          </p:nvSpPr>
          <p:spPr>
            <a:xfrm>
              <a:off x="2778586" y="1491960"/>
              <a:ext cx="3317414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l-GR" altLang="zh-CN" sz="2800" i="1" dirty="0">
                  <a:latin typeface="+mj-lt"/>
                </a:rPr>
                <a:t>λ</a:t>
              </a:r>
              <a:r>
                <a:rPr lang="zh-CN" altLang="en-US" sz="2800" dirty="0"/>
                <a:t>为何值时</a:t>
              </a:r>
              <a:r>
                <a:rPr lang="en-US" altLang="zh-CN" sz="2800" dirty="0"/>
                <a:t>,  </a:t>
              </a:r>
              <a:r>
                <a:rPr lang="zh-CN" altLang="en-US" sz="2800" dirty="0"/>
                <a:t>方程组</a:t>
              </a:r>
            </a:p>
          </p:txBody>
        </p:sp>
        <p:sp>
          <p:nvSpPr>
            <p:cNvPr id="11" name="文本框 27">
              <a:extLst>
                <a:ext uri="{FF2B5EF4-FFF2-40B4-BE49-F238E27FC236}">
                  <a16:creationId xmlns:a16="http://schemas.microsoft.com/office/drawing/2014/main" id="{C421838B-FB66-E04B-89A2-1B9D5DBB6E63}"/>
                </a:ext>
              </a:extLst>
            </p:cNvPr>
            <p:cNvSpPr txBox="1"/>
            <p:nvPr/>
          </p:nvSpPr>
          <p:spPr>
            <a:xfrm>
              <a:off x="7920999" y="1473148"/>
              <a:ext cx="1651572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sz="2800" dirty="0"/>
                <a:t>有非零解？</a:t>
              </a:r>
            </a:p>
          </p:txBody>
        </p:sp>
      </p:grpSp>
      <p:sp>
        <p:nvSpPr>
          <p:cNvPr id="12" name="文本框 30">
            <a:extLst>
              <a:ext uri="{FF2B5EF4-FFF2-40B4-BE49-F238E27FC236}">
                <a16:creationId xmlns:a16="http://schemas.microsoft.com/office/drawing/2014/main" id="{30B3A44D-4938-4844-A23D-D124EA0026CE}"/>
              </a:ext>
            </a:extLst>
          </p:cNvPr>
          <p:cNvSpPr txBox="1"/>
          <p:nvPr/>
        </p:nvSpPr>
        <p:spPr>
          <a:xfrm>
            <a:off x="170329" y="5705703"/>
            <a:ext cx="473504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dirty="0">
                <a:latin typeface="+mj-lt"/>
              </a:rPr>
              <a:t>故当</a:t>
            </a:r>
            <a:r>
              <a:rPr lang="el-GR" altLang="zh-CN" sz="2800" i="1" dirty="0">
                <a:latin typeface="+mj-lt"/>
              </a:rPr>
              <a:t>λ</a:t>
            </a:r>
            <a:r>
              <a:rPr lang="en-US" altLang="zh-CN" sz="2800" dirty="0">
                <a:latin typeface="+mj-lt"/>
              </a:rPr>
              <a:t>=1</a:t>
            </a:r>
            <a:r>
              <a:rPr lang="zh-CN" altLang="en-US" sz="2800" dirty="0"/>
              <a:t>时</a:t>
            </a:r>
            <a:r>
              <a:rPr lang="en-US" altLang="zh-CN" sz="2800" dirty="0"/>
              <a:t>,  </a:t>
            </a:r>
            <a:r>
              <a:rPr lang="zh-CN" altLang="en-US" sz="2800" dirty="0"/>
              <a:t>方程组有非零解</a:t>
            </a:r>
            <a:r>
              <a:rPr lang="en-US" altLang="zh-CN" sz="2800" dirty="0"/>
              <a:t>.</a:t>
            </a:r>
            <a:endParaRPr lang="zh-CN" altLang="en-US" sz="2800" dirty="0"/>
          </a:p>
        </p:txBody>
      </p:sp>
      <p:graphicFrame>
        <p:nvGraphicFramePr>
          <p:cNvPr id="13" name="Object 7">
            <a:extLst>
              <a:ext uri="{FF2B5EF4-FFF2-40B4-BE49-F238E27FC236}">
                <a16:creationId xmlns:a16="http://schemas.microsoft.com/office/drawing/2014/main" id="{1DEC556B-D292-B849-B298-62069BD0FA5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64559855"/>
              </p:ext>
            </p:extLst>
          </p:nvPr>
        </p:nvGraphicFramePr>
        <p:xfrm>
          <a:off x="7535238" y="3695034"/>
          <a:ext cx="554037" cy="407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81" name="Equation" r:id="rId11" imgW="241200" imgH="177480" progId="Equation.DSMT4">
                  <p:embed/>
                </p:oleObj>
              </mc:Choice>
              <mc:Fallback>
                <p:oleObj name="Equation" r:id="rId11" imgW="241200" imgH="177480" progId="Equation.DSMT4">
                  <p:embed/>
                  <p:pic>
                    <p:nvPicPr>
                      <p:cNvPr id="32" name="Object 7">
                        <a:extLst>
                          <a:ext uri="{FF2B5EF4-FFF2-40B4-BE49-F238E27FC236}">
                            <a16:creationId xmlns:a16="http://schemas.microsoft.com/office/drawing/2014/main" id="{CC073ACD-9DB2-4437-8F28-10D97C7CEA1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35238" y="3695034"/>
                        <a:ext cx="554037" cy="4079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ct 3">
            <a:extLst>
              <a:ext uri="{FF2B5EF4-FFF2-40B4-BE49-F238E27FC236}">
                <a16:creationId xmlns:a16="http://schemas.microsoft.com/office/drawing/2014/main" id="{78694168-C60C-6241-8FF3-04B20125402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5712660"/>
              </p:ext>
            </p:extLst>
          </p:nvPr>
        </p:nvGraphicFramePr>
        <p:xfrm>
          <a:off x="3007687" y="3636296"/>
          <a:ext cx="3389313" cy="466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82" name="Equation" r:id="rId13" imgW="1473120" imgH="203040" progId="Equation.DSMT4">
                  <p:embed/>
                </p:oleObj>
              </mc:Choice>
              <mc:Fallback>
                <p:oleObj name="Equation" r:id="rId13" imgW="1473120" imgH="203040" progId="Equation.DSMT4">
                  <p:embed/>
                  <p:pic>
                    <p:nvPicPr>
                      <p:cNvPr id="35" name="Object 3">
                        <a:extLst>
                          <a:ext uri="{FF2B5EF4-FFF2-40B4-BE49-F238E27FC236}">
                            <a16:creationId xmlns:a16="http://schemas.microsoft.com/office/drawing/2014/main" id="{0132A178-075B-4CAD-B45F-E1B26EBCD0F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07687" y="3636296"/>
                        <a:ext cx="3389313" cy="4667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047748058"/>
      </p:ext>
    </p:extLst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12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0">
            <a:extLst>
              <a:ext uri="{FF2B5EF4-FFF2-40B4-BE49-F238E27FC236}">
                <a16:creationId xmlns:a16="http://schemas.microsoft.com/office/drawing/2014/main" id="{7C28463F-DBF8-EB4E-86BA-BFC7019D49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209" y="-16506"/>
            <a:ext cx="7743318" cy="493287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6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/>
                <a:cs typeface="Times New Roman" panose="02020603050405020304" pitchFamily="18" charset="0"/>
              </a:rPr>
              <a:t>实践问题</a:t>
            </a:r>
            <a:r>
              <a:rPr kumimoji="1" lang="en-US" altLang="zh-CN" sz="26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/>
                <a:cs typeface="Times New Roman" panose="02020603050405020304" pitchFamily="18" charset="0"/>
              </a:rPr>
              <a:t>:  </a:t>
            </a:r>
            <a:r>
              <a:rPr kumimoji="1" lang="zh-CN" altLang="en-US" sz="26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/>
                <a:cs typeface="Times New Roman" panose="02020603050405020304" pitchFamily="18" charset="0"/>
              </a:rPr>
              <a:t>利用克拉默</a:t>
            </a:r>
            <a:r>
              <a:rPr kumimoji="1" lang="en-US" altLang="zh-CN" sz="26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/>
                <a:cs typeface="Times New Roman" panose="02020603050405020304" pitchFamily="18" charset="0"/>
              </a:rPr>
              <a:t>(Cramer)</a:t>
            </a:r>
            <a:r>
              <a:rPr kumimoji="1" lang="zh-CN" altLang="en-US" sz="26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/>
                <a:cs typeface="Times New Roman" panose="02020603050405020304" pitchFamily="18" charset="0"/>
              </a:rPr>
              <a:t>法则求解线性方程组</a:t>
            </a:r>
          </a:p>
        </p:txBody>
      </p:sp>
      <p:sp>
        <p:nvSpPr>
          <p:cNvPr id="3" name="灯片编号占位符 7">
            <a:extLst>
              <a:ext uri="{FF2B5EF4-FFF2-40B4-BE49-F238E27FC236}">
                <a16:creationId xmlns:a16="http://schemas.microsoft.com/office/drawing/2014/main" id="{C7F3FD78-AA9B-E241-8EA2-D54556A75DE1}"/>
              </a:ext>
            </a:extLst>
          </p:cNvPr>
          <p:cNvSpPr txBox="1">
            <a:spLocks/>
          </p:cNvSpPr>
          <p:nvPr/>
        </p:nvSpPr>
        <p:spPr bwMode="auto">
          <a:xfrm>
            <a:off x="8750064" y="6210684"/>
            <a:ext cx="574464" cy="349702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defPPr>
              <a:defRPr lang="zh-CN"/>
            </a:defPPr>
            <a:lvl1pPr algn="l" rtl="0" eaLnBrk="0" fontAlgn="auto" hangingPunct="0">
              <a:spcBef>
                <a:spcPts val="0"/>
              </a:spcBef>
              <a:spcAft>
                <a:spcPts val="0"/>
              </a:spcAft>
              <a:defRPr kumimoji="1" sz="1200" kern="1200" dirty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800" kern="12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800" kern="12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800" kern="12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800" kern="12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umimoji="1" sz="2800" kern="12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umimoji="1" sz="2800" kern="12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umimoji="1" sz="2800" kern="12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umimoji="1" sz="2800" kern="12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9pPr>
          </a:lstStyle>
          <a:p>
            <a:fld id="{252E7140-E4F4-49D5-9AFB-3467FF007A05}" type="slidenum">
              <a:rPr lang="zh-CN" altLang="en-US" smtClean="0">
                <a:cs typeface="+mn-ea"/>
                <a:sym typeface="+mn-lt"/>
              </a:rPr>
              <a:pPr/>
              <a:t>13</a:t>
            </a:fld>
            <a:endParaRPr lang="zh-CN" altLang="en-US">
              <a:cs typeface="+mn-ea"/>
              <a:sym typeface="+mn-lt"/>
            </a:endParaRPr>
          </a:p>
        </p:txBody>
      </p:sp>
      <p:graphicFrame>
        <p:nvGraphicFramePr>
          <p:cNvPr id="4" name="Object 6">
            <a:extLst>
              <a:ext uri="{FF2B5EF4-FFF2-40B4-BE49-F238E27FC236}">
                <a16:creationId xmlns:a16="http://schemas.microsoft.com/office/drawing/2014/main" id="{963AE2A0-8DA7-6F42-8CBD-630BD9F79FB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66441981"/>
              </p:ext>
            </p:extLst>
          </p:nvPr>
        </p:nvGraphicFramePr>
        <p:xfrm>
          <a:off x="348697" y="4215755"/>
          <a:ext cx="2286000" cy="1422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15" name="Equation" r:id="rId3" imgW="1143000" imgH="711000" progId="Equation.DSMT4">
                  <p:embed/>
                </p:oleObj>
              </mc:Choice>
              <mc:Fallback>
                <p:oleObj name="Equation" r:id="rId3" imgW="1143000" imgH="711000" progId="Equation.DSMT4">
                  <p:embed/>
                  <p:pic>
                    <p:nvPicPr>
                      <p:cNvPr id="29" name="Object 6">
                        <a:extLst>
                          <a:ext uri="{FF2B5EF4-FFF2-40B4-BE49-F238E27FC236}">
                            <a16:creationId xmlns:a16="http://schemas.microsoft.com/office/drawing/2014/main" id="{74F297C5-DE91-4B2C-90E8-33E306D574F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8697" y="4215755"/>
                        <a:ext cx="2286000" cy="1422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6">
            <a:extLst>
              <a:ext uri="{FF2B5EF4-FFF2-40B4-BE49-F238E27FC236}">
                <a16:creationId xmlns:a16="http://schemas.microsoft.com/office/drawing/2014/main" id="{5DD2EC32-B3A4-9C4E-BE02-1BEB88F9153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26778230"/>
              </p:ext>
            </p:extLst>
          </p:nvPr>
        </p:nvGraphicFramePr>
        <p:xfrm>
          <a:off x="3057130" y="4205524"/>
          <a:ext cx="2159000" cy="1422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16" name="Equation" r:id="rId5" imgW="1079280" imgH="711000" progId="Equation.DSMT4">
                  <p:embed/>
                </p:oleObj>
              </mc:Choice>
              <mc:Fallback>
                <p:oleObj name="Equation" r:id="rId5" imgW="1079280" imgH="711000" progId="Equation.DSMT4">
                  <p:embed/>
                  <p:pic>
                    <p:nvPicPr>
                      <p:cNvPr id="30" name="Object 6">
                        <a:extLst>
                          <a:ext uri="{FF2B5EF4-FFF2-40B4-BE49-F238E27FC236}">
                            <a16:creationId xmlns:a16="http://schemas.microsoft.com/office/drawing/2014/main" id="{867CCA4D-A614-46AC-B9B1-6C43B5AC26D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57130" y="4205524"/>
                        <a:ext cx="2159000" cy="1422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6">
            <a:extLst>
              <a:ext uri="{FF2B5EF4-FFF2-40B4-BE49-F238E27FC236}">
                <a16:creationId xmlns:a16="http://schemas.microsoft.com/office/drawing/2014/main" id="{B745875A-A5EF-124D-8CFD-F2B2A31A713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42309105"/>
              </p:ext>
            </p:extLst>
          </p:nvPr>
        </p:nvGraphicFramePr>
        <p:xfrm>
          <a:off x="5737497" y="4205524"/>
          <a:ext cx="2286000" cy="1422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17" name="Equation" r:id="rId7" imgW="1143000" imgH="711000" progId="Equation.DSMT4">
                  <p:embed/>
                </p:oleObj>
              </mc:Choice>
              <mc:Fallback>
                <p:oleObj name="Equation" r:id="rId7" imgW="1143000" imgH="711000" progId="Equation.DSMT4">
                  <p:embed/>
                  <p:pic>
                    <p:nvPicPr>
                      <p:cNvPr id="31" name="Object 6">
                        <a:extLst>
                          <a:ext uri="{FF2B5EF4-FFF2-40B4-BE49-F238E27FC236}">
                            <a16:creationId xmlns:a16="http://schemas.microsoft.com/office/drawing/2014/main" id="{EA59319F-9E1F-46A0-9314-E5EF4555FE3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37497" y="4205524"/>
                        <a:ext cx="2286000" cy="1422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>
            <a:extLst>
              <a:ext uri="{FF2B5EF4-FFF2-40B4-BE49-F238E27FC236}">
                <a16:creationId xmlns:a16="http://schemas.microsoft.com/office/drawing/2014/main" id="{66963035-33E7-1848-80FE-CCE54DCEA9D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42390175"/>
              </p:ext>
            </p:extLst>
          </p:nvPr>
        </p:nvGraphicFramePr>
        <p:xfrm>
          <a:off x="683286" y="5590029"/>
          <a:ext cx="149860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18" name="Equation" r:id="rId9" imgW="749160" imgH="393480" progId="Equation.DSMT4">
                  <p:embed/>
                </p:oleObj>
              </mc:Choice>
              <mc:Fallback>
                <p:oleObj name="Equation" r:id="rId9" imgW="749160" imgH="393480" progId="Equation.DSMT4">
                  <p:embed/>
                  <p:pic>
                    <p:nvPicPr>
                      <p:cNvPr id="33" name="Object 6">
                        <a:extLst>
                          <a:ext uri="{FF2B5EF4-FFF2-40B4-BE49-F238E27FC236}">
                            <a16:creationId xmlns:a16="http://schemas.microsoft.com/office/drawing/2014/main" id="{554C0D24-E26E-48AC-B643-48C40D64E82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3286" y="5590029"/>
                        <a:ext cx="1498600" cy="787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文本框 25">
            <a:extLst>
              <a:ext uri="{FF2B5EF4-FFF2-40B4-BE49-F238E27FC236}">
                <a16:creationId xmlns:a16="http://schemas.microsoft.com/office/drawing/2014/main" id="{E690658A-F7BF-0941-A0B1-FB7936B9E8F9}"/>
              </a:ext>
            </a:extLst>
          </p:cNvPr>
          <p:cNvSpPr txBox="1"/>
          <p:nvPr/>
        </p:nvSpPr>
        <p:spPr>
          <a:xfrm>
            <a:off x="339379" y="927638"/>
            <a:ext cx="718145" cy="578235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dirty="0">
                <a:cs typeface="+mn-ea"/>
                <a:sym typeface="+mn-lt"/>
              </a:rPr>
              <a:t>📚</a:t>
            </a:r>
            <a:r>
              <a:rPr lang="zh-CN" altLang="en-US" sz="2800" dirty="0">
                <a:highlight>
                  <a:srgbClr val="FFC000"/>
                </a:highlight>
                <a:cs typeface="+mn-ea"/>
                <a:sym typeface="+mn-lt"/>
              </a:rPr>
              <a:t>例</a:t>
            </a:r>
          </a:p>
        </p:txBody>
      </p:sp>
      <p:sp>
        <p:nvSpPr>
          <p:cNvPr id="9" name="Rectangle 46">
            <a:extLst>
              <a:ext uri="{FF2B5EF4-FFF2-40B4-BE49-F238E27FC236}">
                <a16:creationId xmlns:a16="http://schemas.microsoft.com/office/drawing/2014/main" id="{DD27695A-DD80-0347-8B6E-CA905189E7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8698" y="2618786"/>
            <a:ext cx="359073" cy="5645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anchor="t" anchorCtr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zh-CN" altLang="en-US" sz="2800" dirty="0">
                <a:highlight>
                  <a:srgbClr val="FFC000"/>
                </a:highlight>
                <a:cs typeface="+mn-ea"/>
                <a:sym typeface="+mn-lt"/>
              </a:rPr>
              <a:t>解</a:t>
            </a:r>
            <a:endParaRPr kumimoji="1" lang="en-US" altLang="zh-CN" sz="2800" dirty="0">
              <a:solidFill>
                <a:srgbClr val="FFC000"/>
              </a:solidFill>
              <a:highlight>
                <a:srgbClr val="FFC000"/>
              </a:highlight>
              <a:cs typeface="+mn-ea"/>
              <a:sym typeface="+mn-lt"/>
            </a:endParaRPr>
          </a:p>
        </p:txBody>
      </p:sp>
      <p:grpSp>
        <p:nvGrpSpPr>
          <p:cNvPr id="10" name="组合 5">
            <a:extLst>
              <a:ext uri="{FF2B5EF4-FFF2-40B4-BE49-F238E27FC236}">
                <a16:creationId xmlns:a16="http://schemas.microsoft.com/office/drawing/2014/main" id="{3222D98B-02DE-3A42-AF8C-1C554574F783}"/>
              </a:ext>
            </a:extLst>
          </p:cNvPr>
          <p:cNvGrpSpPr/>
          <p:nvPr/>
        </p:nvGrpSpPr>
        <p:grpSpPr>
          <a:xfrm>
            <a:off x="1630422" y="476672"/>
            <a:ext cx="4458115" cy="1635300"/>
            <a:chOff x="2765945" y="761133"/>
            <a:chExt cx="4458115" cy="1635300"/>
          </a:xfrm>
        </p:grpSpPr>
        <p:graphicFrame>
          <p:nvGraphicFramePr>
            <p:cNvPr id="11" name="Object 6">
              <a:extLst>
                <a:ext uri="{FF2B5EF4-FFF2-40B4-BE49-F238E27FC236}">
                  <a16:creationId xmlns:a16="http://schemas.microsoft.com/office/drawing/2014/main" id="{62DFE7DA-2BA7-0848-81EE-5E12D45D6C64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118506456"/>
                </p:ext>
              </p:extLst>
            </p:nvPr>
          </p:nvGraphicFramePr>
          <p:xfrm>
            <a:off x="4186956" y="761133"/>
            <a:ext cx="3037104" cy="16353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319" name="Equation" r:id="rId11" imgW="1320480" imgH="711000" progId="Equation.DSMT4">
                    <p:embed/>
                  </p:oleObj>
                </mc:Choice>
                <mc:Fallback>
                  <p:oleObj name="Equation" r:id="rId11" imgW="1320480" imgH="711000" progId="Equation.DSMT4">
                    <p:embed/>
                    <p:pic>
                      <p:nvPicPr>
                        <p:cNvPr id="25" name="Object 6">
                          <a:extLst>
                            <a:ext uri="{FF2B5EF4-FFF2-40B4-BE49-F238E27FC236}">
                              <a16:creationId xmlns:a16="http://schemas.microsoft.com/office/drawing/2014/main" id="{1845537A-105A-4CBA-9FFA-65254B1C85F0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86956" y="761133"/>
                          <a:ext cx="3037104" cy="16353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2" name="文本框 33">
              <a:extLst>
                <a:ext uri="{FF2B5EF4-FFF2-40B4-BE49-F238E27FC236}">
                  <a16:creationId xmlns:a16="http://schemas.microsoft.com/office/drawing/2014/main" id="{0B9A7AF9-7C9E-CE49-807D-A6EA0104F9A5}"/>
                </a:ext>
              </a:extLst>
            </p:cNvPr>
            <p:cNvSpPr txBox="1"/>
            <p:nvPr/>
          </p:nvSpPr>
          <p:spPr>
            <a:xfrm>
              <a:off x="2765945" y="1311732"/>
              <a:ext cx="1651572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sz="2800" dirty="0"/>
                <a:t>解方程组</a:t>
              </a:r>
            </a:p>
          </p:txBody>
        </p:sp>
      </p:grpSp>
      <p:grpSp>
        <p:nvGrpSpPr>
          <p:cNvPr id="13" name="组合 6">
            <a:extLst>
              <a:ext uri="{FF2B5EF4-FFF2-40B4-BE49-F238E27FC236}">
                <a16:creationId xmlns:a16="http://schemas.microsoft.com/office/drawing/2014/main" id="{24993C65-186D-B947-865D-64797ABAE20F}"/>
              </a:ext>
            </a:extLst>
          </p:cNvPr>
          <p:cNvGrpSpPr/>
          <p:nvPr/>
        </p:nvGrpSpPr>
        <p:grpSpPr>
          <a:xfrm>
            <a:off x="683286" y="2299047"/>
            <a:ext cx="3772614" cy="1422400"/>
            <a:chOff x="2115990" y="2606975"/>
            <a:chExt cx="3772614" cy="1422400"/>
          </a:xfrm>
        </p:grpSpPr>
        <p:graphicFrame>
          <p:nvGraphicFramePr>
            <p:cNvPr id="14" name="Object 6">
              <a:extLst>
                <a:ext uri="{FF2B5EF4-FFF2-40B4-BE49-F238E27FC236}">
                  <a16:creationId xmlns:a16="http://schemas.microsoft.com/office/drawing/2014/main" id="{65C53CA0-3477-2D41-B856-053CF33D5FC7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806527834"/>
                </p:ext>
              </p:extLst>
            </p:nvPr>
          </p:nvGraphicFramePr>
          <p:xfrm>
            <a:off x="3985192" y="2606975"/>
            <a:ext cx="1903412" cy="1422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320" name="Equation" r:id="rId13" imgW="952200" imgH="711000" progId="Equation.DSMT4">
                    <p:embed/>
                  </p:oleObj>
                </mc:Choice>
                <mc:Fallback>
                  <p:oleObj name="Equation" r:id="rId13" imgW="952200" imgH="711000" progId="Equation.DSMT4">
                    <p:embed/>
                    <p:pic>
                      <p:nvPicPr>
                        <p:cNvPr id="27" name="Object 6">
                          <a:extLst>
                            <a:ext uri="{FF2B5EF4-FFF2-40B4-BE49-F238E27FC236}">
                              <a16:creationId xmlns:a16="http://schemas.microsoft.com/office/drawing/2014/main" id="{BC94CD95-9207-4E55-B0F3-73664AA49B94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985192" y="2606975"/>
                          <a:ext cx="1903412" cy="14224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5" name="文本框 34">
              <a:extLst>
                <a:ext uri="{FF2B5EF4-FFF2-40B4-BE49-F238E27FC236}">
                  <a16:creationId xmlns:a16="http://schemas.microsoft.com/office/drawing/2014/main" id="{25B3AE11-9CFD-5949-99CF-7E275BDD0A1C}"/>
                </a:ext>
              </a:extLst>
            </p:cNvPr>
            <p:cNvSpPr txBox="1"/>
            <p:nvPr/>
          </p:nvSpPr>
          <p:spPr>
            <a:xfrm>
              <a:off x="2115990" y="3018098"/>
              <a:ext cx="2301527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sz="2800" dirty="0"/>
                <a:t>系数行列式</a:t>
              </a:r>
            </a:p>
          </p:txBody>
        </p:sp>
      </p:grpSp>
      <p:sp>
        <p:nvSpPr>
          <p:cNvPr id="16" name="文本框 35">
            <a:extLst>
              <a:ext uri="{FF2B5EF4-FFF2-40B4-BE49-F238E27FC236}">
                <a16:creationId xmlns:a16="http://schemas.microsoft.com/office/drawing/2014/main" id="{3E36795E-3514-D746-857F-1D88E9CCD7A9}"/>
              </a:ext>
            </a:extLst>
          </p:cNvPr>
          <p:cNvSpPr txBox="1"/>
          <p:nvPr/>
        </p:nvSpPr>
        <p:spPr>
          <a:xfrm>
            <a:off x="339379" y="3721447"/>
            <a:ext cx="613090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dirty="0"/>
              <a:t>根据克莱姆法则知方程组有唯一解</a:t>
            </a:r>
          </a:p>
        </p:txBody>
      </p:sp>
      <p:sp>
        <p:nvSpPr>
          <p:cNvPr id="17" name="文本框 36">
            <a:extLst>
              <a:ext uri="{FF2B5EF4-FFF2-40B4-BE49-F238E27FC236}">
                <a16:creationId xmlns:a16="http://schemas.microsoft.com/office/drawing/2014/main" id="{EEA7AF47-FD78-E848-A536-B7AE888EADD5}"/>
              </a:ext>
            </a:extLst>
          </p:cNvPr>
          <p:cNvSpPr txBox="1"/>
          <p:nvPr/>
        </p:nvSpPr>
        <p:spPr>
          <a:xfrm>
            <a:off x="211303" y="5714092"/>
            <a:ext cx="63386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dirty="0"/>
              <a:t>故</a:t>
            </a:r>
          </a:p>
        </p:txBody>
      </p:sp>
      <p:graphicFrame>
        <p:nvGraphicFramePr>
          <p:cNvPr id="18" name="Object 6">
            <a:extLst>
              <a:ext uri="{FF2B5EF4-FFF2-40B4-BE49-F238E27FC236}">
                <a16:creationId xmlns:a16="http://schemas.microsoft.com/office/drawing/2014/main" id="{838755EA-1B08-ED43-8A3A-5D882B67B07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03695348"/>
              </p:ext>
            </p:extLst>
          </p:nvPr>
        </p:nvGraphicFramePr>
        <p:xfrm>
          <a:off x="4395534" y="2794358"/>
          <a:ext cx="482600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21" name="Equation" r:id="rId15" imgW="241200" imgH="164880" progId="Equation.DSMT4">
                  <p:embed/>
                </p:oleObj>
              </mc:Choice>
              <mc:Fallback>
                <p:oleObj name="Equation" r:id="rId15" imgW="241200" imgH="164880" progId="Equation.DSMT4">
                  <p:embed/>
                  <p:pic>
                    <p:nvPicPr>
                      <p:cNvPr id="45" name="Object 6">
                        <a:extLst>
                          <a:ext uri="{FF2B5EF4-FFF2-40B4-BE49-F238E27FC236}">
                            <a16:creationId xmlns:a16="http://schemas.microsoft.com/office/drawing/2014/main" id="{E426399D-7653-406E-B1CF-038A1B935C5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95534" y="2794358"/>
                        <a:ext cx="482600" cy="330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Object 6">
            <a:extLst>
              <a:ext uri="{FF2B5EF4-FFF2-40B4-BE49-F238E27FC236}">
                <a16:creationId xmlns:a16="http://schemas.microsoft.com/office/drawing/2014/main" id="{6E346DE7-3C6D-D749-81C4-AC469724670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08847494"/>
              </p:ext>
            </p:extLst>
          </p:nvPr>
        </p:nvGraphicFramePr>
        <p:xfrm>
          <a:off x="4899297" y="2794358"/>
          <a:ext cx="5588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22" name="Equation" r:id="rId17" imgW="279360" imgH="203040" progId="Equation.DSMT4">
                  <p:embed/>
                </p:oleObj>
              </mc:Choice>
              <mc:Fallback>
                <p:oleObj name="Equation" r:id="rId17" imgW="279360" imgH="203040" progId="Equation.DSMT4">
                  <p:embed/>
                  <p:pic>
                    <p:nvPicPr>
                      <p:cNvPr id="46" name="Object 6">
                        <a:extLst>
                          <a:ext uri="{FF2B5EF4-FFF2-40B4-BE49-F238E27FC236}">
                            <a16:creationId xmlns:a16="http://schemas.microsoft.com/office/drawing/2014/main" id="{D939E8E2-741F-41ED-BA3A-108AD7BE432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99297" y="2794358"/>
                        <a:ext cx="558800" cy="406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Object 6">
            <a:extLst>
              <a:ext uri="{FF2B5EF4-FFF2-40B4-BE49-F238E27FC236}">
                <a16:creationId xmlns:a16="http://schemas.microsoft.com/office/drawing/2014/main" id="{C000FFC7-C467-C848-BDF6-527C4CBC927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6959797"/>
              </p:ext>
            </p:extLst>
          </p:nvPr>
        </p:nvGraphicFramePr>
        <p:xfrm>
          <a:off x="2582915" y="4724819"/>
          <a:ext cx="5588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23" name="Equation" r:id="rId19" imgW="279360" imgH="203040" progId="Equation.DSMT4">
                  <p:embed/>
                </p:oleObj>
              </mc:Choice>
              <mc:Fallback>
                <p:oleObj name="Equation" r:id="rId19" imgW="279360" imgH="203040" progId="Equation.DSMT4">
                  <p:embed/>
                  <p:pic>
                    <p:nvPicPr>
                      <p:cNvPr id="47" name="Object 6">
                        <a:extLst>
                          <a:ext uri="{FF2B5EF4-FFF2-40B4-BE49-F238E27FC236}">
                            <a16:creationId xmlns:a16="http://schemas.microsoft.com/office/drawing/2014/main" id="{22A3446B-8661-495E-953D-B9F6B1722A8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82915" y="4724819"/>
                        <a:ext cx="558800" cy="406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Object 6">
            <a:extLst>
              <a:ext uri="{FF2B5EF4-FFF2-40B4-BE49-F238E27FC236}">
                <a16:creationId xmlns:a16="http://schemas.microsoft.com/office/drawing/2014/main" id="{D1A36BB0-8C7A-924A-898B-7C9A83FF0AF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83656212"/>
              </p:ext>
            </p:extLst>
          </p:nvPr>
        </p:nvGraphicFramePr>
        <p:xfrm>
          <a:off x="5178697" y="4713524"/>
          <a:ext cx="5588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24" name="Equation" r:id="rId21" imgW="279360" imgH="203040" progId="Equation.DSMT4">
                  <p:embed/>
                </p:oleObj>
              </mc:Choice>
              <mc:Fallback>
                <p:oleObj name="Equation" r:id="rId21" imgW="279360" imgH="203040" progId="Equation.DSMT4">
                  <p:embed/>
                  <p:pic>
                    <p:nvPicPr>
                      <p:cNvPr id="48" name="Object 6">
                        <a:extLst>
                          <a:ext uri="{FF2B5EF4-FFF2-40B4-BE49-F238E27FC236}">
                            <a16:creationId xmlns:a16="http://schemas.microsoft.com/office/drawing/2014/main" id="{83597B51-EAAC-4665-9FF9-2FDBA95D81B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78697" y="4713524"/>
                        <a:ext cx="558800" cy="406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Object 6">
            <a:extLst>
              <a:ext uri="{FF2B5EF4-FFF2-40B4-BE49-F238E27FC236}">
                <a16:creationId xmlns:a16="http://schemas.microsoft.com/office/drawing/2014/main" id="{E4181532-7DB6-A443-95A0-AD4CBB7D6C2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42645427"/>
              </p:ext>
            </p:extLst>
          </p:nvPr>
        </p:nvGraphicFramePr>
        <p:xfrm>
          <a:off x="8023497" y="4713524"/>
          <a:ext cx="7112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25" name="Equation" r:id="rId23" imgW="355320" imgH="203040" progId="Equation.DSMT4">
                  <p:embed/>
                </p:oleObj>
              </mc:Choice>
              <mc:Fallback>
                <p:oleObj name="Equation" r:id="rId23" imgW="355320" imgH="203040" progId="Equation.DSMT4">
                  <p:embed/>
                  <p:pic>
                    <p:nvPicPr>
                      <p:cNvPr id="49" name="Object 6">
                        <a:extLst>
                          <a:ext uri="{FF2B5EF4-FFF2-40B4-BE49-F238E27FC236}">
                            <a16:creationId xmlns:a16="http://schemas.microsoft.com/office/drawing/2014/main" id="{75CDAC97-AED4-45FD-9B5A-932DC2CE2B9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23497" y="4713524"/>
                        <a:ext cx="711200" cy="406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Object 6">
            <a:extLst>
              <a:ext uri="{FF2B5EF4-FFF2-40B4-BE49-F238E27FC236}">
                <a16:creationId xmlns:a16="http://schemas.microsoft.com/office/drawing/2014/main" id="{C9083C55-AC4A-9F4F-AB1E-89D6CBB13D5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40180435"/>
              </p:ext>
            </p:extLst>
          </p:nvPr>
        </p:nvGraphicFramePr>
        <p:xfrm>
          <a:off x="2181886" y="5590029"/>
          <a:ext cx="147320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26" name="Equation" r:id="rId25" imgW="736560" imgH="393480" progId="Equation.DSMT4">
                  <p:embed/>
                </p:oleObj>
              </mc:Choice>
              <mc:Fallback>
                <p:oleObj name="Equation" r:id="rId25" imgW="736560" imgH="393480" progId="Equation.DSMT4">
                  <p:embed/>
                  <p:pic>
                    <p:nvPicPr>
                      <p:cNvPr id="50" name="Object 6">
                        <a:extLst>
                          <a:ext uri="{FF2B5EF4-FFF2-40B4-BE49-F238E27FC236}">
                            <a16:creationId xmlns:a16="http://schemas.microsoft.com/office/drawing/2014/main" id="{0F876CF2-D182-4D26-985E-EAE4C15EA61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81886" y="5590029"/>
                        <a:ext cx="1473200" cy="787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Object 6">
            <a:extLst>
              <a:ext uri="{FF2B5EF4-FFF2-40B4-BE49-F238E27FC236}">
                <a16:creationId xmlns:a16="http://schemas.microsoft.com/office/drawing/2014/main" id="{3D2E49FB-39FB-764E-99D2-111AAA69666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30569146"/>
              </p:ext>
            </p:extLst>
          </p:nvPr>
        </p:nvGraphicFramePr>
        <p:xfrm>
          <a:off x="3655086" y="5589240"/>
          <a:ext cx="160020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27" name="Equation" r:id="rId27" imgW="799920" imgH="393480" progId="Equation.DSMT4">
                  <p:embed/>
                </p:oleObj>
              </mc:Choice>
              <mc:Fallback>
                <p:oleObj name="Equation" r:id="rId27" imgW="799920" imgH="393480" progId="Equation.DSMT4">
                  <p:embed/>
                  <p:pic>
                    <p:nvPicPr>
                      <p:cNvPr id="51" name="Object 6">
                        <a:extLst>
                          <a:ext uri="{FF2B5EF4-FFF2-40B4-BE49-F238E27FC236}">
                            <a16:creationId xmlns:a16="http://schemas.microsoft.com/office/drawing/2014/main" id="{13642222-ABD8-4774-AF27-77E7870DA95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55086" y="5589240"/>
                        <a:ext cx="1600200" cy="787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928198655"/>
      </p:ext>
    </p:extLst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6" grpId="0"/>
      <p:bldP spid="17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7" name="Rectangle 20">
            <a:hlinkClick r:id="rId3" action="ppaction://hlinksldjump"/>
            <a:extLst>
              <a:ext uri="{FF2B5EF4-FFF2-40B4-BE49-F238E27FC236}">
                <a16:creationId xmlns:a16="http://schemas.microsoft.com/office/drawing/2014/main" id="{B0B12399-D0A8-438E-9A1E-DDE7D7D433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288925"/>
            <a:ext cx="4032250" cy="431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0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0" name="Rectangle 30">
            <a:extLst>
              <a:ext uri="{FF2B5EF4-FFF2-40B4-BE49-F238E27FC236}">
                <a16:creationId xmlns:a16="http://schemas.microsoft.com/office/drawing/2014/main" id="{8B61055E-66B5-4C4B-88E6-589DF75886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1520" y="-8192"/>
            <a:ext cx="5962398" cy="493287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6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/>
                <a:cs typeface="Times New Roman" panose="02020603050405020304" pitchFamily="18" charset="0"/>
              </a:rPr>
              <a:t>实践问题</a:t>
            </a:r>
            <a:r>
              <a:rPr kumimoji="1" lang="en-US" altLang="zh-CN" sz="26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/>
                <a:cs typeface="Times New Roman" panose="02020603050405020304" pitchFamily="18" charset="0"/>
              </a:rPr>
              <a:t>:  </a:t>
            </a:r>
            <a:r>
              <a:rPr kumimoji="1" lang="zh-CN" altLang="en-US" sz="26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/>
                <a:cs typeface="Times New Roman" panose="02020603050405020304" pitchFamily="18" charset="0"/>
              </a:rPr>
              <a:t>克拉默</a:t>
            </a:r>
            <a:r>
              <a:rPr kumimoji="1" lang="en-US" altLang="zh-CN" sz="26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/>
                <a:cs typeface="Times New Roman" panose="02020603050405020304" pitchFamily="18" charset="0"/>
              </a:rPr>
              <a:t>(Cramer)</a:t>
            </a:r>
            <a:r>
              <a:rPr kumimoji="1" lang="zh-CN" altLang="en-US" sz="26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/>
                <a:cs typeface="Times New Roman" panose="02020603050405020304" pitchFamily="18" charset="0"/>
              </a:rPr>
              <a:t>法则的</a:t>
            </a:r>
            <a:r>
              <a:rPr lang="zh-CN" altLang="en-US" sz="2600" b="1" kern="0" dirty="0">
                <a:solidFill>
                  <a:schemeClr val="bg1"/>
                </a:solidFill>
                <a:ea typeface="华文中宋"/>
                <a:cs typeface="Times New Roman" panose="02020603050405020304" pitchFamily="18" charset="0"/>
              </a:rPr>
              <a:t>应用</a:t>
            </a:r>
            <a:endParaRPr kumimoji="1" lang="zh-CN" altLang="en-US" sz="2600" b="1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mes New Roman" panose="02020603050405020304" pitchFamily="18" charset="0"/>
              <a:ea typeface="华文中宋"/>
              <a:cs typeface="Times New Roman" panose="02020603050405020304" pitchFamily="18" charset="0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0580ECD8-53C1-D500-D3EE-ACB979770ED5}"/>
              </a:ext>
            </a:extLst>
          </p:cNvPr>
          <p:cNvSpPr txBox="1"/>
          <p:nvPr/>
        </p:nvSpPr>
        <p:spPr>
          <a:xfrm>
            <a:off x="323528" y="818564"/>
            <a:ext cx="814724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rgbClr val="C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例</a:t>
            </a:r>
            <a:r>
              <a:rPr lang="en-US" altLang="zh-CN" b="1" dirty="0">
                <a:solidFill>
                  <a:srgbClr val="C00000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1.17</a:t>
            </a:r>
            <a:r>
              <a:rPr lang="en-US" altLang="zh-CN" b="1" dirty="0">
                <a:solidFill>
                  <a:srgbClr val="C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 </a:t>
            </a:r>
            <a:r>
              <a:rPr lang="zh-CN" altLang="en-US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证明</a:t>
            </a:r>
            <a:r>
              <a:rPr lang="zh-CN" altLang="en-US" b="1">
                <a:latin typeface="华文中宋" panose="02010600040101010101" pitchFamily="2" charset="-122"/>
                <a:ea typeface="华文中宋" panose="02010600040101010101" pitchFamily="2" charset="-122"/>
              </a:rPr>
              <a:t>一个</a:t>
            </a:r>
            <a:r>
              <a:rPr lang="en-US" altLang="zh-CN" b="1" i="1">
                <a:ea typeface="华文中宋" panose="02010600040101010101" pitchFamily="2" charset="-122"/>
                <a:cs typeface="Times New Roman" panose="02020603050405020304" pitchFamily="18" charset="0"/>
              </a:rPr>
              <a:t>n</a:t>
            </a:r>
            <a:r>
              <a:rPr lang="zh-CN" altLang="en-US" b="1">
                <a:latin typeface="华文中宋" panose="02010600040101010101" pitchFamily="2" charset="-122"/>
                <a:ea typeface="华文中宋" panose="02010600040101010101" pitchFamily="2" charset="-122"/>
              </a:rPr>
              <a:t>次</a:t>
            </a:r>
            <a:r>
              <a:rPr lang="zh-CN" altLang="en-US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多项式</a:t>
            </a:r>
            <a:r>
              <a:rPr lang="zh-CN" altLang="en-US" b="1">
                <a:latin typeface="华文中宋" panose="02010600040101010101" pitchFamily="2" charset="-122"/>
                <a:ea typeface="华文中宋" panose="02010600040101010101" pitchFamily="2" charset="-122"/>
              </a:rPr>
              <a:t>至多有</a:t>
            </a:r>
            <a:r>
              <a:rPr lang="en-US" altLang="zh-CN" b="1" i="1">
                <a:ea typeface="华文中宋" panose="02010600040101010101" pitchFamily="2" charset="-122"/>
                <a:cs typeface="Times New Roman" panose="02020603050405020304" pitchFamily="18" charset="0"/>
              </a:rPr>
              <a:t>n</a:t>
            </a:r>
            <a:r>
              <a:rPr lang="zh-CN" altLang="en-US" b="1">
                <a:latin typeface="华文中宋" panose="02010600040101010101" pitchFamily="2" charset="-122"/>
                <a:ea typeface="华文中宋" panose="02010600040101010101" pitchFamily="2" charset="-122"/>
              </a:rPr>
              <a:t>个</a:t>
            </a:r>
            <a:r>
              <a:rPr lang="zh-CN" altLang="en-US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互异的零点</a:t>
            </a:r>
            <a:r>
              <a:rPr lang="en-US" altLang="zh-CN" b="1" dirty="0">
                <a:ea typeface="华文中宋" panose="02010600040101010101" pitchFamily="2" charset="-122"/>
                <a:cs typeface="Times New Roman" panose="02020603050405020304" pitchFamily="18" charset="0"/>
              </a:rPr>
              <a:t>.</a:t>
            </a:r>
            <a:endParaRPr lang="zh-CN" altLang="en-US" b="1" dirty="0"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D7BE210D-523E-5C0C-0AB5-7E5CA5234D2C}"/>
              </a:ext>
            </a:extLst>
          </p:cNvPr>
          <p:cNvSpPr txBox="1"/>
          <p:nvPr/>
        </p:nvSpPr>
        <p:spPr>
          <a:xfrm>
            <a:off x="323528" y="1602467"/>
            <a:ext cx="8723314" cy="1394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        假设</a:t>
            </a:r>
            <a:r>
              <a:rPr lang="en-US" altLang="zh-CN" b="1" i="1" dirty="0">
                <a:ea typeface="华文中宋" panose="02010600040101010101" pitchFamily="2" charset="-122"/>
                <a:cs typeface="Times New Roman" panose="02020603050405020304" pitchFamily="18" charset="0"/>
              </a:rPr>
              <a:t>n</a:t>
            </a:r>
            <a:r>
              <a:rPr lang="zh-CN" altLang="en-US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次多项式</a:t>
            </a:r>
            <a:endParaRPr lang="en-US" altLang="zh-CN" b="1" i="1" dirty="0">
              <a:latin typeface="Cambria Math" panose="02040503050406030204" pitchFamily="18" charset="0"/>
            </a:endParaRPr>
          </a:p>
          <a:p>
            <a:pPr algn="ctr"/>
            <a:r>
              <a:rPr lang="en-US" altLang="zh-CN" b="1" i="1" dirty="0">
                <a:ea typeface="华文中宋" panose="02010600040101010101" pitchFamily="2" charset="-122"/>
                <a:cs typeface="Times New Roman" panose="02020603050405020304" pitchFamily="18" charset="0"/>
              </a:rPr>
              <a:t>f</a:t>
            </a:r>
            <a:r>
              <a:rPr lang="en-US" altLang="zh-CN" b="1" dirty="0">
                <a:ea typeface="华文中宋" panose="0201060004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b="1" i="1" dirty="0">
                <a:ea typeface="华文中宋" panose="0201060004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b="1" dirty="0">
                <a:ea typeface="华文中宋" panose="02010600040101010101" pitchFamily="2" charset="-122"/>
                <a:cs typeface="Times New Roman" panose="02020603050405020304" pitchFamily="18" charset="0"/>
              </a:rPr>
              <a:t>)</a:t>
            </a:r>
            <a:r>
              <a:rPr lang="en-US" altLang="zh-CN" b="1" i="1" dirty="0">
                <a:ea typeface="华文中宋" panose="02010600040101010101" pitchFamily="2" charset="-122"/>
                <a:cs typeface="Times New Roman" panose="02020603050405020304" pitchFamily="18" charset="0"/>
              </a:rPr>
              <a:t>=a</a:t>
            </a:r>
            <a:r>
              <a:rPr lang="en-US" altLang="zh-CN" b="1" baseline="-25000" dirty="0">
                <a:ea typeface="华文中宋" panose="02010600040101010101" pitchFamily="2" charset="-122"/>
                <a:cs typeface="Times New Roman" panose="02020603050405020304" pitchFamily="18" charset="0"/>
              </a:rPr>
              <a:t>0</a:t>
            </a:r>
            <a:r>
              <a:rPr lang="en-US" altLang="zh-CN" b="1" i="1" dirty="0">
                <a:ea typeface="华文中宋" panose="02010600040101010101" pitchFamily="2" charset="-122"/>
                <a:cs typeface="Times New Roman" panose="02020603050405020304" pitchFamily="18" charset="0"/>
              </a:rPr>
              <a:t>+a</a:t>
            </a:r>
            <a:r>
              <a:rPr lang="en-US" altLang="zh-CN" b="1" baseline="-25000" dirty="0">
                <a:ea typeface="华文中宋" panose="0201060004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b="1" i="1" dirty="0">
                <a:ea typeface="华文中宋" panose="0201060004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b="1" baseline="30000" dirty="0">
                <a:ea typeface="华文中宋" panose="0201060004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b="1" i="1" dirty="0">
                <a:ea typeface="华文中宋" panose="02010600040101010101" pitchFamily="2" charset="-122"/>
                <a:cs typeface="Times New Roman" panose="02020603050405020304" pitchFamily="18" charset="0"/>
              </a:rPr>
              <a:t>+a</a:t>
            </a:r>
            <a:r>
              <a:rPr lang="en-US" altLang="zh-CN" b="1" baseline="-25000" dirty="0">
                <a:ea typeface="华文中宋" panose="0201060004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b="1" i="1" dirty="0">
                <a:ea typeface="华文中宋" panose="0201060004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b="1" baseline="30000" dirty="0">
                <a:ea typeface="华文中宋" panose="0201060004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b="1" i="1" dirty="0">
                <a:ea typeface="华文中宋" panose="02010600040101010101" pitchFamily="2" charset="-122"/>
                <a:cs typeface="Times New Roman" panose="02020603050405020304" pitchFamily="18" charset="0"/>
              </a:rPr>
              <a:t>+…+</a:t>
            </a:r>
            <a:r>
              <a:rPr lang="en-US" altLang="zh-CN" b="1" i="1" dirty="0" err="1">
                <a:ea typeface="华文中宋" panose="0201060004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b="1" i="1" baseline="-25000" dirty="0" err="1">
                <a:ea typeface="华文中宋" panose="02010600040101010101" pitchFamily="2" charset="-122"/>
                <a:cs typeface="Times New Roman" panose="02020603050405020304" pitchFamily="18" charset="0"/>
              </a:rPr>
              <a:t>n</a:t>
            </a:r>
            <a:r>
              <a:rPr lang="en-US" altLang="zh-CN" b="1" i="1" dirty="0" err="1">
                <a:ea typeface="华文中宋" panose="0201060004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b="1" i="1" baseline="30000" dirty="0" err="1">
                <a:ea typeface="华文中宋" panose="02010600040101010101" pitchFamily="2" charset="-122"/>
                <a:cs typeface="Times New Roman" panose="02020603050405020304" pitchFamily="18" charset="0"/>
              </a:rPr>
              <a:t>n</a:t>
            </a:r>
            <a:endParaRPr lang="en-US" altLang="zh-CN" b="1" i="1" baseline="30000" dirty="0">
              <a:ea typeface="华文中宋" panose="02010600040101010101" pitchFamily="2" charset="-122"/>
              <a:cs typeface="Times New Roman" panose="02020603050405020304" pitchFamily="18" charset="0"/>
            </a:endParaRPr>
          </a:p>
          <a:p>
            <a:r>
              <a:rPr lang="zh-CN" altLang="en-US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有</a:t>
            </a:r>
            <a:r>
              <a:rPr lang="en-US" altLang="zh-CN" b="1" i="1" dirty="0">
                <a:ea typeface="华文中宋" panose="02010600040101010101" pitchFamily="2" charset="-122"/>
                <a:cs typeface="Times New Roman" panose="02020603050405020304" pitchFamily="18" charset="0"/>
              </a:rPr>
              <a:t>n+</a:t>
            </a:r>
            <a:r>
              <a:rPr lang="en-US" altLang="zh-CN" b="1" dirty="0">
                <a:ea typeface="华文中宋" panose="0201060004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en-US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个互异的零点</a:t>
            </a:r>
            <a:r>
              <a:rPr lang="en-US" altLang="zh-CN" b="1" i="1" dirty="0">
                <a:ea typeface="华文中宋" panose="0201060004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b="1" baseline="-25000" dirty="0">
                <a:ea typeface="华文中宋" panose="0201060004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b="1" i="1" dirty="0">
                <a:ea typeface="华文中宋" panose="02010600040101010101" pitchFamily="2" charset="-122"/>
                <a:cs typeface="Times New Roman" panose="02020603050405020304" pitchFamily="18" charset="0"/>
              </a:rPr>
              <a:t>,x</a:t>
            </a:r>
            <a:r>
              <a:rPr lang="en-US" altLang="zh-CN" b="1" baseline="-25000" dirty="0">
                <a:ea typeface="华文中宋" panose="0201060004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b="1" i="1" dirty="0">
                <a:ea typeface="华文中宋" panose="02010600040101010101" pitchFamily="2" charset="-122"/>
                <a:cs typeface="Times New Roman" panose="02020603050405020304" pitchFamily="18" charset="0"/>
              </a:rPr>
              <a:t>,…,</a:t>
            </a:r>
            <a:r>
              <a:rPr lang="en-US" altLang="zh-CN" b="1" i="1" dirty="0" err="1">
                <a:ea typeface="华文中宋" panose="0201060004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b="1" i="1" baseline="-25000" dirty="0" err="1">
                <a:ea typeface="华文中宋" panose="02010600040101010101" pitchFamily="2" charset="-122"/>
                <a:cs typeface="Times New Roman" panose="02020603050405020304" pitchFamily="18" charset="0"/>
              </a:rPr>
              <a:t>n</a:t>
            </a:r>
            <a:r>
              <a:rPr lang="en-US" altLang="zh-CN" b="1" dirty="0">
                <a:ea typeface="华文中宋" panose="02010600040101010101" pitchFamily="2" charset="-122"/>
                <a:cs typeface="Times New Roman" panose="02020603050405020304" pitchFamily="18" charset="0"/>
              </a:rPr>
              <a:t>, </a:t>
            </a:r>
            <a:r>
              <a:rPr lang="zh-CN" altLang="en-US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则有</a:t>
            </a:r>
          </a:p>
        </p:txBody>
      </p:sp>
      <p:graphicFrame>
        <p:nvGraphicFramePr>
          <p:cNvPr id="12" name="Object 10">
            <a:extLst>
              <a:ext uri="{FF2B5EF4-FFF2-40B4-BE49-F238E27FC236}">
                <a16:creationId xmlns:a16="http://schemas.microsoft.com/office/drawing/2014/main" id="{FB498D18-3EC1-04D0-2172-041E8CCA54D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68251518"/>
              </p:ext>
            </p:extLst>
          </p:nvPr>
        </p:nvGraphicFramePr>
        <p:xfrm>
          <a:off x="1845856" y="3040385"/>
          <a:ext cx="6748463" cy="582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26" name="Equation" r:id="rId4" imgW="2933640" imgH="253800" progId="Equation.DSMT4">
                  <p:embed/>
                </p:oleObj>
              </mc:Choice>
              <mc:Fallback>
                <p:oleObj name="Equation" r:id="rId4" imgW="2933640" imgH="253800" progId="Equation.DSMT4">
                  <p:embed/>
                  <p:pic>
                    <p:nvPicPr>
                      <p:cNvPr id="12" name="Object 10">
                        <a:extLst>
                          <a:ext uri="{FF2B5EF4-FFF2-40B4-BE49-F238E27FC236}">
                            <a16:creationId xmlns:a16="http://schemas.microsoft.com/office/drawing/2014/main" id="{FB498D18-3EC1-04D0-2172-041E8CCA54D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45856" y="3040385"/>
                        <a:ext cx="6748463" cy="5826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文本框 13">
            <a:extLst>
              <a:ext uri="{FF2B5EF4-FFF2-40B4-BE49-F238E27FC236}">
                <a16:creationId xmlns:a16="http://schemas.microsoft.com/office/drawing/2014/main" id="{FD6E831B-FEFA-237D-9D37-6EFCD13ABE37}"/>
              </a:ext>
            </a:extLst>
          </p:cNvPr>
          <p:cNvSpPr txBox="1"/>
          <p:nvPr/>
        </p:nvSpPr>
        <p:spPr>
          <a:xfrm>
            <a:off x="374781" y="3645024"/>
            <a:ext cx="94149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即</a:t>
            </a:r>
          </a:p>
        </p:txBody>
      </p:sp>
      <p:graphicFrame>
        <p:nvGraphicFramePr>
          <p:cNvPr id="15" name="对象 14">
            <a:extLst>
              <a:ext uri="{FF2B5EF4-FFF2-40B4-BE49-F238E27FC236}">
                <a16:creationId xmlns:a16="http://schemas.microsoft.com/office/drawing/2014/main" id="{AC70CEA5-0173-B739-C44A-19A97686BE9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43918608"/>
              </p:ext>
            </p:extLst>
          </p:nvPr>
        </p:nvGraphicFramePr>
        <p:xfrm>
          <a:off x="1650171" y="3750989"/>
          <a:ext cx="5946165" cy="25181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27" name="Equation" r:id="rId6" imgW="5270073" imgH="2232800" progId="Equation.DSMT4">
                  <p:embed/>
                </p:oleObj>
              </mc:Choice>
              <mc:Fallback>
                <p:oleObj name="Equation" r:id="rId6" imgW="5270073" imgH="2232800" progId="Equation.DSMT4">
                  <p:embed/>
                  <p:pic>
                    <p:nvPicPr>
                      <p:cNvPr id="15" name="对象 14">
                        <a:extLst>
                          <a:ext uri="{FF2B5EF4-FFF2-40B4-BE49-F238E27FC236}">
                            <a16:creationId xmlns:a16="http://schemas.microsoft.com/office/drawing/2014/main" id="{AC70CEA5-0173-B739-C44A-19A97686BE9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650171" y="3750989"/>
                        <a:ext cx="5946165" cy="251816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文本框 2">
            <a:extLst>
              <a:ext uri="{FF2B5EF4-FFF2-40B4-BE49-F238E27FC236}">
                <a16:creationId xmlns:a16="http://schemas.microsoft.com/office/drawing/2014/main" id="{047D0434-DD77-9C97-24A2-69D6668E64F5}"/>
              </a:ext>
            </a:extLst>
          </p:cNvPr>
          <p:cNvSpPr txBox="1"/>
          <p:nvPr/>
        </p:nvSpPr>
        <p:spPr>
          <a:xfrm>
            <a:off x="323527" y="1607818"/>
            <a:ext cx="96361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rgbClr val="C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证明</a:t>
            </a:r>
            <a:endParaRPr lang="zh-CN" altLang="en-US" dirty="0">
              <a:solidFill>
                <a:srgbClr val="C00000"/>
              </a:solidFill>
            </a:endParaRPr>
          </a:p>
        </p:txBody>
      </p:sp>
      <p:graphicFrame>
        <p:nvGraphicFramePr>
          <p:cNvPr id="5" name="Object 10">
            <a:extLst>
              <a:ext uri="{FF2B5EF4-FFF2-40B4-BE49-F238E27FC236}">
                <a16:creationId xmlns:a16="http://schemas.microsoft.com/office/drawing/2014/main" id="{86A8F1A3-1278-2E8A-A9DA-EADFE9473DA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78481736"/>
              </p:ext>
            </p:extLst>
          </p:nvPr>
        </p:nvGraphicFramePr>
        <p:xfrm>
          <a:off x="899592" y="3099123"/>
          <a:ext cx="963613" cy="523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28" name="Equation" r:id="rId8" imgW="419040" imgH="228600" progId="Equation.DSMT4">
                  <p:embed/>
                </p:oleObj>
              </mc:Choice>
              <mc:Fallback>
                <p:oleObj name="Equation" r:id="rId8" imgW="419040" imgH="228600" progId="Equation.DSMT4">
                  <p:embed/>
                  <p:pic>
                    <p:nvPicPr>
                      <p:cNvPr id="5" name="Object 10">
                        <a:extLst>
                          <a:ext uri="{FF2B5EF4-FFF2-40B4-BE49-F238E27FC236}">
                            <a16:creationId xmlns:a16="http://schemas.microsoft.com/office/drawing/2014/main" id="{86A8F1A3-1278-2E8A-A9DA-EADFE9473DA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99592" y="3099123"/>
                        <a:ext cx="963613" cy="523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980326794"/>
      </p:ext>
    </p:extLst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050"/>
                            </p:stCondLst>
                            <p:childTnLst>
                              <p:par>
                                <p:cTn id="2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3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7" name="Rectangle 20">
            <a:hlinkClick r:id="rId3" action="ppaction://hlinksldjump"/>
            <a:extLst>
              <a:ext uri="{FF2B5EF4-FFF2-40B4-BE49-F238E27FC236}">
                <a16:creationId xmlns:a16="http://schemas.microsoft.com/office/drawing/2014/main" id="{B0B12399-D0A8-438E-9A1E-DDE7D7D433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288925"/>
            <a:ext cx="4032250" cy="431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0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0" name="Rectangle 30">
            <a:extLst>
              <a:ext uri="{FF2B5EF4-FFF2-40B4-BE49-F238E27FC236}">
                <a16:creationId xmlns:a16="http://schemas.microsoft.com/office/drawing/2014/main" id="{8B61055E-66B5-4C4B-88E6-589DF75886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1114" y="-16557"/>
            <a:ext cx="6472436" cy="493286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6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/>
                <a:cs typeface="Times New Roman" panose="02020603050405020304" pitchFamily="18" charset="0"/>
              </a:rPr>
              <a:t>实践问题</a:t>
            </a:r>
            <a:r>
              <a:rPr kumimoji="1" lang="en-US" altLang="zh-CN" sz="26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/>
                <a:cs typeface="Times New Roman" panose="02020603050405020304" pitchFamily="18" charset="0"/>
              </a:rPr>
              <a:t>:  </a:t>
            </a:r>
            <a:r>
              <a:rPr kumimoji="1" lang="zh-CN" altLang="en-US" sz="26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/>
                <a:cs typeface="Times New Roman" panose="02020603050405020304" pitchFamily="18" charset="0"/>
              </a:rPr>
              <a:t>克拉默</a:t>
            </a:r>
            <a:r>
              <a:rPr kumimoji="1" lang="en-US" altLang="zh-CN" sz="26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/>
                <a:cs typeface="Times New Roman" panose="02020603050405020304" pitchFamily="18" charset="0"/>
              </a:rPr>
              <a:t>(Cramer)</a:t>
            </a:r>
            <a:r>
              <a:rPr kumimoji="1" lang="zh-CN" altLang="en-US" sz="26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/>
                <a:cs typeface="Times New Roman" panose="02020603050405020304" pitchFamily="18" charset="0"/>
              </a:rPr>
              <a:t>法则的应用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8FA180A1-1011-FE8A-75A7-D3C698B7A649}"/>
              </a:ext>
            </a:extLst>
          </p:cNvPr>
          <p:cNvSpPr txBox="1"/>
          <p:nvPr/>
        </p:nvSpPr>
        <p:spPr>
          <a:xfrm>
            <a:off x="230658" y="692696"/>
            <a:ext cx="8456142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457200"/>
            <a:r>
              <a:rPr lang="zh-CN" altLang="en-US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 以上方程组可看成关于</a:t>
            </a:r>
            <a:r>
              <a:rPr lang="en-US" altLang="zh-CN" b="1" i="1" dirty="0">
                <a:ea typeface="华文中宋" panose="02010600040101010101" pitchFamily="2" charset="-122"/>
                <a:cs typeface="Times New Roman" panose="02020603050405020304" pitchFamily="18" charset="0"/>
              </a:rPr>
              <a:t>n+</a:t>
            </a:r>
            <a:r>
              <a:rPr lang="en-US" altLang="zh-CN" b="1" dirty="0">
                <a:ea typeface="华文中宋" panose="0201060004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en-US" b="1" dirty="0">
                <a:solidFill>
                  <a:srgbClr val="0033CC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个元</a:t>
            </a:r>
            <a:r>
              <a:rPr lang="en-US" altLang="zh-CN" b="1" i="1" dirty="0">
                <a:ea typeface="华文中宋" panose="0201060004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b="1" baseline="-25000" dirty="0">
                <a:ea typeface="华文中宋" panose="02010600040101010101" pitchFamily="2" charset="-122"/>
                <a:cs typeface="Times New Roman" panose="02020603050405020304" pitchFamily="18" charset="0"/>
              </a:rPr>
              <a:t>0</a:t>
            </a:r>
            <a:r>
              <a:rPr lang="en-US" altLang="zh-CN" b="1" i="1" dirty="0">
                <a:ea typeface="华文中宋" panose="02010600040101010101" pitchFamily="2" charset="-122"/>
                <a:cs typeface="Times New Roman" panose="02020603050405020304" pitchFamily="18" charset="0"/>
              </a:rPr>
              <a:t>,a</a:t>
            </a:r>
            <a:r>
              <a:rPr lang="en-US" altLang="zh-CN" b="1" baseline="-25000" dirty="0">
                <a:ea typeface="华文中宋" panose="0201060004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b="1" i="1" dirty="0">
                <a:ea typeface="华文中宋" panose="02010600040101010101" pitchFamily="2" charset="-122"/>
                <a:cs typeface="Times New Roman" panose="02020603050405020304" pitchFamily="18" charset="0"/>
              </a:rPr>
              <a:t>,…,a</a:t>
            </a:r>
            <a:r>
              <a:rPr lang="en-US" altLang="zh-CN" b="1" i="1" baseline="-25000" dirty="0">
                <a:ea typeface="华文中宋" panose="02010600040101010101" pitchFamily="2" charset="-122"/>
                <a:cs typeface="Times New Roman" panose="02020603050405020304" pitchFamily="18" charset="0"/>
              </a:rPr>
              <a:t>n</a:t>
            </a:r>
            <a:r>
              <a:rPr lang="zh-CN" altLang="en-US" b="1" dirty="0">
                <a:solidFill>
                  <a:srgbClr val="0033CC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的齐次线性方程组</a:t>
            </a:r>
            <a:r>
              <a:rPr lang="en-US" altLang="zh-CN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, </a:t>
            </a:r>
            <a:r>
              <a:rPr lang="zh-CN" altLang="en-US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其</a:t>
            </a:r>
            <a:r>
              <a:rPr lang="zh-CN" altLang="en-US" b="1" dirty="0">
                <a:solidFill>
                  <a:srgbClr val="C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系数行列式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F51BEE75-60F7-E404-FA21-708970FA656D}"/>
              </a:ext>
            </a:extLst>
          </p:cNvPr>
          <p:cNvSpPr txBox="1"/>
          <p:nvPr/>
        </p:nvSpPr>
        <p:spPr>
          <a:xfrm>
            <a:off x="230658" y="3611148"/>
            <a:ext cx="851780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这是</a:t>
            </a:r>
            <a:r>
              <a:rPr lang="zh-CN" altLang="en-US" b="1">
                <a:latin typeface="华文中宋" panose="02010600040101010101" pitchFamily="2" charset="-122"/>
                <a:ea typeface="华文中宋" panose="02010600040101010101" pitchFamily="2" charset="-122"/>
              </a:rPr>
              <a:t>一个</a:t>
            </a:r>
            <a:r>
              <a:rPr lang="en-US" altLang="zh-CN" b="1" i="1">
                <a:ea typeface="华文中宋" panose="02010600040101010101" pitchFamily="2" charset="-122"/>
                <a:cs typeface="Times New Roman" panose="02020603050405020304" pitchFamily="18" charset="0"/>
              </a:rPr>
              <a:t>n+</a:t>
            </a:r>
            <a:r>
              <a:rPr lang="en-US" altLang="zh-CN" b="1">
                <a:ea typeface="华文中宋" panose="0201060004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en-US" b="1">
                <a:solidFill>
                  <a:srgbClr val="C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阶</a:t>
            </a:r>
            <a:r>
              <a:rPr lang="zh-CN" altLang="en-US" b="1" dirty="0">
                <a:solidFill>
                  <a:srgbClr val="C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范德蒙德行列式</a:t>
            </a:r>
            <a:r>
              <a:rPr lang="zh-CN" altLang="en-US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的</a:t>
            </a:r>
            <a:r>
              <a:rPr lang="zh-CN" altLang="en-US" b="1" dirty="0">
                <a:solidFill>
                  <a:srgbClr val="0033CC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转置行列式</a:t>
            </a:r>
            <a:r>
              <a:rPr lang="en-US" altLang="zh-CN" b="1" dirty="0">
                <a:ea typeface="华文中宋" panose="02010600040101010101" pitchFamily="2" charset="-122"/>
                <a:cs typeface="Times New Roman" panose="02020603050405020304" pitchFamily="18" charset="0"/>
              </a:rPr>
              <a:t>, </a:t>
            </a:r>
            <a:r>
              <a:rPr lang="zh-CN" altLang="en-US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因此 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90B572BA-727B-4647-77FB-70EE964DB768}"/>
              </a:ext>
            </a:extLst>
          </p:cNvPr>
          <p:cNvSpPr txBox="1"/>
          <p:nvPr/>
        </p:nvSpPr>
        <p:spPr>
          <a:xfrm>
            <a:off x="230658" y="4902916"/>
            <a:ext cx="8910046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由</a:t>
            </a:r>
            <a:r>
              <a:rPr lang="zh-CN" altLang="en-US" b="1" dirty="0">
                <a:solidFill>
                  <a:srgbClr val="C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推论</a:t>
            </a:r>
            <a:r>
              <a:rPr lang="en-US" altLang="zh-CN" b="1" dirty="0">
                <a:solidFill>
                  <a:srgbClr val="C00000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1.7</a:t>
            </a:r>
            <a:r>
              <a:rPr lang="zh-CN" altLang="en-US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知上述方程组有</a:t>
            </a:r>
            <a:r>
              <a:rPr lang="zh-CN" altLang="en-US" b="1">
                <a:solidFill>
                  <a:srgbClr val="0033CC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唯一解</a:t>
            </a:r>
            <a:r>
              <a:rPr lang="en-US" altLang="zh-CN" b="1" i="1">
                <a:ea typeface="华文中宋" panose="0201060004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b="1" baseline="-25000">
                <a:ea typeface="华文中宋" panose="02010600040101010101" pitchFamily="2" charset="-122"/>
                <a:cs typeface="Times New Roman" panose="02020603050405020304" pitchFamily="18" charset="0"/>
              </a:rPr>
              <a:t>0</a:t>
            </a:r>
            <a:r>
              <a:rPr lang="en-US" altLang="zh-CN" b="1" i="1">
                <a:ea typeface="华文中宋" panose="02010600040101010101" pitchFamily="2" charset="-122"/>
                <a:cs typeface="Times New Roman" panose="02020603050405020304" pitchFamily="18" charset="0"/>
              </a:rPr>
              <a:t>=a</a:t>
            </a:r>
            <a:r>
              <a:rPr lang="en-US" altLang="zh-CN" b="1" baseline="-25000">
                <a:ea typeface="华文中宋" panose="0201060004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b="1" i="1">
                <a:ea typeface="华文中宋" panose="02010600040101010101" pitchFamily="2" charset="-122"/>
                <a:cs typeface="Times New Roman" panose="02020603050405020304" pitchFamily="18" charset="0"/>
              </a:rPr>
              <a:t>=…=a</a:t>
            </a:r>
            <a:r>
              <a:rPr lang="en-US" altLang="zh-CN" b="1" i="1" baseline="-25000">
                <a:ea typeface="华文中宋" panose="02010600040101010101" pitchFamily="2" charset="-122"/>
                <a:cs typeface="Times New Roman" panose="02020603050405020304" pitchFamily="18" charset="0"/>
              </a:rPr>
              <a:t>n</a:t>
            </a:r>
            <a:r>
              <a:rPr lang="en-US" altLang="zh-CN" b="1">
                <a:ea typeface="华文中宋" panose="02010600040101010101" pitchFamily="2" charset="-122"/>
                <a:cs typeface="Times New Roman" panose="02020603050405020304" pitchFamily="18" charset="0"/>
              </a:rPr>
              <a:t>, </a:t>
            </a:r>
            <a:r>
              <a:rPr lang="zh-CN" altLang="en-US" b="1">
                <a:latin typeface="华文中宋" panose="02010600040101010101" pitchFamily="2" charset="-122"/>
                <a:ea typeface="华文中宋" panose="02010600040101010101" pitchFamily="2" charset="-122"/>
              </a:rPr>
              <a:t>这与</a:t>
            </a:r>
            <a:r>
              <a:rPr lang="en-US" altLang="zh-CN" b="1" i="1">
                <a:ea typeface="华文中宋" panose="02010600040101010101" pitchFamily="2" charset="-122"/>
                <a:cs typeface="Times New Roman" panose="02020603050405020304" pitchFamily="18" charset="0"/>
              </a:rPr>
              <a:t>f</a:t>
            </a:r>
            <a:r>
              <a:rPr lang="en-US" altLang="zh-CN" b="1">
                <a:ea typeface="华文中宋" panose="0201060004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b="1" i="1">
                <a:ea typeface="华文中宋" panose="0201060004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b="1">
                <a:ea typeface="华文中宋" panose="0201060004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en-US" b="1">
                <a:latin typeface="华文中宋" panose="02010600040101010101" pitchFamily="2" charset="-122"/>
                <a:ea typeface="华文中宋" panose="02010600040101010101" pitchFamily="2" charset="-122"/>
              </a:rPr>
              <a:t>是一个</a:t>
            </a:r>
            <a:r>
              <a:rPr lang="en-US" altLang="zh-CN" b="1" i="1">
                <a:ea typeface="华文中宋" panose="02010600040101010101" pitchFamily="2" charset="-122"/>
                <a:cs typeface="Times New Roman" panose="02020603050405020304" pitchFamily="18" charset="0"/>
              </a:rPr>
              <a:t>n</a:t>
            </a:r>
            <a:r>
              <a:rPr lang="zh-CN" altLang="en-US" b="1">
                <a:latin typeface="华文中宋" panose="02010600040101010101" pitchFamily="2" charset="-122"/>
                <a:ea typeface="华文中宋" panose="02010600040101010101" pitchFamily="2" charset="-122"/>
              </a:rPr>
              <a:t>次</a:t>
            </a:r>
            <a:r>
              <a:rPr lang="zh-CN" altLang="en-US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多项式矛盾</a:t>
            </a:r>
            <a:r>
              <a:rPr lang="en-US" altLang="zh-CN" b="1" dirty="0">
                <a:ea typeface="华文中宋" panose="02010600040101010101" pitchFamily="2" charset="-122"/>
                <a:cs typeface="Times New Roman" panose="02020603050405020304" pitchFamily="18" charset="0"/>
              </a:rPr>
              <a:t>.</a:t>
            </a:r>
            <a:endParaRPr lang="zh-CN" altLang="en-US" b="1" dirty="0"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10" name="对象 9">
            <a:extLst>
              <a:ext uri="{FF2B5EF4-FFF2-40B4-BE49-F238E27FC236}">
                <a16:creationId xmlns:a16="http://schemas.microsoft.com/office/drawing/2014/main" id="{CB19E47F-4A26-47CF-4501-B9F06D8E881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40091801"/>
              </p:ext>
            </p:extLst>
          </p:nvPr>
        </p:nvGraphicFramePr>
        <p:xfrm>
          <a:off x="2369645" y="1646803"/>
          <a:ext cx="4404709" cy="198426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47" name="Equation" r:id="rId4" imgW="4232116" imgH="1906628" progId="Equation.DSMT4">
                  <p:embed/>
                </p:oleObj>
              </mc:Choice>
              <mc:Fallback>
                <p:oleObj name="Equation" r:id="rId4" imgW="4232116" imgH="1906628" progId="Equation.DSMT4">
                  <p:embed/>
                  <p:pic>
                    <p:nvPicPr>
                      <p:cNvPr id="10" name="对象 9">
                        <a:extLst>
                          <a:ext uri="{FF2B5EF4-FFF2-40B4-BE49-F238E27FC236}">
                            <a16:creationId xmlns:a16="http://schemas.microsoft.com/office/drawing/2014/main" id="{CB19E47F-4A26-47CF-4501-B9F06D8E881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369645" y="1646803"/>
                        <a:ext cx="4404709" cy="198426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>
            <a:extLst>
              <a:ext uri="{FF2B5EF4-FFF2-40B4-BE49-F238E27FC236}">
                <a16:creationId xmlns:a16="http://schemas.microsoft.com/office/drawing/2014/main" id="{29515D4D-A443-E093-FBA1-85AA7AC6989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29177748"/>
              </p:ext>
            </p:extLst>
          </p:nvPr>
        </p:nvGraphicFramePr>
        <p:xfrm>
          <a:off x="2457138" y="4139480"/>
          <a:ext cx="3870194" cy="8913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48" name="Equation" r:id="rId6" imgW="3549505" imgH="816869" progId="Equation.DSMT4">
                  <p:embed/>
                </p:oleObj>
              </mc:Choice>
              <mc:Fallback>
                <p:oleObj name="Equation" r:id="rId6" imgW="3549505" imgH="816869" progId="Equation.DSMT4">
                  <p:embed/>
                  <p:pic>
                    <p:nvPicPr>
                      <p:cNvPr id="11" name="对象 10">
                        <a:extLst>
                          <a:ext uri="{FF2B5EF4-FFF2-40B4-BE49-F238E27FC236}">
                            <a16:creationId xmlns:a16="http://schemas.microsoft.com/office/drawing/2014/main" id="{29515D4D-A443-E093-FBA1-85AA7AC6989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2457138" y="4139480"/>
                        <a:ext cx="3870194" cy="89139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文本框 3">
            <a:extLst>
              <a:ext uri="{FF2B5EF4-FFF2-40B4-BE49-F238E27FC236}">
                <a16:creationId xmlns:a16="http://schemas.microsoft.com/office/drawing/2014/main" id="{5B6A7F83-6BF7-B736-912C-9964AEBC8FDF}"/>
              </a:ext>
            </a:extLst>
          </p:cNvPr>
          <p:cNvSpPr txBox="1"/>
          <p:nvPr/>
        </p:nvSpPr>
        <p:spPr>
          <a:xfrm>
            <a:off x="875767" y="5833588"/>
            <a:ext cx="736864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>
                <a:latin typeface="华文中宋" panose="02010600040101010101" pitchFamily="2" charset="-122"/>
                <a:ea typeface="华文中宋" panose="02010600040101010101" pitchFamily="2" charset="-122"/>
              </a:rPr>
              <a:t>故</a:t>
            </a:r>
            <a:r>
              <a:rPr lang="en-US" altLang="zh-CN" b="1" i="1">
                <a:ea typeface="华文中宋" panose="02010600040101010101" pitchFamily="2" charset="-122"/>
                <a:cs typeface="Times New Roman" panose="02020603050405020304" pitchFamily="18" charset="0"/>
              </a:rPr>
              <a:t>f</a:t>
            </a:r>
            <a:r>
              <a:rPr lang="en-US" altLang="zh-CN" b="1">
                <a:ea typeface="华文中宋" panose="0201060004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b="1" i="1">
                <a:ea typeface="华文中宋" panose="0201060004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b="1">
                <a:ea typeface="华文中宋" panose="0201060004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en-US" b="1">
                <a:latin typeface="华文中宋" panose="02010600040101010101" pitchFamily="2" charset="-122"/>
                <a:ea typeface="华文中宋" panose="02010600040101010101" pitchFamily="2" charset="-122"/>
              </a:rPr>
              <a:t>至多有</a:t>
            </a:r>
            <a:r>
              <a:rPr lang="en-US" altLang="zh-CN" b="1" i="1">
                <a:ea typeface="华文中宋" panose="02010600040101010101" pitchFamily="2" charset="-122"/>
                <a:cs typeface="Times New Roman" panose="02020603050405020304" pitchFamily="18" charset="0"/>
              </a:rPr>
              <a:t>n</a:t>
            </a:r>
            <a:r>
              <a:rPr lang="zh-CN" altLang="en-US" b="1">
                <a:latin typeface="华文中宋" panose="02010600040101010101" pitchFamily="2" charset="-122"/>
                <a:ea typeface="华文中宋" panose="02010600040101010101" pitchFamily="2" charset="-122"/>
              </a:rPr>
              <a:t>个</a:t>
            </a:r>
            <a:r>
              <a:rPr lang="zh-CN" altLang="en-US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互异的零点</a:t>
            </a:r>
            <a:r>
              <a:rPr lang="en-US" altLang="zh-CN" b="1" dirty="0">
                <a:ea typeface="华文中宋" panose="02010600040101010101" pitchFamily="2" charset="-122"/>
                <a:cs typeface="Times New Roman" panose="02020603050405020304" pitchFamily="18" charset="0"/>
              </a:rPr>
              <a:t>.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541202996"/>
      </p:ext>
    </p:extLst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575"/>
                            </p:stCondLst>
                            <p:childTnLst>
                              <p:par>
                                <p:cTn id="1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/>
      <p:bldP spid="4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7">
            <a:extLst>
              <a:ext uri="{FF2B5EF4-FFF2-40B4-BE49-F238E27FC236}">
                <a16:creationId xmlns:a16="http://schemas.microsoft.com/office/drawing/2014/main" id="{71CEAFD3-FB2C-C74C-98F5-D244C28F29A2}"/>
              </a:ext>
            </a:extLst>
          </p:cNvPr>
          <p:cNvSpPr txBox="1">
            <a:spLocks/>
          </p:cNvSpPr>
          <p:nvPr/>
        </p:nvSpPr>
        <p:spPr bwMode="auto">
          <a:xfrm>
            <a:off x="8658768" y="6518612"/>
            <a:ext cx="574464" cy="349702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defPPr>
              <a:defRPr lang="zh-CN"/>
            </a:defPPr>
            <a:lvl1pPr algn="l" rtl="0" eaLnBrk="0" fontAlgn="auto" hangingPunct="0">
              <a:spcBef>
                <a:spcPts val="0"/>
              </a:spcBef>
              <a:spcAft>
                <a:spcPts val="0"/>
              </a:spcAft>
              <a:defRPr kumimoji="1" sz="1200" kern="1200" dirty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800" kern="12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800" kern="12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800" kern="12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800" kern="12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umimoji="1" sz="2800" kern="12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umimoji="1" sz="2800" kern="12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umimoji="1" sz="2800" kern="12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umimoji="1" sz="2800" kern="12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9pPr>
          </a:lstStyle>
          <a:p>
            <a:fld id="{252E7140-E4F4-49D5-9AFB-3467FF007A05}" type="slidenum">
              <a:rPr lang="zh-CN" altLang="en-US" smtClean="0">
                <a:cs typeface="+mn-ea"/>
                <a:sym typeface="+mn-lt"/>
              </a:rPr>
              <a:pPr/>
              <a:t>16</a:t>
            </a:fld>
            <a:endParaRPr lang="zh-CN" altLang="en-US">
              <a:cs typeface="+mn-ea"/>
              <a:sym typeface="+mn-lt"/>
            </a:endParaRPr>
          </a:p>
        </p:txBody>
      </p:sp>
      <p:sp>
        <p:nvSpPr>
          <p:cNvPr id="3" name="文本框 26">
            <a:extLst>
              <a:ext uri="{FF2B5EF4-FFF2-40B4-BE49-F238E27FC236}">
                <a16:creationId xmlns:a16="http://schemas.microsoft.com/office/drawing/2014/main" id="{7E393432-145C-4047-8636-6E5D8C6288DE}"/>
              </a:ext>
            </a:extLst>
          </p:cNvPr>
          <p:cNvSpPr txBox="1"/>
          <p:nvPr/>
        </p:nvSpPr>
        <p:spPr>
          <a:xfrm>
            <a:off x="251053" y="1982618"/>
            <a:ext cx="1211870" cy="564514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dirty="0">
                <a:cs typeface="+mn-ea"/>
                <a:sym typeface="+mn-lt"/>
              </a:rPr>
              <a:t>🎯</a:t>
            </a:r>
            <a:r>
              <a:rPr lang="zh-CN" altLang="en-US" sz="2800" dirty="0">
                <a:highlight>
                  <a:srgbClr val="FFC000"/>
                </a:highlight>
                <a:cs typeface="+mn-ea"/>
                <a:sym typeface="+mn-lt"/>
              </a:rPr>
              <a:t>结论</a:t>
            </a:r>
          </a:p>
        </p:txBody>
      </p:sp>
      <p:sp>
        <p:nvSpPr>
          <p:cNvPr id="4" name="文本框 27">
            <a:extLst>
              <a:ext uri="{FF2B5EF4-FFF2-40B4-BE49-F238E27FC236}">
                <a16:creationId xmlns:a16="http://schemas.microsoft.com/office/drawing/2014/main" id="{15E08D20-CE3F-F544-AFEE-0A1109D72FE2}"/>
              </a:ext>
            </a:extLst>
          </p:cNvPr>
          <p:cNvSpPr txBox="1"/>
          <p:nvPr/>
        </p:nvSpPr>
        <p:spPr>
          <a:xfrm>
            <a:off x="1462924" y="2070628"/>
            <a:ext cx="250722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dirty="0"/>
              <a:t>范德蒙行列式</a:t>
            </a:r>
          </a:p>
        </p:txBody>
      </p:sp>
      <p:grpSp>
        <p:nvGrpSpPr>
          <p:cNvPr id="5" name="组合 2">
            <a:extLst>
              <a:ext uri="{FF2B5EF4-FFF2-40B4-BE49-F238E27FC236}">
                <a16:creationId xmlns:a16="http://schemas.microsoft.com/office/drawing/2014/main" id="{D621CC07-02D0-9E4F-AA7D-CCCAA1C89850}"/>
              </a:ext>
            </a:extLst>
          </p:cNvPr>
          <p:cNvGrpSpPr/>
          <p:nvPr/>
        </p:nvGrpSpPr>
        <p:grpSpPr>
          <a:xfrm>
            <a:off x="251053" y="2904880"/>
            <a:ext cx="9216000" cy="2633662"/>
            <a:chOff x="1775053" y="2904880"/>
            <a:chExt cx="9216000" cy="2633662"/>
          </a:xfrm>
        </p:grpSpPr>
        <p:graphicFrame>
          <p:nvGraphicFramePr>
            <p:cNvPr id="6" name="Object 10">
              <a:extLst>
                <a:ext uri="{FF2B5EF4-FFF2-40B4-BE49-F238E27FC236}">
                  <a16:creationId xmlns:a16="http://schemas.microsoft.com/office/drawing/2014/main" id="{12B2A636-3205-D641-A3A8-153C1518111A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050577210"/>
                </p:ext>
              </p:extLst>
            </p:nvPr>
          </p:nvGraphicFramePr>
          <p:xfrm>
            <a:off x="1775053" y="2904880"/>
            <a:ext cx="6708775" cy="26336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338" name="Equation" r:id="rId3" imgW="2971800" imgH="1168200" progId="Equation.DSMT4">
                    <p:embed/>
                  </p:oleObj>
                </mc:Choice>
                <mc:Fallback>
                  <p:oleObj name="Equation" r:id="rId3" imgW="2971800" imgH="1168200" progId="Equation.DSMT4">
                    <p:embed/>
                    <p:pic>
                      <p:nvPicPr>
                        <p:cNvPr id="53" name="Object 10">
                          <a:extLst>
                            <a:ext uri="{FF2B5EF4-FFF2-40B4-BE49-F238E27FC236}">
                              <a16:creationId xmlns:a16="http://schemas.microsoft.com/office/drawing/2014/main" id="{8083D98F-959B-4FD4-B5E3-97C6593C0C66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75053" y="2904880"/>
                          <a:ext cx="6708775" cy="263366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" name="文本框 28">
              <a:extLst>
                <a:ext uri="{FF2B5EF4-FFF2-40B4-BE49-F238E27FC236}">
                  <a16:creationId xmlns:a16="http://schemas.microsoft.com/office/drawing/2014/main" id="{573FC31A-3124-B945-A8EF-4C5F0DD2F325}"/>
                </a:ext>
              </a:extLst>
            </p:cNvPr>
            <p:cNvSpPr txBox="1"/>
            <p:nvPr/>
          </p:nvSpPr>
          <p:spPr>
            <a:xfrm>
              <a:off x="8483828" y="3960101"/>
              <a:ext cx="2507225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sz="2800" dirty="0"/>
                <a:t>互不相同</a:t>
              </a:r>
              <a:r>
                <a:rPr lang="en-US" altLang="zh-CN" sz="2800" dirty="0"/>
                <a:t>.</a:t>
              </a:r>
              <a:endParaRPr lang="zh-CN" altLang="en-US" sz="2800" dirty="0"/>
            </a:p>
          </p:txBody>
        </p:sp>
      </p:grpSp>
      <p:grpSp>
        <p:nvGrpSpPr>
          <p:cNvPr id="11" name="组合 43">
            <a:extLst>
              <a:ext uri="{FF2B5EF4-FFF2-40B4-BE49-F238E27FC236}">
                <a16:creationId xmlns:a16="http://schemas.microsoft.com/office/drawing/2014/main" id="{A737A251-3705-2545-919E-A339273C10FD}"/>
              </a:ext>
            </a:extLst>
          </p:cNvPr>
          <p:cNvGrpSpPr/>
          <p:nvPr/>
        </p:nvGrpSpPr>
        <p:grpSpPr>
          <a:xfrm>
            <a:off x="-1524000" y="1053994"/>
            <a:ext cx="12192000" cy="523220"/>
            <a:chOff x="0" y="1418478"/>
            <a:chExt cx="12192000" cy="523220"/>
          </a:xfrm>
        </p:grpSpPr>
        <p:cxnSp>
          <p:nvCxnSpPr>
            <p:cNvPr id="12" name="直接连接符 44">
              <a:extLst>
                <a:ext uri="{FF2B5EF4-FFF2-40B4-BE49-F238E27FC236}">
                  <a16:creationId xmlns:a16="http://schemas.microsoft.com/office/drawing/2014/main" id="{3B211599-B184-314F-9027-7419156921C3}"/>
                </a:ext>
              </a:extLst>
            </p:cNvPr>
            <p:cNvCxnSpPr/>
            <p:nvPr/>
          </p:nvCxnSpPr>
          <p:spPr>
            <a:xfrm>
              <a:off x="0" y="1680088"/>
              <a:ext cx="12192000" cy="0"/>
            </a:xfrm>
            <a:prstGeom prst="line">
              <a:avLst/>
            </a:prstGeom>
            <a:noFill/>
            <a:ln w="38100" cap="flat" cmpd="sng" algn="ctr">
              <a:solidFill>
                <a:srgbClr val="449BAF"/>
              </a:solidFill>
              <a:prstDash val="solid"/>
              <a:miter lim="800000"/>
            </a:ln>
            <a:effectLst/>
          </p:spPr>
        </p:cxnSp>
        <p:sp>
          <p:nvSpPr>
            <p:cNvPr id="13" name="Text Box 36">
              <a:extLst>
                <a:ext uri="{FF2B5EF4-FFF2-40B4-BE49-F238E27FC236}">
                  <a16:creationId xmlns:a16="http://schemas.microsoft.com/office/drawing/2014/main" id="{282C6E22-F6C5-F841-A652-43BA0D4F046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75053" y="1418478"/>
              <a:ext cx="2365765" cy="523220"/>
            </a:xfrm>
            <a:prstGeom prst="rect">
              <a:avLst/>
            </a:prstGeom>
            <a:solidFill>
              <a:srgbClr val="449BAF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/>
                  <a:ea typeface="黑体"/>
                  <a:cs typeface="+mn-ea"/>
                  <a:sym typeface="+mn-lt"/>
                </a:rPr>
                <a:t>范德蒙行列式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566853719"/>
      </p:ext>
    </p:extLst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组合 4">
            <a:extLst>
              <a:ext uri="{FF2B5EF4-FFF2-40B4-BE49-F238E27FC236}">
                <a16:creationId xmlns:a16="http://schemas.microsoft.com/office/drawing/2014/main" id="{CE851D11-A446-BE40-958A-C82A76AE684D}"/>
              </a:ext>
            </a:extLst>
          </p:cNvPr>
          <p:cNvGrpSpPr/>
          <p:nvPr/>
        </p:nvGrpSpPr>
        <p:grpSpPr>
          <a:xfrm>
            <a:off x="1403648" y="409368"/>
            <a:ext cx="7197041" cy="2803608"/>
            <a:chOff x="2862290" y="680189"/>
            <a:chExt cx="7197041" cy="2803608"/>
          </a:xfrm>
        </p:grpSpPr>
        <p:graphicFrame>
          <p:nvGraphicFramePr>
            <p:cNvPr id="15" name="Object 6">
              <a:extLst>
                <a:ext uri="{FF2B5EF4-FFF2-40B4-BE49-F238E27FC236}">
                  <a16:creationId xmlns:a16="http://schemas.microsoft.com/office/drawing/2014/main" id="{42075F95-03BA-984B-9DBE-4D89C7EC40D4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186435196"/>
                </p:ext>
              </p:extLst>
            </p:nvPr>
          </p:nvGraphicFramePr>
          <p:xfrm>
            <a:off x="5444887" y="680189"/>
            <a:ext cx="4614444" cy="280360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366" name="Equation" r:id="rId3" imgW="2006280" imgH="1218960" progId="Equation.DSMT4">
                    <p:embed/>
                  </p:oleObj>
                </mc:Choice>
                <mc:Fallback>
                  <p:oleObj name="Equation" r:id="rId3" imgW="2006280" imgH="1218960" progId="Equation.DSMT4">
                    <p:embed/>
                    <p:pic>
                      <p:nvPicPr>
                        <p:cNvPr id="23" name="Object 6">
                          <a:extLst>
                            <a:ext uri="{FF2B5EF4-FFF2-40B4-BE49-F238E27FC236}">
                              <a16:creationId xmlns:a16="http://schemas.microsoft.com/office/drawing/2014/main" id="{48C68257-B6DB-4B60-8DD8-7D12E50C4448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444887" y="680189"/>
                          <a:ext cx="4614444" cy="2803608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6" name="文本框 23">
              <a:extLst>
                <a:ext uri="{FF2B5EF4-FFF2-40B4-BE49-F238E27FC236}">
                  <a16:creationId xmlns:a16="http://schemas.microsoft.com/office/drawing/2014/main" id="{BA4098D1-8AC9-1F4E-BC92-0D6B6C214947}"/>
                </a:ext>
              </a:extLst>
            </p:cNvPr>
            <p:cNvSpPr txBox="1"/>
            <p:nvPr/>
          </p:nvSpPr>
          <p:spPr>
            <a:xfrm>
              <a:off x="2862290" y="1818547"/>
              <a:ext cx="2681335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/>
                  <a:ea typeface="黑体"/>
                </a:rPr>
                <a:t>求解线性方程组</a:t>
              </a:r>
            </a:p>
          </p:txBody>
        </p:sp>
      </p:grpSp>
      <p:grpSp>
        <p:nvGrpSpPr>
          <p:cNvPr id="17" name="组合 1">
            <a:extLst>
              <a:ext uri="{FF2B5EF4-FFF2-40B4-BE49-F238E27FC236}">
                <a16:creationId xmlns:a16="http://schemas.microsoft.com/office/drawing/2014/main" id="{1D2EC47B-1946-5344-A5BB-58A1DE904AC2}"/>
              </a:ext>
            </a:extLst>
          </p:cNvPr>
          <p:cNvGrpSpPr/>
          <p:nvPr/>
        </p:nvGrpSpPr>
        <p:grpSpPr>
          <a:xfrm>
            <a:off x="278532" y="3083766"/>
            <a:ext cx="5543045" cy="559151"/>
            <a:chOff x="1754473" y="2736077"/>
            <a:chExt cx="5543045" cy="559151"/>
          </a:xfrm>
        </p:grpSpPr>
        <p:graphicFrame>
          <p:nvGraphicFramePr>
            <p:cNvPr id="18" name="Object 6">
              <a:extLst>
                <a:ext uri="{FF2B5EF4-FFF2-40B4-BE49-F238E27FC236}">
                  <a16:creationId xmlns:a16="http://schemas.microsoft.com/office/drawing/2014/main" id="{6865E91E-3B24-C748-9A20-13E13DA8B30A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027333875"/>
                </p:ext>
              </p:extLst>
            </p:nvPr>
          </p:nvGraphicFramePr>
          <p:xfrm>
            <a:off x="2624286" y="2740468"/>
            <a:ext cx="4673232" cy="55476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367" name="Equation" r:id="rId5" imgW="2031840" imgH="241200" progId="Equation.DSMT4">
                    <p:embed/>
                  </p:oleObj>
                </mc:Choice>
                <mc:Fallback>
                  <p:oleObj name="Equation" r:id="rId5" imgW="2031840" imgH="241200" progId="Equation.DSMT4">
                    <p:embed/>
                    <p:pic>
                      <p:nvPicPr>
                        <p:cNvPr id="25" name="Object 6">
                          <a:extLst>
                            <a:ext uri="{FF2B5EF4-FFF2-40B4-BE49-F238E27FC236}">
                              <a16:creationId xmlns:a16="http://schemas.microsoft.com/office/drawing/2014/main" id="{48C68257-B6DB-4B60-8DD8-7D12E50C4448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624286" y="2740468"/>
                          <a:ext cx="4673232" cy="554760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9" name="文本框 25">
              <a:extLst>
                <a:ext uri="{FF2B5EF4-FFF2-40B4-BE49-F238E27FC236}">
                  <a16:creationId xmlns:a16="http://schemas.microsoft.com/office/drawing/2014/main" id="{03D9D9F1-AC3A-AE41-9B1A-BE8F7004B794}"/>
                </a:ext>
              </a:extLst>
            </p:cNvPr>
            <p:cNvSpPr txBox="1"/>
            <p:nvPr/>
          </p:nvSpPr>
          <p:spPr>
            <a:xfrm>
              <a:off x="1754473" y="2736077"/>
              <a:ext cx="910069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/>
                  <a:ea typeface="黑体"/>
                </a:rPr>
                <a:t>其中</a:t>
              </a:r>
            </a:p>
          </p:txBody>
        </p:sp>
      </p:grpSp>
      <p:sp>
        <p:nvSpPr>
          <p:cNvPr id="20" name="文本框 26">
            <a:extLst>
              <a:ext uri="{FF2B5EF4-FFF2-40B4-BE49-F238E27FC236}">
                <a16:creationId xmlns:a16="http://schemas.microsoft.com/office/drawing/2014/main" id="{961E48A3-A753-B348-B798-CE0EA113ED6B}"/>
              </a:ext>
            </a:extLst>
          </p:cNvPr>
          <p:cNvSpPr txBox="1"/>
          <p:nvPr/>
        </p:nvSpPr>
        <p:spPr>
          <a:xfrm>
            <a:off x="344428" y="1387150"/>
            <a:ext cx="993862" cy="56451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457200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kumimoji="0" lang="zh-CN" altLang="en-US" dirty="0">
                <a:solidFill>
                  <a:prstClr val="black"/>
                </a:solidFill>
                <a:latin typeface="Times New Roman"/>
                <a:ea typeface="黑体"/>
                <a:cs typeface="+mn-ea"/>
                <a:sym typeface="+mn-lt"/>
              </a:rPr>
              <a:t>📚</a:t>
            </a:r>
            <a:r>
              <a:rPr kumimoji="0" lang="zh-CN" altLang="en-US" dirty="0">
                <a:solidFill>
                  <a:prstClr val="black"/>
                </a:solidFill>
                <a:highlight>
                  <a:srgbClr val="FFC000"/>
                </a:highlight>
                <a:latin typeface="Times New Roman"/>
                <a:ea typeface="黑体"/>
                <a:cs typeface="+mn-ea"/>
                <a:sym typeface="+mn-lt"/>
              </a:rPr>
              <a:t>例</a:t>
            </a:r>
            <a:r>
              <a:rPr kumimoji="0" lang="en-US" altLang="zh-CN" dirty="0">
                <a:solidFill>
                  <a:prstClr val="black"/>
                </a:solidFill>
                <a:highlight>
                  <a:srgbClr val="FFC000"/>
                </a:highlight>
                <a:latin typeface="Times New Roman"/>
                <a:ea typeface="黑体"/>
                <a:cs typeface="+mn-ea"/>
                <a:sym typeface="+mn-lt"/>
              </a:rPr>
              <a:t>4</a:t>
            </a:r>
            <a:endParaRPr kumimoji="0" lang="zh-CN" altLang="en-US" dirty="0">
              <a:solidFill>
                <a:prstClr val="black"/>
              </a:solidFill>
              <a:highlight>
                <a:srgbClr val="FFC000"/>
              </a:highlight>
              <a:latin typeface="Times New Roman"/>
              <a:ea typeface="黑体"/>
              <a:cs typeface="+mn-ea"/>
              <a:sym typeface="+mn-lt"/>
            </a:endParaRPr>
          </a:p>
        </p:txBody>
      </p:sp>
      <p:sp>
        <p:nvSpPr>
          <p:cNvPr id="21" name="Rectangle 46">
            <a:extLst>
              <a:ext uri="{FF2B5EF4-FFF2-40B4-BE49-F238E27FC236}">
                <a16:creationId xmlns:a16="http://schemas.microsoft.com/office/drawing/2014/main" id="{86D9CC52-1AE3-ED4E-8012-DD7EB64BDD77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278532" y="4759281"/>
            <a:ext cx="350735" cy="5645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 anchor="t" anchorCtr="0">
            <a:spAutoFit/>
          </a:bodyPr>
          <a:lstStyle/>
          <a:p>
            <a:pPr defTabSz="457200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dirty="0">
                <a:solidFill>
                  <a:prstClr val="black"/>
                </a:solidFill>
                <a:highlight>
                  <a:srgbClr val="FFC000"/>
                </a:highlight>
                <a:latin typeface="Times New Roman"/>
                <a:ea typeface="黑体"/>
                <a:cs typeface="+mn-ea"/>
                <a:sym typeface="+mn-lt"/>
              </a:rPr>
              <a:t>解</a:t>
            </a:r>
            <a:endParaRPr lang="en-US" altLang="zh-CN" dirty="0">
              <a:solidFill>
                <a:srgbClr val="FFC000"/>
              </a:solidFill>
              <a:highlight>
                <a:srgbClr val="FFC000"/>
              </a:highlight>
              <a:latin typeface="Times New Roman"/>
              <a:ea typeface="黑体"/>
              <a:cs typeface="+mn-ea"/>
              <a:sym typeface="+mn-lt"/>
            </a:endParaRPr>
          </a:p>
        </p:txBody>
      </p:sp>
      <p:graphicFrame>
        <p:nvGraphicFramePr>
          <p:cNvPr id="22" name="Object 6">
            <a:extLst>
              <a:ext uri="{FF2B5EF4-FFF2-40B4-BE49-F238E27FC236}">
                <a16:creationId xmlns:a16="http://schemas.microsoft.com/office/drawing/2014/main" id="{DEEAEDC5-1648-A34B-8AE2-7973C5E77B2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76746377"/>
              </p:ext>
            </p:extLst>
          </p:nvPr>
        </p:nvGraphicFramePr>
        <p:xfrm>
          <a:off x="630258" y="3717032"/>
          <a:ext cx="3941763" cy="2686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68" name="Equation" r:id="rId7" imgW="1714320" imgH="1168200" progId="Equation.DSMT4">
                  <p:embed/>
                </p:oleObj>
              </mc:Choice>
              <mc:Fallback>
                <p:oleObj name="Equation" r:id="rId7" imgW="1714320" imgH="1168200" progId="Equation.DSMT4">
                  <p:embed/>
                  <p:pic>
                    <p:nvPicPr>
                      <p:cNvPr id="36" name="Object 6">
                        <a:extLst>
                          <a:ext uri="{FF2B5EF4-FFF2-40B4-BE49-F238E27FC236}">
                            <a16:creationId xmlns:a16="http://schemas.microsoft.com/office/drawing/2014/main" id="{4F2AD099-5E6C-46D2-AD3C-A474892BFEB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0258" y="3717032"/>
                        <a:ext cx="3941763" cy="26860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Object 6">
            <a:extLst>
              <a:ext uri="{FF2B5EF4-FFF2-40B4-BE49-F238E27FC236}">
                <a16:creationId xmlns:a16="http://schemas.microsoft.com/office/drawing/2014/main" id="{EAEC0695-3745-D94C-9F2E-A043CF43523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05501770"/>
              </p:ext>
            </p:extLst>
          </p:nvPr>
        </p:nvGraphicFramePr>
        <p:xfrm>
          <a:off x="4572000" y="4821060"/>
          <a:ext cx="2278062" cy="847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69" name="Equation" r:id="rId9" imgW="990360" imgH="368280" progId="Equation.DSMT4">
                  <p:embed/>
                </p:oleObj>
              </mc:Choice>
              <mc:Fallback>
                <p:oleObj name="Equation" r:id="rId9" imgW="990360" imgH="368280" progId="Equation.DSMT4">
                  <p:embed/>
                  <p:pic>
                    <p:nvPicPr>
                      <p:cNvPr id="37" name="Object 6">
                        <a:extLst>
                          <a:ext uri="{FF2B5EF4-FFF2-40B4-BE49-F238E27FC236}">
                            <a16:creationId xmlns:a16="http://schemas.microsoft.com/office/drawing/2014/main" id="{3FA8089A-95AE-4B29-BBDA-DE2E67F8BD4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0" y="4821060"/>
                        <a:ext cx="2278062" cy="8477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Object 6">
            <a:extLst>
              <a:ext uri="{FF2B5EF4-FFF2-40B4-BE49-F238E27FC236}">
                <a16:creationId xmlns:a16="http://schemas.microsoft.com/office/drawing/2014/main" id="{A9555231-7589-2747-B303-CB8924526E9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90297286"/>
              </p:ext>
            </p:extLst>
          </p:nvPr>
        </p:nvGraphicFramePr>
        <p:xfrm>
          <a:off x="6850063" y="4914221"/>
          <a:ext cx="642937" cy="409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70" name="Equation" r:id="rId11" imgW="279360" imgH="177480" progId="Equation.DSMT4">
                  <p:embed/>
                </p:oleObj>
              </mc:Choice>
              <mc:Fallback>
                <p:oleObj name="Equation" r:id="rId11" imgW="279360" imgH="177480" progId="Equation.DSMT4">
                  <p:embed/>
                  <p:pic>
                    <p:nvPicPr>
                      <p:cNvPr id="43" name="Object 6">
                        <a:extLst>
                          <a:ext uri="{FF2B5EF4-FFF2-40B4-BE49-F238E27FC236}">
                            <a16:creationId xmlns:a16="http://schemas.microsoft.com/office/drawing/2014/main" id="{A9B1C2B2-49C8-4EC7-9F83-BDC870B5EF4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50063" y="4914221"/>
                        <a:ext cx="642937" cy="4095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25" name="直接连接符 43">
            <a:extLst>
              <a:ext uri="{FF2B5EF4-FFF2-40B4-BE49-F238E27FC236}">
                <a16:creationId xmlns:a16="http://schemas.microsoft.com/office/drawing/2014/main" id="{A59B5BF0-D89A-2644-B779-BFC2FE40F08C}"/>
              </a:ext>
            </a:extLst>
          </p:cNvPr>
          <p:cNvCxnSpPr>
            <a:cxnSpLocks/>
          </p:cNvCxnSpPr>
          <p:nvPr/>
        </p:nvCxnSpPr>
        <p:spPr>
          <a:xfrm>
            <a:off x="-1524000" y="3725142"/>
            <a:ext cx="12193200" cy="0"/>
          </a:xfrm>
          <a:prstGeom prst="line">
            <a:avLst/>
          </a:prstGeom>
          <a:noFill/>
          <a:ln w="38100" cap="flat" cmpd="sng" algn="ctr">
            <a:solidFill>
              <a:srgbClr val="449BAF"/>
            </a:solidFill>
            <a:prstDash val="solid"/>
            <a:miter lim="800000"/>
          </a:ln>
          <a:effectLst/>
        </p:spPr>
      </p:cxnSp>
    </p:spTree>
    <p:extLst>
      <p:ext uri="{BB962C8B-B14F-4D97-AF65-F5344CB8AC3E}">
        <p14:creationId xmlns:p14="http://schemas.microsoft.com/office/powerpoint/2010/main" val="3666960661"/>
      </p:ext>
    </p:extLst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21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6">
            <a:extLst>
              <a:ext uri="{FF2B5EF4-FFF2-40B4-BE49-F238E27FC236}">
                <a16:creationId xmlns:a16="http://schemas.microsoft.com/office/drawing/2014/main" id="{EA57B112-2BCD-4E45-B7C7-6F11852816E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88826367"/>
              </p:ext>
            </p:extLst>
          </p:nvPr>
        </p:nvGraphicFramePr>
        <p:xfrm>
          <a:off x="278532" y="1234075"/>
          <a:ext cx="3941763" cy="2686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390" name="Equation" r:id="rId3" imgW="1714320" imgH="1168200" progId="Equation.DSMT4">
                  <p:embed/>
                </p:oleObj>
              </mc:Choice>
              <mc:Fallback>
                <p:oleObj name="Equation" r:id="rId3" imgW="1714320" imgH="1168200" progId="Equation.DSMT4">
                  <p:embed/>
                  <p:pic>
                    <p:nvPicPr>
                      <p:cNvPr id="29" name="Object 6">
                        <a:extLst>
                          <a:ext uri="{FF2B5EF4-FFF2-40B4-BE49-F238E27FC236}">
                            <a16:creationId xmlns:a16="http://schemas.microsoft.com/office/drawing/2014/main" id="{9EF5B5D9-EE43-49E1-8F03-F84CD071E89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8532" y="1234075"/>
                        <a:ext cx="3941763" cy="26860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6">
            <a:extLst>
              <a:ext uri="{FF2B5EF4-FFF2-40B4-BE49-F238E27FC236}">
                <a16:creationId xmlns:a16="http://schemas.microsoft.com/office/drawing/2014/main" id="{9F40542B-2B39-C64B-A21C-7D395E0D471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31141075"/>
              </p:ext>
            </p:extLst>
          </p:nvPr>
        </p:nvGraphicFramePr>
        <p:xfrm>
          <a:off x="277813" y="4249739"/>
          <a:ext cx="5784850" cy="904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391" name="Equation" r:id="rId5" imgW="2514600" imgH="393480" progId="Equation.DSMT4">
                  <p:embed/>
                </p:oleObj>
              </mc:Choice>
              <mc:Fallback>
                <p:oleObj name="Equation" r:id="rId5" imgW="2514600" imgH="393480" progId="Equation.DSMT4">
                  <p:embed/>
                  <p:pic>
                    <p:nvPicPr>
                      <p:cNvPr id="31" name="Object 6">
                        <a:extLst>
                          <a:ext uri="{FF2B5EF4-FFF2-40B4-BE49-F238E27FC236}">
                            <a16:creationId xmlns:a16="http://schemas.microsoft.com/office/drawing/2014/main" id="{6D03C0F3-D44F-4D0F-8C23-B3EEB5E940C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7813" y="4249739"/>
                        <a:ext cx="5784850" cy="9048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" name="组合 3">
            <a:extLst>
              <a:ext uri="{FF2B5EF4-FFF2-40B4-BE49-F238E27FC236}">
                <a16:creationId xmlns:a16="http://schemas.microsoft.com/office/drawing/2014/main" id="{9C86A079-89F7-0B45-A0A7-6BB3CCF90CD3}"/>
              </a:ext>
            </a:extLst>
          </p:cNvPr>
          <p:cNvGrpSpPr/>
          <p:nvPr/>
        </p:nvGrpSpPr>
        <p:grpSpPr>
          <a:xfrm>
            <a:off x="172526" y="5459801"/>
            <a:ext cx="8938892" cy="578716"/>
            <a:chOff x="610241" y="6285044"/>
            <a:chExt cx="8938892" cy="578716"/>
          </a:xfrm>
        </p:grpSpPr>
        <p:grpSp>
          <p:nvGrpSpPr>
            <p:cNvPr id="5" name="组合 2">
              <a:extLst>
                <a:ext uri="{FF2B5EF4-FFF2-40B4-BE49-F238E27FC236}">
                  <a16:creationId xmlns:a16="http://schemas.microsoft.com/office/drawing/2014/main" id="{11524CB5-DF99-D245-86F3-8739E0ACE506}"/>
                </a:ext>
              </a:extLst>
            </p:cNvPr>
            <p:cNvGrpSpPr/>
            <p:nvPr/>
          </p:nvGrpSpPr>
          <p:grpSpPr>
            <a:xfrm>
              <a:off x="610241" y="6285044"/>
              <a:ext cx="4606529" cy="578716"/>
              <a:chOff x="1587483" y="6334780"/>
              <a:chExt cx="4606529" cy="578716"/>
            </a:xfrm>
          </p:grpSpPr>
          <p:graphicFrame>
            <p:nvGraphicFramePr>
              <p:cNvPr id="7" name="Object 6">
                <a:extLst>
                  <a:ext uri="{FF2B5EF4-FFF2-40B4-BE49-F238E27FC236}">
                    <a16:creationId xmlns:a16="http://schemas.microsoft.com/office/drawing/2014/main" id="{843E3695-47FA-B345-AB42-7165C3FD8A66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2017580" y="6358736"/>
              <a:ext cx="4176432" cy="55476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6392" name="Equation" r:id="rId7" imgW="1815840" imgH="241200" progId="Equation.DSMT4">
                      <p:embed/>
                    </p:oleObj>
                  </mc:Choice>
                  <mc:Fallback>
                    <p:oleObj name="Equation" r:id="rId7" imgW="1815840" imgH="241200" progId="Equation.DSMT4">
                      <p:embed/>
                      <p:pic>
                        <p:nvPicPr>
                          <p:cNvPr id="30" name="Object 6">
                            <a:extLst>
                              <a:ext uri="{FF2B5EF4-FFF2-40B4-BE49-F238E27FC236}">
                                <a16:creationId xmlns:a16="http://schemas.microsoft.com/office/drawing/2014/main" id="{91255C79-320C-4090-94E5-A0FC930BE3D1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8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017580" y="6358736"/>
                            <a:ext cx="4176432" cy="554760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8" name="文本框 31">
                <a:extLst>
                  <a:ext uri="{FF2B5EF4-FFF2-40B4-BE49-F238E27FC236}">
                    <a16:creationId xmlns:a16="http://schemas.microsoft.com/office/drawing/2014/main" id="{9AC1096D-9361-AD41-AEEF-584ABFDA501E}"/>
                  </a:ext>
                </a:extLst>
              </p:cNvPr>
              <p:cNvSpPr txBox="1"/>
              <p:nvPr/>
            </p:nvSpPr>
            <p:spPr>
              <a:xfrm>
                <a:off x="1587483" y="6334780"/>
                <a:ext cx="430097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zh-CN" altLang="en-US" sz="2800" dirty="0"/>
                  <a:t>当</a:t>
                </a:r>
              </a:p>
            </p:txBody>
          </p:sp>
        </p:grpSp>
        <p:sp>
          <p:nvSpPr>
            <p:cNvPr id="6" name="文本框 32">
              <a:extLst>
                <a:ext uri="{FF2B5EF4-FFF2-40B4-BE49-F238E27FC236}">
                  <a16:creationId xmlns:a16="http://schemas.microsoft.com/office/drawing/2014/main" id="{60082B24-E2EC-5547-9AD7-21E0198A5879}"/>
                </a:ext>
              </a:extLst>
            </p:cNvPr>
            <p:cNvSpPr txBox="1"/>
            <p:nvPr/>
          </p:nvSpPr>
          <p:spPr>
            <a:xfrm>
              <a:off x="5216770" y="6287275"/>
              <a:ext cx="4332363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sz="2800" dirty="0"/>
                <a:t>时</a:t>
              </a:r>
              <a:r>
                <a:rPr lang="en-US" altLang="zh-CN" sz="2800" dirty="0"/>
                <a:t>,  </a:t>
              </a:r>
              <a:r>
                <a:rPr lang="en-US" altLang="zh-CN" sz="2800" i="1" dirty="0"/>
                <a:t>D</a:t>
              </a:r>
              <a:r>
                <a:rPr lang="en-US" altLang="zh-CN" sz="2800" dirty="0"/>
                <a:t>≠0,  </a:t>
              </a:r>
              <a:r>
                <a:rPr lang="zh-CN" altLang="en-US" sz="2800" dirty="0"/>
                <a:t>方程组有唯一解</a:t>
              </a:r>
              <a:r>
                <a:rPr lang="en-US" altLang="zh-CN" sz="2800" dirty="0"/>
                <a:t>.</a:t>
              </a:r>
              <a:endParaRPr lang="zh-CN" altLang="en-US" sz="2800" dirty="0"/>
            </a:p>
          </p:txBody>
        </p:sp>
      </p:grpSp>
      <p:graphicFrame>
        <p:nvGraphicFramePr>
          <p:cNvPr id="9" name="Object 6">
            <a:extLst>
              <a:ext uri="{FF2B5EF4-FFF2-40B4-BE49-F238E27FC236}">
                <a16:creationId xmlns:a16="http://schemas.microsoft.com/office/drawing/2014/main" id="{115831F9-6524-AB4A-AB97-3ED63E13E2B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83781947"/>
              </p:ext>
            </p:extLst>
          </p:nvPr>
        </p:nvGraphicFramePr>
        <p:xfrm>
          <a:off x="4217828" y="2271786"/>
          <a:ext cx="2278062" cy="847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393" name="Equation" r:id="rId9" imgW="990360" imgH="368280" progId="Equation.DSMT4">
                  <p:embed/>
                </p:oleObj>
              </mc:Choice>
              <mc:Fallback>
                <p:oleObj name="Equation" r:id="rId9" imgW="990360" imgH="368280" progId="Equation.DSMT4">
                  <p:embed/>
                  <p:pic>
                    <p:nvPicPr>
                      <p:cNvPr id="34" name="Object 6">
                        <a:extLst>
                          <a:ext uri="{FF2B5EF4-FFF2-40B4-BE49-F238E27FC236}">
                            <a16:creationId xmlns:a16="http://schemas.microsoft.com/office/drawing/2014/main" id="{BB6C23B3-91D8-4CE9-A7F1-C3F3673D444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17828" y="2271786"/>
                        <a:ext cx="2278062" cy="8477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6">
            <a:extLst>
              <a:ext uri="{FF2B5EF4-FFF2-40B4-BE49-F238E27FC236}">
                <a16:creationId xmlns:a16="http://schemas.microsoft.com/office/drawing/2014/main" id="{EFEF079A-FDC7-1344-A69A-1985504A064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36489611"/>
              </p:ext>
            </p:extLst>
          </p:nvPr>
        </p:nvGraphicFramePr>
        <p:xfrm>
          <a:off x="6495891" y="2313437"/>
          <a:ext cx="642937" cy="409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394" name="Equation" r:id="rId11" imgW="279360" imgH="177480" progId="Equation.DSMT4">
                  <p:embed/>
                </p:oleObj>
              </mc:Choice>
              <mc:Fallback>
                <p:oleObj name="Equation" r:id="rId11" imgW="279360" imgH="177480" progId="Equation.DSMT4">
                  <p:embed/>
                  <p:pic>
                    <p:nvPicPr>
                      <p:cNvPr id="35" name="Object 6">
                        <a:extLst>
                          <a:ext uri="{FF2B5EF4-FFF2-40B4-BE49-F238E27FC236}">
                            <a16:creationId xmlns:a16="http://schemas.microsoft.com/office/drawing/2014/main" id="{41C024F6-CA28-4154-84CB-26D4D4C6CF9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95891" y="2313437"/>
                        <a:ext cx="642937" cy="4095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998545170"/>
      </p:ext>
    </p:extLst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">
            <a:extLst>
              <a:ext uri="{FF2B5EF4-FFF2-40B4-BE49-F238E27FC236}">
                <a16:creationId xmlns:a16="http://schemas.microsoft.com/office/drawing/2014/main" id="{9BF13833-45B6-4AAA-B73B-C5518CFEBE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17485" y="1412776"/>
            <a:ext cx="7586663" cy="4770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vl="0">
              <a:spcBef>
                <a:spcPct val="0"/>
              </a:spcBef>
              <a:buClrTx/>
              <a:buSzTx/>
              <a:buNone/>
              <a:defRPr/>
            </a:pPr>
            <a:r>
              <a:rPr kumimoji="1" lang="zh-CN" altLang="zh-CN" sz="25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基本问题</a:t>
            </a:r>
            <a:r>
              <a:rPr kumimoji="1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: </a:t>
            </a:r>
            <a:r>
              <a:rPr lang="en-US" altLang="zh-CN" sz="2500" b="1" i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n </a:t>
            </a:r>
            <a:r>
              <a:rPr lang="zh-CN" altLang="en-US" sz="2500" b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元线性方程组的解能否用 </a:t>
            </a:r>
            <a:r>
              <a:rPr lang="en-US" altLang="zh-CN" sz="2500" b="1" i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n</a:t>
            </a:r>
            <a:r>
              <a:rPr lang="en-US" altLang="zh-CN" sz="2500" b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en-US" sz="2500" b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阶行列式</a:t>
            </a:r>
            <a:endParaRPr kumimoji="1" lang="zh-CN" altLang="zh-CN" sz="2500" b="1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anose="02020603050405020304" pitchFamily="18" charset="0"/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4035" name="Line 12">
            <a:extLst>
              <a:ext uri="{FF2B5EF4-FFF2-40B4-BE49-F238E27FC236}">
                <a16:creationId xmlns:a16="http://schemas.microsoft.com/office/drawing/2014/main" id="{80982FA9-26BC-4A95-9851-2F2FC5A77790}"/>
              </a:ext>
            </a:extLst>
          </p:cNvPr>
          <p:cNvSpPr>
            <a:spLocks noChangeShapeType="1"/>
          </p:cNvSpPr>
          <p:nvPr/>
        </p:nvSpPr>
        <p:spPr bwMode="auto">
          <a:xfrm>
            <a:off x="0" y="836613"/>
            <a:ext cx="9144000" cy="0"/>
          </a:xfrm>
          <a:prstGeom prst="line">
            <a:avLst/>
          </a:prstGeom>
          <a:noFill/>
          <a:ln w="25400">
            <a:solidFill>
              <a:srgbClr val="C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E6D50D67-0721-460C-980E-6D04231C34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36276" y="1895838"/>
            <a:ext cx="3171108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500" b="1" dirty="0">
                <a:solidFill>
                  <a:srgbClr val="0000FF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表示呢</a:t>
            </a:r>
            <a:r>
              <a:rPr lang="en-US" altLang="zh-CN" sz="2500" b="1" dirty="0">
                <a:solidFill>
                  <a:srgbClr val="0000FF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?</a:t>
            </a:r>
            <a:endParaRPr kumimoji="1" lang="en-US" altLang="zh-CN" sz="2500" b="1" i="0" u="none" strike="noStrike" kern="1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anose="02020603050405020304" pitchFamily="18" charset="0"/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4037" name="Text Box 2">
            <a:extLst>
              <a:ext uri="{FF2B5EF4-FFF2-40B4-BE49-F238E27FC236}">
                <a16:creationId xmlns:a16="http://schemas.microsoft.com/office/drawing/2014/main" id="{EA77B2B6-8A95-4258-8CFE-AE1C4CC44E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504" y="75699"/>
            <a:ext cx="5407025" cy="5989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vl="0" algn="ctr" eaLnBrk="1" hangingPunct="1">
              <a:lnSpc>
                <a:spcPct val="120000"/>
              </a:lnSpc>
              <a:spcBef>
                <a:spcPct val="50000"/>
              </a:spcBef>
              <a:buClrTx/>
              <a:buSzTx/>
              <a:buNone/>
              <a:defRPr/>
            </a:pPr>
            <a:r>
              <a:rPr lang="zh-CN" altLang="en-US" sz="3000" b="1" dirty="0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克拉默法则的</a:t>
            </a:r>
            <a:r>
              <a:rPr kumimoji="1" lang="zh-CN" altLang="en-US" sz="3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小结</a:t>
            </a:r>
          </a:p>
        </p:txBody>
      </p:sp>
      <p:sp>
        <p:nvSpPr>
          <p:cNvPr id="2" name="爆炸形: 8 pt  1">
            <a:extLst>
              <a:ext uri="{FF2B5EF4-FFF2-40B4-BE49-F238E27FC236}">
                <a16:creationId xmlns:a16="http://schemas.microsoft.com/office/drawing/2014/main" id="{53382267-904B-4FCD-A0F5-4D7098E0F9EF}"/>
              </a:ext>
            </a:extLst>
          </p:cNvPr>
          <p:cNvSpPr/>
          <p:nvPr/>
        </p:nvSpPr>
        <p:spPr bwMode="auto">
          <a:xfrm>
            <a:off x="1067390" y="1521676"/>
            <a:ext cx="213994" cy="259253"/>
          </a:xfrm>
          <a:prstGeom prst="irregularSeal1">
            <a:avLst/>
          </a:prstGeom>
          <a:solidFill>
            <a:srgbClr val="969696"/>
          </a:solidFill>
          <a:ln w="28575" cap="flat" cmpd="sng" algn="ctr">
            <a:solidFill>
              <a:srgbClr val="3333FF"/>
            </a:solidFill>
            <a:prstDash val="solid"/>
            <a:round/>
            <a:headEnd type="none" w="med" len="med"/>
            <a:tailEnd type="triangle" w="med" len="med"/>
          </a:ln>
          <a:effectLst>
            <a:glow rad="228600">
              <a:schemeClr val="accent5">
                <a:satMod val="175000"/>
                <a:alpha val="40000"/>
              </a:schemeClr>
            </a:glow>
          </a:effec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1" i="0" u="none" strike="noStrike" kern="1200" cap="none" spc="0" normalizeH="0" baseline="0" noProof="0">
              <a:ln w="22225">
                <a:solidFill>
                  <a:srgbClr val="0000FF"/>
                </a:solidFill>
                <a:prstDash val="solid"/>
              </a:ln>
              <a:solidFill>
                <a:srgbClr val="B2B2B2">
                  <a:lumMod val="40000"/>
                  <a:lumOff val="60000"/>
                </a:srgbClr>
              </a:solidFill>
              <a:effectLst>
                <a:glow rad="228600">
                  <a:srgbClr val="B2B2B2">
                    <a:satMod val="175000"/>
                    <a:alpha val="40000"/>
                  </a:srgbClr>
                </a:glow>
              </a:effectLst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2" name="Rectangle 1">
            <a:extLst>
              <a:ext uri="{FF2B5EF4-FFF2-40B4-BE49-F238E27FC236}">
                <a16:creationId xmlns:a16="http://schemas.microsoft.com/office/drawing/2014/main" id="{0185E265-DE75-4DB9-8ED5-2F0295195C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84161" y="2489101"/>
            <a:ext cx="7519987" cy="4770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vl="0">
              <a:spcBef>
                <a:spcPct val="0"/>
              </a:spcBef>
              <a:buClrTx/>
              <a:buSzTx/>
              <a:buNone/>
              <a:defRPr/>
            </a:pPr>
            <a:r>
              <a:rPr kumimoji="1" lang="zh-CN" altLang="zh-CN" sz="25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重点问题</a:t>
            </a:r>
            <a:r>
              <a:rPr kumimoji="1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: </a:t>
            </a:r>
            <a:r>
              <a:rPr lang="zh-CN" altLang="en-US" sz="2500" b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非齐次与齐次线性方程组的定义</a:t>
            </a:r>
            <a:r>
              <a:rPr lang="en-US" altLang="zh-CN" sz="2500" b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en-US" sz="2500" b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以及</a:t>
            </a:r>
            <a:endParaRPr kumimoji="1" lang="en-US" altLang="zh-CN" sz="2500" b="1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anose="02020603050405020304" pitchFamily="18" charset="0"/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8" name="爆炸形: 8 pt  27">
            <a:extLst>
              <a:ext uri="{FF2B5EF4-FFF2-40B4-BE49-F238E27FC236}">
                <a16:creationId xmlns:a16="http://schemas.microsoft.com/office/drawing/2014/main" id="{248C877F-9883-4098-8C1C-B2D41EE58B18}"/>
              </a:ext>
            </a:extLst>
          </p:cNvPr>
          <p:cNvSpPr/>
          <p:nvPr/>
        </p:nvSpPr>
        <p:spPr bwMode="auto">
          <a:xfrm>
            <a:off x="1067390" y="2627959"/>
            <a:ext cx="213994" cy="259253"/>
          </a:xfrm>
          <a:prstGeom prst="irregularSeal1">
            <a:avLst/>
          </a:prstGeom>
          <a:solidFill>
            <a:srgbClr val="969696"/>
          </a:solidFill>
          <a:ln w="28575" cap="flat" cmpd="sng" algn="ctr">
            <a:solidFill>
              <a:srgbClr val="3333FF"/>
            </a:solidFill>
            <a:prstDash val="solid"/>
            <a:round/>
            <a:headEnd type="none" w="med" len="med"/>
            <a:tailEnd type="triangle" w="med" len="med"/>
          </a:ln>
          <a:effectLst>
            <a:glow rad="228600">
              <a:schemeClr val="accent5">
                <a:satMod val="175000"/>
                <a:alpha val="40000"/>
              </a:schemeClr>
            </a:glow>
          </a:effec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1" i="0" u="none" strike="noStrike" kern="1200" cap="none" spc="0" normalizeH="0" baseline="0" noProof="0">
              <a:ln w="22225">
                <a:solidFill>
                  <a:srgbClr val="0000FF"/>
                </a:solidFill>
                <a:prstDash val="solid"/>
              </a:ln>
              <a:solidFill>
                <a:srgbClr val="B2B2B2">
                  <a:lumMod val="40000"/>
                  <a:lumOff val="60000"/>
                </a:srgbClr>
              </a:solidFill>
              <a:effectLst>
                <a:glow rad="228600">
                  <a:srgbClr val="B2B2B2">
                    <a:satMod val="175000"/>
                    <a:alpha val="40000"/>
                  </a:srgbClr>
                </a:glow>
              </a:effectLst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9" name="Rectangle 1">
            <a:extLst>
              <a:ext uri="{FF2B5EF4-FFF2-40B4-BE49-F238E27FC236}">
                <a16:creationId xmlns:a16="http://schemas.microsoft.com/office/drawing/2014/main" id="{D45D5E3B-7792-41DB-B7B3-A7C01A97ED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81384" y="3387812"/>
            <a:ext cx="7519987" cy="4770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vl="0">
              <a:spcBef>
                <a:spcPct val="0"/>
              </a:spcBef>
              <a:buClrTx/>
              <a:buSzTx/>
              <a:buNone/>
              <a:defRPr/>
            </a:pPr>
            <a:r>
              <a:rPr kumimoji="1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难点问题</a:t>
            </a:r>
            <a:r>
              <a:rPr kumimoji="1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: </a:t>
            </a:r>
            <a:r>
              <a:rPr lang="zh-CN" altLang="en-US" sz="2500" b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克拉默法则及其推论</a:t>
            </a:r>
            <a:r>
              <a:rPr lang="en-US" altLang="zh-CN" sz="2500" b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.</a:t>
            </a:r>
            <a:endParaRPr kumimoji="1" lang="en-US" altLang="zh-CN" sz="2500" b="1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anose="02020603050405020304" pitchFamily="18" charset="0"/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4" name="爆炸形: 8 pt  33">
            <a:extLst>
              <a:ext uri="{FF2B5EF4-FFF2-40B4-BE49-F238E27FC236}">
                <a16:creationId xmlns:a16="http://schemas.microsoft.com/office/drawing/2014/main" id="{B23A7B6D-0423-4C9B-B3FA-23D5B0DAEF34}"/>
              </a:ext>
            </a:extLst>
          </p:cNvPr>
          <p:cNvSpPr/>
          <p:nvPr/>
        </p:nvSpPr>
        <p:spPr bwMode="auto">
          <a:xfrm>
            <a:off x="1064613" y="3534105"/>
            <a:ext cx="213994" cy="259253"/>
          </a:xfrm>
          <a:prstGeom prst="irregularSeal1">
            <a:avLst/>
          </a:prstGeom>
          <a:solidFill>
            <a:srgbClr val="969696"/>
          </a:solidFill>
          <a:ln w="28575" cap="flat" cmpd="sng" algn="ctr">
            <a:solidFill>
              <a:srgbClr val="3333FF"/>
            </a:solidFill>
            <a:prstDash val="solid"/>
            <a:round/>
            <a:headEnd type="none" w="med" len="med"/>
            <a:tailEnd type="triangle" w="med" len="med"/>
          </a:ln>
          <a:effectLst>
            <a:glow rad="228600">
              <a:schemeClr val="accent5">
                <a:satMod val="175000"/>
                <a:alpha val="40000"/>
              </a:schemeClr>
            </a:glow>
          </a:effec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1" i="0" u="none" strike="noStrike" kern="1200" cap="none" spc="0" normalizeH="0" baseline="0" noProof="0">
              <a:ln w="22225">
                <a:solidFill>
                  <a:srgbClr val="0000FF"/>
                </a:solidFill>
                <a:prstDash val="solid"/>
              </a:ln>
              <a:solidFill>
                <a:srgbClr val="B2B2B2">
                  <a:lumMod val="40000"/>
                  <a:lumOff val="60000"/>
                </a:srgbClr>
              </a:solidFill>
              <a:effectLst>
                <a:glow rad="228600">
                  <a:srgbClr val="B2B2B2">
                    <a:satMod val="175000"/>
                    <a:alpha val="40000"/>
                  </a:srgbClr>
                </a:glow>
              </a:effectLst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4" name="Rectangle 1">
            <a:extLst>
              <a:ext uri="{FF2B5EF4-FFF2-40B4-BE49-F238E27FC236}">
                <a16:creationId xmlns:a16="http://schemas.microsoft.com/office/drawing/2014/main" id="{7FAD9148-9271-4382-ACAF-806CF34C97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41697" y="3987083"/>
            <a:ext cx="7559674" cy="4770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vl="0">
              <a:spcBef>
                <a:spcPct val="0"/>
              </a:spcBef>
              <a:buClrTx/>
              <a:buSzTx/>
              <a:buNone/>
              <a:defRPr/>
            </a:pPr>
            <a:r>
              <a:rPr kumimoji="1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实践问题</a:t>
            </a:r>
            <a:r>
              <a:rPr kumimoji="1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: </a:t>
            </a:r>
            <a:r>
              <a:rPr kumimoji="1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如何</a:t>
            </a:r>
            <a:r>
              <a:rPr lang="zh-CN" altLang="en-US" sz="2500" b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利用克拉默法则求解线性方程组？</a:t>
            </a:r>
            <a:endParaRPr kumimoji="1" lang="en-US" altLang="zh-CN" sz="2500" b="1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anose="02020603050405020304" pitchFamily="18" charset="0"/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6" name="爆炸形: 8 pt  25">
            <a:extLst>
              <a:ext uri="{FF2B5EF4-FFF2-40B4-BE49-F238E27FC236}">
                <a16:creationId xmlns:a16="http://schemas.microsoft.com/office/drawing/2014/main" id="{082BB6DD-8C1D-41CE-AA78-9834A7F65212}"/>
              </a:ext>
            </a:extLst>
          </p:cNvPr>
          <p:cNvSpPr/>
          <p:nvPr/>
        </p:nvSpPr>
        <p:spPr bwMode="auto">
          <a:xfrm>
            <a:off x="1071829" y="4094250"/>
            <a:ext cx="213994" cy="259253"/>
          </a:xfrm>
          <a:prstGeom prst="irregularSeal1">
            <a:avLst/>
          </a:prstGeom>
          <a:solidFill>
            <a:srgbClr val="969696"/>
          </a:solidFill>
          <a:ln w="28575" cap="flat" cmpd="sng" algn="ctr">
            <a:solidFill>
              <a:srgbClr val="3333FF"/>
            </a:solidFill>
            <a:prstDash val="solid"/>
            <a:round/>
            <a:headEnd type="none" w="med" len="med"/>
            <a:tailEnd type="triangle" w="med" len="med"/>
          </a:ln>
          <a:effectLst>
            <a:glow rad="228600">
              <a:schemeClr val="accent5">
                <a:satMod val="175000"/>
                <a:alpha val="40000"/>
              </a:schemeClr>
            </a:glow>
          </a:effec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1" i="0" u="none" strike="noStrike" kern="1200" cap="none" spc="0" normalizeH="0" baseline="0" noProof="0">
              <a:ln w="22225">
                <a:solidFill>
                  <a:srgbClr val="0000FF"/>
                </a:solidFill>
                <a:prstDash val="solid"/>
              </a:ln>
              <a:solidFill>
                <a:srgbClr val="B2B2B2">
                  <a:lumMod val="40000"/>
                  <a:lumOff val="60000"/>
                </a:srgbClr>
              </a:solidFill>
              <a:effectLst>
                <a:glow rad="228600">
                  <a:srgbClr val="B2B2B2">
                    <a:satMod val="175000"/>
                    <a:alpha val="40000"/>
                  </a:srgbClr>
                </a:glow>
              </a:effectLst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7" name="Rectangle 1">
            <a:extLst>
              <a:ext uri="{FF2B5EF4-FFF2-40B4-BE49-F238E27FC236}">
                <a16:creationId xmlns:a16="http://schemas.microsoft.com/office/drawing/2014/main" id="{910E4721-4835-429B-A2A3-E5E18CA7B9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85823" y="4581128"/>
            <a:ext cx="7519987" cy="4770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vl="0">
              <a:spcBef>
                <a:spcPct val="0"/>
              </a:spcBef>
              <a:buClrTx/>
              <a:buSzTx/>
              <a:buNone/>
              <a:defRPr/>
            </a:pPr>
            <a:r>
              <a:rPr kumimoji="1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拓展问题</a:t>
            </a:r>
            <a:r>
              <a:rPr kumimoji="1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: </a:t>
            </a:r>
            <a:r>
              <a:rPr lang="zh-CN" altLang="en-US" sz="2500" b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克拉默法则能否求解所有线性方程组</a:t>
            </a:r>
            <a:r>
              <a:rPr lang="en-US" altLang="zh-CN" sz="2500" b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?</a:t>
            </a:r>
            <a:endParaRPr kumimoji="1" lang="en-US" altLang="zh-CN" sz="2500" b="1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anose="02020603050405020304" pitchFamily="18" charset="0"/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0" name="爆炸形: 8 pt  29">
            <a:extLst>
              <a:ext uri="{FF2B5EF4-FFF2-40B4-BE49-F238E27FC236}">
                <a16:creationId xmlns:a16="http://schemas.microsoft.com/office/drawing/2014/main" id="{FBB8E06C-C25A-473E-91F8-3070EDFE2E38}"/>
              </a:ext>
            </a:extLst>
          </p:cNvPr>
          <p:cNvSpPr/>
          <p:nvPr/>
        </p:nvSpPr>
        <p:spPr bwMode="auto">
          <a:xfrm>
            <a:off x="1069052" y="4725144"/>
            <a:ext cx="213994" cy="259253"/>
          </a:xfrm>
          <a:prstGeom prst="irregularSeal1">
            <a:avLst/>
          </a:prstGeom>
          <a:solidFill>
            <a:srgbClr val="969696"/>
          </a:solidFill>
          <a:ln w="28575" cap="flat" cmpd="sng" algn="ctr">
            <a:solidFill>
              <a:srgbClr val="3333FF"/>
            </a:solidFill>
            <a:prstDash val="solid"/>
            <a:round/>
            <a:headEnd type="none" w="med" len="med"/>
            <a:tailEnd type="triangle" w="med" len="med"/>
          </a:ln>
          <a:effectLst>
            <a:glow rad="228600">
              <a:schemeClr val="accent5">
                <a:satMod val="175000"/>
                <a:alpha val="40000"/>
              </a:schemeClr>
            </a:glow>
          </a:effec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1" i="0" u="none" strike="noStrike" kern="1200" cap="none" spc="0" normalizeH="0" baseline="0" noProof="0">
              <a:ln w="22225">
                <a:solidFill>
                  <a:srgbClr val="0000FF"/>
                </a:solidFill>
                <a:prstDash val="solid"/>
              </a:ln>
              <a:solidFill>
                <a:srgbClr val="B2B2B2">
                  <a:lumMod val="40000"/>
                  <a:lumOff val="60000"/>
                </a:srgbClr>
              </a:solidFill>
              <a:effectLst>
                <a:glow rad="228600">
                  <a:srgbClr val="B2B2B2">
                    <a:satMod val="175000"/>
                    <a:alpha val="40000"/>
                  </a:srgbClr>
                </a:glow>
              </a:effectLst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44059" name="Picture 11">
            <a:extLst>
              <a:ext uri="{FF2B5EF4-FFF2-40B4-BE49-F238E27FC236}">
                <a16:creationId xmlns:a16="http://schemas.microsoft.com/office/drawing/2014/main" id="{F6B0C0DB-4097-40EC-AC71-84AE9EC490AA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42863" y="-9525"/>
            <a:ext cx="1014413" cy="839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78444F5E-3BBE-30FA-C598-02563E6FC8E2}"/>
              </a:ext>
            </a:extLst>
          </p:cNvPr>
          <p:cNvSpPr txBox="1"/>
          <p:nvPr/>
        </p:nvSpPr>
        <p:spPr>
          <a:xfrm>
            <a:off x="2636276" y="2916436"/>
            <a:ext cx="4603376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500" b="1" dirty="0">
                <a:solidFill>
                  <a:srgbClr val="0000FF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克拉默</a:t>
            </a:r>
            <a:r>
              <a:rPr kumimoji="1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法则</a:t>
            </a:r>
            <a:r>
              <a:rPr kumimoji="1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.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195786036"/>
      </p:ext>
    </p:extLst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1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1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withGroup">
                            <p:stCondLst>
                              <p:cond delay="2000"/>
                            </p:stCondLst>
                            <p:childTnLst>
                              <p:par>
                                <p:cTn id="2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1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"/>
                            </p:stCondLst>
                            <p:childTnLst>
                              <p:par>
                                <p:cTn id="3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1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500"/>
                            </p:stCondLst>
                            <p:childTnLst>
                              <p:par>
                                <p:cTn id="4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1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500"/>
                            </p:stCondLst>
                            <p:childTnLst>
                              <p:par>
                                <p:cTn id="5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1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/>
      <p:bldP spid="22" grpId="0"/>
      <p:bldP spid="29" grpId="0"/>
      <p:bldP spid="24" grpId="0"/>
      <p:bldP spid="27" grpId="0"/>
      <p:bldP spid="5" grpId="0"/>
    </p:bldLst>
  </p:timing>
</p:sld>
</file>

<file path=ppt/theme/theme1.xml><?xml version="1.0" encoding="utf-8"?>
<a:theme xmlns:a="http://schemas.openxmlformats.org/drawingml/2006/main" name="1_默认设计模板">
  <a:themeElements>
    <a:clrScheme name="">
      <a:dk1>
        <a:srgbClr val="000000"/>
      </a:dk1>
      <a:lt1>
        <a:srgbClr val="FFFFFF"/>
      </a:lt1>
      <a:dk2>
        <a:srgbClr val="4E5B6F"/>
      </a:dk2>
      <a:lt2>
        <a:srgbClr val="D6ECFF"/>
      </a:lt2>
      <a:accent1>
        <a:srgbClr val="7FD13B"/>
      </a:accent1>
      <a:accent2>
        <a:srgbClr val="EA157A"/>
      </a:accent2>
      <a:accent3>
        <a:srgbClr val="FFFFFF"/>
      </a:accent3>
      <a:accent4>
        <a:srgbClr val="000000"/>
      </a:accent4>
      <a:accent5>
        <a:srgbClr val="C0E5AF"/>
      </a:accent5>
      <a:accent6>
        <a:srgbClr val="D4126E"/>
      </a:accent6>
      <a:hlink>
        <a:srgbClr val="EB8803"/>
      </a:hlink>
      <a:folHlink>
        <a:srgbClr val="5F7791"/>
      </a:folHlink>
    </a:clrScheme>
    <a:fontScheme name="默认设计模板">
      <a:majorFont>
        <a:latin typeface="Times New Roman"/>
        <a:ea typeface="黑体"/>
        <a:cs typeface=""/>
      </a:majorFont>
      <a:minorFont>
        <a:latin typeface="Arial"/>
        <a:ea typeface="楷体_GB2312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默认设计模板">
  <a:themeElements>
    <a:clrScheme name="">
      <a:dk1>
        <a:srgbClr val="000000"/>
      </a:dk1>
      <a:lt1>
        <a:srgbClr val="FFFFFF"/>
      </a:lt1>
      <a:dk2>
        <a:srgbClr val="4E5B6F"/>
      </a:dk2>
      <a:lt2>
        <a:srgbClr val="D6ECFF"/>
      </a:lt2>
      <a:accent1>
        <a:srgbClr val="7FD13B"/>
      </a:accent1>
      <a:accent2>
        <a:srgbClr val="EA157A"/>
      </a:accent2>
      <a:accent3>
        <a:srgbClr val="FFFFFF"/>
      </a:accent3>
      <a:accent4>
        <a:srgbClr val="000000"/>
      </a:accent4>
      <a:accent5>
        <a:srgbClr val="C0E5AF"/>
      </a:accent5>
      <a:accent6>
        <a:srgbClr val="D4126E"/>
      </a:accent6>
      <a:hlink>
        <a:srgbClr val="EB8803"/>
      </a:hlink>
      <a:folHlink>
        <a:srgbClr val="5F7791"/>
      </a:folHlink>
    </a:clrScheme>
    <a:fontScheme name="默认设计模板">
      <a:majorFont>
        <a:latin typeface="Times New Roman"/>
        <a:ea typeface="黑体"/>
        <a:cs typeface=""/>
      </a:majorFont>
      <a:minorFont>
        <a:latin typeface="Arial"/>
        <a:ea typeface="楷体_GB2312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_习题课模板">
  <a:themeElements>
    <a:clrScheme name="2_习题课模板 1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2_习题课模板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28575" cap="flat" cmpd="sng" algn="ctr">
          <a:solidFill>
            <a:schemeClr val="tx1"/>
          </a:solidFill>
          <a:prstDash val="solid"/>
          <a:round/>
          <a:headEnd type="none" w="med" len="med"/>
          <a:tailEnd type="triangl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28575" cap="flat" cmpd="sng" algn="ctr">
          <a:solidFill>
            <a:schemeClr val="tx1"/>
          </a:solidFill>
          <a:prstDash val="solid"/>
          <a:round/>
          <a:headEnd type="none" w="med" len="med"/>
          <a:tailEnd type="triangl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2_习题课模板 1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习题课模板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33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习题课模板 3">
        <a:dk1>
          <a:srgbClr val="000000"/>
        </a:dk1>
        <a:lt1>
          <a:srgbClr val="FFFFCC"/>
        </a:lt1>
        <a:dk2>
          <a:srgbClr val="999933"/>
        </a:dk2>
        <a:lt2>
          <a:srgbClr val="808000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习题课模板 4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习题课模板 5">
        <a:dk1>
          <a:srgbClr val="000000"/>
        </a:dk1>
        <a:lt1>
          <a:srgbClr val="FFFFFF"/>
        </a:lt1>
        <a:dk2>
          <a:srgbClr val="000000"/>
        </a:dk2>
        <a:lt2>
          <a:srgbClr val="9F9F9F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习题课模板 6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CBCBCB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005CE7"/>
        </a:accent6>
        <a:hlink>
          <a:srgbClr val="FF0033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习题课模板 7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2_Pixel">
  <a:themeElements>
    <a:clrScheme name="Pixel 12">
      <a:dk1>
        <a:srgbClr val="000000"/>
      </a:dk1>
      <a:lt1>
        <a:srgbClr val="FFFFFF"/>
      </a:lt1>
      <a:dk2>
        <a:srgbClr val="000000"/>
      </a:dk2>
      <a:lt2>
        <a:srgbClr val="00007D"/>
      </a:lt2>
      <a:accent1>
        <a:srgbClr val="9999FF"/>
      </a:accent1>
      <a:accent2>
        <a:srgbClr val="9999CC"/>
      </a:accent2>
      <a:accent3>
        <a:srgbClr val="FFFFFF"/>
      </a:accent3>
      <a:accent4>
        <a:srgbClr val="000000"/>
      </a:accent4>
      <a:accent5>
        <a:srgbClr val="CACAFF"/>
      </a:accent5>
      <a:accent6>
        <a:srgbClr val="8A8AB9"/>
      </a:accent6>
      <a:hlink>
        <a:srgbClr val="666699"/>
      </a:hlink>
      <a:folHlink>
        <a:srgbClr val="CCCCE6"/>
      </a:folHlink>
    </a:clrScheme>
    <a:fontScheme name="Pixel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Pixel 1">
        <a:dk1>
          <a:srgbClr val="0066FF"/>
        </a:dk1>
        <a:lt1>
          <a:srgbClr val="FFFFFF"/>
        </a:lt1>
        <a:dk2>
          <a:srgbClr val="000066"/>
        </a:dk2>
        <a:lt2>
          <a:srgbClr val="FFFFFF"/>
        </a:lt2>
        <a:accent1>
          <a:srgbClr val="6699FF"/>
        </a:accent1>
        <a:accent2>
          <a:srgbClr val="3333FF"/>
        </a:accent2>
        <a:accent3>
          <a:srgbClr val="AAAAB8"/>
        </a:accent3>
        <a:accent4>
          <a:srgbClr val="DADADA"/>
        </a:accent4>
        <a:accent5>
          <a:srgbClr val="B8CAFF"/>
        </a:accent5>
        <a:accent6>
          <a:srgbClr val="2D2DE7"/>
        </a:accent6>
        <a:hlink>
          <a:srgbClr val="FFCC00"/>
        </a:hlink>
        <a:folHlink>
          <a:srgbClr val="00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2">
        <a:dk1>
          <a:srgbClr val="009999"/>
        </a:dk1>
        <a:lt1>
          <a:srgbClr val="FFFFFF"/>
        </a:lt1>
        <a:dk2>
          <a:srgbClr val="334B49"/>
        </a:dk2>
        <a:lt2>
          <a:srgbClr val="FFFFFF"/>
        </a:lt2>
        <a:accent1>
          <a:srgbClr val="33CCCC"/>
        </a:accent1>
        <a:accent2>
          <a:srgbClr val="008080"/>
        </a:accent2>
        <a:accent3>
          <a:srgbClr val="ADB1B1"/>
        </a:accent3>
        <a:accent4>
          <a:srgbClr val="DADADA"/>
        </a:accent4>
        <a:accent5>
          <a:srgbClr val="ADE2E2"/>
        </a:accent5>
        <a:accent6>
          <a:srgbClr val="007373"/>
        </a:accent6>
        <a:hlink>
          <a:srgbClr val="FFCC00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3">
        <a:dk1>
          <a:srgbClr val="006699"/>
        </a:dk1>
        <a:lt1>
          <a:srgbClr val="FFFFFF"/>
        </a:lt1>
        <a:dk2>
          <a:srgbClr val="333399"/>
        </a:dk2>
        <a:lt2>
          <a:srgbClr val="FFFFFF"/>
        </a:lt2>
        <a:accent1>
          <a:srgbClr val="0099CC"/>
        </a:accent1>
        <a:accent2>
          <a:srgbClr val="0386AF"/>
        </a:accent2>
        <a:accent3>
          <a:srgbClr val="ADADCA"/>
        </a:accent3>
        <a:accent4>
          <a:srgbClr val="DADADA"/>
        </a:accent4>
        <a:accent5>
          <a:srgbClr val="AACAE2"/>
        </a:accent5>
        <a:accent6>
          <a:srgbClr val="02799E"/>
        </a:accent6>
        <a:hlink>
          <a:srgbClr val="FFCC00"/>
        </a:hlink>
        <a:folHlink>
          <a:srgbClr val="66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4">
        <a:dk1>
          <a:srgbClr val="008080"/>
        </a:dk1>
        <a:lt1>
          <a:srgbClr val="FFFFFF"/>
        </a:lt1>
        <a:dk2>
          <a:srgbClr val="2F978D"/>
        </a:dk2>
        <a:lt2>
          <a:srgbClr val="FFFFFF"/>
        </a:lt2>
        <a:accent1>
          <a:srgbClr val="0099FF"/>
        </a:accent1>
        <a:accent2>
          <a:srgbClr val="009999"/>
        </a:accent2>
        <a:accent3>
          <a:srgbClr val="ADC9C5"/>
        </a:accent3>
        <a:accent4>
          <a:srgbClr val="DADADA"/>
        </a:accent4>
        <a:accent5>
          <a:srgbClr val="AACAFF"/>
        </a:accent5>
        <a:accent6>
          <a:srgbClr val="008A8A"/>
        </a:accent6>
        <a:hlink>
          <a:srgbClr val="FFFFCC"/>
        </a:hlink>
        <a:folHlink>
          <a:srgbClr val="70CAC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5">
        <a:dk1>
          <a:srgbClr val="822504"/>
        </a:dk1>
        <a:lt1>
          <a:srgbClr val="FFFFFF"/>
        </a:lt1>
        <a:dk2>
          <a:srgbClr val="330000"/>
        </a:dk2>
        <a:lt2>
          <a:srgbClr val="FFFFFF"/>
        </a:lt2>
        <a:accent1>
          <a:srgbClr val="FF9900"/>
        </a:accent1>
        <a:accent2>
          <a:srgbClr val="9E2A06"/>
        </a:accent2>
        <a:accent3>
          <a:srgbClr val="ADAAAA"/>
        </a:accent3>
        <a:accent4>
          <a:srgbClr val="DADADA"/>
        </a:accent4>
        <a:accent5>
          <a:srgbClr val="FFCAAA"/>
        </a:accent5>
        <a:accent6>
          <a:srgbClr val="8F2505"/>
        </a:accent6>
        <a:hlink>
          <a:srgbClr val="FF3300"/>
        </a:hlink>
        <a:folHlink>
          <a:srgbClr val="7C070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6">
        <a:dk1>
          <a:srgbClr val="336600"/>
        </a:dk1>
        <a:lt1>
          <a:srgbClr val="FFFFFF"/>
        </a:lt1>
        <a:dk2>
          <a:srgbClr val="4A7911"/>
        </a:dk2>
        <a:lt2>
          <a:srgbClr val="FFFFFF"/>
        </a:lt2>
        <a:accent1>
          <a:srgbClr val="666633"/>
        </a:accent1>
        <a:accent2>
          <a:srgbClr val="669900"/>
        </a:accent2>
        <a:accent3>
          <a:srgbClr val="B1BEAA"/>
        </a:accent3>
        <a:accent4>
          <a:srgbClr val="DADADA"/>
        </a:accent4>
        <a:accent5>
          <a:srgbClr val="B8B8AD"/>
        </a:accent5>
        <a:accent6>
          <a:srgbClr val="5C8A00"/>
        </a:accent6>
        <a:hlink>
          <a:srgbClr val="FFCC00"/>
        </a:hlink>
        <a:folHlink>
          <a:srgbClr val="99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7">
        <a:dk1>
          <a:srgbClr val="000000"/>
        </a:dk1>
        <a:lt1>
          <a:srgbClr val="FFFFFF"/>
        </a:lt1>
        <a:dk2>
          <a:srgbClr val="000000"/>
        </a:dk2>
        <a:lt2>
          <a:srgbClr val="CC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6633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8">
        <a:dk1>
          <a:srgbClr val="003300"/>
        </a:dk1>
        <a:lt1>
          <a:srgbClr val="FFFFFF"/>
        </a:lt1>
        <a:dk2>
          <a:srgbClr val="000000"/>
        </a:dk2>
        <a:lt2>
          <a:srgbClr val="336600"/>
        </a:lt2>
        <a:accent1>
          <a:srgbClr val="CCCC00"/>
        </a:accent1>
        <a:accent2>
          <a:srgbClr val="669900"/>
        </a:accent2>
        <a:accent3>
          <a:srgbClr val="FFFFFF"/>
        </a:accent3>
        <a:accent4>
          <a:srgbClr val="002A00"/>
        </a:accent4>
        <a:accent5>
          <a:srgbClr val="E2E2AA"/>
        </a:accent5>
        <a:accent6>
          <a:srgbClr val="5C8A00"/>
        </a:accent6>
        <a:hlink>
          <a:srgbClr val="333300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9">
        <a:dk1>
          <a:srgbClr val="000000"/>
        </a:dk1>
        <a:lt1>
          <a:srgbClr val="FFFFFF"/>
        </a:lt1>
        <a:dk2>
          <a:srgbClr val="000000"/>
        </a:dk2>
        <a:lt2>
          <a:srgbClr val="440044"/>
        </a:lt2>
        <a:accent1>
          <a:srgbClr val="FFCCCC"/>
        </a:accent1>
        <a:accent2>
          <a:srgbClr val="790571"/>
        </a:accent2>
        <a:accent3>
          <a:srgbClr val="FFFFFF"/>
        </a:accent3>
        <a:accent4>
          <a:srgbClr val="000000"/>
        </a:accent4>
        <a:accent5>
          <a:srgbClr val="FFE2E2"/>
        </a:accent5>
        <a:accent6>
          <a:srgbClr val="6D0466"/>
        </a:accent6>
        <a:hlink>
          <a:srgbClr val="993366"/>
        </a:hlink>
        <a:folHlink>
          <a:srgbClr val="9F839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0">
        <a:dk1>
          <a:srgbClr val="000000"/>
        </a:dk1>
        <a:lt1>
          <a:srgbClr val="FFFFFF"/>
        </a:lt1>
        <a:dk2>
          <a:srgbClr val="000000"/>
        </a:dk2>
        <a:lt2>
          <a:srgbClr val="FF9900"/>
        </a:lt2>
        <a:accent1>
          <a:srgbClr val="FFCC99"/>
        </a:accent1>
        <a:accent2>
          <a:srgbClr val="FBA313"/>
        </a:accent2>
        <a:accent3>
          <a:srgbClr val="FFFFFF"/>
        </a:accent3>
        <a:accent4>
          <a:srgbClr val="000000"/>
        </a:accent4>
        <a:accent5>
          <a:srgbClr val="FFE2CA"/>
        </a:accent5>
        <a:accent6>
          <a:srgbClr val="E39310"/>
        </a:accent6>
        <a:hlink>
          <a:srgbClr val="CC3300"/>
        </a:hlink>
        <a:folHlink>
          <a:srgbClr val="FCC66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1">
        <a:dk1>
          <a:srgbClr val="000000"/>
        </a:dk1>
        <a:lt1>
          <a:srgbClr val="FFFFFF"/>
        </a:lt1>
        <a:dk2>
          <a:srgbClr val="000000"/>
        </a:dk2>
        <a:lt2>
          <a:srgbClr val="779F92"/>
        </a:lt2>
        <a:accent1>
          <a:srgbClr val="33CCCC"/>
        </a:accent1>
        <a:accent2>
          <a:srgbClr val="9DC2D7"/>
        </a:accent2>
        <a:accent3>
          <a:srgbClr val="FFFFFF"/>
        </a:accent3>
        <a:accent4>
          <a:srgbClr val="000000"/>
        </a:accent4>
        <a:accent5>
          <a:srgbClr val="ADE2E2"/>
        </a:accent5>
        <a:accent6>
          <a:srgbClr val="8EB0C3"/>
        </a:accent6>
        <a:hlink>
          <a:srgbClr val="006666"/>
        </a:hlink>
        <a:folHlink>
          <a:srgbClr val="CC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2">
        <a:dk1>
          <a:srgbClr val="000000"/>
        </a:dk1>
        <a:lt1>
          <a:srgbClr val="FFFFFF"/>
        </a:lt1>
        <a:dk2>
          <a:srgbClr val="000000"/>
        </a:dk2>
        <a:lt2>
          <a:srgbClr val="00007D"/>
        </a:lt2>
        <a:accent1>
          <a:srgbClr val="9999FF"/>
        </a:accent1>
        <a:accent2>
          <a:srgbClr val="9999CC"/>
        </a:accent2>
        <a:accent3>
          <a:srgbClr val="FFFFFF"/>
        </a:accent3>
        <a:accent4>
          <a:srgbClr val="000000"/>
        </a:accent4>
        <a:accent5>
          <a:srgbClr val="CACAFF"/>
        </a:accent5>
        <a:accent6>
          <a:srgbClr val="8A8AB9"/>
        </a:accent6>
        <a:hlink>
          <a:srgbClr val="666699"/>
        </a:hlink>
        <a:folHlink>
          <a:srgbClr val="CCCCE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5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主题2</Template>
  <TotalTime>16075</TotalTime>
  <Words>915</Words>
  <Application>Microsoft Macintosh PowerPoint</Application>
  <PresentationFormat>On-screen Show (4:3)</PresentationFormat>
  <Paragraphs>95</Paragraphs>
  <Slides>19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8</vt:i4>
      </vt:variant>
      <vt:variant>
        <vt:lpstr>Theme</vt:lpstr>
      </vt:variant>
      <vt:variant>
        <vt:i4>4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32" baseType="lpstr">
      <vt:lpstr>黑体</vt:lpstr>
      <vt:lpstr>华文中宋</vt:lpstr>
      <vt:lpstr>Arial</vt:lpstr>
      <vt:lpstr>Arial Black</vt:lpstr>
      <vt:lpstr>Calibri</vt:lpstr>
      <vt:lpstr>Cambria Math</vt:lpstr>
      <vt:lpstr>Times New Roman</vt:lpstr>
      <vt:lpstr>Wingdings</vt:lpstr>
      <vt:lpstr>1_默认设计模板</vt:lpstr>
      <vt:lpstr>2_默认设计模板</vt:lpstr>
      <vt:lpstr>2_习题课模板</vt:lpstr>
      <vt:lpstr>2_Pixel</vt:lpstr>
      <vt:lpstr>Equation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chen lilian</dc:creator>
  <cp:lastModifiedBy>Microsoft Office User</cp:lastModifiedBy>
  <cp:revision>1066</cp:revision>
  <dcterms:created xsi:type="dcterms:W3CDTF">2012-06-17T01:12:18Z</dcterms:created>
  <dcterms:modified xsi:type="dcterms:W3CDTF">2026-10-13T05:02:38Z</dcterms:modified>
</cp:coreProperties>
</file>
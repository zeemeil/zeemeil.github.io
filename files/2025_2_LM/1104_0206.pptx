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6" r:id="rId3"/>
    <p:sldMasterId id="2147483688" r:id="rId4"/>
  </p:sldMasterIdLst>
  <p:notesMasterIdLst>
    <p:notesMasterId r:id="rId36"/>
  </p:notesMasterIdLst>
  <p:sldIdLst>
    <p:sldId id="1129" r:id="rId5"/>
    <p:sldId id="1503" r:id="rId6"/>
    <p:sldId id="1506" r:id="rId7"/>
    <p:sldId id="1510" r:id="rId8"/>
    <p:sldId id="1511" r:id="rId9"/>
    <p:sldId id="1414" r:id="rId10"/>
    <p:sldId id="1472" r:id="rId11"/>
    <p:sldId id="1473" r:id="rId12"/>
    <p:sldId id="1475" r:id="rId13"/>
    <p:sldId id="1477" r:id="rId14"/>
    <p:sldId id="1476" r:id="rId15"/>
    <p:sldId id="1486" r:id="rId16"/>
    <p:sldId id="1480" r:id="rId17"/>
    <p:sldId id="1487" r:id="rId18"/>
    <p:sldId id="1493" r:id="rId19"/>
    <p:sldId id="1494" r:id="rId20"/>
    <p:sldId id="1481" r:id="rId21"/>
    <p:sldId id="1512" r:id="rId22"/>
    <p:sldId id="1513" r:id="rId23"/>
    <p:sldId id="1482" r:id="rId24"/>
    <p:sldId id="1490" r:id="rId25"/>
    <p:sldId id="1491" r:id="rId26"/>
    <p:sldId id="1492" r:id="rId27"/>
    <p:sldId id="1469" r:id="rId28"/>
    <p:sldId id="1514" r:id="rId29"/>
    <p:sldId id="1515" r:id="rId30"/>
    <p:sldId id="1516" r:id="rId31"/>
    <p:sldId id="1517" r:id="rId32"/>
    <p:sldId id="1518" r:id="rId33"/>
    <p:sldId id="1470" r:id="rId34"/>
    <p:sldId id="849" r:id="rId35"/>
  </p:sldIdLst>
  <p:sldSz cx="9144000" cy="6858000" type="screen4x3"/>
  <p:notesSz cx="6858000" cy="9144000"/>
  <p:custDataLst>
    <p:tags r:id="rId37"/>
  </p:custDataLst>
  <p:defaultTextStyle>
    <a:defPPr>
      <a:defRPr lang="zh-CN"/>
    </a:defPPr>
    <a:lvl1pPr algn="l" rtl="0" eaLnBrk="0" fontAlgn="base" hangingPunct="0">
      <a:spcBef>
        <a:spcPct val="0"/>
      </a:spcBef>
      <a:spcAft>
        <a:spcPct val="0"/>
      </a:spcAft>
      <a:defRPr kumimoji="1" sz="2800" kern="1200">
        <a:solidFill>
          <a:schemeClr val="tx2"/>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800" kern="1200">
        <a:solidFill>
          <a:schemeClr val="tx2"/>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800" kern="1200">
        <a:solidFill>
          <a:schemeClr val="tx2"/>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800" kern="1200">
        <a:solidFill>
          <a:schemeClr val="tx2"/>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800" kern="1200">
        <a:solidFill>
          <a:schemeClr val="tx2"/>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2"/>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2"/>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2"/>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2"/>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8" userDrawn="1">
          <p15:clr>
            <a:srgbClr val="A4A3A4"/>
          </p15:clr>
        </p15:guide>
        <p15:guide id="2" pos="294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BABA"/>
    <a:srgbClr val="C00000"/>
    <a:srgbClr val="3333FF"/>
    <a:srgbClr val="0033CC"/>
    <a:srgbClr val="0000FF"/>
    <a:srgbClr val="C7E6A4"/>
    <a:srgbClr val="FF0066"/>
    <a:srgbClr val="6666FF"/>
    <a:srgbClr val="969696"/>
    <a:srgbClr val="2B2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550" autoAdjust="0"/>
    <p:restoredTop sz="93807" autoAdjust="0"/>
  </p:normalViewPr>
  <p:slideViewPr>
    <p:cSldViewPr showGuides="1">
      <p:cViewPr varScale="1">
        <p:scale>
          <a:sx n="52" d="100"/>
          <a:sy n="52" d="100"/>
        </p:scale>
        <p:origin x="200" y="1864"/>
      </p:cViewPr>
      <p:guideLst>
        <p:guide orient="horz" pos="2158"/>
        <p:guide pos="2943"/>
      </p:guideLst>
    </p:cSldViewPr>
  </p:slideViewPr>
  <p:notesTextViewPr>
    <p:cViewPr>
      <p:scale>
        <a:sx n="100" d="100"/>
        <a:sy n="100" d="100"/>
      </p:scale>
      <p:origin x="0" y="0"/>
    </p:cViewPr>
  </p:notesTextViewPr>
  <p:sorterViewPr>
    <p:cViewPr>
      <p:scale>
        <a:sx n="100" d="100"/>
        <a:sy n="100" d="100"/>
      </p:scale>
      <p:origin x="0" y="-829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image" Target="../media/image3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42.emf"/><Relationship Id="rId13" Type="http://schemas.openxmlformats.org/officeDocument/2006/relationships/image" Target="../media/image47.emf"/><Relationship Id="rId3" Type="http://schemas.openxmlformats.org/officeDocument/2006/relationships/image" Target="../media/image37.emf"/><Relationship Id="rId7" Type="http://schemas.openxmlformats.org/officeDocument/2006/relationships/image" Target="../media/image41.emf"/><Relationship Id="rId12" Type="http://schemas.openxmlformats.org/officeDocument/2006/relationships/image" Target="../media/image46.emf"/><Relationship Id="rId2" Type="http://schemas.openxmlformats.org/officeDocument/2006/relationships/image" Target="../media/image36.emf"/><Relationship Id="rId1" Type="http://schemas.openxmlformats.org/officeDocument/2006/relationships/image" Target="../media/image35.emf"/><Relationship Id="rId6" Type="http://schemas.openxmlformats.org/officeDocument/2006/relationships/image" Target="../media/image40.emf"/><Relationship Id="rId11" Type="http://schemas.openxmlformats.org/officeDocument/2006/relationships/image" Target="../media/image45.emf"/><Relationship Id="rId5" Type="http://schemas.openxmlformats.org/officeDocument/2006/relationships/image" Target="../media/image39.emf"/><Relationship Id="rId10" Type="http://schemas.openxmlformats.org/officeDocument/2006/relationships/image" Target="../media/image44.emf"/><Relationship Id="rId4" Type="http://schemas.openxmlformats.org/officeDocument/2006/relationships/image" Target="../media/image38.emf"/><Relationship Id="rId9" Type="http://schemas.openxmlformats.org/officeDocument/2006/relationships/image" Target="../media/image43.emf"/><Relationship Id="rId14" Type="http://schemas.openxmlformats.org/officeDocument/2006/relationships/image" Target="../media/image4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ea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ea typeface="宋体" panose="02010600030101010101" pitchFamily="2" charset="-122"/>
              </a:defRPr>
            </a:lvl1pPr>
          </a:lstStyle>
          <a:p>
            <a:pPr>
              <a:defRPr/>
            </a:pPr>
            <a:fld id="{D2B7DC5F-3EFA-4251-8C20-6E9EC7819C7B}" type="datetimeFigureOut">
              <a:rPr lang="zh-CN" altLang="en-US"/>
              <a:t>2026/10/19</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ea typeface="宋体" panose="02010600030101010101"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a:defRPr/>
            </a:pPr>
            <a:fld id="{5EECF8E6-7687-4417-B0A4-6F969A7F5643}"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a:xfrm>
            <a:off x="7019925" y="6524625"/>
            <a:ext cx="2133600" cy="476250"/>
          </a:xfrm>
          <a:prstGeom prst="rect">
            <a:avLst/>
          </a:prstGeom>
        </p:spPr>
        <p:txBody>
          <a:bodyPr/>
          <a:lstStyle>
            <a:lvl1pPr>
              <a:defRPr/>
            </a:lvl1pPr>
          </a:lstStyle>
          <a:p>
            <a:pPr>
              <a:defRPr/>
            </a:pPr>
            <a:fld id="{9EE5C615-27DC-4BF8-A59E-3AA49FB0D5E8}" type="slidenum">
              <a:rPr lang="zh-CN" altLang="en-US"/>
              <a:t>‹#›</a:t>
            </a:fld>
            <a:endParaRPr lang="en-US" sz="1800">
              <a:solidFill>
                <a:schemeClr val="tx1"/>
              </a:solidFill>
              <a:latin typeface="+mn-l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5538"/>
            <a:ext cx="8229600" cy="5000625"/>
          </a:xfrm>
          <a:prstGeom prst="rect">
            <a:avLst/>
          </a:prstGeom>
        </p:spPr>
        <p:txBody>
          <a:bodyPr/>
          <a:lstStyle>
            <a:lvl1pPr>
              <a:defRPr sz="2800"/>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 name="标题 1"/>
          <p:cNvSpPr>
            <a:spLocks noGrp="1"/>
          </p:cNvSpPr>
          <p:nvPr>
            <p:ph type="title"/>
          </p:nvPr>
        </p:nvSpPr>
        <p:spPr>
          <a:xfrm>
            <a:off x="457200" y="274639"/>
            <a:ext cx="8229600" cy="777875"/>
          </a:xfrm>
          <a:prstGeom prst="rect">
            <a:avLst/>
          </a:prstGeom>
        </p:spPr>
        <p:txBody>
          <a:bodyPr/>
          <a:lstStyle/>
          <a:p>
            <a:r>
              <a:rPr lang="zh-CN" altLang="en-US"/>
              <a:t>单击此处编辑母版标题样式</a:t>
            </a:r>
          </a:p>
        </p:txBody>
      </p:sp>
      <p:sp>
        <p:nvSpPr>
          <p:cNvPr id="4" name="Rectangle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a:xfrm>
            <a:off x="7019925" y="6524625"/>
            <a:ext cx="2133600" cy="476250"/>
          </a:xfrm>
          <a:prstGeom prst="rect">
            <a:avLst/>
          </a:prstGeom>
        </p:spPr>
        <p:txBody>
          <a:bodyPr/>
          <a:lstStyle>
            <a:lvl1pPr>
              <a:defRPr/>
            </a:lvl1pPr>
          </a:lstStyle>
          <a:p>
            <a:pPr>
              <a:defRPr/>
            </a:pPr>
            <a:fld id="{D1EB0E9A-86DB-4D24-B690-7EB825DC079D}" type="slidenum">
              <a:rPr lang="zh-CN" altLang="en-US"/>
              <a:t>‹#›</a:t>
            </a:fld>
            <a:endParaRPr lang="en-US" sz="1800">
              <a:solidFill>
                <a:schemeClr val="tx1"/>
              </a:solidFill>
              <a:latin typeface="+mn-l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1"/>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a:xfrm>
            <a:off x="7019925" y="6524625"/>
            <a:ext cx="2133600" cy="476250"/>
          </a:xfrm>
          <a:prstGeom prst="rect">
            <a:avLst/>
          </a:prstGeom>
        </p:spPr>
        <p:txBody>
          <a:bodyPr/>
          <a:lstStyle>
            <a:lvl1pPr>
              <a:defRPr/>
            </a:lvl1pPr>
          </a:lstStyle>
          <a:p>
            <a:pPr>
              <a:defRPr/>
            </a:pPr>
            <a:fld id="{F66230BC-C4BF-4D06-8DEA-E30815249296}" type="slidenum">
              <a:rPr lang="zh-CN" altLang="en-US"/>
              <a:t>‹#›</a:t>
            </a:fld>
            <a:endParaRPr lang="en-US" sz="1800">
              <a:solidFill>
                <a:schemeClr val="tx1"/>
              </a:solidFill>
              <a:latin typeface="+mn-l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77875"/>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125539"/>
            <a:ext cx="4038600" cy="50006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25539"/>
            <a:ext cx="4038600" cy="50006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Date Placeholder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zh-CN" altLang="zh-CN"/>
          </a:p>
        </p:txBody>
      </p:sp>
      <p:sp>
        <p:nvSpPr>
          <p:cNvPr id="6" name="Footer Placeholder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zh-CN" altLang="zh-CN"/>
          </a:p>
        </p:txBody>
      </p:sp>
      <p:sp>
        <p:nvSpPr>
          <p:cNvPr id="7" name="Slide Number Placeholder 6"/>
          <p:cNvSpPr>
            <a:spLocks noGrp="1" noChangeArrowheads="1"/>
          </p:cNvSpPr>
          <p:nvPr>
            <p:ph type="sldNum" sz="quarter" idx="12"/>
          </p:nvPr>
        </p:nvSpPr>
        <p:spPr>
          <a:xfrm>
            <a:off x="7019925" y="6524625"/>
            <a:ext cx="2133600" cy="476250"/>
          </a:xfrm>
          <a:prstGeom prst="rect">
            <a:avLst/>
          </a:prstGeom>
        </p:spPr>
        <p:txBody>
          <a:bodyPr/>
          <a:lstStyle>
            <a:lvl1pPr>
              <a:defRPr/>
            </a:lvl1pPr>
          </a:lstStyle>
          <a:p>
            <a:pPr>
              <a:defRPr/>
            </a:pPr>
            <a:fld id="{14A8A078-8F53-4DD8-99BE-6937C29878CC}" type="slidenum">
              <a:rPr lang="zh-CN" altLang="en-US"/>
              <a:t>‹#›</a:t>
            </a:fld>
            <a:endParaRPr lang="en-US" sz="1800">
              <a:solidFill>
                <a:schemeClr val="tx1"/>
              </a:solidFill>
              <a:latin typeface="+mn-l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7"/>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3"/>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7" y="1535113"/>
            <a:ext cx="4041775" cy="639763"/>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7"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zh-CN" altLang="zh-CN"/>
          </a:p>
        </p:txBody>
      </p:sp>
      <p:sp>
        <p:nvSpPr>
          <p:cNvPr id="8"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zh-CN" altLang="zh-CN"/>
          </a:p>
        </p:txBody>
      </p:sp>
      <p:sp>
        <p:nvSpPr>
          <p:cNvPr id="9" name="Rectangle 6"/>
          <p:cNvSpPr>
            <a:spLocks noGrp="1" noChangeArrowheads="1"/>
          </p:cNvSpPr>
          <p:nvPr>
            <p:ph type="sldNum" sz="quarter" idx="12"/>
          </p:nvPr>
        </p:nvSpPr>
        <p:spPr>
          <a:xfrm>
            <a:off x="7019925" y="6524625"/>
            <a:ext cx="2133600" cy="476250"/>
          </a:xfrm>
          <a:prstGeom prst="rect">
            <a:avLst/>
          </a:prstGeom>
        </p:spPr>
        <p:txBody>
          <a:bodyPr/>
          <a:lstStyle>
            <a:lvl1pPr>
              <a:defRPr/>
            </a:lvl1pPr>
          </a:lstStyle>
          <a:p>
            <a:pPr>
              <a:defRPr/>
            </a:pPr>
            <a:fld id="{BED4D90F-E331-47DC-92F1-E62695D6C2EE}" type="slidenum">
              <a:rPr lang="zh-CN" altLang="en-US"/>
              <a:t>‹#›</a:t>
            </a:fld>
            <a:endParaRPr lang="en-US" sz="1800">
              <a:solidFill>
                <a:schemeClr val="tx1"/>
              </a:solidFill>
              <a:latin typeface="+mn-l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49"/>
            <a:ext cx="3008313" cy="1162051"/>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2"/>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2" y="1435102"/>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zh-CN" altLang="zh-CN"/>
          </a:p>
        </p:txBody>
      </p:sp>
      <p:sp>
        <p:nvSpPr>
          <p:cNvPr id="6" name="Footer Placeholder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zh-CN" altLang="zh-CN"/>
          </a:p>
        </p:txBody>
      </p:sp>
      <p:sp>
        <p:nvSpPr>
          <p:cNvPr id="7" name="Slide Number Placeholder 6"/>
          <p:cNvSpPr>
            <a:spLocks noGrp="1" noChangeArrowheads="1"/>
          </p:cNvSpPr>
          <p:nvPr>
            <p:ph type="sldNum" sz="quarter" idx="12"/>
          </p:nvPr>
        </p:nvSpPr>
        <p:spPr>
          <a:xfrm>
            <a:off x="7019925" y="6524625"/>
            <a:ext cx="2133600" cy="476250"/>
          </a:xfrm>
          <a:prstGeom prst="rect">
            <a:avLst/>
          </a:prstGeom>
        </p:spPr>
        <p:txBody>
          <a:bodyPr/>
          <a:lstStyle>
            <a:lvl1pPr>
              <a:defRPr/>
            </a:lvl1pPr>
          </a:lstStyle>
          <a:p>
            <a:pPr>
              <a:defRPr/>
            </a:pPr>
            <a:fld id="{D3B5CD7D-56B0-4C13-84D6-F0DB2E473BD9}" type="slidenum">
              <a:rPr lang="zh-CN" altLang="en-US"/>
              <a:t>‹#›</a:t>
            </a:fld>
            <a:endParaRPr lang="en-US" sz="1800">
              <a:solidFill>
                <a:schemeClr val="tx1"/>
              </a:solidFill>
              <a:latin typeface="+mn-lt"/>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9"/>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sym typeface="Arial" panose="020B0604020202020204" pitchFamily="34" charset="0"/>
            </a:endParaRPr>
          </a:p>
        </p:txBody>
      </p:sp>
      <p:sp>
        <p:nvSpPr>
          <p:cNvPr id="4" name="文本占位符 3"/>
          <p:cNvSpPr>
            <a:spLocks noGrp="1"/>
          </p:cNvSpPr>
          <p:nvPr>
            <p:ph type="body" sz="half" idx="2"/>
          </p:nvPr>
        </p:nvSpPr>
        <p:spPr>
          <a:xfrm>
            <a:off x="1792288" y="5367338"/>
            <a:ext cx="5486400" cy="8048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zh-CN" altLang="zh-CN"/>
          </a:p>
        </p:txBody>
      </p:sp>
      <p:sp>
        <p:nvSpPr>
          <p:cNvPr id="6" name="Footer Placeholder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zh-CN" altLang="zh-CN"/>
          </a:p>
        </p:txBody>
      </p:sp>
      <p:sp>
        <p:nvSpPr>
          <p:cNvPr id="7" name="Slide Number Placeholder 6"/>
          <p:cNvSpPr>
            <a:spLocks noGrp="1" noChangeArrowheads="1"/>
          </p:cNvSpPr>
          <p:nvPr>
            <p:ph type="sldNum" sz="quarter" idx="12"/>
          </p:nvPr>
        </p:nvSpPr>
        <p:spPr>
          <a:xfrm>
            <a:off x="7019925" y="6524625"/>
            <a:ext cx="2133600" cy="476250"/>
          </a:xfrm>
          <a:prstGeom prst="rect">
            <a:avLst/>
          </a:prstGeom>
        </p:spPr>
        <p:txBody>
          <a:bodyPr/>
          <a:lstStyle>
            <a:lvl1pPr>
              <a:defRPr/>
            </a:lvl1pPr>
          </a:lstStyle>
          <a:p>
            <a:pPr>
              <a:defRPr/>
            </a:pPr>
            <a:fld id="{6C3F3216-45D4-4224-B7C6-5D94FF958E90}" type="slidenum">
              <a:rPr lang="zh-CN" altLang="en-US"/>
              <a:t>‹#›</a:t>
            </a:fld>
            <a:endParaRPr lang="en-US" sz="1800">
              <a:solidFill>
                <a:schemeClr val="tx1"/>
              </a:solidFill>
              <a:latin typeface="+mn-l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778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125538"/>
            <a:ext cx="8229600" cy="50006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a:xfrm>
            <a:off x="7019925" y="6524625"/>
            <a:ext cx="2133600" cy="476250"/>
          </a:xfrm>
          <a:prstGeom prst="rect">
            <a:avLst/>
          </a:prstGeom>
        </p:spPr>
        <p:txBody>
          <a:bodyPr/>
          <a:lstStyle>
            <a:lvl1pPr>
              <a:defRPr/>
            </a:lvl1pPr>
          </a:lstStyle>
          <a:p>
            <a:pPr>
              <a:defRPr/>
            </a:pPr>
            <a:fld id="{EBE28436-CF71-46CC-B37F-786C39E55141}" type="slidenum">
              <a:rPr lang="zh-CN" altLang="en-US"/>
              <a:t>‹#›</a:t>
            </a:fld>
            <a:endParaRPr lang="en-US" sz="1800">
              <a:solidFill>
                <a:schemeClr val="tx1"/>
              </a:solidFill>
              <a:latin typeface="+mn-l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9"/>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a:xfrm>
            <a:off x="7019925" y="6524625"/>
            <a:ext cx="2133600" cy="476250"/>
          </a:xfrm>
          <a:prstGeom prst="rect">
            <a:avLst/>
          </a:prstGeom>
        </p:spPr>
        <p:txBody>
          <a:bodyPr/>
          <a:lstStyle>
            <a:lvl1pPr>
              <a:defRPr/>
            </a:lvl1pPr>
          </a:lstStyle>
          <a:p>
            <a:pPr>
              <a:defRPr/>
            </a:pPr>
            <a:fld id="{9901C669-4DB4-4AE4-93DC-BF8A4974A3A8}" type="slidenum">
              <a:rPr lang="zh-CN" altLang="en-US"/>
              <a:t>‹#›</a:t>
            </a:fld>
            <a:endParaRPr lang="en-US" sz="1800">
              <a:solidFill>
                <a:schemeClr val="tx1"/>
              </a:solidFill>
              <a:latin typeface="+mn-l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9"/>
            <a:ext cx="8229600" cy="777875"/>
          </a:xfrm>
          <a:prstGeom prst="rect">
            <a:avLst/>
          </a:prstGeom>
        </p:spPr>
        <p:txBody>
          <a:bodyPr/>
          <a:lstStyle/>
          <a:p>
            <a:r>
              <a:rPr lang="zh-CN" altLang="en-US"/>
              <a:t>单击此处编辑母版标题样式</a:t>
            </a:r>
          </a:p>
        </p:txBody>
      </p:sp>
      <p:sp>
        <p:nvSpPr>
          <p:cNvPr id="3" name="Rectangle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zh-CN" altLang="zh-CN"/>
          </a:p>
        </p:txBody>
      </p:sp>
      <p:sp>
        <p:nvSpPr>
          <p:cNvPr id="4"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zh-CN" altLang="zh-CN"/>
          </a:p>
        </p:txBody>
      </p:sp>
      <p:sp>
        <p:nvSpPr>
          <p:cNvPr id="5" name="Rectangle 6"/>
          <p:cNvSpPr>
            <a:spLocks noGrp="1" noChangeArrowheads="1"/>
          </p:cNvSpPr>
          <p:nvPr>
            <p:ph type="sldNum" sz="quarter" idx="12"/>
          </p:nvPr>
        </p:nvSpPr>
        <p:spPr>
          <a:xfrm>
            <a:off x="7019925" y="6524625"/>
            <a:ext cx="2133600" cy="476250"/>
          </a:xfrm>
          <a:prstGeom prst="rect">
            <a:avLst/>
          </a:prstGeom>
        </p:spPr>
        <p:txBody>
          <a:bodyPr/>
          <a:lstStyle>
            <a:lvl1pPr>
              <a:defRPr/>
            </a:lvl1pPr>
          </a:lstStyle>
          <a:p>
            <a:pPr>
              <a:defRPr/>
            </a:pPr>
            <a:fld id="{62B24609-233C-4051-A6FF-16711CDE0657}" type="slidenum">
              <a:rPr lang="zh-CN" altLang="en-US"/>
              <a:t>‹#›</a:t>
            </a:fld>
            <a:endParaRPr lang="en-US" sz="1800">
              <a:solidFill>
                <a:schemeClr val="tx1"/>
              </a:solidFill>
              <a:latin typeface="+mn-lt"/>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77875"/>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6245225"/>
            <a:ext cx="2133600" cy="476250"/>
          </a:xfrm>
          <a:prstGeom prst="rect">
            <a:avLst/>
          </a:prstGeom>
        </p:spPr>
        <p:txBody>
          <a:bodyPr/>
          <a:lstStyle>
            <a:lvl1pPr>
              <a:defRPr/>
            </a:lvl1pPr>
          </a:lstStyle>
          <a:p>
            <a:pPr>
              <a:defRPr/>
            </a:pPr>
            <a:fld id="{A8F56CD3-B855-4099-A6DC-544CDEEBCED0}" type="datetimeFigureOut">
              <a:rPr lang="zh-CN" altLang="en-US"/>
              <a:t>2026/10/19</a:t>
            </a:fld>
            <a:endParaRPr lang="zh-CN" altLang="en-US"/>
          </a:p>
        </p:txBody>
      </p:sp>
      <p:sp>
        <p:nvSpPr>
          <p:cNvPr id="4" name="页脚占位符 3"/>
          <p:cNvSpPr>
            <a:spLocks noGrp="1"/>
          </p:cNvSpPr>
          <p:nvPr>
            <p:ph type="ftr" sz="quarter" idx="11"/>
          </p:nvPr>
        </p:nvSpPr>
        <p:spPr>
          <a:xfrm>
            <a:off x="3124200" y="6245225"/>
            <a:ext cx="2895600" cy="476250"/>
          </a:xfrm>
          <a:prstGeom prst="rect">
            <a:avLst/>
          </a:prstGeom>
        </p:spPr>
        <p:txBody>
          <a:bodyPr/>
          <a:lstStyle>
            <a:lvl1pPr>
              <a:defRPr/>
            </a:lvl1pPr>
          </a:lstStyle>
          <a:p>
            <a:pPr>
              <a:defRPr/>
            </a:pPr>
            <a:endParaRPr lang="zh-CN" altLang="en-US"/>
          </a:p>
        </p:txBody>
      </p:sp>
      <p:sp>
        <p:nvSpPr>
          <p:cNvPr id="5" name="灯片编号占位符 4"/>
          <p:cNvSpPr>
            <a:spLocks noGrp="1"/>
          </p:cNvSpPr>
          <p:nvPr>
            <p:ph type="sldNum" sz="quarter" idx="12"/>
          </p:nvPr>
        </p:nvSpPr>
        <p:spPr>
          <a:xfrm>
            <a:off x="7019925" y="6524625"/>
            <a:ext cx="2133600" cy="476250"/>
          </a:xfrm>
          <a:prstGeom prst="rect">
            <a:avLst/>
          </a:prstGeom>
        </p:spPr>
        <p:txBody>
          <a:bodyPr/>
          <a:lstStyle>
            <a:lvl1pPr>
              <a:defRPr/>
            </a:lvl1pPr>
          </a:lstStyle>
          <a:p>
            <a:pPr>
              <a:defRPr/>
            </a:pPr>
            <a:fld id="{A9CB58C0-F69D-4AAE-A851-DF9D55456620}" type="slidenum">
              <a:rPr lang="zh-CN" altLang="en-US"/>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77875"/>
          </a:xfrm>
          <a:prstGeom prst="rect">
            <a:avLst/>
          </a:prstGeom>
        </p:spPr>
        <p:txBody>
          <a:bodyPr/>
          <a:lstStyle/>
          <a:p>
            <a:r>
              <a:rPr lang="zh-CN" altLang="en-US" noProof="1"/>
              <a:t>单击此处编辑母版标题样式</a:t>
            </a:r>
          </a:p>
        </p:txBody>
      </p:sp>
      <p:sp>
        <p:nvSpPr>
          <p:cNvPr id="3" name="内容占位符 2"/>
          <p:cNvSpPr>
            <a:spLocks noGrp="1"/>
          </p:cNvSpPr>
          <p:nvPr>
            <p:ph idx="1"/>
          </p:nvPr>
        </p:nvSpPr>
        <p:spPr>
          <a:xfrm>
            <a:off x="457200" y="1125538"/>
            <a:ext cx="8229600" cy="5000625"/>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a:xfrm>
            <a:off x="457200" y="6245225"/>
            <a:ext cx="2133600" cy="476250"/>
          </a:xfrm>
          <a:prstGeom prst="rect">
            <a:avLst/>
          </a:prstGeom>
        </p:spPr>
        <p:txBody>
          <a:bodyPr/>
          <a:lstStyle>
            <a:lvl1pPr>
              <a:buFont typeface="Arial" panose="020B0604020202020204" pitchFamily="34" charset="0"/>
              <a:buNone/>
              <a:defRPr/>
            </a:lvl1pPr>
          </a:lstStyle>
          <a:p>
            <a:pPr>
              <a:defRPr/>
            </a:pPr>
            <a:fld id="{E35D83A0-80DF-4DEC-9C63-42FBF4325AC9}" type="datetime1">
              <a:rPr lang="zh-CN" altLang="en-US"/>
              <a:t>2026/10/19</a:t>
            </a:fld>
            <a:endParaRPr lang="zh-CN" altLang="en-US"/>
          </a:p>
        </p:txBody>
      </p:sp>
      <p:sp>
        <p:nvSpPr>
          <p:cNvPr id="5" name="页脚占位符 4"/>
          <p:cNvSpPr>
            <a:spLocks noGrp="1"/>
          </p:cNvSpPr>
          <p:nvPr>
            <p:ph type="ftr" sz="quarter" idx="11"/>
          </p:nvPr>
        </p:nvSpPr>
        <p:spPr>
          <a:xfrm>
            <a:off x="3124200" y="6245225"/>
            <a:ext cx="2895600" cy="476250"/>
          </a:xfrm>
          <a:prstGeom prst="rect">
            <a:avLst/>
          </a:prstGeom>
        </p:spPr>
        <p:txBody>
          <a:bodyPr/>
          <a:lstStyle>
            <a:lvl1pPr>
              <a:buFont typeface="Arial" panose="020B0604020202020204" pitchFamily="34" charset="0"/>
              <a:buNone/>
              <a:defRPr/>
            </a:lvl1pPr>
          </a:lstStyle>
          <a:p>
            <a:pPr>
              <a:defRPr/>
            </a:pPr>
            <a:endParaRPr lang="zh-CN" altLang="en-US"/>
          </a:p>
        </p:txBody>
      </p:sp>
      <p:sp>
        <p:nvSpPr>
          <p:cNvPr id="6" name="灯片编号占位符 5"/>
          <p:cNvSpPr>
            <a:spLocks noGrp="1"/>
          </p:cNvSpPr>
          <p:nvPr>
            <p:ph type="sldNum" sz="quarter" idx="12"/>
          </p:nvPr>
        </p:nvSpPr>
        <p:spPr>
          <a:xfrm>
            <a:off x="7019925" y="6524625"/>
            <a:ext cx="2133600" cy="476250"/>
          </a:xfrm>
          <a:prstGeom prst="rect">
            <a:avLst/>
          </a:prstGeom>
        </p:spPr>
        <p:txBody>
          <a:bodyPr/>
          <a:lstStyle>
            <a:lvl1pPr>
              <a:defRPr/>
            </a:lvl1pPr>
          </a:lstStyle>
          <a:p>
            <a:pPr>
              <a:defRPr/>
            </a:pPr>
            <a:fld id="{8E63F919-ACE6-499C-B04E-6F37524E2A44}" type="slidenum">
              <a:rPr lang="zh-CN" altLang="en-US"/>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0"/>
            <a:ext cx="2057400" cy="365125"/>
          </a:xfrm>
          <a:prstGeom prst="rect">
            <a:avLst/>
          </a:prstGeom>
        </p:spPr>
        <p:txBody>
          <a:bodyPr/>
          <a:lstStyle>
            <a:lvl1pPr eaLnBrk="0" hangingPunct="0">
              <a:defRPr>
                <a:solidFill>
                  <a:prstClr val="black"/>
                </a:solidFill>
              </a:defRPr>
            </a:lvl1pPr>
          </a:lstStyle>
          <a:p>
            <a:pPr>
              <a:defRPr/>
            </a:pPr>
            <a:endParaRPr lang="en-US" altLang="zh-CN"/>
          </a:p>
        </p:txBody>
      </p:sp>
      <p:sp>
        <p:nvSpPr>
          <p:cNvPr id="3" name="Footer Placeholder 2"/>
          <p:cNvSpPr>
            <a:spLocks noGrp="1"/>
          </p:cNvSpPr>
          <p:nvPr>
            <p:ph type="ftr" sz="quarter" idx="11"/>
          </p:nvPr>
        </p:nvSpPr>
        <p:spPr>
          <a:xfrm>
            <a:off x="3028950" y="6356350"/>
            <a:ext cx="3086100" cy="365125"/>
          </a:xfrm>
          <a:prstGeom prst="rect">
            <a:avLst/>
          </a:prstGeom>
        </p:spPr>
        <p:txBody>
          <a:bodyPr/>
          <a:lstStyle>
            <a:lvl1pPr eaLnBrk="0" hangingPunct="0">
              <a:defRPr>
                <a:solidFill>
                  <a:prstClr val="black"/>
                </a:solidFill>
              </a:defRPr>
            </a:lvl1pPr>
          </a:lstStyle>
          <a:p>
            <a:pPr>
              <a:defRPr/>
            </a:pPr>
            <a:endParaRPr lang="en-US" altLang="zh-CN"/>
          </a:p>
        </p:txBody>
      </p:sp>
      <p:sp>
        <p:nvSpPr>
          <p:cNvPr id="4" name="Slide Number Placeholder 3"/>
          <p:cNvSpPr>
            <a:spLocks noGrp="1"/>
          </p:cNvSpPr>
          <p:nvPr>
            <p:ph type="sldNum" sz="quarter" idx="12"/>
          </p:nvPr>
        </p:nvSpPr>
        <p:spPr>
          <a:xfrm>
            <a:off x="7019925" y="6524625"/>
            <a:ext cx="2133600" cy="476250"/>
          </a:xfrm>
          <a:prstGeom prst="rect">
            <a:avLst/>
          </a:prstGeom>
        </p:spPr>
        <p:txBody>
          <a:bodyPr/>
          <a:lstStyle>
            <a:lvl1pPr>
              <a:defRPr/>
            </a:lvl1pPr>
          </a:lstStyle>
          <a:p>
            <a:pPr>
              <a:defRPr/>
            </a:pPr>
            <a:fld id="{D7788AB1-6F8F-4880-A2F2-6438CF0D6A29}" type="slidenum">
              <a:rPr lang="zh-CN" altLang="en-US"/>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p:txBody>
          <a:bodyPr/>
          <a:lstStyle>
            <a:lvl1pPr>
              <a:defRPr/>
            </a:lvl1pPr>
          </a:lstStyle>
          <a:p>
            <a:pPr>
              <a:defRPr/>
            </a:pPr>
            <a:fld id="{92953664-7945-4AD5-AF54-C8983D411A1E}" type="slidenum">
              <a:rPr lang="zh-CN" altLang="en-US"/>
              <a:t>‹#›</a:t>
            </a:fld>
            <a:endParaRPr lang="en-US" sz="1800" b="0">
              <a:solidFill>
                <a:schemeClr val="tx1"/>
              </a:solidFill>
              <a:latin typeface="+mn-lt"/>
              <a:ea typeface="宋体" panose="02010600030101010101" pitchFamily="2"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lvl1pPr>
              <a:defRPr sz="2800"/>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 name="标题 1"/>
          <p:cNvSpPr>
            <a:spLocks noGrp="1"/>
          </p:cNvSpPr>
          <p:nvPr>
            <p:ph type="title"/>
          </p:nvPr>
        </p:nvSpPr>
        <p:spPr>
          <a:xfrm>
            <a:off x="457200" y="274639"/>
            <a:ext cx="8229600" cy="777875"/>
          </a:xfrm>
        </p:spPr>
        <p:txBody>
          <a:bodyPr/>
          <a:lstStyle/>
          <a:p>
            <a:r>
              <a:rPr lang="zh-CN" altLang="en-US"/>
              <a:t>单击此处编辑母版标题样式</a:t>
            </a:r>
          </a:p>
        </p:txBody>
      </p:sp>
      <p:sp>
        <p:nvSpPr>
          <p:cNvPr id="4" name="Rectangle 4"/>
          <p:cNvSpPr>
            <a:spLocks noGrp="1" noChangeArrowheads="1"/>
          </p:cNvSpPr>
          <p:nvPr>
            <p:ph type="dt" sz="half" idx="10"/>
          </p:nvPr>
        </p:nvSpPr>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p:txBody>
          <a:bodyPr/>
          <a:lstStyle>
            <a:lvl1pPr>
              <a:defRPr/>
            </a:lvl1pPr>
          </a:lstStyle>
          <a:p>
            <a:pPr>
              <a:defRPr/>
            </a:pPr>
            <a:fld id="{DB76212E-F15C-4F9E-AD83-F17D9A8F846C}" type="slidenum">
              <a:rPr lang="zh-CN" altLang="en-US"/>
              <a:t>‹#›</a:t>
            </a:fld>
            <a:endParaRPr lang="en-US" sz="1800" b="0">
              <a:solidFill>
                <a:schemeClr val="tx1"/>
              </a:solidFill>
              <a:latin typeface="+mn-lt"/>
              <a:ea typeface="宋体" panose="02010600030101010101" pitchFamily="2"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1"/>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p:txBody>
          <a:bodyPr/>
          <a:lstStyle>
            <a:lvl1pPr>
              <a:defRPr/>
            </a:lvl1pPr>
          </a:lstStyle>
          <a:p>
            <a:pPr>
              <a:defRPr/>
            </a:pPr>
            <a:fld id="{A92D0075-AF19-4B1B-8011-58A6AB795AD5}" type="slidenum">
              <a:rPr lang="zh-CN" altLang="en-US"/>
              <a:t>‹#›</a:t>
            </a:fld>
            <a:endParaRPr lang="en-US" sz="1800" b="0">
              <a:solidFill>
                <a:schemeClr val="tx1"/>
              </a:solidFill>
              <a:latin typeface="+mn-lt"/>
              <a:ea typeface="宋体" panose="02010600030101010101" pitchFamily="2"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25539"/>
            <a:ext cx="4038600" cy="5000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25539"/>
            <a:ext cx="4038600" cy="5000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zh-CN" altLang="zh-CN"/>
          </a:p>
        </p:txBody>
      </p:sp>
      <p:sp>
        <p:nvSpPr>
          <p:cNvPr id="6" name="Rectangle 5"/>
          <p:cNvSpPr>
            <a:spLocks noGrp="1" noChangeArrowheads="1"/>
          </p:cNvSpPr>
          <p:nvPr>
            <p:ph type="ftr" sz="quarter" idx="11"/>
          </p:nvPr>
        </p:nvSpPr>
        <p:spPr/>
        <p:txBody>
          <a:bodyPr/>
          <a:lstStyle>
            <a:lvl1pPr>
              <a:defRPr/>
            </a:lvl1pPr>
          </a:lstStyle>
          <a:p>
            <a:pPr>
              <a:defRPr/>
            </a:pPr>
            <a:endParaRPr lang="zh-CN" altLang="zh-CN"/>
          </a:p>
        </p:txBody>
      </p:sp>
      <p:sp>
        <p:nvSpPr>
          <p:cNvPr id="7" name="Rectangle 6"/>
          <p:cNvSpPr>
            <a:spLocks noGrp="1" noChangeArrowheads="1"/>
          </p:cNvSpPr>
          <p:nvPr>
            <p:ph type="sldNum" sz="quarter" idx="12"/>
          </p:nvPr>
        </p:nvSpPr>
        <p:spPr/>
        <p:txBody>
          <a:bodyPr/>
          <a:lstStyle>
            <a:lvl1pPr>
              <a:defRPr/>
            </a:lvl1pPr>
          </a:lstStyle>
          <a:p>
            <a:pPr>
              <a:defRPr/>
            </a:pPr>
            <a:fld id="{59444D41-A3C1-4F4A-A879-73119D3260B5}" type="slidenum">
              <a:rPr lang="zh-CN" altLang="en-US"/>
              <a:t>‹#›</a:t>
            </a:fld>
            <a:endParaRPr lang="en-US" sz="1800" b="0">
              <a:solidFill>
                <a:schemeClr val="tx1"/>
              </a:solidFill>
              <a:latin typeface="+mn-lt"/>
              <a:ea typeface="宋体" panose="02010600030101010101" pitchFamily="2"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7"/>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zh-CN" altLang="zh-CN"/>
          </a:p>
        </p:txBody>
      </p:sp>
      <p:sp>
        <p:nvSpPr>
          <p:cNvPr id="8" name="Rectangle 5"/>
          <p:cNvSpPr>
            <a:spLocks noGrp="1" noChangeArrowheads="1"/>
          </p:cNvSpPr>
          <p:nvPr>
            <p:ph type="ftr" sz="quarter" idx="11"/>
          </p:nvPr>
        </p:nvSpPr>
        <p:spPr/>
        <p:txBody>
          <a:bodyPr/>
          <a:lstStyle>
            <a:lvl1pPr>
              <a:defRPr/>
            </a:lvl1pPr>
          </a:lstStyle>
          <a:p>
            <a:pPr>
              <a:defRPr/>
            </a:pPr>
            <a:endParaRPr lang="zh-CN" altLang="zh-CN"/>
          </a:p>
        </p:txBody>
      </p:sp>
      <p:sp>
        <p:nvSpPr>
          <p:cNvPr id="9" name="Rectangle 6"/>
          <p:cNvSpPr>
            <a:spLocks noGrp="1" noChangeArrowheads="1"/>
          </p:cNvSpPr>
          <p:nvPr>
            <p:ph type="sldNum" sz="quarter" idx="12"/>
          </p:nvPr>
        </p:nvSpPr>
        <p:spPr/>
        <p:txBody>
          <a:bodyPr/>
          <a:lstStyle>
            <a:lvl1pPr>
              <a:defRPr/>
            </a:lvl1pPr>
          </a:lstStyle>
          <a:p>
            <a:pPr>
              <a:defRPr/>
            </a:pPr>
            <a:fld id="{0410F8A1-99AE-4343-9EF8-7AC2031B1C11}" type="slidenum">
              <a:rPr lang="zh-CN" altLang="en-US"/>
              <a:t>‹#›</a:t>
            </a:fld>
            <a:endParaRPr lang="en-US" sz="1800" b="0">
              <a:solidFill>
                <a:schemeClr val="tx1"/>
              </a:solidFill>
              <a:latin typeface="+mn-lt"/>
              <a:ea typeface="宋体" panose="02010600030101010101" pitchFamily="2"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49"/>
            <a:ext cx="3008313" cy="1162051"/>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zh-CN" altLang="zh-CN"/>
          </a:p>
        </p:txBody>
      </p:sp>
      <p:sp>
        <p:nvSpPr>
          <p:cNvPr id="6" name="Rectangle 5"/>
          <p:cNvSpPr>
            <a:spLocks noGrp="1" noChangeArrowheads="1"/>
          </p:cNvSpPr>
          <p:nvPr>
            <p:ph type="ftr" sz="quarter" idx="11"/>
          </p:nvPr>
        </p:nvSpPr>
        <p:spPr/>
        <p:txBody>
          <a:bodyPr/>
          <a:lstStyle>
            <a:lvl1pPr>
              <a:defRPr/>
            </a:lvl1pPr>
          </a:lstStyle>
          <a:p>
            <a:pPr>
              <a:defRPr/>
            </a:pPr>
            <a:endParaRPr lang="zh-CN" altLang="zh-CN"/>
          </a:p>
        </p:txBody>
      </p:sp>
      <p:sp>
        <p:nvSpPr>
          <p:cNvPr id="7" name="Rectangle 6"/>
          <p:cNvSpPr>
            <a:spLocks noGrp="1" noChangeArrowheads="1"/>
          </p:cNvSpPr>
          <p:nvPr>
            <p:ph type="sldNum" sz="quarter" idx="12"/>
          </p:nvPr>
        </p:nvSpPr>
        <p:spPr/>
        <p:txBody>
          <a:bodyPr/>
          <a:lstStyle>
            <a:lvl1pPr>
              <a:defRPr/>
            </a:lvl1pPr>
          </a:lstStyle>
          <a:p>
            <a:pPr>
              <a:defRPr/>
            </a:pPr>
            <a:fld id="{9B4240E5-FDED-47C5-BE2C-DF3B3D01D70B}" type="slidenum">
              <a:rPr lang="zh-CN" altLang="en-US"/>
              <a:t>‹#›</a:t>
            </a:fld>
            <a:endParaRPr lang="en-US" sz="1800" b="0">
              <a:solidFill>
                <a:schemeClr val="tx1"/>
              </a:solidFill>
              <a:latin typeface="+mn-lt"/>
              <a:ea typeface="宋体" panose="02010600030101010101" pitchFamily="2"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9"/>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sym typeface="Arial" panose="020B0604020202020204" pitchFamily="34" charset="0"/>
            </a:endParaRPr>
          </a:p>
        </p:txBody>
      </p:sp>
      <p:sp>
        <p:nvSpPr>
          <p:cNvPr id="4" name="文本占位符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zh-CN" altLang="zh-CN"/>
          </a:p>
        </p:txBody>
      </p:sp>
      <p:sp>
        <p:nvSpPr>
          <p:cNvPr id="6" name="Rectangle 5"/>
          <p:cNvSpPr>
            <a:spLocks noGrp="1" noChangeArrowheads="1"/>
          </p:cNvSpPr>
          <p:nvPr>
            <p:ph type="ftr" sz="quarter" idx="11"/>
          </p:nvPr>
        </p:nvSpPr>
        <p:spPr/>
        <p:txBody>
          <a:bodyPr/>
          <a:lstStyle>
            <a:lvl1pPr>
              <a:defRPr/>
            </a:lvl1pPr>
          </a:lstStyle>
          <a:p>
            <a:pPr>
              <a:defRPr/>
            </a:pPr>
            <a:endParaRPr lang="zh-CN" altLang="zh-CN"/>
          </a:p>
        </p:txBody>
      </p:sp>
      <p:sp>
        <p:nvSpPr>
          <p:cNvPr id="7" name="Rectangle 6"/>
          <p:cNvSpPr>
            <a:spLocks noGrp="1" noChangeArrowheads="1"/>
          </p:cNvSpPr>
          <p:nvPr>
            <p:ph type="sldNum" sz="quarter" idx="12"/>
          </p:nvPr>
        </p:nvSpPr>
        <p:spPr/>
        <p:txBody>
          <a:bodyPr/>
          <a:lstStyle>
            <a:lvl1pPr>
              <a:defRPr/>
            </a:lvl1pPr>
          </a:lstStyle>
          <a:p>
            <a:pPr>
              <a:defRPr/>
            </a:pPr>
            <a:fld id="{7C39BCF9-9D56-4431-ADCF-17A2E61D8B5B}" type="slidenum">
              <a:rPr lang="zh-CN" altLang="en-US"/>
              <a:t>‹#›</a:t>
            </a:fld>
            <a:endParaRPr lang="en-US" sz="1800" b="0">
              <a:solidFill>
                <a:schemeClr val="tx1"/>
              </a:solidFill>
              <a:latin typeface="+mn-lt"/>
              <a:ea typeface="宋体" panose="02010600030101010101" pitchFamily="2"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p:txBody>
          <a:bodyPr/>
          <a:lstStyle>
            <a:lvl1pPr>
              <a:defRPr/>
            </a:lvl1pPr>
          </a:lstStyle>
          <a:p>
            <a:pPr>
              <a:defRPr/>
            </a:pPr>
            <a:fld id="{81C3078C-7EAC-411A-B198-BA9F1B1734ED}" type="slidenum">
              <a:rPr lang="zh-CN" altLang="en-US"/>
              <a:t>‹#›</a:t>
            </a:fld>
            <a:endParaRPr lang="en-US" sz="1800" b="0">
              <a:solidFill>
                <a:schemeClr val="tx1"/>
              </a:solidFill>
              <a:latin typeface="+mn-lt"/>
              <a:ea typeface="宋体" panose="02010600030101010101" pitchFamily="2"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9"/>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p:txBody>
          <a:bodyPr/>
          <a:lstStyle>
            <a:lvl1pPr>
              <a:defRPr/>
            </a:lvl1pPr>
          </a:lstStyle>
          <a:p>
            <a:pPr>
              <a:defRPr/>
            </a:pPr>
            <a:fld id="{1F6B9937-D75B-494B-97E0-CD8A7339E004}" type="slidenum">
              <a:rPr lang="zh-CN" altLang="en-US"/>
              <a:t>‹#›</a:t>
            </a:fld>
            <a:endParaRPr lang="en-US" sz="1800" b="0">
              <a:solidFill>
                <a:schemeClr val="tx1"/>
              </a:solidFill>
              <a:latin typeface="+mn-lt"/>
              <a:ea typeface="宋体" panose="02010600030101010101" pitchFamily="2"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9"/>
            <a:ext cx="8229600" cy="777875"/>
          </a:xfrm>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zh-CN" altLang="zh-CN"/>
          </a:p>
        </p:txBody>
      </p:sp>
      <p:sp>
        <p:nvSpPr>
          <p:cNvPr id="4" name="Rectangle 5"/>
          <p:cNvSpPr>
            <a:spLocks noGrp="1" noChangeArrowheads="1"/>
          </p:cNvSpPr>
          <p:nvPr>
            <p:ph type="ftr" sz="quarter" idx="11"/>
          </p:nvPr>
        </p:nvSpPr>
        <p:spPr/>
        <p:txBody>
          <a:bodyPr/>
          <a:lstStyle>
            <a:lvl1pPr>
              <a:defRPr/>
            </a:lvl1pPr>
          </a:lstStyle>
          <a:p>
            <a:pPr>
              <a:defRPr/>
            </a:pPr>
            <a:endParaRPr lang="zh-CN" altLang="zh-CN"/>
          </a:p>
        </p:txBody>
      </p:sp>
      <p:sp>
        <p:nvSpPr>
          <p:cNvPr id="5" name="Rectangle 6"/>
          <p:cNvSpPr>
            <a:spLocks noGrp="1" noChangeArrowheads="1"/>
          </p:cNvSpPr>
          <p:nvPr>
            <p:ph type="sldNum" sz="quarter" idx="12"/>
          </p:nvPr>
        </p:nvSpPr>
        <p:spPr/>
        <p:txBody>
          <a:bodyPr/>
          <a:lstStyle>
            <a:lvl1pPr>
              <a:defRPr/>
            </a:lvl1pPr>
          </a:lstStyle>
          <a:p>
            <a:pPr>
              <a:defRPr/>
            </a:pPr>
            <a:fld id="{7EA460E3-F074-47B4-96DD-BC52E33C0F01}" type="slidenum">
              <a:rPr lang="zh-CN" altLang="en-US"/>
              <a:t>‹#›</a:t>
            </a:fld>
            <a:endParaRPr lang="en-US" sz="1800" b="0">
              <a:solidFill>
                <a:schemeClr val="tx1"/>
              </a:solidFill>
              <a:latin typeface="+mn-lt"/>
              <a:ea typeface="宋体" panose="02010600030101010101" pitchFamily="2"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pPr>
              <a:defRPr/>
            </a:pPr>
            <a:fld id="{E4086A95-86B7-4F54-92AB-60B264BB6D59}" type="datetimeFigureOut">
              <a:rPr lang="zh-CN" altLang="en-US"/>
              <a:t>2026/10/19</a:t>
            </a:fld>
            <a:endParaRPr lang="zh-CN" altLang="en-US"/>
          </a:p>
        </p:txBody>
      </p:sp>
      <p:sp>
        <p:nvSpPr>
          <p:cNvPr id="4" name="页脚占位符 3"/>
          <p:cNvSpPr>
            <a:spLocks noGrp="1"/>
          </p:cNvSpPr>
          <p:nvPr>
            <p:ph type="ftr" sz="quarter" idx="11"/>
          </p:nvPr>
        </p:nvSpPr>
        <p:spPr/>
        <p:txBody>
          <a:bodyPr/>
          <a:lstStyle>
            <a:lvl1pPr>
              <a:defRPr/>
            </a:lvl1pPr>
          </a:lstStyle>
          <a:p>
            <a:pPr>
              <a:defRPr/>
            </a:pPr>
            <a:endParaRPr lang="zh-CN" altLang="en-US"/>
          </a:p>
        </p:txBody>
      </p:sp>
      <p:sp>
        <p:nvSpPr>
          <p:cNvPr id="5" name="灯片编号占位符 4"/>
          <p:cNvSpPr>
            <a:spLocks noGrp="1"/>
          </p:cNvSpPr>
          <p:nvPr>
            <p:ph type="sldNum" sz="quarter" idx="12"/>
          </p:nvPr>
        </p:nvSpPr>
        <p:spPr/>
        <p:txBody>
          <a:bodyPr/>
          <a:lstStyle>
            <a:lvl1pPr>
              <a:defRPr/>
            </a:lvl1pPr>
          </a:lstStyle>
          <a:p>
            <a:pPr>
              <a:defRPr/>
            </a:pPr>
            <a:fld id="{2E415841-6B32-4D7D-ADE2-76473CE275CB}" type="slidenum">
              <a:rPr lang="zh-CN" altLang="en-US"/>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lvl1pPr>
              <a:buFont typeface="Arial" panose="020B0604020202020204" pitchFamily="34" charset="0"/>
              <a:buNone/>
              <a:defRPr/>
            </a:lvl1pPr>
          </a:lstStyle>
          <a:p>
            <a:pPr>
              <a:defRPr/>
            </a:pPr>
            <a:fld id="{E35D83A0-80DF-4DEC-9C63-42FBF4325AC9}" type="datetime1">
              <a:rPr lang="zh-CN" altLang="en-US"/>
              <a:t>2026/10/19</a:t>
            </a:fld>
            <a:endParaRPr lang="zh-CN" altLang="en-US"/>
          </a:p>
        </p:txBody>
      </p:sp>
      <p:sp>
        <p:nvSpPr>
          <p:cNvPr id="5" name="页脚占位符 4"/>
          <p:cNvSpPr>
            <a:spLocks noGrp="1"/>
          </p:cNvSpPr>
          <p:nvPr>
            <p:ph type="ftr" sz="quarter" idx="11"/>
          </p:nvPr>
        </p:nvSpPr>
        <p:spPr/>
        <p:txBody>
          <a:bodyPr/>
          <a:lstStyle>
            <a:lvl1pPr>
              <a:buFont typeface="Arial" panose="020B0604020202020204" pitchFamily="34" charset="0"/>
              <a:buNone/>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33F6EC3-AABE-42C7-BDC1-3B47FDB7D279}" type="slidenum">
              <a:rPr lang="zh-CN" altLang="en-US"/>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blank">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0"/>
            <a:ext cx="2057400" cy="365125"/>
          </a:xfrm>
        </p:spPr>
        <p:txBody>
          <a:bodyPr/>
          <a:lstStyle>
            <a:lvl1pPr eaLnBrk="0" hangingPunct="0">
              <a:defRPr>
                <a:solidFill>
                  <a:prstClr val="black"/>
                </a:solidFill>
              </a:defRPr>
            </a:lvl1pPr>
          </a:lstStyle>
          <a:p>
            <a:pPr>
              <a:defRPr/>
            </a:pPr>
            <a:endParaRPr lang="en-US" altLang="zh-CN"/>
          </a:p>
        </p:txBody>
      </p:sp>
      <p:sp>
        <p:nvSpPr>
          <p:cNvPr id="3" name="Footer Placeholder 2"/>
          <p:cNvSpPr>
            <a:spLocks noGrp="1"/>
          </p:cNvSpPr>
          <p:nvPr>
            <p:ph type="ftr" sz="quarter" idx="11"/>
          </p:nvPr>
        </p:nvSpPr>
        <p:spPr>
          <a:xfrm>
            <a:off x="3028950" y="6356350"/>
            <a:ext cx="3086100" cy="365125"/>
          </a:xfrm>
        </p:spPr>
        <p:txBody>
          <a:bodyPr/>
          <a:lstStyle>
            <a:lvl1pPr eaLnBrk="0" hangingPunct="0">
              <a:defRPr>
                <a:solidFill>
                  <a:prstClr val="black"/>
                </a:solidFill>
              </a:defRPr>
            </a:lvl1pPr>
          </a:lstStyle>
          <a:p>
            <a:pPr>
              <a:defRPr/>
            </a:pPr>
            <a:endParaRPr lang="en-US" altLang="zh-CN"/>
          </a:p>
        </p:txBody>
      </p:sp>
      <p:sp>
        <p:nvSpPr>
          <p:cNvPr id="4" name="Slide Number Placeholder 3"/>
          <p:cNvSpPr>
            <a:spLocks noGrp="1"/>
          </p:cNvSpPr>
          <p:nvPr>
            <p:ph type="sldNum" sz="quarter" idx="12"/>
          </p:nvPr>
        </p:nvSpPr>
        <p:spPr/>
        <p:txBody>
          <a:bodyPr/>
          <a:lstStyle>
            <a:lvl1pPr>
              <a:defRPr/>
            </a:lvl1pPr>
          </a:lstStyle>
          <a:p>
            <a:pPr>
              <a:defRPr/>
            </a:pPr>
            <a:fld id="{C4B39F2B-6D2D-42CF-BE86-44F3C34AB1F5}" type="slidenum">
              <a:rPr lang="zh-CN" altLang="en-US"/>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825625"/>
            <a:ext cx="386715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pic>
        <p:nvPicPr>
          <p:cNvPr id="3" name="Picture 2" descr="E:\党办校办\党办校办文件夹\学校资料\学校标志\校徽透明_蓝_完美版-2.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486775" y="0"/>
            <a:ext cx="630238"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pic>
        <p:nvPicPr>
          <p:cNvPr id="3" name="图片 17"/>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80413" y="0"/>
            <a:ext cx="763587"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26"/>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7857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762625"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p:spPr>
          <p:txBody>
            <a:bodyPr wrap="none" anchor="ctr"/>
            <a:lstStyle>
              <a:lvl1pPr>
                <a:defRPr kumimoji="1" sz="2800">
                  <a:solidFill>
                    <a:schemeClr val="tx2"/>
                  </a:solidFill>
                  <a:latin typeface="Times New Roman" panose="02020603050405020304" pitchFamily="18" charset="0"/>
                  <a:ea typeface="宋体" panose="02010600030101010101" pitchFamily="2" charset="-122"/>
                </a:defRPr>
              </a:lvl1pPr>
              <a:lvl2pPr marL="742950" indent="-285750">
                <a:defRPr kumimoji="1" sz="2800">
                  <a:solidFill>
                    <a:schemeClr val="tx2"/>
                  </a:solidFill>
                  <a:latin typeface="Times New Roman" panose="02020603050405020304" pitchFamily="18" charset="0"/>
                  <a:ea typeface="宋体" panose="02010600030101010101" pitchFamily="2" charset="-122"/>
                </a:defRPr>
              </a:lvl2pPr>
              <a:lvl3pPr marL="1143000" indent="-228600">
                <a:defRPr kumimoji="1" sz="2800">
                  <a:solidFill>
                    <a:schemeClr val="tx2"/>
                  </a:solidFill>
                  <a:latin typeface="Times New Roman" panose="02020603050405020304" pitchFamily="18" charset="0"/>
                  <a:ea typeface="宋体" panose="02010600030101010101" pitchFamily="2" charset="-122"/>
                </a:defRPr>
              </a:lvl3pPr>
              <a:lvl4pPr marL="1600200" indent="-228600">
                <a:defRPr kumimoji="1" sz="2800">
                  <a:solidFill>
                    <a:schemeClr val="tx2"/>
                  </a:solidFill>
                  <a:latin typeface="Times New Roman" panose="02020603050405020304" pitchFamily="18" charset="0"/>
                  <a:ea typeface="宋体" panose="02010600030101010101" pitchFamily="2" charset="-122"/>
                </a:defRPr>
              </a:lvl4pPr>
              <a:lvl5pPr marL="2057400" indent="-228600">
                <a:defRPr kumimoji="1" sz="2800">
                  <a:solidFill>
                    <a:schemeClr val="tx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9pPr>
            </a:lstStyle>
            <a:p>
              <a:pPr algn="ctr">
                <a:defRPr/>
              </a:pPr>
              <a:endParaRPr lang="zh-CN" altLang="zh-CN">
                <a:solidFill>
                  <a:srgbClr val="000000"/>
                </a:solidFill>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p:spPr>
          <p:txBody>
            <a:bodyPr/>
            <a:lstStyle>
              <a:lvl1pPr>
                <a:defRPr kumimoji="1" sz="2800">
                  <a:solidFill>
                    <a:schemeClr val="tx2"/>
                  </a:solidFill>
                  <a:latin typeface="Times New Roman" panose="02020603050405020304" pitchFamily="18" charset="0"/>
                  <a:ea typeface="宋体" panose="02010600030101010101" pitchFamily="2" charset="-122"/>
                </a:defRPr>
              </a:lvl1pPr>
              <a:lvl2pPr marL="742950" indent="-285750">
                <a:defRPr kumimoji="1" sz="2800">
                  <a:solidFill>
                    <a:schemeClr val="tx2"/>
                  </a:solidFill>
                  <a:latin typeface="Times New Roman" panose="02020603050405020304" pitchFamily="18" charset="0"/>
                  <a:ea typeface="宋体" panose="02010600030101010101" pitchFamily="2" charset="-122"/>
                </a:defRPr>
              </a:lvl2pPr>
              <a:lvl3pPr marL="1143000" indent="-228600">
                <a:defRPr kumimoji="1" sz="2800">
                  <a:solidFill>
                    <a:schemeClr val="tx2"/>
                  </a:solidFill>
                  <a:latin typeface="Times New Roman" panose="02020603050405020304" pitchFamily="18" charset="0"/>
                  <a:ea typeface="宋体" panose="02010600030101010101" pitchFamily="2" charset="-122"/>
                </a:defRPr>
              </a:lvl3pPr>
              <a:lvl4pPr marL="1600200" indent="-228600">
                <a:defRPr kumimoji="1" sz="2800">
                  <a:solidFill>
                    <a:schemeClr val="tx2"/>
                  </a:solidFill>
                  <a:latin typeface="Times New Roman" panose="02020603050405020304" pitchFamily="18" charset="0"/>
                  <a:ea typeface="宋体" panose="02010600030101010101" pitchFamily="2" charset="-122"/>
                </a:defRPr>
              </a:lvl4pPr>
              <a:lvl5pPr marL="2057400" indent="-228600">
                <a:defRPr kumimoji="1" sz="2800">
                  <a:solidFill>
                    <a:schemeClr val="tx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9pPr>
            </a:lstStyle>
            <a:p>
              <a:pPr>
                <a:defRPr/>
              </a:pPr>
              <a:endParaRPr lang="zh-CN" altLang="zh-CN">
                <a:solidFill>
                  <a:srgbClr val="000000"/>
                </a:solidFill>
              </a:endParaRPr>
            </a:p>
          </p:txBody>
        </p:sp>
        <p:grpSp>
          <p:nvGrpSpPr>
            <p:cNvPr id="7" name="Group 5"/>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p:spPr>
            <p:txBody>
              <a:bodyPr/>
              <a:lstStyle>
                <a:lvl1pPr>
                  <a:defRPr kumimoji="1" sz="2800">
                    <a:solidFill>
                      <a:schemeClr val="tx2"/>
                    </a:solidFill>
                    <a:latin typeface="Times New Roman" panose="02020603050405020304" pitchFamily="18" charset="0"/>
                    <a:ea typeface="宋体" panose="02010600030101010101" pitchFamily="2" charset="-122"/>
                  </a:defRPr>
                </a:lvl1pPr>
                <a:lvl2pPr marL="742950" indent="-285750">
                  <a:defRPr kumimoji="1" sz="2800">
                    <a:solidFill>
                      <a:schemeClr val="tx2"/>
                    </a:solidFill>
                    <a:latin typeface="Times New Roman" panose="02020603050405020304" pitchFamily="18" charset="0"/>
                    <a:ea typeface="宋体" panose="02010600030101010101" pitchFamily="2" charset="-122"/>
                  </a:defRPr>
                </a:lvl2pPr>
                <a:lvl3pPr marL="1143000" indent="-228600">
                  <a:defRPr kumimoji="1" sz="2800">
                    <a:solidFill>
                      <a:schemeClr val="tx2"/>
                    </a:solidFill>
                    <a:latin typeface="Times New Roman" panose="02020603050405020304" pitchFamily="18" charset="0"/>
                    <a:ea typeface="宋体" panose="02010600030101010101" pitchFamily="2" charset="-122"/>
                  </a:defRPr>
                </a:lvl3pPr>
                <a:lvl4pPr marL="1600200" indent="-228600">
                  <a:defRPr kumimoji="1" sz="2800">
                    <a:solidFill>
                      <a:schemeClr val="tx2"/>
                    </a:solidFill>
                    <a:latin typeface="Times New Roman" panose="02020603050405020304" pitchFamily="18" charset="0"/>
                    <a:ea typeface="宋体" panose="02010600030101010101" pitchFamily="2" charset="-122"/>
                  </a:defRPr>
                </a:lvl4pPr>
                <a:lvl5pPr marL="2057400" indent="-228600">
                  <a:defRPr kumimoji="1" sz="2800">
                    <a:solidFill>
                      <a:schemeClr val="tx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9pPr>
              </a:lstStyle>
              <a:p>
                <a:pPr>
                  <a:defRPr/>
                </a:pPr>
                <a:endParaRPr lang="zh-CN" altLang="zh-CN">
                  <a:solidFill>
                    <a:srgbClr val="000000"/>
                  </a:solidFill>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p:spPr>
            <p:txBody>
              <a:bodyPr/>
              <a:lstStyle>
                <a:lvl1pPr>
                  <a:defRPr kumimoji="1" sz="2800">
                    <a:solidFill>
                      <a:schemeClr val="tx2"/>
                    </a:solidFill>
                    <a:latin typeface="Times New Roman" panose="02020603050405020304" pitchFamily="18" charset="0"/>
                    <a:ea typeface="宋体" panose="02010600030101010101" pitchFamily="2" charset="-122"/>
                  </a:defRPr>
                </a:lvl1pPr>
                <a:lvl2pPr marL="742950" indent="-285750">
                  <a:defRPr kumimoji="1" sz="2800">
                    <a:solidFill>
                      <a:schemeClr val="tx2"/>
                    </a:solidFill>
                    <a:latin typeface="Times New Roman" panose="02020603050405020304" pitchFamily="18" charset="0"/>
                    <a:ea typeface="宋体" panose="02010600030101010101" pitchFamily="2" charset="-122"/>
                  </a:defRPr>
                </a:lvl2pPr>
                <a:lvl3pPr marL="1143000" indent="-228600">
                  <a:defRPr kumimoji="1" sz="2800">
                    <a:solidFill>
                      <a:schemeClr val="tx2"/>
                    </a:solidFill>
                    <a:latin typeface="Times New Roman" panose="02020603050405020304" pitchFamily="18" charset="0"/>
                    <a:ea typeface="宋体" panose="02010600030101010101" pitchFamily="2" charset="-122"/>
                  </a:defRPr>
                </a:lvl3pPr>
                <a:lvl4pPr marL="1600200" indent="-228600">
                  <a:defRPr kumimoji="1" sz="2800">
                    <a:solidFill>
                      <a:schemeClr val="tx2"/>
                    </a:solidFill>
                    <a:latin typeface="Times New Roman" panose="02020603050405020304" pitchFamily="18" charset="0"/>
                    <a:ea typeface="宋体" panose="02010600030101010101" pitchFamily="2" charset="-122"/>
                  </a:defRPr>
                </a:lvl4pPr>
                <a:lvl5pPr marL="2057400" indent="-228600">
                  <a:defRPr kumimoji="1" sz="2800">
                    <a:solidFill>
                      <a:schemeClr val="tx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9pPr>
              </a:lstStyle>
              <a:p>
                <a:pPr>
                  <a:defRPr/>
                </a:pPr>
                <a:endParaRPr lang="zh-CN" altLang="zh-CN">
                  <a:solidFill>
                    <a:srgbClr val="000000"/>
                  </a:solidFill>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p:spPr>
            <p:txBody>
              <a:bodyPr/>
              <a:lstStyle>
                <a:lvl1pPr>
                  <a:defRPr kumimoji="1" sz="2800">
                    <a:solidFill>
                      <a:schemeClr val="tx2"/>
                    </a:solidFill>
                    <a:latin typeface="Times New Roman" panose="02020603050405020304" pitchFamily="18" charset="0"/>
                    <a:ea typeface="宋体" panose="02010600030101010101" pitchFamily="2" charset="-122"/>
                  </a:defRPr>
                </a:lvl1pPr>
                <a:lvl2pPr marL="742950" indent="-285750">
                  <a:defRPr kumimoji="1" sz="2800">
                    <a:solidFill>
                      <a:schemeClr val="tx2"/>
                    </a:solidFill>
                    <a:latin typeface="Times New Roman" panose="02020603050405020304" pitchFamily="18" charset="0"/>
                    <a:ea typeface="宋体" panose="02010600030101010101" pitchFamily="2" charset="-122"/>
                  </a:defRPr>
                </a:lvl2pPr>
                <a:lvl3pPr marL="1143000" indent="-228600">
                  <a:defRPr kumimoji="1" sz="2800">
                    <a:solidFill>
                      <a:schemeClr val="tx2"/>
                    </a:solidFill>
                    <a:latin typeface="Times New Roman" panose="02020603050405020304" pitchFamily="18" charset="0"/>
                    <a:ea typeface="宋体" panose="02010600030101010101" pitchFamily="2" charset="-122"/>
                  </a:defRPr>
                </a:lvl3pPr>
                <a:lvl4pPr marL="1600200" indent="-228600">
                  <a:defRPr kumimoji="1" sz="2800">
                    <a:solidFill>
                      <a:schemeClr val="tx2"/>
                    </a:solidFill>
                    <a:latin typeface="Times New Roman" panose="02020603050405020304" pitchFamily="18" charset="0"/>
                    <a:ea typeface="宋体" panose="02010600030101010101" pitchFamily="2" charset="-122"/>
                  </a:defRPr>
                </a:lvl4pPr>
                <a:lvl5pPr marL="2057400" indent="-228600">
                  <a:defRPr kumimoji="1" sz="2800">
                    <a:solidFill>
                      <a:schemeClr val="tx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9pPr>
              </a:lstStyle>
              <a:p>
                <a:pPr>
                  <a:defRPr/>
                </a:pPr>
                <a:endParaRPr lang="zh-CN" altLang="zh-CN">
                  <a:solidFill>
                    <a:srgbClr val="000000"/>
                  </a:solidFill>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p:spPr>
            <p:txBody>
              <a:bodyPr/>
              <a:lstStyle>
                <a:lvl1pPr>
                  <a:defRPr kumimoji="1" sz="2800">
                    <a:solidFill>
                      <a:schemeClr val="tx2"/>
                    </a:solidFill>
                    <a:latin typeface="Times New Roman" panose="02020603050405020304" pitchFamily="18" charset="0"/>
                    <a:ea typeface="宋体" panose="02010600030101010101" pitchFamily="2" charset="-122"/>
                  </a:defRPr>
                </a:lvl1pPr>
                <a:lvl2pPr marL="742950" indent="-285750">
                  <a:defRPr kumimoji="1" sz="2800">
                    <a:solidFill>
                      <a:schemeClr val="tx2"/>
                    </a:solidFill>
                    <a:latin typeface="Times New Roman" panose="02020603050405020304" pitchFamily="18" charset="0"/>
                    <a:ea typeface="宋体" panose="02010600030101010101" pitchFamily="2" charset="-122"/>
                  </a:defRPr>
                </a:lvl2pPr>
                <a:lvl3pPr marL="1143000" indent="-228600">
                  <a:defRPr kumimoji="1" sz="2800">
                    <a:solidFill>
                      <a:schemeClr val="tx2"/>
                    </a:solidFill>
                    <a:latin typeface="Times New Roman" panose="02020603050405020304" pitchFamily="18" charset="0"/>
                    <a:ea typeface="宋体" panose="02010600030101010101" pitchFamily="2" charset="-122"/>
                  </a:defRPr>
                </a:lvl3pPr>
                <a:lvl4pPr marL="1600200" indent="-228600">
                  <a:defRPr kumimoji="1" sz="2800">
                    <a:solidFill>
                      <a:schemeClr val="tx2"/>
                    </a:solidFill>
                    <a:latin typeface="Times New Roman" panose="02020603050405020304" pitchFamily="18" charset="0"/>
                    <a:ea typeface="宋体" panose="02010600030101010101" pitchFamily="2" charset="-122"/>
                  </a:defRPr>
                </a:lvl4pPr>
                <a:lvl5pPr marL="2057400" indent="-228600">
                  <a:defRPr kumimoji="1" sz="2800">
                    <a:solidFill>
                      <a:schemeClr val="tx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9pPr>
              </a:lstStyle>
              <a:p>
                <a:pPr>
                  <a:defRPr/>
                </a:pPr>
                <a:endParaRPr lang="zh-CN" altLang="zh-CN">
                  <a:solidFill>
                    <a:srgbClr val="000000"/>
                  </a:solidFill>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p:spPr>
            <p:txBody>
              <a:bodyPr/>
              <a:lstStyle>
                <a:lvl1pPr>
                  <a:defRPr kumimoji="1" sz="2800">
                    <a:solidFill>
                      <a:schemeClr val="tx2"/>
                    </a:solidFill>
                    <a:latin typeface="Times New Roman" panose="02020603050405020304" pitchFamily="18" charset="0"/>
                    <a:ea typeface="宋体" panose="02010600030101010101" pitchFamily="2" charset="-122"/>
                  </a:defRPr>
                </a:lvl1pPr>
                <a:lvl2pPr marL="742950" indent="-285750">
                  <a:defRPr kumimoji="1" sz="2800">
                    <a:solidFill>
                      <a:schemeClr val="tx2"/>
                    </a:solidFill>
                    <a:latin typeface="Times New Roman" panose="02020603050405020304" pitchFamily="18" charset="0"/>
                    <a:ea typeface="宋体" panose="02010600030101010101" pitchFamily="2" charset="-122"/>
                  </a:defRPr>
                </a:lvl2pPr>
                <a:lvl3pPr marL="1143000" indent="-228600">
                  <a:defRPr kumimoji="1" sz="2800">
                    <a:solidFill>
                      <a:schemeClr val="tx2"/>
                    </a:solidFill>
                    <a:latin typeface="Times New Roman" panose="02020603050405020304" pitchFamily="18" charset="0"/>
                    <a:ea typeface="宋体" panose="02010600030101010101" pitchFamily="2" charset="-122"/>
                  </a:defRPr>
                </a:lvl3pPr>
                <a:lvl4pPr marL="1600200" indent="-228600">
                  <a:defRPr kumimoji="1" sz="2800">
                    <a:solidFill>
                      <a:schemeClr val="tx2"/>
                    </a:solidFill>
                    <a:latin typeface="Times New Roman" panose="02020603050405020304" pitchFamily="18" charset="0"/>
                    <a:ea typeface="宋体" panose="02010600030101010101" pitchFamily="2" charset="-122"/>
                  </a:defRPr>
                </a:lvl4pPr>
                <a:lvl5pPr marL="2057400" indent="-228600">
                  <a:defRPr kumimoji="1" sz="2800">
                    <a:solidFill>
                      <a:schemeClr val="tx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9pPr>
              </a:lstStyle>
              <a:p>
                <a:pPr>
                  <a:defRPr/>
                </a:pPr>
                <a:endParaRPr lang="zh-CN" altLang="zh-CN">
                  <a:solidFill>
                    <a:srgbClr val="000000"/>
                  </a:solidFill>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p:spPr>
            <p:txBody>
              <a:bodyPr/>
              <a:lstStyle>
                <a:lvl1pPr>
                  <a:defRPr kumimoji="1" sz="2800">
                    <a:solidFill>
                      <a:schemeClr val="tx2"/>
                    </a:solidFill>
                    <a:latin typeface="Times New Roman" panose="02020603050405020304" pitchFamily="18" charset="0"/>
                    <a:ea typeface="宋体" panose="02010600030101010101" pitchFamily="2" charset="-122"/>
                  </a:defRPr>
                </a:lvl1pPr>
                <a:lvl2pPr marL="742950" indent="-285750">
                  <a:defRPr kumimoji="1" sz="2800">
                    <a:solidFill>
                      <a:schemeClr val="tx2"/>
                    </a:solidFill>
                    <a:latin typeface="Times New Roman" panose="02020603050405020304" pitchFamily="18" charset="0"/>
                    <a:ea typeface="宋体" panose="02010600030101010101" pitchFamily="2" charset="-122"/>
                  </a:defRPr>
                </a:lvl2pPr>
                <a:lvl3pPr marL="1143000" indent="-228600">
                  <a:defRPr kumimoji="1" sz="2800">
                    <a:solidFill>
                      <a:schemeClr val="tx2"/>
                    </a:solidFill>
                    <a:latin typeface="Times New Roman" panose="02020603050405020304" pitchFamily="18" charset="0"/>
                    <a:ea typeface="宋体" panose="02010600030101010101" pitchFamily="2" charset="-122"/>
                  </a:defRPr>
                </a:lvl3pPr>
                <a:lvl4pPr marL="1600200" indent="-228600">
                  <a:defRPr kumimoji="1" sz="2800">
                    <a:solidFill>
                      <a:schemeClr val="tx2"/>
                    </a:solidFill>
                    <a:latin typeface="Times New Roman" panose="02020603050405020304" pitchFamily="18" charset="0"/>
                    <a:ea typeface="宋体" panose="02010600030101010101" pitchFamily="2" charset="-122"/>
                  </a:defRPr>
                </a:lvl4pPr>
                <a:lvl5pPr marL="2057400" indent="-228600">
                  <a:defRPr kumimoji="1" sz="2800">
                    <a:solidFill>
                      <a:schemeClr val="tx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9pPr>
              </a:lstStyle>
              <a:p>
                <a:pPr>
                  <a:defRPr/>
                </a:pPr>
                <a:endParaRPr lang="zh-CN" altLang="zh-CN">
                  <a:solidFill>
                    <a:srgbClr val="000000"/>
                  </a:solidFill>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p:spPr>
            <p:txBody>
              <a:bodyPr/>
              <a:lstStyle>
                <a:lvl1pPr>
                  <a:defRPr kumimoji="1" sz="2800">
                    <a:solidFill>
                      <a:schemeClr val="tx2"/>
                    </a:solidFill>
                    <a:latin typeface="Times New Roman" panose="02020603050405020304" pitchFamily="18" charset="0"/>
                    <a:ea typeface="宋体" panose="02010600030101010101" pitchFamily="2" charset="-122"/>
                  </a:defRPr>
                </a:lvl1pPr>
                <a:lvl2pPr marL="742950" indent="-285750">
                  <a:defRPr kumimoji="1" sz="2800">
                    <a:solidFill>
                      <a:schemeClr val="tx2"/>
                    </a:solidFill>
                    <a:latin typeface="Times New Roman" panose="02020603050405020304" pitchFamily="18" charset="0"/>
                    <a:ea typeface="宋体" panose="02010600030101010101" pitchFamily="2" charset="-122"/>
                  </a:defRPr>
                </a:lvl2pPr>
                <a:lvl3pPr marL="1143000" indent="-228600">
                  <a:defRPr kumimoji="1" sz="2800">
                    <a:solidFill>
                      <a:schemeClr val="tx2"/>
                    </a:solidFill>
                    <a:latin typeface="Times New Roman" panose="02020603050405020304" pitchFamily="18" charset="0"/>
                    <a:ea typeface="宋体" panose="02010600030101010101" pitchFamily="2" charset="-122"/>
                  </a:defRPr>
                </a:lvl3pPr>
                <a:lvl4pPr marL="1600200" indent="-228600">
                  <a:defRPr kumimoji="1" sz="2800">
                    <a:solidFill>
                      <a:schemeClr val="tx2"/>
                    </a:solidFill>
                    <a:latin typeface="Times New Roman" panose="02020603050405020304" pitchFamily="18" charset="0"/>
                    <a:ea typeface="宋体" panose="02010600030101010101" pitchFamily="2" charset="-122"/>
                  </a:defRPr>
                </a:lvl4pPr>
                <a:lvl5pPr marL="2057400" indent="-228600">
                  <a:defRPr kumimoji="1" sz="2800">
                    <a:solidFill>
                      <a:schemeClr val="tx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9pPr>
              </a:lstStyle>
              <a:p>
                <a:pPr>
                  <a:defRPr/>
                </a:pPr>
                <a:endParaRPr lang="zh-CN" altLang="zh-CN">
                  <a:solidFill>
                    <a:srgbClr val="000000"/>
                  </a:solidFill>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p:spPr>
            <p:txBody>
              <a:bodyPr/>
              <a:lstStyle>
                <a:lvl1pPr>
                  <a:defRPr kumimoji="1" sz="2800">
                    <a:solidFill>
                      <a:schemeClr val="tx2"/>
                    </a:solidFill>
                    <a:latin typeface="Times New Roman" panose="02020603050405020304" pitchFamily="18" charset="0"/>
                    <a:ea typeface="宋体" panose="02010600030101010101" pitchFamily="2" charset="-122"/>
                  </a:defRPr>
                </a:lvl1pPr>
                <a:lvl2pPr marL="742950" indent="-285750">
                  <a:defRPr kumimoji="1" sz="2800">
                    <a:solidFill>
                      <a:schemeClr val="tx2"/>
                    </a:solidFill>
                    <a:latin typeface="Times New Roman" panose="02020603050405020304" pitchFamily="18" charset="0"/>
                    <a:ea typeface="宋体" panose="02010600030101010101" pitchFamily="2" charset="-122"/>
                  </a:defRPr>
                </a:lvl2pPr>
                <a:lvl3pPr marL="1143000" indent="-228600">
                  <a:defRPr kumimoji="1" sz="2800">
                    <a:solidFill>
                      <a:schemeClr val="tx2"/>
                    </a:solidFill>
                    <a:latin typeface="Times New Roman" panose="02020603050405020304" pitchFamily="18" charset="0"/>
                    <a:ea typeface="宋体" panose="02010600030101010101" pitchFamily="2" charset="-122"/>
                  </a:defRPr>
                </a:lvl3pPr>
                <a:lvl4pPr marL="1600200" indent="-228600">
                  <a:defRPr kumimoji="1" sz="2800">
                    <a:solidFill>
                      <a:schemeClr val="tx2"/>
                    </a:solidFill>
                    <a:latin typeface="Times New Roman" panose="02020603050405020304" pitchFamily="18" charset="0"/>
                    <a:ea typeface="宋体" panose="02010600030101010101" pitchFamily="2" charset="-122"/>
                  </a:defRPr>
                </a:lvl4pPr>
                <a:lvl5pPr marL="2057400" indent="-228600">
                  <a:defRPr kumimoji="1" sz="2800">
                    <a:solidFill>
                      <a:schemeClr val="tx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9pPr>
              </a:lstStyle>
              <a:p>
                <a:pPr>
                  <a:defRPr/>
                </a:pPr>
                <a:endParaRPr lang="zh-CN" altLang="zh-CN">
                  <a:solidFill>
                    <a:srgbClr val="000000"/>
                  </a:solidFill>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p:spPr>
            <p:txBody>
              <a:bodyPr/>
              <a:lstStyle>
                <a:lvl1pPr>
                  <a:defRPr kumimoji="1" sz="2800">
                    <a:solidFill>
                      <a:schemeClr val="tx2"/>
                    </a:solidFill>
                    <a:latin typeface="Times New Roman" panose="02020603050405020304" pitchFamily="18" charset="0"/>
                    <a:ea typeface="宋体" panose="02010600030101010101" pitchFamily="2" charset="-122"/>
                  </a:defRPr>
                </a:lvl1pPr>
                <a:lvl2pPr marL="742950" indent="-285750">
                  <a:defRPr kumimoji="1" sz="2800">
                    <a:solidFill>
                      <a:schemeClr val="tx2"/>
                    </a:solidFill>
                    <a:latin typeface="Times New Roman" panose="02020603050405020304" pitchFamily="18" charset="0"/>
                    <a:ea typeface="宋体" panose="02010600030101010101" pitchFamily="2" charset="-122"/>
                  </a:defRPr>
                </a:lvl2pPr>
                <a:lvl3pPr marL="1143000" indent="-228600">
                  <a:defRPr kumimoji="1" sz="2800">
                    <a:solidFill>
                      <a:schemeClr val="tx2"/>
                    </a:solidFill>
                    <a:latin typeface="Times New Roman" panose="02020603050405020304" pitchFamily="18" charset="0"/>
                    <a:ea typeface="宋体" panose="02010600030101010101" pitchFamily="2" charset="-122"/>
                  </a:defRPr>
                </a:lvl3pPr>
                <a:lvl4pPr marL="1600200" indent="-228600">
                  <a:defRPr kumimoji="1" sz="2800">
                    <a:solidFill>
                      <a:schemeClr val="tx2"/>
                    </a:solidFill>
                    <a:latin typeface="Times New Roman" panose="02020603050405020304" pitchFamily="18" charset="0"/>
                    <a:ea typeface="宋体" panose="02010600030101010101" pitchFamily="2" charset="-122"/>
                  </a:defRPr>
                </a:lvl4pPr>
                <a:lvl5pPr marL="2057400" indent="-228600">
                  <a:defRPr kumimoji="1" sz="2800">
                    <a:solidFill>
                      <a:schemeClr val="tx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9pPr>
              </a:lstStyle>
              <a:p>
                <a:pPr>
                  <a:defRPr/>
                </a:pPr>
                <a:endParaRPr lang="zh-CN" altLang="zh-CN">
                  <a:solidFill>
                    <a:srgbClr val="000000"/>
                  </a:solidFill>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p:spPr>
            <p:txBody>
              <a:bodyPr/>
              <a:lstStyle>
                <a:lvl1pPr>
                  <a:defRPr kumimoji="1" sz="2800">
                    <a:solidFill>
                      <a:schemeClr val="tx2"/>
                    </a:solidFill>
                    <a:latin typeface="Times New Roman" panose="02020603050405020304" pitchFamily="18" charset="0"/>
                    <a:ea typeface="宋体" panose="02010600030101010101" pitchFamily="2" charset="-122"/>
                  </a:defRPr>
                </a:lvl1pPr>
                <a:lvl2pPr marL="742950" indent="-285750">
                  <a:defRPr kumimoji="1" sz="2800">
                    <a:solidFill>
                      <a:schemeClr val="tx2"/>
                    </a:solidFill>
                    <a:latin typeface="Times New Roman" panose="02020603050405020304" pitchFamily="18" charset="0"/>
                    <a:ea typeface="宋体" panose="02010600030101010101" pitchFamily="2" charset="-122"/>
                  </a:defRPr>
                </a:lvl2pPr>
                <a:lvl3pPr marL="1143000" indent="-228600">
                  <a:defRPr kumimoji="1" sz="2800">
                    <a:solidFill>
                      <a:schemeClr val="tx2"/>
                    </a:solidFill>
                    <a:latin typeface="Times New Roman" panose="02020603050405020304" pitchFamily="18" charset="0"/>
                    <a:ea typeface="宋体" panose="02010600030101010101" pitchFamily="2" charset="-122"/>
                  </a:defRPr>
                </a:lvl3pPr>
                <a:lvl4pPr marL="1600200" indent="-228600">
                  <a:defRPr kumimoji="1" sz="2800">
                    <a:solidFill>
                      <a:schemeClr val="tx2"/>
                    </a:solidFill>
                    <a:latin typeface="Times New Roman" panose="02020603050405020304" pitchFamily="18" charset="0"/>
                    <a:ea typeface="宋体" panose="02010600030101010101" pitchFamily="2" charset="-122"/>
                  </a:defRPr>
                </a:lvl4pPr>
                <a:lvl5pPr marL="2057400" indent="-228600">
                  <a:defRPr kumimoji="1" sz="2800">
                    <a:solidFill>
                      <a:schemeClr val="tx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9pPr>
              </a:lstStyle>
              <a:p>
                <a:pPr>
                  <a:defRPr/>
                </a:pPr>
                <a:endParaRPr lang="zh-CN" altLang="zh-CN">
                  <a:solidFill>
                    <a:srgbClr val="000000"/>
                  </a:solidFill>
                </a:endParaRPr>
              </a:p>
            </p:txBody>
          </p:sp>
        </p:grpSp>
      </p:grpSp>
      <p:sp>
        <p:nvSpPr>
          <p:cNvPr id="17427"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zh-CN" altLang="en-US" noProof="0"/>
              <a:t>单击此处编辑母版标题样式</a:t>
            </a:r>
          </a:p>
        </p:txBody>
      </p:sp>
      <p:sp>
        <p:nvSpPr>
          <p:cNvPr id="17428"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pPr lvl="0"/>
            <a:r>
              <a:rPr lang="zh-CN" altLang="en-US" noProof="0"/>
              <a:t>单击此处编辑母版副标题样式</a:t>
            </a:r>
          </a:p>
        </p:txBody>
      </p:sp>
      <p:sp>
        <p:nvSpPr>
          <p:cNvPr id="18" name="Rectangle 16"/>
          <p:cNvSpPr>
            <a:spLocks noGrp="1" noChangeArrowheads="1"/>
          </p:cNvSpPr>
          <p:nvPr>
            <p:ph type="dt" sz="half" idx="10"/>
          </p:nvPr>
        </p:nvSpPr>
        <p:spPr>
          <a:xfrm>
            <a:off x="457200" y="6248400"/>
            <a:ext cx="2133600" cy="457200"/>
          </a:xfrm>
        </p:spPr>
        <p:txBody>
          <a:bodyPr/>
          <a:lstStyle>
            <a:lvl1pPr fontAlgn="auto">
              <a:spcBef>
                <a:spcPts val="0"/>
              </a:spcBef>
              <a:spcAft>
                <a:spcPts val="0"/>
              </a:spcAft>
              <a:defRPr/>
            </a:lvl1pPr>
          </a:lstStyle>
          <a:p>
            <a:pPr>
              <a:defRPr/>
            </a:pPr>
            <a:endParaRPr lang="en-US" altLang="zh-CN"/>
          </a:p>
        </p:txBody>
      </p:sp>
      <p:sp>
        <p:nvSpPr>
          <p:cNvPr id="19" name="Rectangle 17"/>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20" name="Rectangle 18"/>
          <p:cNvSpPr>
            <a:spLocks noGrp="1" noChangeArrowheads="1"/>
          </p:cNvSpPr>
          <p:nvPr>
            <p:ph type="sldNum" sz="quarter" idx="12"/>
          </p:nvPr>
        </p:nvSpPr>
        <p:spPr/>
        <p:txBody>
          <a:bodyPr/>
          <a:lstStyle>
            <a:lvl1pPr>
              <a:defRPr/>
            </a:lvl1pPr>
          </a:lstStyle>
          <a:p>
            <a:pPr>
              <a:defRPr/>
            </a:pPr>
            <a:fld id="{A60FFE78-55F7-431F-BCD8-F3E0D0F5D7AB}" type="slidenum">
              <a:rPr lang="en-US" altLang="zh-CN"/>
              <a:t>‹#›</a:t>
            </a:fld>
            <a:endParaRPr lang="en-US" altLang="zh-CN"/>
          </a:p>
        </p:txBody>
      </p:sp>
    </p:spTree>
  </p:cSld>
  <p:clrMapOvr>
    <a:masterClrMapping/>
  </p:clrMapOvr>
  <p:transition spd="slow"/>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灯片编号占位符 4"/>
          <p:cNvSpPr>
            <a:spLocks noGrp="1"/>
          </p:cNvSpPr>
          <p:nvPr>
            <p:ph type="sldNum" sz="quarter" idx="11"/>
          </p:nvPr>
        </p:nvSpPr>
        <p:spPr/>
        <p:txBody>
          <a:bodyPr/>
          <a:lstStyle>
            <a:lvl1pPr>
              <a:defRPr/>
            </a:lvl1pPr>
          </a:lstStyle>
          <a:p>
            <a:pPr>
              <a:defRPr/>
            </a:pPr>
            <a:fld id="{BCDEF225-F500-4420-A403-553EDAA46BDF}" type="slidenum">
              <a:rPr lang="en-US" altLang="zh-CN"/>
              <a:t>‹#›</a:t>
            </a:fld>
            <a:endParaRPr lang="en-US" altLang="zh-CN"/>
          </a:p>
        </p:txBody>
      </p:sp>
      <p:sp>
        <p:nvSpPr>
          <p:cNvPr id="6" name="日期占位符 5"/>
          <p:cNvSpPr>
            <a:spLocks noGrp="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transition spd="slow"/>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页脚占位符 3"/>
          <p:cNvSpPr>
            <a:spLocks noGrp="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灯片编号占位符 4"/>
          <p:cNvSpPr>
            <a:spLocks noGrp="1"/>
          </p:cNvSpPr>
          <p:nvPr>
            <p:ph type="sldNum" sz="quarter" idx="11"/>
          </p:nvPr>
        </p:nvSpPr>
        <p:spPr/>
        <p:txBody>
          <a:bodyPr/>
          <a:lstStyle>
            <a:lvl1pPr>
              <a:defRPr/>
            </a:lvl1pPr>
          </a:lstStyle>
          <a:p>
            <a:pPr>
              <a:defRPr/>
            </a:pPr>
            <a:fld id="{DAD10590-E611-40D8-BC78-27420DD68B89}" type="slidenum">
              <a:rPr lang="en-US" altLang="zh-CN"/>
              <a:t>‹#›</a:t>
            </a:fld>
            <a:endParaRPr lang="en-US" altLang="zh-CN"/>
          </a:p>
        </p:txBody>
      </p:sp>
      <p:sp>
        <p:nvSpPr>
          <p:cNvPr id="6" name="日期占位符 5"/>
          <p:cNvSpPr>
            <a:spLocks noGrp="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transition spd="slow"/>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6" name="灯片编号占位符 5"/>
          <p:cNvSpPr>
            <a:spLocks noGrp="1"/>
          </p:cNvSpPr>
          <p:nvPr>
            <p:ph type="sldNum" sz="quarter" idx="11"/>
          </p:nvPr>
        </p:nvSpPr>
        <p:spPr/>
        <p:txBody>
          <a:bodyPr/>
          <a:lstStyle>
            <a:lvl1pPr>
              <a:defRPr/>
            </a:lvl1pPr>
          </a:lstStyle>
          <a:p>
            <a:pPr>
              <a:defRPr/>
            </a:pPr>
            <a:fld id="{13594E81-E1D8-45D8-9C37-5E31D1C2C214}" type="slidenum">
              <a:rPr lang="en-US" altLang="zh-CN"/>
              <a:t>‹#›</a:t>
            </a:fld>
            <a:endParaRPr lang="en-US" altLang="zh-CN"/>
          </a:p>
        </p:txBody>
      </p:sp>
      <p:sp>
        <p:nvSpPr>
          <p:cNvPr id="7" name="日期占位符 6"/>
          <p:cNvSpPr>
            <a:spLocks noGrp="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transition spd="slow"/>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页脚占位符 6"/>
          <p:cNvSpPr>
            <a:spLocks noGrp="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8" name="灯片编号占位符 7"/>
          <p:cNvSpPr>
            <a:spLocks noGrp="1"/>
          </p:cNvSpPr>
          <p:nvPr>
            <p:ph type="sldNum" sz="quarter" idx="11"/>
          </p:nvPr>
        </p:nvSpPr>
        <p:spPr/>
        <p:txBody>
          <a:bodyPr/>
          <a:lstStyle>
            <a:lvl1pPr>
              <a:defRPr/>
            </a:lvl1pPr>
          </a:lstStyle>
          <a:p>
            <a:pPr>
              <a:defRPr/>
            </a:pPr>
            <a:fld id="{D35A2442-AFC7-4FFD-82F8-524F2229C181}" type="slidenum">
              <a:rPr lang="en-US" altLang="zh-CN"/>
              <a:t>‹#›</a:t>
            </a:fld>
            <a:endParaRPr lang="en-US" altLang="zh-CN"/>
          </a:p>
        </p:txBody>
      </p:sp>
      <p:sp>
        <p:nvSpPr>
          <p:cNvPr id="9" name="日期占位符 8"/>
          <p:cNvSpPr>
            <a:spLocks noGrp="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transition spd="slow"/>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4" name="灯片编号占位符 3"/>
          <p:cNvSpPr>
            <a:spLocks noGrp="1"/>
          </p:cNvSpPr>
          <p:nvPr>
            <p:ph type="sldNum" sz="quarter" idx="11"/>
          </p:nvPr>
        </p:nvSpPr>
        <p:spPr/>
        <p:txBody>
          <a:bodyPr/>
          <a:lstStyle>
            <a:lvl1pPr>
              <a:defRPr/>
            </a:lvl1pPr>
          </a:lstStyle>
          <a:p>
            <a:pPr>
              <a:defRPr/>
            </a:pPr>
            <a:fld id="{1F1A9A7B-6518-4705-B33A-BF06ABC47328}" type="slidenum">
              <a:rPr lang="en-US" altLang="zh-CN"/>
              <a:t>‹#›</a:t>
            </a:fld>
            <a:endParaRPr lang="en-US" altLang="zh-CN"/>
          </a:p>
        </p:txBody>
      </p:sp>
      <p:sp>
        <p:nvSpPr>
          <p:cNvPr id="5" name="日期占位符 4"/>
          <p:cNvSpPr>
            <a:spLocks noGrp="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transition spd="slow"/>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transition spd="slow"/>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6" name="灯片编号占位符 5"/>
          <p:cNvSpPr>
            <a:spLocks noGrp="1"/>
          </p:cNvSpPr>
          <p:nvPr>
            <p:ph type="sldNum" sz="quarter" idx="11"/>
          </p:nvPr>
        </p:nvSpPr>
        <p:spPr/>
        <p:txBody>
          <a:bodyPr/>
          <a:lstStyle>
            <a:lvl1pPr>
              <a:defRPr/>
            </a:lvl1pPr>
          </a:lstStyle>
          <a:p>
            <a:pPr>
              <a:defRPr/>
            </a:pPr>
            <a:fld id="{9DEDC4BB-AB2F-46F7-AF26-133DAD60E8EE}" type="slidenum">
              <a:rPr lang="en-US" altLang="zh-CN"/>
              <a:t>‹#›</a:t>
            </a:fld>
            <a:endParaRPr lang="en-US" altLang="zh-CN"/>
          </a:p>
        </p:txBody>
      </p:sp>
      <p:sp>
        <p:nvSpPr>
          <p:cNvPr id="7" name="日期占位符 6"/>
          <p:cNvSpPr>
            <a:spLocks noGrp="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transition spd="slow"/>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6" name="灯片编号占位符 5"/>
          <p:cNvSpPr>
            <a:spLocks noGrp="1"/>
          </p:cNvSpPr>
          <p:nvPr>
            <p:ph type="sldNum" sz="quarter" idx="11"/>
          </p:nvPr>
        </p:nvSpPr>
        <p:spPr/>
        <p:txBody>
          <a:bodyPr/>
          <a:lstStyle>
            <a:lvl1pPr>
              <a:defRPr/>
            </a:lvl1pPr>
          </a:lstStyle>
          <a:p>
            <a:pPr>
              <a:defRPr/>
            </a:pPr>
            <a:fld id="{FEE518AF-6C9F-4F47-B896-EB22B9855F7A}" type="slidenum">
              <a:rPr lang="en-US" altLang="zh-CN"/>
              <a:t>‹#›</a:t>
            </a:fld>
            <a:endParaRPr lang="en-US" altLang="zh-CN"/>
          </a:p>
        </p:txBody>
      </p:sp>
      <p:sp>
        <p:nvSpPr>
          <p:cNvPr id="7" name="日期占位符 6"/>
          <p:cNvSpPr>
            <a:spLocks noGrp="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transition spd="slow"/>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灯片编号占位符 4"/>
          <p:cNvSpPr>
            <a:spLocks noGrp="1"/>
          </p:cNvSpPr>
          <p:nvPr>
            <p:ph type="sldNum" sz="quarter" idx="11"/>
          </p:nvPr>
        </p:nvSpPr>
        <p:spPr/>
        <p:txBody>
          <a:bodyPr/>
          <a:lstStyle>
            <a:lvl1pPr>
              <a:defRPr/>
            </a:lvl1pPr>
          </a:lstStyle>
          <a:p>
            <a:pPr>
              <a:defRPr/>
            </a:pPr>
            <a:fld id="{F16A6D19-00A4-4745-9E70-FDB09DCE2DCF}" type="slidenum">
              <a:rPr lang="en-US" altLang="zh-CN"/>
              <a:t>‹#›</a:t>
            </a:fld>
            <a:endParaRPr lang="en-US" altLang="zh-CN"/>
          </a:p>
        </p:txBody>
      </p:sp>
      <p:sp>
        <p:nvSpPr>
          <p:cNvPr id="6" name="日期占位符 5"/>
          <p:cNvSpPr>
            <a:spLocks noGrp="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transition spd="slow"/>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lvl1pPr fontAlgn="auto">
              <a:spcBef>
                <a:spcPts val="0"/>
              </a:spcBef>
              <a:spcAft>
                <a:spcPts val="0"/>
              </a:spcAft>
              <a:defRPr/>
            </a:lvl1pPr>
          </a:lstStyle>
          <a:p>
            <a:pPr>
              <a:defRPr/>
            </a:pPr>
            <a:endParaRPr lang="en-US" altLang="zh-CN"/>
          </a:p>
        </p:txBody>
      </p:sp>
      <p:sp>
        <p:nvSpPr>
          <p:cNvPr id="5" name="灯片编号占位符 4"/>
          <p:cNvSpPr>
            <a:spLocks noGrp="1"/>
          </p:cNvSpPr>
          <p:nvPr>
            <p:ph type="sldNum" sz="quarter" idx="11"/>
          </p:nvPr>
        </p:nvSpPr>
        <p:spPr/>
        <p:txBody>
          <a:bodyPr/>
          <a:lstStyle>
            <a:lvl1pPr>
              <a:defRPr/>
            </a:lvl1pPr>
          </a:lstStyle>
          <a:p>
            <a:pPr>
              <a:defRPr/>
            </a:pPr>
            <a:fld id="{D638A8F0-77B5-4BCF-8040-6A35B75A6023}" type="slidenum">
              <a:rPr lang="en-US" altLang="zh-CN"/>
              <a:t>‹#›</a:t>
            </a:fld>
            <a:endParaRPr lang="en-US" altLang="zh-CN"/>
          </a:p>
        </p:txBody>
      </p:sp>
      <p:sp>
        <p:nvSpPr>
          <p:cNvPr id="6" name="日期占位符 5"/>
          <p:cNvSpPr>
            <a:spLocks noGrp="1"/>
          </p:cNvSpPr>
          <p:nvPr>
            <p:ph type="dt" sz="half" idx="12"/>
          </p:nvPr>
        </p:nvSpPr>
        <p:spPr/>
        <p:txBody>
          <a:bodyPr/>
          <a:lstStyle>
            <a:lvl1pPr fontAlgn="auto">
              <a:spcBef>
                <a:spcPts val="0"/>
              </a:spcBef>
              <a:spcAft>
                <a:spcPts val="0"/>
              </a:spcAft>
              <a:defRPr/>
            </a:lvl1pPr>
          </a:lstStyle>
          <a:p>
            <a:pPr>
              <a:defRPr/>
            </a:pPr>
            <a:endParaRPr lang="en-US" altLang="zh-CN"/>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2.pn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jpe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0">
          <a:blip r:embed="rId15"/>
          <a:srcRect/>
          <a:stretch>
            <a:fillRect/>
          </a:stretch>
        </a:blipFill>
        <a:effectLst/>
      </p:bgPr>
    </p:bg>
    <p:spTree>
      <p:nvGrpSpPr>
        <p:cNvPr id="1" name=""/>
        <p:cNvGrpSpPr/>
        <p:nvPr/>
      </p:nvGrpSpPr>
      <p:grpSpPr>
        <a:xfrm>
          <a:off x="0" y="0"/>
          <a:ext cx="0" cy="0"/>
          <a:chOff x="0" y="0"/>
          <a:chExt cx="0" cy="0"/>
        </a:xfrm>
      </p:grpSpPr>
      <p:pic>
        <p:nvPicPr>
          <p:cNvPr id="2050" name="Picture 2" descr="E:\党办校办\党办校办文件夹\学校资料\学校标志\校徽透明_蓝_完美版-2.png"/>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8370888" y="85725"/>
            <a:ext cx="6318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rtl="0" eaLnBrk="0" fontAlgn="base" hangingPunct="0">
        <a:spcBef>
          <a:spcPts val="1700"/>
        </a:spcBef>
        <a:spcAft>
          <a:spcPts val="1650"/>
        </a:spcAft>
        <a:defRPr sz="3200" b="1">
          <a:solidFill>
            <a:srgbClr val="0000FF"/>
          </a:solidFill>
          <a:latin typeface="+mj-lt"/>
          <a:ea typeface="+mj-ea"/>
          <a:cs typeface="+mj-cs"/>
          <a:sym typeface="Times New Roman" panose="02020603050405020304" pitchFamily="18" charset="0"/>
        </a:defRPr>
      </a:lvl1pPr>
      <a:lvl2pPr algn="l" rtl="0" eaLnBrk="0" fontAlgn="base" hangingPunct="0">
        <a:spcBef>
          <a:spcPts val="1700"/>
        </a:spcBef>
        <a:spcAft>
          <a:spcPts val="1650"/>
        </a:spcAft>
        <a:defRPr sz="3200" b="1">
          <a:solidFill>
            <a:srgbClr val="0000FF"/>
          </a:solidFill>
          <a:latin typeface="Times New Roman" panose="02020603050405020304" pitchFamily="18" charset="0"/>
          <a:ea typeface="黑体" panose="02010609060101010101" pitchFamily="49" charset="-122"/>
          <a:sym typeface="Times New Roman" panose="02020603050405020304" pitchFamily="18" charset="0"/>
        </a:defRPr>
      </a:lvl2pPr>
      <a:lvl3pPr algn="l" rtl="0" eaLnBrk="0" fontAlgn="base" hangingPunct="0">
        <a:spcBef>
          <a:spcPts val="1700"/>
        </a:spcBef>
        <a:spcAft>
          <a:spcPts val="1650"/>
        </a:spcAft>
        <a:defRPr sz="3200" b="1">
          <a:solidFill>
            <a:srgbClr val="0000FF"/>
          </a:solidFill>
          <a:latin typeface="Times New Roman" panose="02020603050405020304" pitchFamily="18" charset="0"/>
          <a:ea typeface="黑体" panose="02010609060101010101" pitchFamily="49" charset="-122"/>
          <a:sym typeface="Times New Roman" panose="02020603050405020304" pitchFamily="18" charset="0"/>
        </a:defRPr>
      </a:lvl3pPr>
      <a:lvl4pPr algn="l" rtl="0" eaLnBrk="0" fontAlgn="base" hangingPunct="0">
        <a:spcBef>
          <a:spcPts val="1700"/>
        </a:spcBef>
        <a:spcAft>
          <a:spcPts val="1650"/>
        </a:spcAft>
        <a:defRPr sz="3200" b="1">
          <a:solidFill>
            <a:srgbClr val="0000FF"/>
          </a:solidFill>
          <a:latin typeface="Times New Roman" panose="02020603050405020304" pitchFamily="18" charset="0"/>
          <a:ea typeface="黑体" panose="02010609060101010101" pitchFamily="49" charset="-122"/>
          <a:sym typeface="Times New Roman" panose="02020603050405020304" pitchFamily="18" charset="0"/>
        </a:defRPr>
      </a:lvl4pPr>
      <a:lvl5pPr algn="l" rtl="0" eaLnBrk="0" fontAlgn="base" hangingPunct="0">
        <a:spcBef>
          <a:spcPts val="1700"/>
        </a:spcBef>
        <a:spcAft>
          <a:spcPts val="1650"/>
        </a:spcAft>
        <a:defRPr sz="3200" b="1">
          <a:solidFill>
            <a:srgbClr val="0000FF"/>
          </a:solidFill>
          <a:latin typeface="Times New Roman" panose="02020603050405020304" pitchFamily="18" charset="0"/>
          <a:ea typeface="黑体" panose="02010609060101010101" pitchFamily="49" charset="-122"/>
          <a:sym typeface="Times New Roman" panose="02020603050405020304" pitchFamily="18" charset="0"/>
        </a:defRPr>
      </a:lvl5pPr>
      <a:lvl6pPr marL="457200" algn="l" rtl="0" eaLnBrk="0" fontAlgn="base" hangingPunct="0">
        <a:spcBef>
          <a:spcPts val="1700"/>
        </a:spcBef>
        <a:spcAft>
          <a:spcPts val="1650"/>
        </a:spcAft>
        <a:defRPr sz="3200" b="1">
          <a:solidFill>
            <a:srgbClr val="0000FF"/>
          </a:solidFill>
          <a:latin typeface="Times New Roman" panose="02020603050405020304" pitchFamily="18" charset="0"/>
          <a:ea typeface="黑体" panose="02010609060101010101" pitchFamily="49" charset="-122"/>
          <a:sym typeface="Times New Roman" panose="02020603050405020304" pitchFamily="18" charset="0"/>
        </a:defRPr>
      </a:lvl6pPr>
      <a:lvl7pPr marL="914400" algn="l" rtl="0" eaLnBrk="0" fontAlgn="base" hangingPunct="0">
        <a:spcBef>
          <a:spcPts val="1700"/>
        </a:spcBef>
        <a:spcAft>
          <a:spcPts val="1650"/>
        </a:spcAft>
        <a:defRPr sz="3200" b="1">
          <a:solidFill>
            <a:srgbClr val="0000FF"/>
          </a:solidFill>
          <a:latin typeface="Times New Roman" panose="02020603050405020304" pitchFamily="18" charset="0"/>
          <a:ea typeface="黑体" panose="02010609060101010101" pitchFamily="49" charset="-122"/>
          <a:sym typeface="Times New Roman" panose="02020603050405020304" pitchFamily="18" charset="0"/>
        </a:defRPr>
      </a:lvl7pPr>
      <a:lvl8pPr marL="1371600" algn="l" rtl="0" eaLnBrk="0" fontAlgn="base" hangingPunct="0">
        <a:spcBef>
          <a:spcPts val="1700"/>
        </a:spcBef>
        <a:spcAft>
          <a:spcPts val="1650"/>
        </a:spcAft>
        <a:defRPr sz="3200" b="1">
          <a:solidFill>
            <a:srgbClr val="0000FF"/>
          </a:solidFill>
          <a:latin typeface="Times New Roman" panose="02020603050405020304" pitchFamily="18" charset="0"/>
          <a:ea typeface="黑体" panose="02010609060101010101" pitchFamily="49" charset="-122"/>
          <a:sym typeface="Times New Roman" panose="02020603050405020304" pitchFamily="18" charset="0"/>
        </a:defRPr>
      </a:lvl8pPr>
      <a:lvl9pPr marL="1828800" algn="l" rtl="0" eaLnBrk="0" fontAlgn="base" hangingPunct="0">
        <a:spcBef>
          <a:spcPts val="1700"/>
        </a:spcBef>
        <a:spcAft>
          <a:spcPts val="1650"/>
        </a:spcAft>
        <a:defRPr sz="3200" b="1">
          <a:solidFill>
            <a:srgbClr val="0000FF"/>
          </a:solidFill>
          <a:latin typeface="Times New Roman" panose="02020603050405020304" pitchFamily="18" charset="0"/>
          <a:ea typeface="黑体" panose="02010609060101010101" pitchFamily="49" charset="-122"/>
          <a:sym typeface="Times New Roman" panose="02020603050405020304" pitchFamily="18" charset="0"/>
        </a:defRPr>
      </a:lvl9pPr>
    </p:titleStyle>
    <p:bodyStyle>
      <a:lvl1pPr marL="342900" indent="-342900" algn="just" defTabSz="0" rtl="0" eaLnBrk="0" fontAlgn="base" hangingPunct="0">
        <a:lnSpc>
          <a:spcPct val="105000"/>
        </a:lnSpc>
        <a:spcBef>
          <a:spcPts val="1300"/>
        </a:spcBef>
        <a:spcAft>
          <a:spcPts val="1300"/>
        </a:spcAft>
        <a:buClr>
          <a:srgbClr val="0000FF"/>
        </a:buClr>
        <a:buFont typeface="Wingdings" panose="05000000000000000000" pitchFamily="2" charset="2"/>
        <a:buChar char="u"/>
        <a:defRPr sz="2800" b="1">
          <a:solidFill>
            <a:srgbClr val="0C00AC"/>
          </a:solidFill>
          <a:latin typeface="+mn-lt"/>
          <a:ea typeface="+mn-ea"/>
          <a:cs typeface="楷体_GB2312" panose="02010609030101010101" charset="-122"/>
          <a:sym typeface="Arial" panose="020B0604020202020204" pitchFamily="34" charset="0"/>
        </a:defRPr>
      </a:lvl1pPr>
      <a:lvl2pPr marL="742950" indent="-285750" algn="just" defTabSz="0" rtl="0" eaLnBrk="0" fontAlgn="base" hangingPunct="0">
        <a:spcBef>
          <a:spcPts val="1300"/>
        </a:spcBef>
        <a:spcAft>
          <a:spcPts val="1300"/>
        </a:spcAft>
        <a:buClr>
          <a:srgbClr val="FF6600"/>
        </a:buClr>
        <a:buFont typeface="Wingdings" panose="05000000000000000000" pitchFamily="2" charset="2"/>
        <a:buChar char="Ø"/>
        <a:defRPr sz="2800" b="1">
          <a:solidFill>
            <a:schemeClr val="tx1"/>
          </a:solidFill>
          <a:latin typeface="+mj-lt"/>
          <a:ea typeface="+mn-ea"/>
          <a:cs typeface="楷体_GB2312" panose="02010609030101010101" charset="-122"/>
          <a:sym typeface="Arial" panose="020B0604020202020204" pitchFamily="34" charset="0"/>
        </a:defRPr>
      </a:lvl2pPr>
      <a:lvl3pPr marL="1143000" indent="-228600" algn="just" defTabSz="0" rtl="0" eaLnBrk="0" fontAlgn="base" hangingPunct="0">
        <a:spcBef>
          <a:spcPct val="20000"/>
        </a:spcBef>
        <a:spcAft>
          <a:spcPct val="0"/>
        </a:spcAft>
        <a:buClr>
          <a:srgbClr val="FF6600"/>
        </a:buClr>
        <a:buFont typeface="Wingdings" panose="05000000000000000000" pitchFamily="2" charset="2"/>
        <a:buChar char="•"/>
        <a:defRPr sz="2400" b="1">
          <a:solidFill>
            <a:schemeClr val="tx1"/>
          </a:solidFill>
          <a:latin typeface="+mn-lt"/>
          <a:ea typeface="宋体" panose="02010600030101010101" pitchFamily="2" charset="-122"/>
          <a:cs typeface="楷体_GB2312" panose="02010609030101010101" charset="-122"/>
          <a:sym typeface="Arial" panose="020B0604020202020204" pitchFamily="34" charset="0"/>
        </a:defRPr>
      </a:lvl3pPr>
      <a:lvl4pPr marL="1600200" indent="-228600" algn="just" defTabSz="0" rtl="0" eaLnBrk="0" fontAlgn="base" hangingPunct="0">
        <a:spcBef>
          <a:spcPct val="20000"/>
        </a:spcBef>
        <a:spcAft>
          <a:spcPct val="0"/>
        </a:spcAft>
        <a:buClr>
          <a:srgbClr val="FF6600"/>
        </a:buClr>
        <a:buFont typeface="Wingdings" panose="05000000000000000000" pitchFamily="2" charset="2"/>
        <a:buChar char="–"/>
        <a:defRPr sz="2000" b="1">
          <a:solidFill>
            <a:schemeClr val="tx1"/>
          </a:solidFill>
          <a:latin typeface="+mn-lt"/>
          <a:ea typeface="宋体" panose="02010600030101010101" pitchFamily="2" charset="-122"/>
          <a:cs typeface="楷体_GB2312" panose="02010609030101010101" charset="-122"/>
          <a:sym typeface="Arial" panose="020B0604020202020204" pitchFamily="34" charset="0"/>
        </a:defRPr>
      </a:lvl4pPr>
      <a:lvl5pPr marL="2057400" indent="-228600" algn="just" defTabSz="0" rtl="0" eaLnBrk="0" fontAlgn="base" hangingPunct="0">
        <a:spcBef>
          <a:spcPct val="20000"/>
        </a:spcBef>
        <a:spcAft>
          <a:spcPct val="0"/>
        </a:spcAft>
        <a:buClr>
          <a:srgbClr val="FF6600"/>
        </a:buClr>
        <a:buFont typeface="Wingdings" panose="05000000000000000000" pitchFamily="2" charset="2"/>
        <a:buChar char="»"/>
        <a:defRPr sz="2000" b="1">
          <a:solidFill>
            <a:schemeClr val="tx1"/>
          </a:solidFill>
          <a:latin typeface="+mn-lt"/>
          <a:ea typeface="宋体" panose="02010600030101010101" pitchFamily="2" charset="-122"/>
          <a:cs typeface="楷体_GB2312" panose="02010609030101010101" charset="-122"/>
          <a:sym typeface="Arial" panose="020B0604020202020204" pitchFamily="34" charset="0"/>
        </a:defRPr>
      </a:lvl5pPr>
      <a:lvl6pPr marL="2514600" indent="-228600" algn="just" defTabSz="0" rtl="0" eaLnBrk="0" fontAlgn="base" hangingPunct="0">
        <a:spcBef>
          <a:spcPct val="20000"/>
        </a:spcBef>
        <a:spcAft>
          <a:spcPct val="0"/>
        </a:spcAft>
        <a:buClr>
          <a:srgbClr val="FF6600"/>
        </a:buClr>
        <a:buFont typeface="Wingdings" panose="05000000000000000000" pitchFamily="2" charset="2"/>
        <a:buChar char="»"/>
        <a:defRPr sz="2000" b="1">
          <a:solidFill>
            <a:schemeClr val="tx1"/>
          </a:solidFill>
          <a:latin typeface="+mn-lt"/>
          <a:ea typeface="宋体" panose="02010600030101010101" pitchFamily="2" charset="-122"/>
          <a:sym typeface="Arial" panose="020B0604020202020204" pitchFamily="34" charset="0"/>
        </a:defRPr>
      </a:lvl6pPr>
      <a:lvl7pPr marL="2971800" indent="-228600" algn="just" defTabSz="0" rtl="0" eaLnBrk="0" fontAlgn="base" hangingPunct="0">
        <a:spcBef>
          <a:spcPct val="20000"/>
        </a:spcBef>
        <a:spcAft>
          <a:spcPct val="0"/>
        </a:spcAft>
        <a:buClr>
          <a:srgbClr val="FF6600"/>
        </a:buClr>
        <a:buFont typeface="Wingdings" panose="05000000000000000000" pitchFamily="2" charset="2"/>
        <a:buChar char="»"/>
        <a:defRPr sz="2000" b="1">
          <a:solidFill>
            <a:schemeClr val="tx1"/>
          </a:solidFill>
          <a:latin typeface="+mn-lt"/>
          <a:ea typeface="宋体" panose="02010600030101010101" pitchFamily="2" charset="-122"/>
          <a:sym typeface="Arial" panose="020B0604020202020204" pitchFamily="34" charset="0"/>
        </a:defRPr>
      </a:lvl7pPr>
      <a:lvl8pPr marL="3429000" indent="-228600" algn="just" defTabSz="0" rtl="0" eaLnBrk="0" fontAlgn="base" hangingPunct="0">
        <a:spcBef>
          <a:spcPct val="20000"/>
        </a:spcBef>
        <a:spcAft>
          <a:spcPct val="0"/>
        </a:spcAft>
        <a:buClr>
          <a:srgbClr val="FF6600"/>
        </a:buClr>
        <a:buFont typeface="Wingdings" panose="05000000000000000000" pitchFamily="2" charset="2"/>
        <a:buChar char="»"/>
        <a:defRPr sz="2000" b="1">
          <a:solidFill>
            <a:schemeClr val="tx1"/>
          </a:solidFill>
          <a:latin typeface="+mn-lt"/>
          <a:ea typeface="宋体" panose="02010600030101010101" pitchFamily="2" charset="-122"/>
          <a:sym typeface="Arial" panose="020B0604020202020204" pitchFamily="34" charset="0"/>
        </a:defRPr>
      </a:lvl8pPr>
      <a:lvl9pPr marL="3886200" indent="-228600" algn="just" defTabSz="0" rtl="0" eaLnBrk="0" fontAlgn="base" hangingPunct="0">
        <a:spcBef>
          <a:spcPct val="20000"/>
        </a:spcBef>
        <a:spcAft>
          <a:spcPct val="0"/>
        </a:spcAft>
        <a:buClr>
          <a:srgbClr val="FF6600"/>
        </a:buClr>
        <a:buFont typeface="Wingdings" panose="05000000000000000000" pitchFamily="2" charset="2"/>
        <a:buChar char="»"/>
        <a:defRPr sz="2000" b="1">
          <a:solidFill>
            <a:schemeClr val="tx1"/>
          </a:solidFill>
          <a:latin typeface="+mn-lt"/>
          <a:ea typeface="宋体" panose="02010600030101010101" pitchFamily="2" charset="-122"/>
          <a:sym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idx="4294967295"/>
          </p:nvPr>
        </p:nvSpPr>
        <p:spPr bwMode="auto">
          <a:xfrm>
            <a:off x="457200" y="274638"/>
            <a:ext cx="822960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vert="horz" wrap="square" lIns="91440" tIns="45720" rIns="91440" bIns="45720" numCol="1" anchor="ctr" anchorCtr="0" compatLnSpc="1"/>
          <a:lstStyle/>
          <a:p>
            <a:pPr lvl="0"/>
            <a:r>
              <a:rPr lang="zh-CN" altLang="zh-CN">
                <a:sym typeface="Times New Roman" panose="02020603050405020304" pitchFamily="18" charset="0"/>
              </a:rPr>
              <a:t>单击此处编辑母版标题样式</a:t>
            </a:r>
          </a:p>
        </p:txBody>
      </p:sp>
      <p:sp>
        <p:nvSpPr>
          <p:cNvPr id="3075" name="Rectangle 3"/>
          <p:cNvSpPr>
            <a:spLocks noGrp="1" noChangeArrowheads="1"/>
          </p:cNvSpPr>
          <p:nvPr>
            <p:ph type="body" idx="1"/>
          </p:nvPr>
        </p:nvSpPr>
        <p:spPr bwMode="auto">
          <a:xfrm>
            <a:off x="457200" y="1125538"/>
            <a:ext cx="8229600"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vert="horz" wrap="square" lIns="91440" tIns="45720" rIns="91440" bIns="45720" numCol="1" anchor="t" anchorCtr="0" compatLnSpc="1"/>
          <a:lstStyle/>
          <a:p>
            <a:pPr lvl="0"/>
            <a:r>
              <a:rPr lang="zh-CN" altLang="zh-CN">
                <a:sym typeface="Arial" panose="020B0604020202020204" pitchFamily="34" charset="0"/>
              </a:rPr>
              <a:t>单击此处编辑母版文本样式</a:t>
            </a:r>
          </a:p>
          <a:p>
            <a:pPr lvl="1"/>
            <a:r>
              <a:rPr lang="zh-CN" altLang="zh-CN">
                <a:sym typeface="Arial" panose="020B0604020202020204" pitchFamily="34" charset="0"/>
              </a:rPr>
              <a:t>第二级</a:t>
            </a:r>
          </a:p>
          <a:p>
            <a:pPr lvl="2"/>
            <a:r>
              <a:rPr lang="zh-CN" altLang="zh-CN">
                <a:sym typeface="Arial" panose="020B0604020202020204" pitchFamily="34" charset="0"/>
              </a:rPr>
              <a:t>第三级</a:t>
            </a:r>
          </a:p>
          <a:p>
            <a:pPr lvl="3"/>
            <a:r>
              <a:rPr lang="zh-CN" altLang="zh-CN">
                <a:sym typeface="Arial" panose="020B0604020202020204" pitchFamily="34" charset="0"/>
              </a:rPr>
              <a:t>第四级</a:t>
            </a:r>
          </a:p>
          <a:p>
            <a:pPr lvl="4"/>
            <a:r>
              <a:rPr lang="zh-CN" altLang="zh-CN">
                <a:sym typeface="Arial" panose="020B0604020202020204" pitchFamily="34" charset="0"/>
              </a:rPr>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p:spPr>
        <p:txBody>
          <a:bodyPr vert="horz" wrap="square" lIns="91440" tIns="45720" rIns="91440" bIns="45720" numCol="1" anchor="t" anchorCtr="0" compatLnSpc="1"/>
          <a:lstStyle>
            <a:lvl1pPr eaLnBrk="0" hangingPunct="0">
              <a:buFont typeface="Arial" panose="020B0604020202020204" pitchFamily="34" charset="0"/>
              <a:buNone/>
              <a:defRPr sz="1400">
                <a:sym typeface="Arial" panose="020B0604020202020204" pitchFamily="34" charset="0"/>
              </a:defRPr>
            </a:lvl1pPr>
          </a:lstStyle>
          <a:p>
            <a:pPr>
              <a:defRPr/>
            </a:pPr>
            <a:endParaRPr lang="zh-CN"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p:spPr>
        <p:txBody>
          <a:bodyPr vert="horz" wrap="square" lIns="91440" tIns="45720" rIns="91440" bIns="45720" numCol="1" anchor="t" anchorCtr="0" compatLnSpc="1"/>
          <a:lstStyle>
            <a:lvl1pPr algn="ctr" eaLnBrk="0" hangingPunct="0">
              <a:buFont typeface="Arial" panose="020B0604020202020204" pitchFamily="34" charset="0"/>
              <a:buNone/>
              <a:defRPr sz="1400">
                <a:sym typeface="Arial" panose="020B0604020202020204" pitchFamily="34" charset="0"/>
              </a:defRPr>
            </a:lvl1pPr>
          </a:lstStyle>
          <a:p>
            <a:pPr>
              <a:defRPr/>
            </a:pPr>
            <a:endParaRPr lang="zh-CN" altLang="zh-CN"/>
          </a:p>
        </p:txBody>
      </p:sp>
      <p:sp>
        <p:nvSpPr>
          <p:cNvPr id="1030" name="Rectangle 6"/>
          <p:cNvSpPr>
            <a:spLocks noGrp="1" noChangeArrowheads="1"/>
          </p:cNvSpPr>
          <p:nvPr>
            <p:ph type="sldNum" sz="quarter" idx="4"/>
          </p:nvPr>
        </p:nvSpPr>
        <p:spPr bwMode="auto">
          <a:xfrm>
            <a:off x="7019925" y="6524625"/>
            <a:ext cx="2133600" cy="476250"/>
          </a:xfrm>
          <a:prstGeom prst="rect">
            <a:avLst/>
          </a:prstGeom>
          <a:noFill/>
          <a:ln>
            <a:noFill/>
          </a:ln>
        </p:spPr>
        <p:txBody>
          <a:bodyPr vert="horz" wrap="square" lIns="91440" tIns="45720" rIns="91440" bIns="45720" numCol="1" anchor="t" anchorCtr="0" compatLnSpc="1"/>
          <a:lstStyle>
            <a:lvl1pPr algn="r" eaLnBrk="0" hangingPunct="0">
              <a:buFont typeface="Arial" panose="020B0604020202020204" pitchFamily="34" charset="0"/>
              <a:buNone/>
              <a:defRPr sz="1600" b="1">
                <a:solidFill>
                  <a:srgbClr val="FFFF99"/>
                </a:solidFill>
                <a:latin typeface="+mj-ea"/>
                <a:ea typeface="+mj-ea"/>
                <a:sym typeface="黑体" panose="02010609060101010101" pitchFamily="49" charset="-122"/>
              </a:defRPr>
            </a:lvl1pPr>
          </a:lstStyle>
          <a:p>
            <a:pPr>
              <a:defRPr/>
            </a:pPr>
            <a:fld id="{2BA5B29F-AC96-412D-BF2C-3AFF6CC73BBE}" type="slidenum">
              <a:rPr lang="zh-CN" altLang="en-US"/>
              <a:t>‹#›</a:t>
            </a:fld>
            <a:endParaRPr lang="en-US" sz="1800" b="0">
              <a:solidFill>
                <a:schemeClr val="tx1"/>
              </a:solidFill>
              <a:latin typeface="+mn-lt"/>
              <a:ea typeface="宋体" panose="02010600030101010101" pitchFamily="2" charset="-122"/>
            </a:endParaRPr>
          </a:p>
        </p:txBody>
      </p:sp>
      <p:pic>
        <p:nvPicPr>
          <p:cNvPr id="3079" name="Picture 2" descr="E:\党办校办\党办校办文件夹\学校资料\学校标志\校徽透明_蓝_完美版-2.png"/>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8245475" y="187325"/>
            <a:ext cx="630238" cy="83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rtl="0" eaLnBrk="0" fontAlgn="base" hangingPunct="0">
        <a:spcBef>
          <a:spcPts val="1700"/>
        </a:spcBef>
        <a:spcAft>
          <a:spcPts val="1650"/>
        </a:spcAft>
        <a:defRPr sz="3200" b="1">
          <a:solidFill>
            <a:srgbClr val="0000FF"/>
          </a:solidFill>
          <a:latin typeface="+mj-lt"/>
          <a:ea typeface="+mj-ea"/>
          <a:cs typeface="+mj-cs"/>
          <a:sym typeface="Times New Roman" panose="02020603050405020304" pitchFamily="18" charset="0"/>
        </a:defRPr>
      </a:lvl1pPr>
      <a:lvl2pPr algn="l" rtl="0" eaLnBrk="0" fontAlgn="base" hangingPunct="0">
        <a:spcBef>
          <a:spcPts val="1700"/>
        </a:spcBef>
        <a:spcAft>
          <a:spcPts val="1650"/>
        </a:spcAft>
        <a:defRPr sz="3200" b="1">
          <a:solidFill>
            <a:srgbClr val="0000FF"/>
          </a:solidFill>
          <a:latin typeface="Times New Roman" panose="02020603050405020304" pitchFamily="18" charset="0"/>
          <a:ea typeface="黑体" panose="02010609060101010101" pitchFamily="49" charset="-122"/>
          <a:sym typeface="Times New Roman" panose="02020603050405020304" pitchFamily="18" charset="0"/>
        </a:defRPr>
      </a:lvl2pPr>
      <a:lvl3pPr algn="l" rtl="0" eaLnBrk="0" fontAlgn="base" hangingPunct="0">
        <a:spcBef>
          <a:spcPts val="1700"/>
        </a:spcBef>
        <a:spcAft>
          <a:spcPts val="1650"/>
        </a:spcAft>
        <a:defRPr sz="3200" b="1">
          <a:solidFill>
            <a:srgbClr val="0000FF"/>
          </a:solidFill>
          <a:latin typeface="Times New Roman" panose="02020603050405020304" pitchFamily="18" charset="0"/>
          <a:ea typeface="黑体" panose="02010609060101010101" pitchFamily="49" charset="-122"/>
          <a:sym typeface="Times New Roman" panose="02020603050405020304" pitchFamily="18" charset="0"/>
        </a:defRPr>
      </a:lvl3pPr>
      <a:lvl4pPr algn="l" rtl="0" eaLnBrk="0" fontAlgn="base" hangingPunct="0">
        <a:spcBef>
          <a:spcPts val="1700"/>
        </a:spcBef>
        <a:spcAft>
          <a:spcPts val="1650"/>
        </a:spcAft>
        <a:defRPr sz="3200" b="1">
          <a:solidFill>
            <a:srgbClr val="0000FF"/>
          </a:solidFill>
          <a:latin typeface="Times New Roman" panose="02020603050405020304" pitchFamily="18" charset="0"/>
          <a:ea typeface="黑体" panose="02010609060101010101" pitchFamily="49" charset="-122"/>
          <a:sym typeface="Times New Roman" panose="02020603050405020304" pitchFamily="18" charset="0"/>
        </a:defRPr>
      </a:lvl4pPr>
      <a:lvl5pPr algn="l" rtl="0" eaLnBrk="0" fontAlgn="base" hangingPunct="0">
        <a:spcBef>
          <a:spcPts val="1700"/>
        </a:spcBef>
        <a:spcAft>
          <a:spcPts val="1650"/>
        </a:spcAft>
        <a:defRPr sz="3200" b="1">
          <a:solidFill>
            <a:srgbClr val="0000FF"/>
          </a:solidFill>
          <a:latin typeface="Times New Roman" panose="02020603050405020304" pitchFamily="18" charset="0"/>
          <a:ea typeface="黑体" panose="02010609060101010101" pitchFamily="49" charset="-122"/>
          <a:sym typeface="Times New Roman" panose="02020603050405020304" pitchFamily="18" charset="0"/>
        </a:defRPr>
      </a:lvl5pPr>
      <a:lvl6pPr marL="457200" algn="l" rtl="0" eaLnBrk="0" fontAlgn="base" hangingPunct="0">
        <a:spcBef>
          <a:spcPts val="1700"/>
        </a:spcBef>
        <a:spcAft>
          <a:spcPts val="1650"/>
        </a:spcAft>
        <a:defRPr sz="3200" b="1">
          <a:solidFill>
            <a:srgbClr val="0000FF"/>
          </a:solidFill>
          <a:latin typeface="Times New Roman" panose="02020603050405020304" pitchFamily="18" charset="0"/>
          <a:ea typeface="黑体" panose="02010609060101010101" pitchFamily="49" charset="-122"/>
          <a:sym typeface="Times New Roman" panose="02020603050405020304" pitchFamily="18" charset="0"/>
        </a:defRPr>
      </a:lvl6pPr>
      <a:lvl7pPr marL="914400" algn="l" rtl="0" eaLnBrk="0" fontAlgn="base" hangingPunct="0">
        <a:spcBef>
          <a:spcPts val="1700"/>
        </a:spcBef>
        <a:spcAft>
          <a:spcPts val="1650"/>
        </a:spcAft>
        <a:defRPr sz="3200" b="1">
          <a:solidFill>
            <a:srgbClr val="0000FF"/>
          </a:solidFill>
          <a:latin typeface="Times New Roman" panose="02020603050405020304" pitchFamily="18" charset="0"/>
          <a:ea typeface="黑体" panose="02010609060101010101" pitchFamily="49" charset="-122"/>
          <a:sym typeface="Times New Roman" panose="02020603050405020304" pitchFamily="18" charset="0"/>
        </a:defRPr>
      </a:lvl7pPr>
      <a:lvl8pPr marL="1371600" algn="l" rtl="0" eaLnBrk="0" fontAlgn="base" hangingPunct="0">
        <a:spcBef>
          <a:spcPts val="1700"/>
        </a:spcBef>
        <a:spcAft>
          <a:spcPts val="1650"/>
        </a:spcAft>
        <a:defRPr sz="3200" b="1">
          <a:solidFill>
            <a:srgbClr val="0000FF"/>
          </a:solidFill>
          <a:latin typeface="Times New Roman" panose="02020603050405020304" pitchFamily="18" charset="0"/>
          <a:ea typeface="黑体" panose="02010609060101010101" pitchFamily="49" charset="-122"/>
          <a:sym typeface="Times New Roman" panose="02020603050405020304" pitchFamily="18" charset="0"/>
        </a:defRPr>
      </a:lvl8pPr>
      <a:lvl9pPr marL="1828800" algn="l" rtl="0" eaLnBrk="0" fontAlgn="base" hangingPunct="0">
        <a:spcBef>
          <a:spcPts val="1700"/>
        </a:spcBef>
        <a:spcAft>
          <a:spcPts val="1650"/>
        </a:spcAft>
        <a:defRPr sz="3200" b="1">
          <a:solidFill>
            <a:srgbClr val="0000FF"/>
          </a:solidFill>
          <a:latin typeface="Times New Roman" panose="02020603050405020304" pitchFamily="18" charset="0"/>
          <a:ea typeface="黑体" panose="02010609060101010101" pitchFamily="49" charset="-122"/>
          <a:sym typeface="Times New Roman" panose="02020603050405020304" pitchFamily="18" charset="0"/>
        </a:defRPr>
      </a:lvl9pPr>
    </p:titleStyle>
    <p:bodyStyle>
      <a:lvl1pPr marL="342900" indent="-342900" algn="just" defTabSz="0" rtl="0" eaLnBrk="0" fontAlgn="base" hangingPunct="0">
        <a:lnSpc>
          <a:spcPct val="105000"/>
        </a:lnSpc>
        <a:spcBef>
          <a:spcPts val="1300"/>
        </a:spcBef>
        <a:spcAft>
          <a:spcPts val="1300"/>
        </a:spcAft>
        <a:buClr>
          <a:srgbClr val="0000FF"/>
        </a:buClr>
        <a:buFont typeface="Wingdings" panose="05000000000000000000" pitchFamily="2" charset="2"/>
        <a:buChar char="u"/>
        <a:defRPr sz="2800" b="1">
          <a:solidFill>
            <a:srgbClr val="0C00AC"/>
          </a:solidFill>
          <a:latin typeface="+mn-lt"/>
          <a:ea typeface="+mn-ea"/>
          <a:cs typeface="楷体_GB2312" panose="02010609030101010101" charset="-122"/>
          <a:sym typeface="Arial" panose="020B0604020202020204" pitchFamily="34" charset="0"/>
        </a:defRPr>
      </a:lvl1pPr>
      <a:lvl2pPr marL="742950" indent="-285750" algn="just" defTabSz="0" rtl="0" eaLnBrk="0" fontAlgn="base" hangingPunct="0">
        <a:spcBef>
          <a:spcPts val="1300"/>
        </a:spcBef>
        <a:spcAft>
          <a:spcPts val="1300"/>
        </a:spcAft>
        <a:buClr>
          <a:srgbClr val="FF6600"/>
        </a:buClr>
        <a:buFont typeface="Wingdings" panose="05000000000000000000" pitchFamily="2" charset="2"/>
        <a:buChar char="Ø"/>
        <a:defRPr sz="2800" b="1">
          <a:solidFill>
            <a:schemeClr val="tx1"/>
          </a:solidFill>
          <a:latin typeface="+mj-lt"/>
          <a:ea typeface="+mn-ea"/>
          <a:cs typeface="楷体_GB2312" panose="02010609030101010101" charset="-122"/>
          <a:sym typeface="Arial" panose="020B0604020202020204" pitchFamily="34" charset="0"/>
        </a:defRPr>
      </a:lvl2pPr>
      <a:lvl3pPr marL="1143000" indent="-228600" algn="just" defTabSz="0" rtl="0" eaLnBrk="0" fontAlgn="base" hangingPunct="0">
        <a:spcBef>
          <a:spcPct val="20000"/>
        </a:spcBef>
        <a:spcAft>
          <a:spcPct val="0"/>
        </a:spcAft>
        <a:buClr>
          <a:srgbClr val="FF6600"/>
        </a:buClr>
        <a:buFont typeface="Wingdings" panose="05000000000000000000" pitchFamily="2" charset="2"/>
        <a:buChar char="•"/>
        <a:defRPr sz="2400" b="1">
          <a:solidFill>
            <a:schemeClr val="tx1"/>
          </a:solidFill>
          <a:latin typeface="+mn-lt"/>
          <a:ea typeface="宋体" panose="02010600030101010101" pitchFamily="2" charset="-122"/>
          <a:cs typeface="楷体_GB2312" panose="02010609030101010101" charset="-122"/>
          <a:sym typeface="Arial" panose="020B0604020202020204" pitchFamily="34" charset="0"/>
        </a:defRPr>
      </a:lvl3pPr>
      <a:lvl4pPr marL="1600200" indent="-228600" algn="just" defTabSz="0" rtl="0" eaLnBrk="0" fontAlgn="base" hangingPunct="0">
        <a:spcBef>
          <a:spcPct val="20000"/>
        </a:spcBef>
        <a:spcAft>
          <a:spcPct val="0"/>
        </a:spcAft>
        <a:buClr>
          <a:srgbClr val="FF6600"/>
        </a:buClr>
        <a:buFont typeface="Wingdings" panose="05000000000000000000" pitchFamily="2" charset="2"/>
        <a:buChar char="–"/>
        <a:defRPr sz="2000" b="1">
          <a:solidFill>
            <a:schemeClr val="tx1"/>
          </a:solidFill>
          <a:latin typeface="+mn-lt"/>
          <a:ea typeface="宋体" panose="02010600030101010101" pitchFamily="2" charset="-122"/>
          <a:cs typeface="楷体_GB2312" panose="02010609030101010101" charset="-122"/>
          <a:sym typeface="Arial" panose="020B0604020202020204" pitchFamily="34" charset="0"/>
        </a:defRPr>
      </a:lvl4pPr>
      <a:lvl5pPr marL="2057400" indent="-228600" algn="just" defTabSz="0" rtl="0" eaLnBrk="0" fontAlgn="base" hangingPunct="0">
        <a:spcBef>
          <a:spcPct val="20000"/>
        </a:spcBef>
        <a:spcAft>
          <a:spcPct val="0"/>
        </a:spcAft>
        <a:buClr>
          <a:srgbClr val="FF6600"/>
        </a:buClr>
        <a:buFont typeface="Wingdings" panose="05000000000000000000" pitchFamily="2" charset="2"/>
        <a:buChar char="»"/>
        <a:defRPr sz="2000" b="1">
          <a:solidFill>
            <a:schemeClr val="tx1"/>
          </a:solidFill>
          <a:latin typeface="+mn-lt"/>
          <a:ea typeface="宋体" panose="02010600030101010101" pitchFamily="2" charset="-122"/>
          <a:cs typeface="楷体_GB2312" panose="02010609030101010101" charset="-122"/>
          <a:sym typeface="Arial" panose="020B0604020202020204" pitchFamily="34" charset="0"/>
        </a:defRPr>
      </a:lvl5pPr>
      <a:lvl6pPr marL="2514600" indent="-228600" algn="just" defTabSz="0" rtl="0" eaLnBrk="0" fontAlgn="base" hangingPunct="0">
        <a:spcBef>
          <a:spcPct val="20000"/>
        </a:spcBef>
        <a:spcAft>
          <a:spcPct val="0"/>
        </a:spcAft>
        <a:buClr>
          <a:srgbClr val="FF6600"/>
        </a:buClr>
        <a:buFont typeface="Wingdings" panose="05000000000000000000" pitchFamily="2" charset="2"/>
        <a:buChar char="»"/>
        <a:defRPr sz="2000" b="1">
          <a:solidFill>
            <a:schemeClr val="tx1"/>
          </a:solidFill>
          <a:latin typeface="+mn-lt"/>
          <a:ea typeface="宋体" panose="02010600030101010101" pitchFamily="2" charset="-122"/>
          <a:sym typeface="Arial" panose="020B0604020202020204" pitchFamily="34" charset="0"/>
        </a:defRPr>
      </a:lvl6pPr>
      <a:lvl7pPr marL="2971800" indent="-228600" algn="just" defTabSz="0" rtl="0" eaLnBrk="0" fontAlgn="base" hangingPunct="0">
        <a:spcBef>
          <a:spcPct val="20000"/>
        </a:spcBef>
        <a:spcAft>
          <a:spcPct val="0"/>
        </a:spcAft>
        <a:buClr>
          <a:srgbClr val="FF6600"/>
        </a:buClr>
        <a:buFont typeface="Wingdings" panose="05000000000000000000" pitchFamily="2" charset="2"/>
        <a:buChar char="»"/>
        <a:defRPr sz="2000" b="1">
          <a:solidFill>
            <a:schemeClr val="tx1"/>
          </a:solidFill>
          <a:latin typeface="+mn-lt"/>
          <a:ea typeface="宋体" panose="02010600030101010101" pitchFamily="2" charset="-122"/>
          <a:sym typeface="Arial" panose="020B0604020202020204" pitchFamily="34" charset="0"/>
        </a:defRPr>
      </a:lvl7pPr>
      <a:lvl8pPr marL="3429000" indent="-228600" algn="just" defTabSz="0" rtl="0" eaLnBrk="0" fontAlgn="base" hangingPunct="0">
        <a:spcBef>
          <a:spcPct val="20000"/>
        </a:spcBef>
        <a:spcAft>
          <a:spcPct val="0"/>
        </a:spcAft>
        <a:buClr>
          <a:srgbClr val="FF6600"/>
        </a:buClr>
        <a:buFont typeface="Wingdings" panose="05000000000000000000" pitchFamily="2" charset="2"/>
        <a:buChar char="»"/>
        <a:defRPr sz="2000" b="1">
          <a:solidFill>
            <a:schemeClr val="tx1"/>
          </a:solidFill>
          <a:latin typeface="+mn-lt"/>
          <a:ea typeface="宋体" panose="02010600030101010101" pitchFamily="2" charset="-122"/>
          <a:sym typeface="Arial" panose="020B0604020202020204" pitchFamily="34" charset="0"/>
        </a:defRPr>
      </a:lvl8pPr>
      <a:lvl9pPr marL="3886200" indent="-228600" algn="just" defTabSz="0" rtl="0" eaLnBrk="0" fontAlgn="base" hangingPunct="0">
        <a:spcBef>
          <a:spcPct val="20000"/>
        </a:spcBef>
        <a:spcAft>
          <a:spcPct val="0"/>
        </a:spcAft>
        <a:buClr>
          <a:srgbClr val="FF6600"/>
        </a:buClr>
        <a:buFont typeface="Wingdings" panose="05000000000000000000" pitchFamily="2" charset="2"/>
        <a:buChar char="»"/>
        <a:defRPr sz="2000" b="1">
          <a:solidFill>
            <a:schemeClr val="tx1"/>
          </a:solidFill>
          <a:latin typeface="+mn-lt"/>
          <a:ea typeface="宋体" panose="02010600030101010101" pitchFamily="2" charset="-122"/>
          <a:sym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AutoShape 29"/>
          <p:cNvSpPr>
            <a:spLocks noChangeArrowheads="1"/>
          </p:cNvSpPr>
          <p:nvPr userDrawn="1"/>
        </p:nvSpPr>
        <p:spPr bwMode="auto">
          <a:xfrm>
            <a:off x="611188" y="188913"/>
            <a:ext cx="3241675" cy="144462"/>
          </a:xfrm>
          <a:prstGeom prst="cloudCallout">
            <a:avLst>
              <a:gd name="adj1" fmla="val 49019"/>
              <a:gd name="adj2" fmla="val 6042"/>
            </a:avLst>
          </a:prstGeom>
          <a:gradFill rotWithShape="1">
            <a:gsLst>
              <a:gs pos="0">
                <a:schemeClr val="bg1"/>
              </a:gs>
              <a:gs pos="100000">
                <a:schemeClr val="bg1">
                  <a:alpha val="32001"/>
                </a:schemeClr>
              </a:gs>
            </a:gsLst>
            <a:path path="rect">
              <a:fillToRect l="50000" t="50000" r="50000" b="50000"/>
            </a:path>
          </a:gradFill>
          <a:ln>
            <a:noFill/>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defRPr/>
            </a:pPr>
            <a:endParaRPr kumimoji="0" lang="zh-CN" altLang="zh-CN" sz="1800">
              <a:solidFill>
                <a:srgbClr val="000000"/>
              </a:solidFill>
              <a:latin typeface="Arial" panose="020B0604020202020204" pitchFamily="34" charset="0"/>
            </a:endParaRPr>
          </a:p>
        </p:txBody>
      </p:sp>
      <p:sp>
        <p:nvSpPr>
          <p:cNvPr id="1027" name="AutoShape 27"/>
          <p:cNvSpPr>
            <a:spLocks noChangeArrowheads="1"/>
          </p:cNvSpPr>
          <p:nvPr userDrawn="1"/>
        </p:nvSpPr>
        <p:spPr bwMode="auto">
          <a:xfrm>
            <a:off x="4140200" y="115888"/>
            <a:ext cx="1223963" cy="142875"/>
          </a:xfrm>
          <a:prstGeom prst="cloudCallout">
            <a:avLst>
              <a:gd name="adj1" fmla="val 36639"/>
              <a:gd name="adj2" fmla="val 35556"/>
            </a:avLst>
          </a:prstGeom>
          <a:gradFill rotWithShape="1">
            <a:gsLst>
              <a:gs pos="0">
                <a:schemeClr val="bg1"/>
              </a:gs>
              <a:gs pos="100000">
                <a:schemeClr val="bg1">
                  <a:alpha val="32001"/>
                </a:schemeClr>
              </a:gs>
            </a:gsLst>
            <a:path path="rect">
              <a:fillToRect l="50000" t="50000" r="50000" b="50000"/>
            </a:path>
          </a:gradFill>
          <a:ln>
            <a:noFill/>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defRPr/>
            </a:pPr>
            <a:endParaRPr kumimoji="0" lang="zh-CN" altLang="zh-CN" sz="1800">
              <a:solidFill>
                <a:srgbClr val="000000"/>
              </a:solidFill>
              <a:latin typeface="Arial" panose="020B0604020202020204" pitchFamily="34" charset="0"/>
            </a:endParaRPr>
          </a:p>
        </p:txBody>
      </p:sp>
      <p:sp>
        <p:nvSpPr>
          <p:cNvPr id="1028" name="AutoShape 8"/>
          <p:cNvSpPr>
            <a:spLocks noChangeArrowheads="1"/>
          </p:cNvSpPr>
          <p:nvPr userDrawn="1"/>
        </p:nvSpPr>
        <p:spPr bwMode="auto">
          <a:xfrm>
            <a:off x="358775" y="114300"/>
            <a:ext cx="2519363" cy="312738"/>
          </a:xfrm>
          <a:prstGeom prst="cloudCallout">
            <a:avLst>
              <a:gd name="adj1" fmla="val -7907"/>
              <a:gd name="adj2" fmla="val 2792"/>
            </a:avLst>
          </a:prstGeom>
          <a:gradFill rotWithShape="1">
            <a:gsLst>
              <a:gs pos="0">
                <a:schemeClr val="bg1"/>
              </a:gs>
              <a:gs pos="100000">
                <a:schemeClr val="bg1">
                  <a:alpha val="32001"/>
                </a:schemeClr>
              </a:gs>
            </a:gsLst>
            <a:path path="rect">
              <a:fillToRect l="50000" t="50000" r="50000" b="50000"/>
            </a:path>
          </a:gradFill>
          <a:ln>
            <a:noFill/>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defRPr/>
            </a:pPr>
            <a:endParaRPr kumimoji="0" lang="zh-CN" altLang="zh-CN" sz="1800">
              <a:solidFill>
                <a:srgbClr val="000000"/>
              </a:solidFill>
              <a:latin typeface="Arial" panose="020B0604020202020204" pitchFamily="34" charset="0"/>
            </a:endParaRPr>
          </a:p>
        </p:txBody>
      </p:sp>
      <p:sp>
        <p:nvSpPr>
          <p:cNvPr id="1029" name="AutoShape 10"/>
          <p:cNvSpPr>
            <a:spLocks noChangeArrowheads="1"/>
          </p:cNvSpPr>
          <p:nvPr userDrawn="1"/>
        </p:nvSpPr>
        <p:spPr bwMode="auto">
          <a:xfrm>
            <a:off x="3924300" y="0"/>
            <a:ext cx="3887788" cy="188913"/>
          </a:xfrm>
          <a:prstGeom prst="cloudCallout">
            <a:avLst>
              <a:gd name="adj1" fmla="val 17782"/>
              <a:gd name="adj2" fmla="val -34032"/>
            </a:avLst>
          </a:prstGeom>
          <a:gradFill rotWithShape="1">
            <a:gsLst>
              <a:gs pos="0">
                <a:schemeClr val="bg1"/>
              </a:gs>
              <a:gs pos="100000">
                <a:schemeClr val="bg1">
                  <a:alpha val="32001"/>
                </a:schemeClr>
              </a:gs>
            </a:gsLst>
            <a:path path="rect">
              <a:fillToRect l="50000" t="50000" r="50000" b="50000"/>
            </a:path>
          </a:gradFill>
          <a:ln>
            <a:noFill/>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defRPr/>
            </a:pPr>
            <a:endParaRPr kumimoji="0" lang="zh-CN" altLang="zh-CN" sz="1800">
              <a:solidFill>
                <a:srgbClr val="000000"/>
              </a:solidFill>
              <a:latin typeface="Arial" panose="020B0604020202020204" pitchFamily="34" charset="0"/>
            </a:endParaRPr>
          </a:p>
        </p:txBody>
      </p:sp>
      <p:sp>
        <p:nvSpPr>
          <p:cNvPr id="1030" name="AutoShape 24"/>
          <p:cNvSpPr>
            <a:spLocks noChangeArrowheads="1"/>
          </p:cNvSpPr>
          <p:nvPr userDrawn="1"/>
        </p:nvSpPr>
        <p:spPr bwMode="auto">
          <a:xfrm>
            <a:off x="1547813" y="115888"/>
            <a:ext cx="1655762" cy="144462"/>
          </a:xfrm>
          <a:prstGeom prst="cloudCallout">
            <a:avLst>
              <a:gd name="adj1" fmla="val 14046"/>
              <a:gd name="adj2" fmla="val -15935"/>
            </a:avLst>
          </a:prstGeom>
          <a:gradFill rotWithShape="1">
            <a:gsLst>
              <a:gs pos="0">
                <a:schemeClr val="bg1"/>
              </a:gs>
              <a:gs pos="100000">
                <a:schemeClr val="bg1">
                  <a:alpha val="32001"/>
                </a:schemeClr>
              </a:gs>
            </a:gsLst>
            <a:path path="rect">
              <a:fillToRect l="50000" t="50000" r="50000" b="50000"/>
            </a:path>
          </a:gradFill>
          <a:ln>
            <a:noFill/>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defRPr/>
            </a:pPr>
            <a:endParaRPr kumimoji="0" lang="zh-CN" altLang="zh-CN" sz="1800">
              <a:solidFill>
                <a:srgbClr val="000000"/>
              </a:solidFill>
              <a:latin typeface="Arial" panose="020B0604020202020204" pitchFamily="34" charset="0"/>
            </a:endParaRPr>
          </a:p>
        </p:txBody>
      </p:sp>
      <p:sp>
        <p:nvSpPr>
          <p:cNvPr id="1031" name="AutoShape 26"/>
          <p:cNvSpPr>
            <a:spLocks noChangeArrowheads="1"/>
          </p:cNvSpPr>
          <p:nvPr userDrawn="1"/>
        </p:nvSpPr>
        <p:spPr bwMode="auto">
          <a:xfrm>
            <a:off x="0" y="-71438"/>
            <a:ext cx="1223963" cy="142876"/>
          </a:xfrm>
          <a:prstGeom prst="cloudCallout">
            <a:avLst>
              <a:gd name="adj1" fmla="val 36639"/>
              <a:gd name="adj2" fmla="val -15556"/>
            </a:avLst>
          </a:prstGeom>
          <a:gradFill rotWithShape="1">
            <a:gsLst>
              <a:gs pos="0">
                <a:schemeClr val="bg1"/>
              </a:gs>
              <a:gs pos="100000">
                <a:schemeClr val="bg1">
                  <a:alpha val="32001"/>
                </a:schemeClr>
              </a:gs>
            </a:gsLst>
            <a:path path="rect">
              <a:fillToRect l="50000" t="50000" r="50000" b="50000"/>
            </a:path>
          </a:gradFill>
          <a:ln>
            <a:noFill/>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defRPr/>
            </a:pPr>
            <a:endParaRPr kumimoji="0" lang="zh-CN" altLang="zh-CN" sz="1800">
              <a:solidFill>
                <a:srgbClr val="000000"/>
              </a:solidFill>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hf hdr="0" ftr="0" dt="0"/>
  <p:txStyles>
    <p:titleStyle>
      <a:lvl1pPr algn="ctr" rtl="0" eaLnBrk="0" fontAlgn="base" hangingPunct="0">
        <a:spcBef>
          <a:spcPct val="0"/>
        </a:spcBef>
        <a:spcAft>
          <a:spcPct val="0"/>
        </a:spcAft>
        <a:defRPr sz="4400" b="1" kern="1200">
          <a:solidFill>
            <a:schemeClr val="tx2"/>
          </a:solidFill>
          <a:latin typeface="+mj-lt"/>
          <a:ea typeface="+mj-ea"/>
          <a:cs typeface="+mj-cs"/>
        </a:defRPr>
      </a:lvl1pPr>
      <a:lvl2pPr algn="ctr" rtl="0" eaLnBrk="0" fontAlgn="base" hangingPunct="0">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b" anchorCtr="0" compatLnSpc="1"/>
          <a:lstStyle>
            <a:lvl1pPr algn="ctr">
              <a:defRPr sz="1200">
                <a:solidFill>
                  <a:srgbClr val="000000"/>
                </a:solidFill>
                <a:latin typeface="+mn-lt"/>
                <a:ea typeface="+mn-ea"/>
              </a:defRPr>
            </a:lvl1pPr>
          </a:lstStyle>
          <a:p>
            <a:pPr>
              <a:defRPr/>
            </a:pPr>
            <a:endParaRPr lang="en-US" altLang="zh-CN"/>
          </a:p>
        </p:txBody>
      </p:sp>
      <p:sp>
        <p:nvSpPr>
          <p:cNvPr id="16387" name="Rectangle 3"/>
          <p:cNvSpPr>
            <a:spLocks noGrp="1" noChangeArrowheads="1"/>
          </p:cNvSpPr>
          <p:nvPr>
            <p:ph type="sldNum" sz="quarter" idx="4"/>
          </p:nvPr>
        </p:nvSpPr>
        <p:spPr bwMode="auto">
          <a:xfrm>
            <a:off x="6553200" y="6248400"/>
            <a:ext cx="2133600" cy="457200"/>
          </a:xfrm>
          <a:prstGeom prst="rect">
            <a:avLst/>
          </a:prstGeom>
          <a:noFill/>
          <a:ln>
            <a:noFill/>
          </a:ln>
          <a:effectLst/>
        </p:spPr>
        <p:txBody>
          <a:bodyPr vert="horz" wrap="square" lIns="91440" tIns="45720" rIns="91440" bIns="45720" numCol="1" anchor="b" anchorCtr="0" compatLnSpc="1"/>
          <a:lstStyle>
            <a:lvl1pPr algn="r">
              <a:defRPr sz="1200">
                <a:solidFill>
                  <a:srgbClr val="000000"/>
                </a:solidFill>
                <a:latin typeface="Arial Black" panose="020B0A04020102020204" pitchFamily="34" charset="0"/>
                <a:ea typeface="宋体" panose="02010600030101010101" pitchFamily="2" charset="-122"/>
              </a:defRPr>
            </a:lvl1pPr>
          </a:lstStyle>
          <a:p>
            <a:pPr>
              <a:defRPr/>
            </a:pPr>
            <a:fld id="{18D3D8D6-D2D6-43CF-91A8-D9580B07DE9B}" type="slidenum">
              <a:rPr lang="en-US" altLang="zh-CN"/>
              <a:t>‹#›</a:t>
            </a:fld>
            <a:endParaRPr lang="en-US" altLang="zh-CN"/>
          </a:p>
        </p:txBody>
      </p:sp>
      <p:grpSp>
        <p:nvGrpSpPr>
          <p:cNvPr id="1028" name="Group 4"/>
          <p:cNvGrpSpPr/>
          <p:nvPr/>
        </p:nvGrpSpPr>
        <p:grpSpPr bwMode="auto">
          <a:xfrm>
            <a:off x="0" y="0"/>
            <a:ext cx="9144000" cy="546100"/>
            <a:chOff x="0" y="0"/>
            <a:chExt cx="5760" cy="344"/>
          </a:xfrm>
        </p:grpSpPr>
        <p:sp>
          <p:nvSpPr>
            <p:cNvPr id="2056"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p:spPr>
          <p:txBody>
            <a:bodyPr wrap="none" anchor="ctr"/>
            <a:lstStyle>
              <a:lvl1pPr>
                <a:defRPr kumimoji="1" sz="2800">
                  <a:solidFill>
                    <a:schemeClr val="tx2"/>
                  </a:solidFill>
                  <a:latin typeface="Times New Roman" panose="02020603050405020304" pitchFamily="18" charset="0"/>
                  <a:ea typeface="宋体" panose="02010600030101010101" pitchFamily="2" charset="-122"/>
                </a:defRPr>
              </a:lvl1pPr>
              <a:lvl2pPr marL="742950" indent="-285750">
                <a:defRPr kumimoji="1" sz="2800">
                  <a:solidFill>
                    <a:schemeClr val="tx2"/>
                  </a:solidFill>
                  <a:latin typeface="Times New Roman" panose="02020603050405020304" pitchFamily="18" charset="0"/>
                  <a:ea typeface="宋体" panose="02010600030101010101" pitchFamily="2" charset="-122"/>
                </a:defRPr>
              </a:lvl2pPr>
              <a:lvl3pPr marL="1143000" indent="-228600">
                <a:defRPr kumimoji="1" sz="2800">
                  <a:solidFill>
                    <a:schemeClr val="tx2"/>
                  </a:solidFill>
                  <a:latin typeface="Times New Roman" panose="02020603050405020304" pitchFamily="18" charset="0"/>
                  <a:ea typeface="宋体" panose="02010600030101010101" pitchFamily="2" charset="-122"/>
                </a:defRPr>
              </a:lvl3pPr>
              <a:lvl4pPr marL="1600200" indent="-228600">
                <a:defRPr kumimoji="1" sz="2800">
                  <a:solidFill>
                    <a:schemeClr val="tx2"/>
                  </a:solidFill>
                  <a:latin typeface="Times New Roman" panose="02020603050405020304" pitchFamily="18" charset="0"/>
                  <a:ea typeface="宋体" panose="02010600030101010101" pitchFamily="2" charset="-122"/>
                </a:defRPr>
              </a:lvl4pPr>
              <a:lvl5pPr marL="2057400" indent="-228600">
                <a:defRPr kumimoji="1" sz="2800">
                  <a:solidFill>
                    <a:schemeClr val="tx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9pPr>
            </a:lstStyle>
            <a:p>
              <a:pPr algn="ctr">
                <a:defRPr/>
              </a:pPr>
              <a:endParaRPr lang="zh-CN" altLang="zh-CN">
                <a:solidFill>
                  <a:srgbClr val="000000"/>
                </a:solidFill>
              </a:endParaRPr>
            </a:p>
          </p:txBody>
        </p:sp>
        <p:sp>
          <p:nvSpPr>
            <p:cNvPr id="2057"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p:spPr>
          <p:txBody>
            <a:bodyPr/>
            <a:lstStyle>
              <a:lvl1pPr>
                <a:defRPr kumimoji="1" sz="2800">
                  <a:solidFill>
                    <a:schemeClr val="tx2"/>
                  </a:solidFill>
                  <a:latin typeface="Times New Roman" panose="02020603050405020304" pitchFamily="18" charset="0"/>
                  <a:ea typeface="宋体" panose="02010600030101010101" pitchFamily="2" charset="-122"/>
                </a:defRPr>
              </a:lvl1pPr>
              <a:lvl2pPr marL="742950" indent="-285750">
                <a:defRPr kumimoji="1" sz="2800">
                  <a:solidFill>
                    <a:schemeClr val="tx2"/>
                  </a:solidFill>
                  <a:latin typeface="Times New Roman" panose="02020603050405020304" pitchFamily="18" charset="0"/>
                  <a:ea typeface="宋体" panose="02010600030101010101" pitchFamily="2" charset="-122"/>
                </a:defRPr>
              </a:lvl2pPr>
              <a:lvl3pPr marL="1143000" indent="-228600">
                <a:defRPr kumimoji="1" sz="2800">
                  <a:solidFill>
                    <a:schemeClr val="tx2"/>
                  </a:solidFill>
                  <a:latin typeface="Times New Roman" panose="02020603050405020304" pitchFamily="18" charset="0"/>
                  <a:ea typeface="宋体" panose="02010600030101010101" pitchFamily="2" charset="-122"/>
                </a:defRPr>
              </a:lvl3pPr>
              <a:lvl4pPr marL="1600200" indent="-228600">
                <a:defRPr kumimoji="1" sz="2800">
                  <a:solidFill>
                    <a:schemeClr val="tx2"/>
                  </a:solidFill>
                  <a:latin typeface="Times New Roman" panose="02020603050405020304" pitchFamily="18" charset="0"/>
                  <a:ea typeface="宋体" panose="02010600030101010101" pitchFamily="2" charset="-122"/>
                </a:defRPr>
              </a:lvl4pPr>
              <a:lvl5pPr marL="2057400" indent="-228600">
                <a:defRPr kumimoji="1" sz="2800">
                  <a:solidFill>
                    <a:schemeClr val="tx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9pPr>
            </a:lstStyle>
            <a:p>
              <a:pPr>
                <a:defRPr/>
              </a:pPr>
              <a:endParaRPr lang="zh-CN" altLang="zh-CN">
                <a:solidFill>
                  <a:srgbClr val="000000"/>
                </a:solidFill>
              </a:endParaRPr>
            </a:p>
          </p:txBody>
        </p:sp>
        <p:sp>
          <p:nvSpPr>
            <p:cNvPr id="2058" name="Rectangle 7"/>
            <p:cNvSpPr>
              <a:spLocks noChangeArrowheads="1"/>
            </p:cNvSpPr>
            <p:nvPr/>
          </p:nvSpPr>
          <p:spPr bwMode="auto">
            <a:xfrm>
              <a:off x="258" y="85"/>
              <a:ext cx="87" cy="89"/>
            </a:xfrm>
            <a:prstGeom prst="rect">
              <a:avLst/>
            </a:prstGeom>
            <a:solidFill>
              <a:schemeClr val="folHlink"/>
            </a:solidFill>
            <a:ln>
              <a:noFill/>
            </a:ln>
          </p:spPr>
          <p:txBody>
            <a:bodyPr/>
            <a:lstStyle>
              <a:lvl1pPr>
                <a:defRPr kumimoji="1" sz="2800">
                  <a:solidFill>
                    <a:schemeClr val="tx2"/>
                  </a:solidFill>
                  <a:latin typeface="Times New Roman" panose="02020603050405020304" pitchFamily="18" charset="0"/>
                  <a:ea typeface="宋体" panose="02010600030101010101" pitchFamily="2" charset="-122"/>
                </a:defRPr>
              </a:lvl1pPr>
              <a:lvl2pPr marL="742950" indent="-285750">
                <a:defRPr kumimoji="1" sz="2800">
                  <a:solidFill>
                    <a:schemeClr val="tx2"/>
                  </a:solidFill>
                  <a:latin typeface="Times New Roman" panose="02020603050405020304" pitchFamily="18" charset="0"/>
                  <a:ea typeface="宋体" panose="02010600030101010101" pitchFamily="2" charset="-122"/>
                </a:defRPr>
              </a:lvl2pPr>
              <a:lvl3pPr marL="1143000" indent="-228600">
                <a:defRPr kumimoji="1" sz="2800">
                  <a:solidFill>
                    <a:schemeClr val="tx2"/>
                  </a:solidFill>
                  <a:latin typeface="Times New Roman" panose="02020603050405020304" pitchFamily="18" charset="0"/>
                  <a:ea typeface="宋体" panose="02010600030101010101" pitchFamily="2" charset="-122"/>
                </a:defRPr>
              </a:lvl3pPr>
              <a:lvl4pPr marL="1600200" indent="-228600">
                <a:defRPr kumimoji="1" sz="2800">
                  <a:solidFill>
                    <a:schemeClr val="tx2"/>
                  </a:solidFill>
                  <a:latin typeface="Times New Roman" panose="02020603050405020304" pitchFamily="18" charset="0"/>
                  <a:ea typeface="宋体" panose="02010600030101010101" pitchFamily="2" charset="-122"/>
                </a:defRPr>
              </a:lvl4pPr>
              <a:lvl5pPr marL="2057400" indent="-228600">
                <a:defRPr kumimoji="1" sz="2800">
                  <a:solidFill>
                    <a:schemeClr val="tx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9pPr>
            </a:lstStyle>
            <a:p>
              <a:pPr>
                <a:defRPr/>
              </a:pPr>
              <a:endParaRPr lang="zh-CN" altLang="zh-CN" sz="1800">
                <a:solidFill>
                  <a:srgbClr val="666699"/>
                </a:solidFill>
                <a:latin typeface="Arial" panose="020B0604020202020204" pitchFamily="34" charset="0"/>
              </a:endParaRPr>
            </a:p>
          </p:txBody>
        </p:sp>
        <p:sp>
          <p:nvSpPr>
            <p:cNvPr id="2059" name="Rectangle 8"/>
            <p:cNvSpPr>
              <a:spLocks noChangeArrowheads="1"/>
            </p:cNvSpPr>
            <p:nvPr/>
          </p:nvSpPr>
          <p:spPr bwMode="auto">
            <a:xfrm>
              <a:off x="345" y="0"/>
              <a:ext cx="88" cy="87"/>
            </a:xfrm>
            <a:prstGeom prst="rect">
              <a:avLst/>
            </a:prstGeom>
            <a:solidFill>
              <a:schemeClr val="folHlink"/>
            </a:solidFill>
            <a:ln>
              <a:noFill/>
            </a:ln>
          </p:spPr>
          <p:txBody>
            <a:bodyPr/>
            <a:lstStyle>
              <a:lvl1pPr>
                <a:defRPr kumimoji="1" sz="2800">
                  <a:solidFill>
                    <a:schemeClr val="tx2"/>
                  </a:solidFill>
                  <a:latin typeface="Times New Roman" panose="02020603050405020304" pitchFamily="18" charset="0"/>
                  <a:ea typeface="宋体" panose="02010600030101010101" pitchFamily="2" charset="-122"/>
                </a:defRPr>
              </a:lvl1pPr>
              <a:lvl2pPr marL="742950" indent="-285750">
                <a:defRPr kumimoji="1" sz="2800">
                  <a:solidFill>
                    <a:schemeClr val="tx2"/>
                  </a:solidFill>
                  <a:latin typeface="Times New Roman" panose="02020603050405020304" pitchFamily="18" charset="0"/>
                  <a:ea typeface="宋体" panose="02010600030101010101" pitchFamily="2" charset="-122"/>
                </a:defRPr>
              </a:lvl2pPr>
              <a:lvl3pPr marL="1143000" indent="-228600">
                <a:defRPr kumimoji="1" sz="2800">
                  <a:solidFill>
                    <a:schemeClr val="tx2"/>
                  </a:solidFill>
                  <a:latin typeface="Times New Roman" panose="02020603050405020304" pitchFamily="18" charset="0"/>
                  <a:ea typeface="宋体" panose="02010600030101010101" pitchFamily="2" charset="-122"/>
                </a:defRPr>
              </a:lvl3pPr>
              <a:lvl4pPr marL="1600200" indent="-228600">
                <a:defRPr kumimoji="1" sz="2800">
                  <a:solidFill>
                    <a:schemeClr val="tx2"/>
                  </a:solidFill>
                  <a:latin typeface="Times New Roman" panose="02020603050405020304" pitchFamily="18" charset="0"/>
                  <a:ea typeface="宋体" panose="02010600030101010101" pitchFamily="2" charset="-122"/>
                </a:defRPr>
              </a:lvl4pPr>
              <a:lvl5pPr marL="2057400" indent="-228600">
                <a:defRPr kumimoji="1" sz="2800">
                  <a:solidFill>
                    <a:schemeClr val="tx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9pPr>
            </a:lstStyle>
            <a:p>
              <a:pPr>
                <a:defRPr/>
              </a:pPr>
              <a:endParaRPr lang="zh-CN" altLang="zh-CN" sz="1800">
                <a:solidFill>
                  <a:srgbClr val="666699"/>
                </a:solidFill>
                <a:latin typeface="Arial" panose="020B0604020202020204" pitchFamily="34" charset="0"/>
              </a:endParaRPr>
            </a:p>
          </p:txBody>
        </p:sp>
        <p:sp>
          <p:nvSpPr>
            <p:cNvPr id="2060" name="Rectangle 9"/>
            <p:cNvSpPr>
              <a:spLocks noChangeArrowheads="1"/>
            </p:cNvSpPr>
            <p:nvPr/>
          </p:nvSpPr>
          <p:spPr bwMode="auto">
            <a:xfrm>
              <a:off x="345" y="85"/>
              <a:ext cx="88" cy="89"/>
            </a:xfrm>
            <a:prstGeom prst="rect">
              <a:avLst/>
            </a:prstGeom>
            <a:solidFill>
              <a:schemeClr val="accent2"/>
            </a:solidFill>
            <a:ln>
              <a:noFill/>
            </a:ln>
          </p:spPr>
          <p:txBody>
            <a:bodyPr/>
            <a:lstStyle>
              <a:lvl1pPr>
                <a:defRPr kumimoji="1" sz="2800">
                  <a:solidFill>
                    <a:schemeClr val="tx2"/>
                  </a:solidFill>
                  <a:latin typeface="Times New Roman" panose="02020603050405020304" pitchFamily="18" charset="0"/>
                  <a:ea typeface="宋体" panose="02010600030101010101" pitchFamily="2" charset="-122"/>
                </a:defRPr>
              </a:lvl1pPr>
              <a:lvl2pPr marL="742950" indent="-285750">
                <a:defRPr kumimoji="1" sz="2800">
                  <a:solidFill>
                    <a:schemeClr val="tx2"/>
                  </a:solidFill>
                  <a:latin typeface="Times New Roman" panose="02020603050405020304" pitchFamily="18" charset="0"/>
                  <a:ea typeface="宋体" panose="02010600030101010101" pitchFamily="2" charset="-122"/>
                </a:defRPr>
              </a:lvl2pPr>
              <a:lvl3pPr marL="1143000" indent="-228600">
                <a:defRPr kumimoji="1" sz="2800">
                  <a:solidFill>
                    <a:schemeClr val="tx2"/>
                  </a:solidFill>
                  <a:latin typeface="Times New Roman" panose="02020603050405020304" pitchFamily="18" charset="0"/>
                  <a:ea typeface="宋体" panose="02010600030101010101" pitchFamily="2" charset="-122"/>
                </a:defRPr>
              </a:lvl3pPr>
              <a:lvl4pPr marL="1600200" indent="-228600">
                <a:defRPr kumimoji="1" sz="2800">
                  <a:solidFill>
                    <a:schemeClr val="tx2"/>
                  </a:solidFill>
                  <a:latin typeface="Times New Roman" panose="02020603050405020304" pitchFamily="18" charset="0"/>
                  <a:ea typeface="宋体" panose="02010600030101010101" pitchFamily="2" charset="-122"/>
                </a:defRPr>
              </a:lvl4pPr>
              <a:lvl5pPr marL="2057400" indent="-228600">
                <a:defRPr kumimoji="1" sz="2800">
                  <a:solidFill>
                    <a:schemeClr val="tx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9pPr>
            </a:lstStyle>
            <a:p>
              <a:pPr>
                <a:defRPr/>
              </a:pPr>
              <a:endParaRPr lang="zh-CN" altLang="zh-CN" sz="1800">
                <a:solidFill>
                  <a:srgbClr val="9999CC"/>
                </a:solidFill>
                <a:latin typeface="Arial" panose="020B0604020202020204" pitchFamily="34" charset="0"/>
              </a:endParaRPr>
            </a:p>
          </p:txBody>
        </p:sp>
        <p:sp>
          <p:nvSpPr>
            <p:cNvPr id="2061" name="Rectangle 10"/>
            <p:cNvSpPr>
              <a:spLocks noChangeArrowheads="1"/>
            </p:cNvSpPr>
            <p:nvPr/>
          </p:nvSpPr>
          <p:spPr bwMode="auto">
            <a:xfrm>
              <a:off x="173" y="173"/>
              <a:ext cx="86" cy="87"/>
            </a:xfrm>
            <a:prstGeom prst="rect">
              <a:avLst/>
            </a:prstGeom>
            <a:solidFill>
              <a:schemeClr val="folHlink"/>
            </a:solidFill>
            <a:ln>
              <a:noFill/>
            </a:ln>
          </p:spPr>
          <p:txBody>
            <a:bodyPr/>
            <a:lstStyle>
              <a:lvl1pPr>
                <a:defRPr kumimoji="1" sz="2800">
                  <a:solidFill>
                    <a:schemeClr val="tx2"/>
                  </a:solidFill>
                  <a:latin typeface="Times New Roman" panose="02020603050405020304" pitchFamily="18" charset="0"/>
                  <a:ea typeface="宋体" panose="02010600030101010101" pitchFamily="2" charset="-122"/>
                </a:defRPr>
              </a:lvl1pPr>
              <a:lvl2pPr marL="742950" indent="-285750">
                <a:defRPr kumimoji="1" sz="2800">
                  <a:solidFill>
                    <a:schemeClr val="tx2"/>
                  </a:solidFill>
                  <a:latin typeface="Times New Roman" panose="02020603050405020304" pitchFamily="18" charset="0"/>
                  <a:ea typeface="宋体" panose="02010600030101010101" pitchFamily="2" charset="-122"/>
                </a:defRPr>
              </a:lvl2pPr>
              <a:lvl3pPr marL="1143000" indent="-228600">
                <a:defRPr kumimoji="1" sz="2800">
                  <a:solidFill>
                    <a:schemeClr val="tx2"/>
                  </a:solidFill>
                  <a:latin typeface="Times New Roman" panose="02020603050405020304" pitchFamily="18" charset="0"/>
                  <a:ea typeface="宋体" panose="02010600030101010101" pitchFamily="2" charset="-122"/>
                </a:defRPr>
              </a:lvl3pPr>
              <a:lvl4pPr marL="1600200" indent="-228600">
                <a:defRPr kumimoji="1" sz="2800">
                  <a:solidFill>
                    <a:schemeClr val="tx2"/>
                  </a:solidFill>
                  <a:latin typeface="Times New Roman" panose="02020603050405020304" pitchFamily="18" charset="0"/>
                  <a:ea typeface="宋体" panose="02010600030101010101" pitchFamily="2" charset="-122"/>
                </a:defRPr>
              </a:lvl4pPr>
              <a:lvl5pPr marL="2057400" indent="-228600">
                <a:defRPr kumimoji="1" sz="2800">
                  <a:solidFill>
                    <a:schemeClr val="tx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9pPr>
            </a:lstStyle>
            <a:p>
              <a:pPr>
                <a:defRPr/>
              </a:pPr>
              <a:endParaRPr lang="zh-CN" altLang="zh-CN" sz="1800">
                <a:solidFill>
                  <a:srgbClr val="666699"/>
                </a:solidFill>
                <a:latin typeface="Arial" panose="020B0604020202020204" pitchFamily="34" charset="0"/>
              </a:endParaRPr>
            </a:p>
          </p:txBody>
        </p:sp>
        <p:sp>
          <p:nvSpPr>
            <p:cNvPr id="2062" name="Rectangle 11"/>
            <p:cNvSpPr>
              <a:spLocks noChangeArrowheads="1"/>
            </p:cNvSpPr>
            <p:nvPr/>
          </p:nvSpPr>
          <p:spPr bwMode="auto">
            <a:xfrm>
              <a:off x="83" y="86"/>
              <a:ext cx="89" cy="87"/>
            </a:xfrm>
            <a:prstGeom prst="rect">
              <a:avLst/>
            </a:prstGeom>
            <a:solidFill>
              <a:schemeClr val="bg2"/>
            </a:solidFill>
            <a:ln>
              <a:noFill/>
            </a:ln>
          </p:spPr>
          <p:txBody>
            <a:bodyPr/>
            <a:lstStyle>
              <a:lvl1pPr>
                <a:defRPr kumimoji="1" sz="2800">
                  <a:solidFill>
                    <a:schemeClr val="tx2"/>
                  </a:solidFill>
                  <a:latin typeface="Times New Roman" panose="02020603050405020304" pitchFamily="18" charset="0"/>
                  <a:ea typeface="宋体" panose="02010600030101010101" pitchFamily="2" charset="-122"/>
                </a:defRPr>
              </a:lvl1pPr>
              <a:lvl2pPr marL="742950" indent="-285750">
                <a:defRPr kumimoji="1" sz="2800">
                  <a:solidFill>
                    <a:schemeClr val="tx2"/>
                  </a:solidFill>
                  <a:latin typeface="Times New Roman" panose="02020603050405020304" pitchFamily="18" charset="0"/>
                  <a:ea typeface="宋体" panose="02010600030101010101" pitchFamily="2" charset="-122"/>
                </a:defRPr>
              </a:lvl2pPr>
              <a:lvl3pPr marL="1143000" indent="-228600">
                <a:defRPr kumimoji="1" sz="2800">
                  <a:solidFill>
                    <a:schemeClr val="tx2"/>
                  </a:solidFill>
                  <a:latin typeface="Times New Roman" panose="02020603050405020304" pitchFamily="18" charset="0"/>
                  <a:ea typeface="宋体" panose="02010600030101010101" pitchFamily="2" charset="-122"/>
                </a:defRPr>
              </a:lvl3pPr>
              <a:lvl4pPr marL="1600200" indent="-228600">
                <a:defRPr kumimoji="1" sz="2800">
                  <a:solidFill>
                    <a:schemeClr val="tx2"/>
                  </a:solidFill>
                  <a:latin typeface="Times New Roman" panose="02020603050405020304" pitchFamily="18" charset="0"/>
                  <a:ea typeface="宋体" panose="02010600030101010101" pitchFamily="2" charset="-122"/>
                </a:defRPr>
              </a:lvl4pPr>
              <a:lvl5pPr marL="2057400" indent="-228600">
                <a:defRPr kumimoji="1" sz="2800">
                  <a:solidFill>
                    <a:schemeClr val="tx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9pPr>
            </a:lstStyle>
            <a:p>
              <a:pPr>
                <a:defRPr/>
              </a:pPr>
              <a:endParaRPr lang="zh-CN" altLang="zh-CN">
                <a:solidFill>
                  <a:srgbClr val="000000"/>
                </a:solidFill>
              </a:endParaRPr>
            </a:p>
          </p:txBody>
        </p:sp>
        <p:sp>
          <p:nvSpPr>
            <p:cNvPr id="2063" name="Rectangle 12"/>
            <p:cNvSpPr>
              <a:spLocks noChangeArrowheads="1"/>
            </p:cNvSpPr>
            <p:nvPr/>
          </p:nvSpPr>
          <p:spPr bwMode="auto">
            <a:xfrm>
              <a:off x="258" y="171"/>
              <a:ext cx="87" cy="87"/>
            </a:xfrm>
            <a:prstGeom prst="rect">
              <a:avLst/>
            </a:prstGeom>
            <a:solidFill>
              <a:schemeClr val="accent2"/>
            </a:solidFill>
            <a:ln>
              <a:noFill/>
            </a:ln>
          </p:spPr>
          <p:txBody>
            <a:bodyPr/>
            <a:lstStyle>
              <a:lvl1pPr>
                <a:defRPr kumimoji="1" sz="2800">
                  <a:solidFill>
                    <a:schemeClr val="tx2"/>
                  </a:solidFill>
                  <a:latin typeface="Times New Roman" panose="02020603050405020304" pitchFamily="18" charset="0"/>
                  <a:ea typeface="宋体" panose="02010600030101010101" pitchFamily="2" charset="-122"/>
                </a:defRPr>
              </a:lvl1pPr>
              <a:lvl2pPr marL="742950" indent="-285750">
                <a:defRPr kumimoji="1" sz="2800">
                  <a:solidFill>
                    <a:schemeClr val="tx2"/>
                  </a:solidFill>
                  <a:latin typeface="Times New Roman" panose="02020603050405020304" pitchFamily="18" charset="0"/>
                  <a:ea typeface="宋体" panose="02010600030101010101" pitchFamily="2" charset="-122"/>
                </a:defRPr>
              </a:lvl2pPr>
              <a:lvl3pPr marL="1143000" indent="-228600">
                <a:defRPr kumimoji="1" sz="2800">
                  <a:solidFill>
                    <a:schemeClr val="tx2"/>
                  </a:solidFill>
                  <a:latin typeface="Times New Roman" panose="02020603050405020304" pitchFamily="18" charset="0"/>
                  <a:ea typeface="宋体" panose="02010600030101010101" pitchFamily="2" charset="-122"/>
                </a:defRPr>
              </a:lvl3pPr>
              <a:lvl4pPr marL="1600200" indent="-228600">
                <a:defRPr kumimoji="1" sz="2800">
                  <a:solidFill>
                    <a:schemeClr val="tx2"/>
                  </a:solidFill>
                  <a:latin typeface="Times New Roman" panose="02020603050405020304" pitchFamily="18" charset="0"/>
                  <a:ea typeface="宋体" panose="02010600030101010101" pitchFamily="2" charset="-122"/>
                </a:defRPr>
              </a:lvl4pPr>
              <a:lvl5pPr marL="2057400" indent="-228600">
                <a:defRPr kumimoji="1" sz="2800">
                  <a:solidFill>
                    <a:schemeClr val="tx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9pPr>
            </a:lstStyle>
            <a:p>
              <a:pPr>
                <a:defRPr/>
              </a:pPr>
              <a:endParaRPr lang="zh-CN" altLang="zh-CN" sz="1800">
                <a:solidFill>
                  <a:srgbClr val="9999CC"/>
                </a:solidFill>
                <a:latin typeface="Arial" panose="020B0604020202020204" pitchFamily="34" charset="0"/>
              </a:endParaRPr>
            </a:p>
          </p:txBody>
        </p:sp>
        <p:sp>
          <p:nvSpPr>
            <p:cNvPr id="2064" name="Rectangle 13"/>
            <p:cNvSpPr>
              <a:spLocks noChangeArrowheads="1"/>
            </p:cNvSpPr>
            <p:nvPr/>
          </p:nvSpPr>
          <p:spPr bwMode="auto">
            <a:xfrm>
              <a:off x="173" y="258"/>
              <a:ext cx="86" cy="86"/>
            </a:xfrm>
            <a:prstGeom prst="rect">
              <a:avLst/>
            </a:prstGeom>
            <a:solidFill>
              <a:schemeClr val="accent2"/>
            </a:solidFill>
            <a:ln>
              <a:noFill/>
            </a:ln>
          </p:spPr>
          <p:txBody>
            <a:bodyPr/>
            <a:lstStyle>
              <a:lvl1pPr>
                <a:defRPr kumimoji="1" sz="2800">
                  <a:solidFill>
                    <a:schemeClr val="tx2"/>
                  </a:solidFill>
                  <a:latin typeface="Times New Roman" panose="02020603050405020304" pitchFamily="18" charset="0"/>
                  <a:ea typeface="宋体" panose="02010600030101010101" pitchFamily="2" charset="-122"/>
                </a:defRPr>
              </a:lvl1pPr>
              <a:lvl2pPr marL="742950" indent="-285750">
                <a:defRPr kumimoji="1" sz="2800">
                  <a:solidFill>
                    <a:schemeClr val="tx2"/>
                  </a:solidFill>
                  <a:latin typeface="Times New Roman" panose="02020603050405020304" pitchFamily="18" charset="0"/>
                  <a:ea typeface="宋体" panose="02010600030101010101" pitchFamily="2" charset="-122"/>
                </a:defRPr>
              </a:lvl2pPr>
              <a:lvl3pPr marL="1143000" indent="-228600">
                <a:defRPr kumimoji="1" sz="2800">
                  <a:solidFill>
                    <a:schemeClr val="tx2"/>
                  </a:solidFill>
                  <a:latin typeface="Times New Roman" panose="02020603050405020304" pitchFamily="18" charset="0"/>
                  <a:ea typeface="宋体" panose="02010600030101010101" pitchFamily="2" charset="-122"/>
                </a:defRPr>
              </a:lvl3pPr>
              <a:lvl4pPr marL="1600200" indent="-228600">
                <a:defRPr kumimoji="1" sz="2800">
                  <a:solidFill>
                    <a:schemeClr val="tx2"/>
                  </a:solidFill>
                  <a:latin typeface="Times New Roman" panose="02020603050405020304" pitchFamily="18" charset="0"/>
                  <a:ea typeface="宋体" panose="02010600030101010101" pitchFamily="2" charset="-122"/>
                </a:defRPr>
              </a:lvl4pPr>
              <a:lvl5pPr marL="2057400" indent="-228600">
                <a:defRPr kumimoji="1" sz="2800">
                  <a:solidFill>
                    <a:schemeClr val="tx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9pPr>
            </a:lstStyle>
            <a:p>
              <a:pPr>
                <a:defRPr/>
              </a:pPr>
              <a:endParaRPr lang="zh-CN" altLang="zh-CN" sz="1800">
                <a:solidFill>
                  <a:srgbClr val="9999CC"/>
                </a:solidFill>
                <a:latin typeface="Arial" panose="020B0604020202020204" pitchFamily="34" charset="0"/>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6400" name="Rectangle 16"/>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b" anchorCtr="0" compatLnSpc="1"/>
          <a:lstStyle>
            <a:lvl1pPr>
              <a:defRPr sz="1200">
                <a:solidFill>
                  <a:srgbClr val="000000"/>
                </a:solidFill>
                <a:latin typeface="+mn-lt"/>
                <a:ea typeface="+mn-ea"/>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ransition spd="slow"/>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44.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44.xml"/><Relationship Id="rId1" Type="http://schemas.openxmlformats.org/officeDocument/2006/relationships/vmlDrawing" Target="../drawings/vmlDrawing1.vml"/><Relationship Id="rId6" Type="http://schemas.openxmlformats.org/officeDocument/2006/relationships/image" Target="../media/image8.emf"/><Relationship Id="rId5" Type="http://schemas.openxmlformats.org/officeDocument/2006/relationships/oleObject" Target="../embeddings/oleObject2.bin"/><Relationship Id="rId4" Type="http://schemas.openxmlformats.org/officeDocument/2006/relationships/image" Target="../media/image7.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44.xml"/><Relationship Id="rId1" Type="http://schemas.openxmlformats.org/officeDocument/2006/relationships/vmlDrawing" Target="../drawings/vmlDrawing2.vml"/><Relationship Id="rId4" Type="http://schemas.openxmlformats.org/officeDocument/2006/relationships/image" Target="../media/image10.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6.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oleObject" Target="../embeddings/oleObject6.bin"/><Relationship Id="rId3" Type="http://schemas.openxmlformats.org/officeDocument/2006/relationships/tags" Target="../tags/tag3.xml"/><Relationship Id="rId21" Type="http://schemas.openxmlformats.org/officeDocument/2006/relationships/slideLayout" Target="../slideLayouts/slideLayout44.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image" Target="../media/image11.wmf"/><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oleObject" Target="../embeddings/oleObject8.bin"/><Relationship Id="rId1" Type="http://schemas.openxmlformats.org/officeDocument/2006/relationships/vmlDrawing" Target="../drawings/vmlDrawing3.v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oleObject" Target="../embeddings/oleObject5.bin"/><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image" Target="../media/image6.png"/><Relationship Id="rId28" Type="http://schemas.openxmlformats.org/officeDocument/2006/relationships/oleObject" Target="../embeddings/oleObject7.bin"/><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slide" Target="slide1.xml"/><Relationship Id="rId27" Type="http://schemas.openxmlformats.org/officeDocument/2006/relationships/image" Target="../media/image12.wmf"/><Relationship Id="rId30" Type="http://schemas.openxmlformats.org/officeDocument/2006/relationships/oleObject" Target="../embeddings/oleObject9.bin"/></Relationships>
</file>

<file path=ppt/slides/_rels/slide7.xml.rels><?xml version="1.0" encoding="UTF-8" standalone="yes"?>
<Relationships xmlns="http://schemas.openxmlformats.org/package/2006/relationships"><Relationship Id="rId8" Type="http://schemas.openxmlformats.org/officeDocument/2006/relationships/tags" Target="../tags/tag28.xml"/><Relationship Id="rId13" Type="http://schemas.openxmlformats.org/officeDocument/2006/relationships/tags" Target="../tags/tag33.xml"/><Relationship Id="rId18" Type="http://schemas.openxmlformats.org/officeDocument/2006/relationships/tags" Target="../tags/tag38.xml"/><Relationship Id="rId3" Type="http://schemas.openxmlformats.org/officeDocument/2006/relationships/tags" Target="../tags/tag23.xml"/><Relationship Id="rId21" Type="http://schemas.openxmlformats.org/officeDocument/2006/relationships/tags" Target="../tags/tag41.xml"/><Relationship Id="rId7" Type="http://schemas.openxmlformats.org/officeDocument/2006/relationships/tags" Target="../tags/tag27.xml"/><Relationship Id="rId12" Type="http://schemas.openxmlformats.org/officeDocument/2006/relationships/tags" Target="../tags/tag32.xml"/><Relationship Id="rId17" Type="http://schemas.openxmlformats.org/officeDocument/2006/relationships/tags" Target="../tags/tag37.xml"/><Relationship Id="rId25" Type="http://schemas.openxmlformats.org/officeDocument/2006/relationships/image" Target="../media/image6.png"/><Relationship Id="rId2" Type="http://schemas.openxmlformats.org/officeDocument/2006/relationships/tags" Target="../tags/tag22.xml"/><Relationship Id="rId16" Type="http://schemas.openxmlformats.org/officeDocument/2006/relationships/tags" Target="../tags/tag36.xml"/><Relationship Id="rId20" Type="http://schemas.openxmlformats.org/officeDocument/2006/relationships/tags" Target="../tags/tag40.xml"/><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tags" Target="../tags/tag31.xml"/><Relationship Id="rId24" Type="http://schemas.openxmlformats.org/officeDocument/2006/relationships/slide" Target="slide1.xml"/><Relationship Id="rId5" Type="http://schemas.openxmlformats.org/officeDocument/2006/relationships/tags" Target="../tags/tag25.xml"/><Relationship Id="rId15" Type="http://schemas.openxmlformats.org/officeDocument/2006/relationships/tags" Target="../tags/tag35.xml"/><Relationship Id="rId23" Type="http://schemas.openxmlformats.org/officeDocument/2006/relationships/slideLayout" Target="../slideLayouts/slideLayout44.xml"/><Relationship Id="rId10" Type="http://schemas.openxmlformats.org/officeDocument/2006/relationships/tags" Target="../tags/tag30.xml"/><Relationship Id="rId19" Type="http://schemas.openxmlformats.org/officeDocument/2006/relationships/tags" Target="../tags/tag39.xml"/><Relationship Id="rId4" Type="http://schemas.openxmlformats.org/officeDocument/2006/relationships/tags" Target="../tags/tag24.xml"/><Relationship Id="rId9" Type="http://schemas.openxmlformats.org/officeDocument/2006/relationships/tags" Target="../tags/tag29.xml"/><Relationship Id="rId14" Type="http://schemas.openxmlformats.org/officeDocument/2006/relationships/tags" Target="../tags/tag34.xml"/><Relationship Id="rId22" Type="http://schemas.openxmlformats.org/officeDocument/2006/relationships/tags" Target="../tags/tag4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4.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image" Target="../media/image6.png"/><Relationship Id="rId4" Type="http://schemas.openxmlformats.org/officeDocument/2006/relationships/slide" Target="slide1.xml"/></Relationships>
</file>

<file path=ppt/slides/_rels/slide9.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6.png"/><Relationship Id="rId5" Type="http://schemas.openxmlformats.org/officeDocument/2006/relationships/slide" Target="slide1.xml"/><Relationship Id="rId4" Type="http://schemas.openxmlformats.org/officeDocument/2006/relationships/slideLayout" Target="../slideLayouts/slideLayout44.xml"/></Relationships>
</file>

<file path=ppt/slides/_rels/slide10.xml.rels><?xml version="1.0" encoding="UTF-8" standalone="yes"?>
<Relationships xmlns="http://schemas.openxmlformats.org/package/2006/relationships"><Relationship Id="rId8" Type="http://schemas.openxmlformats.org/officeDocument/2006/relationships/tags" Target="../tags/tag55.xml"/><Relationship Id="rId13" Type="http://schemas.openxmlformats.org/officeDocument/2006/relationships/tags" Target="../tags/tag60.xml"/><Relationship Id="rId18" Type="http://schemas.openxmlformats.org/officeDocument/2006/relationships/tags" Target="../tags/tag65.xml"/><Relationship Id="rId26" Type="http://schemas.openxmlformats.org/officeDocument/2006/relationships/tags" Target="../tags/tag73.xml"/><Relationship Id="rId3" Type="http://schemas.openxmlformats.org/officeDocument/2006/relationships/tags" Target="../tags/tag50.xml"/><Relationship Id="rId21" Type="http://schemas.openxmlformats.org/officeDocument/2006/relationships/tags" Target="../tags/tag68.xml"/><Relationship Id="rId7" Type="http://schemas.openxmlformats.org/officeDocument/2006/relationships/tags" Target="../tags/tag54.xml"/><Relationship Id="rId12" Type="http://schemas.openxmlformats.org/officeDocument/2006/relationships/tags" Target="../tags/tag59.xml"/><Relationship Id="rId17" Type="http://schemas.openxmlformats.org/officeDocument/2006/relationships/tags" Target="../tags/tag64.xml"/><Relationship Id="rId25" Type="http://schemas.openxmlformats.org/officeDocument/2006/relationships/tags" Target="../tags/tag72.xml"/><Relationship Id="rId2" Type="http://schemas.openxmlformats.org/officeDocument/2006/relationships/tags" Target="../tags/tag49.xml"/><Relationship Id="rId16" Type="http://schemas.openxmlformats.org/officeDocument/2006/relationships/tags" Target="../tags/tag63.xml"/><Relationship Id="rId20" Type="http://schemas.openxmlformats.org/officeDocument/2006/relationships/tags" Target="../tags/tag67.xml"/><Relationship Id="rId29" Type="http://schemas.openxmlformats.org/officeDocument/2006/relationships/slideLayout" Target="../slideLayouts/slideLayout44.xml"/><Relationship Id="rId1" Type="http://schemas.openxmlformats.org/officeDocument/2006/relationships/tags" Target="../tags/tag48.xml"/><Relationship Id="rId6" Type="http://schemas.openxmlformats.org/officeDocument/2006/relationships/tags" Target="../tags/tag53.xml"/><Relationship Id="rId11" Type="http://schemas.openxmlformats.org/officeDocument/2006/relationships/tags" Target="../tags/tag58.xml"/><Relationship Id="rId24" Type="http://schemas.openxmlformats.org/officeDocument/2006/relationships/tags" Target="../tags/tag71.xml"/><Relationship Id="rId5" Type="http://schemas.openxmlformats.org/officeDocument/2006/relationships/tags" Target="../tags/tag52.xml"/><Relationship Id="rId15" Type="http://schemas.openxmlformats.org/officeDocument/2006/relationships/tags" Target="../tags/tag62.xml"/><Relationship Id="rId23" Type="http://schemas.openxmlformats.org/officeDocument/2006/relationships/tags" Target="../tags/tag70.xml"/><Relationship Id="rId28" Type="http://schemas.openxmlformats.org/officeDocument/2006/relationships/tags" Target="../tags/tag75.xml"/><Relationship Id="rId10" Type="http://schemas.openxmlformats.org/officeDocument/2006/relationships/tags" Target="../tags/tag57.xml"/><Relationship Id="rId19" Type="http://schemas.openxmlformats.org/officeDocument/2006/relationships/tags" Target="../tags/tag66.xml"/><Relationship Id="rId31" Type="http://schemas.openxmlformats.org/officeDocument/2006/relationships/image" Target="../media/image6.png"/><Relationship Id="rId4" Type="http://schemas.openxmlformats.org/officeDocument/2006/relationships/tags" Target="../tags/tag51.xml"/><Relationship Id="rId9" Type="http://schemas.openxmlformats.org/officeDocument/2006/relationships/tags" Target="../tags/tag56.xml"/><Relationship Id="rId14" Type="http://schemas.openxmlformats.org/officeDocument/2006/relationships/tags" Target="../tags/tag61.xml"/><Relationship Id="rId22" Type="http://schemas.openxmlformats.org/officeDocument/2006/relationships/tags" Target="../tags/tag69.xml"/><Relationship Id="rId27" Type="http://schemas.openxmlformats.org/officeDocument/2006/relationships/tags" Target="../tags/tag74.xml"/><Relationship Id="rId30" Type="http://schemas.openxmlformats.org/officeDocument/2006/relationships/slide" Target="slide1.xml"/></Relationships>
</file>

<file path=ppt/slides/_rels/slide11.xml.rels><?xml version="1.0" encoding="UTF-8" standalone="yes"?>
<Relationships xmlns="http://schemas.openxmlformats.org/package/2006/relationships"><Relationship Id="rId8" Type="http://schemas.openxmlformats.org/officeDocument/2006/relationships/tags" Target="../tags/tag83.xml"/><Relationship Id="rId3" Type="http://schemas.openxmlformats.org/officeDocument/2006/relationships/tags" Target="../tags/tag78.xml"/><Relationship Id="rId7" Type="http://schemas.openxmlformats.org/officeDocument/2006/relationships/tags" Target="../tags/tag8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11" Type="http://schemas.openxmlformats.org/officeDocument/2006/relationships/image" Target="../media/image6.png"/><Relationship Id="rId5" Type="http://schemas.openxmlformats.org/officeDocument/2006/relationships/tags" Target="../tags/tag80.xml"/><Relationship Id="rId10" Type="http://schemas.openxmlformats.org/officeDocument/2006/relationships/slide" Target="slide1.xml"/><Relationship Id="rId4" Type="http://schemas.openxmlformats.org/officeDocument/2006/relationships/tags" Target="../tags/tag79.xml"/><Relationship Id="rId9" Type="http://schemas.openxmlformats.org/officeDocument/2006/relationships/slideLayout" Target="../slideLayouts/slideLayout44.xml"/></Relationships>
</file>

<file path=ppt/slides/_rels/slide12.xml.rels><?xml version="1.0" encoding="UTF-8" standalone="yes"?>
<Relationships xmlns="http://schemas.openxmlformats.org/package/2006/relationships"><Relationship Id="rId8" Type="http://schemas.openxmlformats.org/officeDocument/2006/relationships/tags" Target="../tags/tag91.xml"/><Relationship Id="rId3" Type="http://schemas.openxmlformats.org/officeDocument/2006/relationships/tags" Target="../tags/tag86.xml"/><Relationship Id="rId7" Type="http://schemas.openxmlformats.org/officeDocument/2006/relationships/tags" Target="../tags/tag90.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tags" Target="../tags/tag89.xml"/><Relationship Id="rId11" Type="http://schemas.openxmlformats.org/officeDocument/2006/relationships/image" Target="../media/image6.png"/><Relationship Id="rId5" Type="http://schemas.openxmlformats.org/officeDocument/2006/relationships/tags" Target="../tags/tag88.xml"/><Relationship Id="rId10" Type="http://schemas.openxmlformats.org/officeDocument/2006/relationships/slide" Target="slide1.xml"/><Relationship Id="rId4" Type="http://schemas.openxmlformats.org/officeDocument/2006/relationships/tags" Target="../tags/tag87.xml"/><Relationship Id="rId9" Type="http://schemas.openxmlformats.org/officeDocument/2006/relationships/slideLayout" Target="../slideLayouts/slideLayout44.xml"/></Relationships>
</file>

<file path=ppt/slides/_rels/slide13.xml.rels><?xml version="1.0" encoding="UTF-8" standalone="yes"?>
<Relationships xmlns="http://schemas.openxmlformats.org/package/2006/relationships"><Relationship Id="rId8" Type="http://schemas.openxmlformats.org/officeDocument/2006/relationships/tags" Target="../tags/tag99.xml"/><Relationship Id="rId3" Type="http://schemas.openxmlformats.org/officeDocument/2006/relationships/tags" Target="../tags/tag94.xml"/><Relationship Id="rId7" Type="http://schemas.openxmlformats.org/officeDocument/2006/relationships/tags" Target="../tags/tag98.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tags" Target="../tags/tag97.xml"/><Relationship Id="rId11" Type="http://schemas.openxmlformats.org/officeDocument/2006/relationships/image" Target="../media/image6.png"/><Relationship Id="rId5" Type="http://schemas.openxmlformats.org/officeDocument/2006/relationships/tags" Target="../tags/tag96.xml"/><Relationship Id="rId10" Type="http://schemas.openxmlformats.org/officeDocument/2006/relationships/slide" Target="slide1.xml"/><Relationship Id="rId4" Type="http://schemas.openxmlformats.org/officeDocument/2006/relationships/tags" Target="../tags/tag95.xml"/><Relationship Id="rId9" Type="http://schemas.openxmlformats.org/officeDocument/2006/relationships/slideLayout" Target="../slideLayouts/slideLayout44.xml"/></Relationships>
</file>

<file path=ppt/slides/_rels/slide14.xml.rels><?xml version="1.0" encoding="UTF-8" standalone="yes"?>
<Relationships xmlns="http://schemas.openxmlformats.org/package/2006/relationships"><Relationship Id="rId8" Type="http://schemas.openxmlformats.org/officeDocument/2006/relationships/slide" Target="slide1.xml"/><Relationship Id="rId3" Type="http://schemas.openxmlformats.org/officeDocument/2006/relationships/tags" Target="../tags/tag102.xml"/><Relationship Id="rId7" Type="http://schemas.openxmlformats.org/officeDocument/2006/relationships/slideLayout" Target="../slideLayouts/slideLayout44.xml"/><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9" Type="http://schemas.openxmlformats.org/officeDocument/2006/relationships/image" Target="../media/image6.png"/></Relationships>
</file>

<file path=ppt/slides/_rels/slide15.xml.rels><?xml version="1.0" encoding="UTF-8" standalone="yes"?>
<Relationships xmlns="http://schemas.openxmlformats.org/package/2006/relationships"><Relationship Id="rId8" Type="http://schemas.openxmlformats.org/officeDocument/2006/relationships/slide" Target="slide1.xml"/><Relationship Id="rId13" Type="http://schemas.openxmlformats.org/officeDocument/2006/relationships/image" Target="../media/image14.wmf"/><Relationship Id="rId3" Type="http://schemas.openxmlformats.org/officeDocument/2006/relationships/tags" Target="../tags/tag107.xml"/><Relationship Id="rId7" Type="http://schemas.openxmlformats.org/officeDocument/2006/relationships/slideLayout" Target="../slideLayouts/slideLayout44.xml"/><Relationship Id="rId12" Type="http://schemas.openxmlformats.org/officeDocument/2006/relationships/oleObject" Target="../embeddings/oleObject11.bin"/><Relationship Id="rId2" Type="http://schemas.openxmlformats.org/officeDocument/2006/relationships/tags" Target="../tags/tag106.xml"/><Relationship Id="rId1" Type="http://schemas.openxmlformats.org/officeDocument/2006/relationships/vmlDrawing" Target="../drawings/vmlDrawing4.vml"/><Relationship Id="rId6" Type="http://schemas.openxmlformats.org/officeDocument/2006/relationships/tags" Target="../tags/tag110.xml"/><Relationship Id="rId11" Type="http://schemas.openxmlformats.org/officeDocument/2006/relationships/image" Target="../media/image13.wmf"/><Relationship Id="rId5" Type="http://schemas.openxmlformats.org/officeDocument/2006/relationships/tags" Target="../tags/tag109.xml"/><Relationship Id="rId10" Type="http://schemas.openxmlformats.org/officeDocument/2006/relationships/oleObject" Target="../embeddings/oleObject10.bin"/><Relationship Id="rId4" Type="http://schemas.openxmlformats.org/officeDocument/2006/relationships/tags" Target="../tags/tag108.xml"/><Relationship Id="rId9" Type="http://schemas.openxmlformats.org/officeDocument/2006/relationships/image" Target="../media/image6.png"/></Relationships>
</file>

<file path=ppt/slides/_rels/slide16.xml.rels><?xml version="1.0" encoding="UTF-8" standalone="yes"?>
<Relationships xmlns="http://schemas.openxmlformats.org/package/2006/relationships"><Relationship Id="rId8" Type="http://schemas.openxmlformats.org/officeDocument/2006/relationships/slide" Target="slide1.xml"/><Relationship Id="rId3" Type="http://schemas.openxmlformats.org/officeDocument/2006/relationships/tags" Target="../tags/tag113.xml"/><Relationship Id="rId7" Type="http://schemas.openxmlformats.org/officeDocument/2006/relationships/slideLayout" Target="../slideLayouts/slideLayout44.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9" Type="http://schemas.openxmlformats.org/officeDocument/2006/relationships/image" Target="../media/image6.png"/></Relationships>
</file>

<file path=ppt/slides/_rels/slide1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19.xml"/><Relationship Id="rId7" Type="http://schemas.openxmlformats.org/officeDocument/2006/relationships/slide" Target="slide1.xml"/><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slideLayout" Target="../slideLayouts/slideLayout44.xml"/><Relationship Id="rId5" Type="http://schemas.openxmlformats.org/officeDocument/2006/relationships/tags" Target="../tags/tag121.xml"/><Relationship Id="rId4" Type="http://schemas.openxmlformats.org/officeDocument/2006/relationships/tags" Target="../tags/tag120.xml"/></Relationships>
</file>

<file path=ppt/slides/_rels/slide18.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44.xml"/><Relationship Id="rId1" Type="http://schemas.openxmlformats.org/officeDocument/2006/relationships/vmlDrawing" Target="../drawings/vmlDrawing5.vml"/><Relationship Id="rId6" Type="http://schemas.openxmlformats.org/officeDocument/2006/relationships/image" Target="../media/image16.emf"/><Relationship Id="rId5" Type="http://schemas.openxmlformats.org/officeDocument/2006/relationships/oleObject" Target="../embeddings/oleObject13.bin"/><Relationship Id="rId4" Type="http://schemas.openxmlformats.org/officeDocument/2006/relationships/image" Target="../media/image15.emf"/></Relationships>
</file>

<file path=ppt/slides/_rels/slide19.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20.jpeg"/><Relationship Id="rId7" Type="http://schemas.openxmlformats.org/officeDocument/2006/relationships/oleObject" Target="../embeddings/oleObject16.bin"/><Relationship Id="rId2" Type="http://schemas.openxmlformats.org/officeDocument/2006/relationships/slideLayout" Target="../slideLayouts/slideLayout44.xml"/><Relationship Id="rId1" Type="http://schemas.openxmlformats.org/officeDocument/2006/relationships/vmlDrawing" Target="../drawings/vmlDrawing6.vml"/><Relationship Id="rId6" Type="http://schemas.openxmlformats.org/officeDocument/2006/relationships/image" Target="../media/image18.emf"/><Relationship Id="rId5" Type="http://schemas.openxmlformats.org/officeDocument/2006/relationships/oleObject" Target="../embeddings/oleObject15.bin"/><Relationship Id="rId4" Type="http://schemas.openxmlformats.org/officeDocument/2006/relationships/image" Target="../media/image21.jpeg"/></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slideLayout" Target="../slideLayouts/slideLayout44.xml"/><Relationship Id="rId7" Type="http://schemas.openxmlformats.org/officeDocument/2006/relationships/image" Target="../media/image22.wmf"/><Relationship Id="rId2" Type="http://schemas.openxmlformats.org/officeDocument/2006/relationships/tags" Target="../tags/tag122.xml"/><Relationship Id="rId1" Type="http://schemas.openxmlformats.org/officeDocument/2006/relationships/vmlDrawing" Target="../drawings/vmlDrawing7.vml"/><Relationship Id="rId6" Type="http://schemas.openxmlformats.org/officeDocument/2006/relationships/oleObject" Target="../embeddings/oleObject17.bin"/><Relationship Id="rId11" Type="http://schemas.openxmlformats.org/officeDocument/2006/relationships/image" Target="../media/image24.wmf"/><Relationship Id="rId5" Type="http://schemas.openxmlformats.org/officeDocument/2006/relationships/image" Target="../media/image6.png"/><Relationship Id="rId10" Type="http://schemas.openxmlformats.org/officeDocument/2006/relationships/oleObject" Target="../embeddings/oleObject19.bin"/><Relationship Id="rId4" Type="http://schemas.openxmlformats.org/officeDocument/2006/relationships/slide" Target="slide1.xml"/><Relationship Id="rId9" Type="http://schemas.openxmlformats.org/officeDocument/2006/relationships/image" Target="../media/image23.wmf"/></Relationships>
</file>

<file path=ppt/slides/_rels/slide2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oleObject" Target="../embeddings/oleObject22.bin"/><Relationship Id="rId3" Type="http://schemas.openxmlformats.org/officeDocument/2006/relationships/tags" Target="../tags/tag124.xml"/><Relationship Id="rId7" Type="http://schemas.openxmlformats.org/officeDocument/2006/relationships/slide" Target="slide1.xml"/><Relationship Id="rId12" Type="http://schemas.openxmlformats.org/officeDocument/2006/relationships/image" Target="../media/image26.wmf"/><Relationship Id="rId2" Type="http://schemas.openxmlformats.org/officeDocument/2006/relationships/tags" Target="../tags/tag123.xml"/><Relationship Id="rId1" Type="http://schemas.openxmlformats.org/officeDocument/2006/relationships/vmlDrawing" Target="../drawings/vmlDrawing8.vml"/><Relationship Id="rId6" Type="http://schemas.openxmlformats.org/officeDocument/2006/relationships/slideLayout" Target="../slideLayouts/slideLayout44.xml"/><Relationship Id="rId11" Type="http://schemas.openxmlformats.org/officeDocument/2006/relationships/oleObject" Target="../embeddings/oleObject21.bin"/><Relationship Id="rId5" Type="http://schemas.openxmlformats.org/officeDocument/2006/relationships/tags" Target="../tags/tag126.xml"/><Relationship Id="rId10" Type="http://schemas.openxmlformats.org/officeDocument/2006/relationships/image" Target="../media/image25.wmf"/><Relationship Id="rId4" Type="http://schemas.openxmlformats.org/officeDocument/2006/relationships/tags" Target="../tags/tag125.xml"/><Relationship Id="rId9" Type="http://schemas.openxmlformats.org/officeDocument/2006/relationships/oleObject" Target="../embeddings/oleObject20.bin"/><Relationship Id="rId14" Type="http://schemas.openxmlformats.org/officeDocument/2006/relationships/image" Target="../media/image27.wmf"/></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oleObject" Target="../embeddings/oleObject24.bin"/><Relationship Id="rId3" Type="http://schemas.openxmlformats.org/officeDocument/2006/relationships/tags" Target="../tags/tag128.xml"/><Relationship Id="rId7" Type="http://schemas.openxmlformats.org/officeDocument/2006/relationships/tags" Target="../tags/tag132.xml"/><Relationship Id="rId12" Type="http://schemas.openxmlformats.org/officeDocument/2006/relationships/image" Target="../media/image28.wmf"/><Relationship Id="rId2" Type="http://schemas.openxmlformats.org/officeDocument/2006/relationships/tags" Target="../tags/tag127.xml"/><Relationship Id="rId16" Type="http://schemas.openxmlformats.org/officeDocument/2006/relationships/image" Target="../media/image30.wmf"/><Relationship Id="rId1" Type="http://schemas.openxmlformats.org/officeDocument/2006/relationships/vmlDrawing" Target="../drawings/vmlDrawing9.vml"/><Relationship Id="rId6" Type="http://schemas.openxmlformats.org/officeDocument/2006/relationships/tags" Target="../tags/tag131.xml"/><Relationship Id="rId11" Type="http://schemas.openxmlformats.org/officeDocument/2006/relationships/oleObject" Target="../embeddings/oleObject23.bin"/><Relationship Id="rId5" Type="http://schemas.openxmlformats.org/officeDocument/2006/relationships/tags" Target="../tags/tag130.xml"/><Relationship Id="rId15" Type="http://schemas.openxmlformats.org/officeDocument/2006/relationships/oleObject" Target="../embeddings/oleObject25.bin"/><Relationship Id="rId10" Type="http://schemas.openxmlformats.org/officeDocument/2006/relationships/image" Target="../media/image6.png"/><Relationship Id="rId4" Type="http://schemas.openxmlformats.org/officeDocument/2006/relationships/tags" Target="../tags/tag129.xml"/><Relationship Id="rId9" Type="http://schemas.openxmlformats.org/officeDocument/2006/relationships/slide" Target="slide1.xml"/><Relationship Id="rId14" Type="http://schemas.openxmlformats.org/officeDocument/2006/relationships/image" Target="../media/image29.wmf"/></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tags" Target="../tags/tag135.xml"/><Relationship Id="rId7" Type="http://schemas.openxmlformats.org/officeDocument/2006/relationships/tags" Target="../tags/tag139.xml"/><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tags" Target="../tags/tag138.xml"/><Relationship Id="rId5" Type="http://schemas.openxmlformats.org/officeDocument/2006/relationships/tags" Target="../tags/tag137.xml"/><Relationship Id="rId10" Type="http://schemas.openxmlformats.org/officeDocument/2006/relationships/image" Target="../media/image6.png"/><Relationship Id="rId4" Type="http://schemas.openxmlformats.org/officeDocument/2006/relationships/tags" Target="../tags/tag136.xml"/><Relationship Id="rId9" Type="http://schemas.openxmlformats.org/officeDocument/2006/relationships/slide" Target="slide1.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44.xml"/><Relationship Id="rId2" Type="http://schemas.openxmlformats.org/officeDocument/2006/relationships/tags" Target="../tags/tag141.xml"/><Relationship Id="rId1" Type="http://schemas.openxmlformats.org/officeDocument/2006/relationships/tags" Target="../tags/tag140.xml"/><Relationship Id="rId5" Type="http://schemas.openxmlformats.org/officeDocument/2006/relationships/image" Target="../media/image6.png"/><Relationship Id="rId4" Type="http://schemas.openxmlformats.org/officeDocument/2006/relationships/slide" Target="slide1.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44.xml"/><Relationship Id="rId1" Type="http://schemas.openxmlformats.org/officeDocument/2006/relationships/vmlDrawing" Target="../drawings/vmlDrawing10.vml"/><Relationship Id="rId4" Type="http://schemas.openxmlformats.org/officeDocument/2006/relationships/image" Target="../media/image31.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44.xml"/><Relationship Id="rId1" Type="http://schemas.openxmlformats.org/officeDocument/2006/relationships/vmlDrawing" Target="../drawings/vmlDrawing11.vml"/><Relationship Id="rId6" Type="http://schemas.openxmlformats.org/officeDocument/2006/relationships/image" Target="../media/image33.emf"/><Relationship Id="rId5" Type="http://schemas.openxmlformats.org/officeDocument/2006/relationships/oleObject" Target="../embeddings/oleObject28.bin"/><Relationship Id="rId4" Type="http://schemas.openxmlformats.org/officeDocument/2006/relationships/image" Target="../media/image32.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44.xml"/><Relationship Id="rId1" Type="http://schemas.openxmlformats.org/officeDocument/2006/relationships/vmlDrawing" Target="../drawings/vmlDrawing12.vml"/><Relationship Id="rId4" Type="http://schemas.openxmlformats.org/officeDocument/2006/relationships/image" Target="../media/image34.emf"/></Relationships>
</file>

<file path=ppt/slides/_rels/slide28.xml.rels><?xml version="1.0" encoding="UTF-8" standalone="yes"?>
<Relationships xmlns="http://schemas.openxmlformats.org/package/2006/relationships"><Relationship Id="rId8" Type="http://schemas.openxmlformats.org/officeDocument/2006/relationships/image" Target="../media/image37.emf"/><Relationship Id="rId13" Type="http://schemas.openxmlformats.org/officeDocument/2006/relationships/oleObject" Target="../embeddings/oleObject35.bin"/><Relationship Id="rId18" Type="http://schemas.openxmlformats.org/officeDocument/2006/relationships/image" Target="../media/image42.emf"/><Relationship Id="rId26" Type="http://schemas.openxmlformats.org/officeDocument/2006/relationships/image" Target="../media/image46.emf"/><Relationship Id="rId3" Type="http://schemas.openxmlformats.org/officeDocument/2006/relationships/oleObject" Target="../embeddings/oleObject30.bin"/><Relationship Id="rId21" Type="http://schemas.openxmlformats.org/officeDocument/2006/relationships/oleObject" Target="../embeddings/oleObject39.bin"/><Relationship Id="rId7" Type="http://schemas.openxmlformats.org/officeDocument/2006/relationships/oleObject" Target="../embeddings/oleObject32.bin"/><Relationship Id="rId12" Type="http://schemas.openxmlformats.org/officeDocument/2006/relationships/image" Target="../media/image39.emf"/><Relationship Id="rId17" Type="http://schemas.openxmlformats.org/officeDocument/2006/relationships/oleObject" Target="../embeddings/oleObject37.bin"/><Relationship Id="rId25" Type="http://schemas.openxmlformats.org/officeDocument/2006/relationships/oleObject" Target="../embeddings/oleObject41.bin"/><Relationship Id="rId2" Type="http://schemas.openxmlformats.org/officeDocument/2006/relationships/slideLayout" Target="../slideLayouts/slideLayout44.xml"/><Relationship Id="rId16" Type="http://schemas.openxmlformats.org/officeDocument/2006/relationships/image" Target="../media/image41.emf"/><Relationship Id="rId20" Type="http://schemas.openxmlformats.org/officeDocument/2006/relationships/image" Target="../media/image43.emf"/><Relationship Id="rId29" Type="http://schemas.openxmlformats.org/officeDocument/2006/relationships/oleObject" Target="../embeddings/oleObject43.bin"/><Relationship Id="rId1" Type="http://schemas.openxmlformats.org/officeDocument/2006/relationships/vmlDrawing" Target="../drawings/vmlDrawing13.vml"/><Relationship Id="rId6" Type="http://schemas.openxmlformats.org/officeDocument/2006/relationships/image" Target="../media/image36.emf"/><Relationship Id="rId11" Type="http://schemas.openxmlformats.org/officeDocument/2006/relationships/oleObject" Target="../embeddings/oleObject34.bin"/><Relationship Id="rId24" Type="http://schemas.openxmlformats.org/officeDocument/2006/relationships/image" Target="../media/image45.emf"/><Relationship Id="rId5" Type="http://schemas.openxmlformats.org/officeDocument/2006/relationships/oleObject" Target="../embeddings/oleObject31.bin"/><Relationship Id="rId15" Type="http://schemas.openxmlformats.org/officeDocument/2006/relationships/oleObject" Target="../embeddings/oleObject36.bin"/><Relationship Id="rId23" Type="http://schemas.openxmlformats.org/officeDocument/2006/relationships/oleObject" Target="../embeddings/oleObject40.bin"/><Relationship Id="rId28" Type="http://schemas.openxmlformats.org/officeDocument/2006/relationships/image" Target="../media/image47.emf"/><Relationship Id="rId10" Type="http://schemas.openxmlformats.org/officeDocument/2006/relationships/image" Target="../media/image38.emf"/><Relationship Id="rId19" Type="http://schemas.openxmlformats.org/officeDocument/2006/relationships/oleObject" Target="../embeddings/oleObject38.bin"/><Relationship Id="rId4" Type="http://schemas.openxmlformats.org/officeDocument/2006/relationships/image" Target="../media/image35.emf"/><Relationship Id="rId9" Type="http://schemas.openxmlformats.org/officeDocument/2006/relationships/oleObject" Target="../embeddings/oleObject33.bin"/><Relationship Id="rId14" Type="http://schemas.openxmlformats.org/officeDocument/2006/relationships/image" Target="../media/image40.emf"/><Relationship Id="rId22" Type="http://schemas.openxmlformats.org/officeDocument/2006/relationships/image" Target="../media/image44.emf"/><Relationship Id="rId27" Type="http://schemas.openxmlformats.org/officeDocument/2006/relationships/oleObject" Target="../embeddings/oleObject42.bin"/><Relationship Id="rId30" Type="http://schemas.openxmlformats.org/officeDocument/2006/relationships/image" Target="../media/image48.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30.xml.rels><?xml version="1.0" encoding="UTF-8" standalone="yes"?>
<Relationships xmlns="http://schemas.openxmlformats.org/package/2006/relationships"><Relationship Id="rId2" Type="http://schemas.openxmlformats.org/officeDocument/2006/relationships/image" Target="../media/image49.GIF"/><Relationship Id="rId1" Type="http://schemas.openxmlformats.org/officeDocument/2006/relationships/slideLayout" Target="../slideLayouts/slideLayout44.xml"/></Relationships>
</file>

<file path=ppt/slides/_rels/slide3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6.png"/><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Line 2"/>
          <p:cNvSpPr>
            <a:spLocks noChangeShapeType="1"/>
          </p:cNvSpPr>
          <p:nvPr/>
        </p:nvSpPr>
        <p:spPr bwMode="auto">
          <a:xfrm>
            <a:off x="0" y="808038"/>
            <a:ext cx="9144000" cy="0"/>
          </a:xfrm>
          <a:prstGeom prst="line">
            <a:avLst/>
          </a:prstGeom>
          <a:noFill/>
          <a:ln w="76200" cmpd="tri">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3011" name="Rectangle 3"/>
          <p:cNvSpPr>
            <a:spLocks noChangeArrowheads="1"/>
          </p:cNvSpPr>
          <p:nvPr/>
        </p:nvSpPr>
        <p:spPr bwMode="auto">
          <a:xfrm>
            <a:off x="2267585" y="44768"/>
            <a:ext cx="510857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squar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4000" b="1" i="0" u="none" strike="noStrike" kern="1200" cap="none" spc="0" normalizeH="0" baseline="0" noProof="0">
                <a:ln>
                  <a:noFill/>
                </a:ln>
                <a:solidFill>
                  <a:srgbClr val="CC0000"/>
                </a:solidFill>
                <a:effectLst/>
                <a:uLnTx/>
                <a:uFillTx/>
                <a:latin typeface="Times New Roman" panose="02020603050405020304" pitchFamily="18" charset="0"/>
                <a:ea typeface="华文中宋" panose="02010600040101010101" pitchFamily="2" charset="-122"/>
                <a:cs typeface="+mn-cs"/>
              </a:rPr>
              <a:t>第二章  矩阵及其运算</a:t>
            </a:r>
          </a:p>
        </p:txBody>
      </p:sp>
      <p:sp>
        <p:nvSpPr>
          <p:cNvPr id="14" name="Text Box 4103">
            <a:hlinkClick r:id="rId3" action="ppaction://hlinksldjump" highlightClick="1"/>
            <a:hlinkHover r:id="" action="ppaction://macro?name=Macro1" highlightClick="1"/>
          </p:cNvPr>
          <p:cNvSpPr txBox="1">
            <a:spLocks noChangeArrowheads="1"/>
          </p:cNvSpPr>
          <p:nvPr/>
        </p:nvSpPr>
        <p:spPr bwMode="auto">
          <a:xfrm>
            <a:off x="2555875" y="1770380"/>
            <a:ext cx="3864610" cy="645160"/>
          </a:xfrm>
          <a:prstGeom prst="rect">
            <a:avLst/>
          </a:prstGeom>
          <a:solidFill>
            <a:schemeClr val="bg1"/>
          </a:solidFill>
          <a:ln>
            <a:noFill/>
          </a:ln>
          <a:effectLst/>
        </p:spPr>
        <p:txBody>
          <a:bodyPr wrap="square">
            <a:spAutoFit/>
          </a:body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1" lang="en-US" altLang="zh-CN" sz="36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§2.6 </a:t>
            </a:r>
            <a:r>
              <a:rPr kumimoji="1" lang="zh-CN" altLang="en-US" sz="36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矩阵的秩</a:t>
            </a:r>
            <a:r>
              <a:rPr kumimoji="1" lang="en-US" altLang="zh-CN" sz="36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p>
        </p:txBody>
      </p:sp>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36450" y="0"/>
            <a:ext cx="1008112" cy="771926"/>
          </a:xfrm>
          <a:prstGeom prst="rect">
            <a:avLst/>
          </a:prstGeom>
        </p:spPr>
      </p:pic>
    </p:spTree>
  </p:cSld>
  <p:clrMapOvr>
    <a:masterClrMapping/>
  </p:clrMapOvr>
  <p:transition spd="slow">
    <p:sndAc>
      <p:stSnd>
        <p:snd r:embed="rId2" name="chimes.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14"/>
                                        </p:tgtEl>
                                        <p:attrNameLst>
                                          <p:attrName>style.visibility</p:attrName>
                                        </p:attrNameLst>
                                      </p:cBhvr>
                                      <p:to>
                                        <p:strVal val="visible"/>
                                      </p:to>
                                    </p:set>
                                    <p:anim calcmode="lin" valueType="num">
                                      <p:cBhvr>
                                        <p:cTn id="7" dur="1000" fill="hold"/>
                                        <p:tgtEl>
                                          <p:spTgt spid="14"/>
                                        </p:tgtEl>
                                        <p:attrNameLst>
                                          <p:attrName>ppt_w</p:attrName>
                                        </p:attrNameLst>
                                      </p:cBhvr>
                                      <p:tavLst>
                                        <p:tav tm="0">
                                          <p:val>
                                            <p:fltVal val="0"/>
                                          </p:val>
                                        </p:tav>
                                        <p:tav tm="100000">
                                          <p:val>
                                            <p:strVal val="#ppt_w"/>
                                          </p:val>
                                        </p:tav>
                                      </p:tavLst>
                                    </p:anim>
                                    <p:anim calcmode="lin" valueType="num">
                                      <p:cBhvr>
                                        <p:cTn id="8" dur="1000" fill="hold"/>
                                        <p:tgtEl>
                                          <p:spTgt spid="14"/>
                                        </p:tgtEl>
                                        <p:attrNameLst>
                                          <p:attrName>ppt_h</p:attrName>
                                        </p:attrNameLst>
                                      </p:cBhvr>
                                      <p:tavLst>
                                        <p:tav tm="0">
                                          <p:val>
                                            <p:fltVal val="0"/>
                                          </p:val>
                                        </p:tav>
                                        <p:tav tm="100000">
                                          <p:val>
                                            <p:strVal val="#ppt_h"/>
                                          </p:val>
                                        </p:tav>
                                      </p:tavLst>
                                    </p:anim>
                                    <p:anim calcmode="lin" valueType="num">
                                      <p:cBhvr>
                                        <p:cTn id="9" dur="1000" fill="hold"/>
                                        <p:tgtEl>
                                          <p:spTgt spid="14"/>
                                        </p:tgtEl>
                                        <p:attrNameLst>
                                          <p:attrName>style.rotation</p:attrName>
                                        </p:attrNameLst>
                                      </p:cBhvr>
                                      <p:tavLst>
                                        <p:tav tm="0">
                                          <p:val>
                                            <p:fltVal val="90"/>
                                          </p:val>
                                        </p:tav>
                                        <p:tav tm="100000">
                                          <p:val>
                                            <p:fltVal val="0"/>
                                          </p:val>
                                        </p:tav>
                                      </p:tavLst>
                                    </p:anim>
                                    <p:animEffect transition="in" filter="fade">
                                      <p:cBhvr>
                                        <p:cTn id="10"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0">
            <a:hlinkClick r:id="" action="ppaction://noaction"/>
          </p:cNvPr>
          <p:cNvSpPr>
            <a:spLocks noChangeArrowheads="1"/>
          </p:cNvSpPr>
          <p:nvPr/>
        </p:nvSpPr>
        <p:spPr bwMode="auto">
          <a:xfrm>
            <a:off x="450850" y="393700"/>
            <a:ext cx="40322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Gulim" panose="020B0600000101010101" pitchFamily="34" charset="-127"/>
              <a:cs typeface="Times New Roman" panose="02020603050405020304" pitchFamily="18" charset="0"/>
            </a:endParaRPr>
          </a:p>
        </p:txBody>
      </p:sp>
      <p:grpSp>
        <p:nvGrpSpPr>
          <p:cNvPr id="45059" name="Group 31"/>
          <p:cNvGrpSpPr/>
          <p:nvPr/>
        </p:nvGrpSpPr>
        <p:grpSpPr bwMode="auto">
          <a:xfrm>
            <a:off x="0" y="0"/>
            <a:ext cx="6371219" cy="825500"/>
            <a:chOff x="51" y="0"/>
            <a:chExt cx="3023" cy="246"/>
          </a:xfrm>
        </p:grpSpPr>
        <p:sp>
          <p:nvSpPr>
            <p:cNvPr id="23" name="Line 32"/>
            <p:cNvSpPr>
              <a:spLocks noChangeShapeType="1"/>
            </p:cNvSpPr>
            <p:nvPr/>
          </p:nvSpPr>
          <p:spPr bwMode="auto">
            <a:xfrm flipV="1">
              <a:off x="96" y="202"/>
              <a:ext cx="2978" cy="0"/>
            </a:xfrm>
            <a:prstGeom prst="line">
              <a:avLst/>
            </a:prstGeom>
            <a:noFill/>
            <a:ln w="28575">
              <a:solidFill>
                <a:srgbClr val="0000FF"/>
              </a:solidFill>
              <a:round/>
            </a:ln>
            <a:effectLst>
              <a:glow rad="63500">
                <a:schemeClr val="accent3">
                  <a:satMod val="175000"/>
                  <a:alpha val="40000"/>
                </a:schemeClr>
              </a:glo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5076" name="Picture 33" descr="BD10263_"/>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 y="0"/>
              <a:ext cx="24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060" name="Rectangle 30"/>
          <p:cNvSpPr>
            <a:spLocks noChangeArrowheads="1"/>
          </p:cNvSpPr>
          <p:nvPr/>
        </p:nvSpPr>
        <p:spPr bwMode="auto">
          <a:xfrm>
            <a:off x="518465" y="163830"/>
            <a:ext cx="653732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前言</a:t>
            </a:r>
            <a:endParaRPr kumimoji="1" lang="zh-CN" altLang="en-US" sz="2600" b="1" i="0" u="none" strike="noStrike" kern="1200" cap="none" spc="0" normalizeH="0" baseline="0" noProof="0" dirty="0">
              <a:ln>
                <a:noFill/>
              </a:ln>
              <a:solidFill>
                <a:srgbClr val="CC0000"/>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 name="Text Box 3"/>
          <p:cNvSpPr>
            <a:spLocks noChangeArrowheads="1"/>
          </p:cNvSpPr>
          <p:nvPr/>
        </p:nvSpPr>
        <p:spPr bwMode="auto">
          <a:xfrm>
            <a:off x="611505" y="1477328"/>
            <a:ext cx="7835265" cy="2762250"/>
          </a:xfrm>
          <a:prstGeom prst="rect">
            <a:avLst/>
          </a:prstGeom>
          <a:solidFill>
            <a:schemeClr val="bg1">
              <a:alpha val="56078"/>
            </a:schemeClr>
          </a:solidFill>
          <a:ln w="38100">
            <a:solidFill>
              <a:schemeClr val="bg1"/>
            </a:solidFill>
            <a:miter lim="800000"/>
          </a:ln>
        </p:spPr>
        <p:txBody>
          <a:bodyPr wrap="square" anchor="ctr" anchorCtr="1">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algn="l" defTabSz="914400" rtl="0" eaLnBrk="1" fontAlgn="base" latinLnBrk="0" hangingPunct="1">
              <a:lnSpc>
                <a:spcPct val="150000"/>
              </a:lnSpc>
              <a:buClrTx/>
              <a:buSzTx/>
              <a:buFont typeface="Arial" panose="020B0604020202020204" pitchFamily="34" charset="0"/>
              <a:buChar char="•"/>
              <a:defRPr/>
            </a:pPr>
            <a:r>
              <a:rPr lang="zh-CN" altLang="en-US" sz="2800" b="1" noProof="0" dirty="0">
                <a:ln>
                  <a:noFill/>
                </a:ln>
                <a:solidFill>
                  <a:srgbClr val="0000FF"/>
                </a:solidFill>
                <a:effectLst/>
                <a:uLnTx/>
                <a:uFillTx/>
                <a:latin typeface="Times New Roman" panose="02020603050405020304" pitchFamily="18" charset="0"/>
                <a:ea typeface="华文中宋" panose="02010600040101010101" pitchFamily="2" charset="-122"/>
                <a:sym typeface="+mn-ea"/>
              </a:rPr>
              <a:t>矩阵的秩是矩阵的重要不变量，是讨论向量组的线性相关性、线性方程组解的存在性等问题的重要工具</a:t>
            </a:r>
          </a:p>
          <a:p>
            <a:pPr marL="0" marR="0" lvl="0" algn="l" defTabSz="914400" rtl="0" eaLnBrk="1" fontAlgn="base" latinLnBrk="0" hangingPunct="1">
              <a:lnSpc>
                <a:spcPct val="150000"/>
              </a:lnSpc>
              <a:buClrTx/>
              <a:buSzTx/>
              <a:buFont typeface="Arial" panose="020B0604020202020204" pitchFamily="34" charset="0"/>
              <a:buChar char="•"/>
              <a:defRPr/>
            </a:pPr>
            <a:r>
              <a:rPr lang="zh-CN" altLang="en-US" sz="2800" b="1" noProof="0" dirty="0">
                <a:ln>
                  <a:noFill/>
                </a:ln>
                <a:solidFill>
                  <a:srgbClr val="0000FF"/>
                </a:solidFill>
                <a:effectLst/>
                <a:uLnTx/>
                <a:uFillTx/>
                <a:latin typeface="Times New Roman" panose="02020603050405020304" pitchFamily="18" charset="0"/>
                <a:ea typeface="华文中宋" panose="02010600040101010101" pitchFamily="2" charset="-122"/>
                <a:sym typeface="Arial" panose="020B0604020202020204" pitchFamily="34" charset="0"/>
              </a:rPr>
              <a:t>本节讨论矩阵的定义、性质及计算方法</a:t>
            </a:r>
            <a:endParaRPr kumimoji="1" lang="zh-CN" altLang="en-US" sz="2800" b="1" i="0" u="none" strike="noStrike" kern="1200" cap="none" spc="0" normalizeH="0" baseline="0" noProof="0" dirty="0">
              <a:ln>
                <a:noFill/>
              </a:ln>
              <a:solidFill>
                <a:srgbClr val="0000FF"/>
              </a:solidFill>
              <a:effectLst/>
              <a:uLnTx/>
              <a:uFillTx/>
              <a:latin typeface="Times New Roman" panose="02020603050405020304" pitchFamily="18" charset="0"/>
              <a:ea typeface="华文中宋" panose="02010600040101010101" pitchFamily="2" charset="-122"/>
              <a:cs typeface="+mn-cs"/>
              <a:sym typeface="Arial" panose="020B0604020202020204" pitchFamily="34"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BABA"/>
        </a:solidFill>
        <a:effectLst/>
      </p:bgPr>
    </p:bg>
    <p:spTree>
      <p:nvGrpSpPr>
        <p:cNvPr id="1" name=""/>
        <p:cNvGrpSpPr/>
        <p:nvPr/>
      </p:nvGrpSpPr>
      <p:grpSpPr>
        <a:xfrm>
          <a:off x="0" y="0"/>
          <a:ext cx="0" cy="0"/>
          <a:chOff x="0" y="0"/>
          <a:chExt cx="0" cy="0"/>
        </a:xfrm>
      </p:grpSpPr>
      <p:sp>
        <p:nvSpPr>
          <p:cNvPr id="20" name="Text Box 2">
            <a:extLst>
              <a:ext uri="{FF2B5EF4-FFF2-40B4-BE49-F238E27FC236}">
                <a16:creationId xmlns:a16="http://schemas.microsoft.com/office/drawing/2014/main" id="{1D674B17-4507-F549-A334-0E8E32477126}"/>
              </a:ext>
            </a:extLst>
          </p:cNvPr>
          <p:cNvSpPr txBox="1">
            <a:spLocks noChangeArrowheads="1"/>
          </p:cNvSpPr>
          <p:nvPr/>
        </p:nvSpPr>
        <p:spPr bwMode="auto">
          <a:xfrm>
            <a:off x="539750" y="476250"/>
            <a:ext cx="10795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eaLnBrk="1" hangingPunct="1"/>
            <a:r>
              <a:rPr kumimoji="0" lang="zh-CN" altLang="en-US" sz="3200" b="1" dirty="0">
                <a:solidFill>
                  <a:srgbClr val="00FFFF"/>
                </a:solidFill>
                <a:latin typeface="楷体_GB2312" pitchFamily="49" charset="-122"/>
                <a:ea typeface="楷体_GB2312" pitchFamily="49" charset="-122"/>
              </a:rPr>
              <a:t>复习</a:t>
            </a:r>
          </a:p>
        </p:txBody>
      </p:sp>
      <p:sp>
        <p:nvSpPr>
          <p:cNvPr id="21" name="Text Box 4">
            <a:extLst>
              <a:ext uri="{FF2B5EF4-FFF2-40B4-BE49-F238E27FC236}">
                <a16:creationId xmlns:a16="http://schemas.microsoft.com/office/drawing/2014/main" id="{3A760E96-06AA-044B-BEAD-1726D2747370}"/>
              </a:ext>
            </a:extLst>
          </p:cNvPr>
          <p:cNvSpPr txBox="1">
            <a:spLocks noChangeArrowheads="1"/>
          </p:cNvSpPr>
          <p:nvPr/>
        </p:nvSpPr>
        <p:spPr bwMode="auto">
          <a:xfrm>
            <a:off x="900113" y="1268413"/>
            <a:ext cx="1008062" cy="457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zh-CN" altLang="en-US" b="1">
                <a:solidFill>
                  <a:srgbClr val="FFFFFF"/>
                </a:solidFill>
                <a:latin typeface="楷体_GB2312" pitchFamily="49" charset="-122"/>
                <a:ea typeface="楷体_GB2312" pitchFamily="49" charset="-122"/>
              </a:rPr>
              <a:t>定理</a:t>
            </a:r>
            <a:r>
              <a:rPr lang="en-US" altLang="zh-CN" b="1">
                <a:solidFill>
                  <a:srgbClr val="FFFFFF"/>
                </a:solidFill>
                <a:latin typeface="楷体_GB2312" pitchFamily="49" charset="-122"/>
                <a:ea typeface="楷体_GB2312" pitchFamily="49" charset="-122"/>
              </a:rPr>
              <a:t>1</a:t>
            </a:r>
          </a:p>
        </p:txBody>
      </p:sp>
      <p:graphicFrame>
        <p:nvGraphicFramePr>
          <p:cNvPr id="22" name="Object 5">
            <a:extLst>
              <a:ext uri="{FF2B5EF4-FFF2-40B4-BE49-F238E27FC236}">
                <a16:creationId xmlns:a16="http://schemas.microsoft.com/office/drawing/2014/main" id="{C69A08E5-0FC0-0E4A-B3C7-A5632CAB1311}"/>
              </a:ext>
            </a:extLst>
          </p:cNvPr>
          <p:cNvGraphicFramePr>
            <a:graphicFrameLocks noChangeAspect="1"/>
          </p:cNvGraphicFramePr>
          <p:nvPr/>
        </p:nvGraphicFramePr>
        <p:xfrm>
          <a:off x="4645025" y="1123950"/>
          <a:ext cx="1584325" cy="801688"/>
        </p:xfrm>
        <a:graphic>
          <a:graphicData uri="http://schemas.openxmlformats.org/presentationml/2006/ole">
            <mc:AlternateContent xmlns:mc="http://schemas.openxmlformats.org/markup-compatibility/2006">
              <mc:Choice xmlns:v="urn:schemas-microsoft-com:vml" Requires="v">
                <p:oleObj spid="_x0000_s6154" name="Equation" r:id="rId3" imgW="20777200" imgH="10528300" progId="Equation.DSMT4">
                  <p:embed/>
                </p:oleObj>
              </mc:Choice>
              <mc:Fallback>
                <p:oleObj name="Equation" r:id="rId3" imgW="20777200" imgH="10528300" progId="Equation.DSMT4">
                  <p:embed/>
                  <p:pic>
                    <p:nvPicPr>
                      <p:cNvPr id="147461" name="Object 5">
                        <a:extLst>
                          <a:ext uri="{FF2B5EF4-FFF2-40B4-BE49-F238E27FC236}">
                            <a16:creationId xmlns:a16="http://schemas.microsoft.com/office/drawing/2014/main" id="{89D69794-4F9D-F04C-8973-0083E0C676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5025" y="1123950"/>
                        <a:ext cx="1584325"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3" name="Group 6">
            <a:extLst>
              <a:ext uri="{FF2B5EF4-FFF2-40B4-BE49-F238E27FC236}">
                <a16:creationId xmlns:a16="http://schemas.microsoft.com/office/drawing/2014/main" id="{630606B0-C0EF-9040-919C-A608598B3CFB}"/>
              </a:ext>
            </a:extLst>
          </p:cNvPr>
          <p:cNvGrpSpPr>
            <a:grpSpLocks/>
          </p:cNvGrpSpPr>
          <p:nvPr/>
        </p:nvGrpSpPr>
        <p:grpSpPr bwMode="auto">
          <a:xfrm>
            <a:off x="3421063" y="1196975"/>
            <a:ext cx="1331912" cy="623888"/>
            <a:chOff x="2200" y="845"/>
            <a:chExt cx="839" cy="393"/>
          </a:xfrm>
        </p:grpSpPr>
        <p:sp>
          <p:nvSpPr>
            <p:cNvPr id="24" name="Line 7">
              <a:extLst>
                <a:ext uri="{FF2B5EF4-FFF2-40B4-BE49-F238E27FC236}">
                  <a16:creationId xmlns:a16="http://schemas.microsoft.com/office/drawing/2014/main" id="{C84A2DAC-54F1-F041-B32A-425C87D84F91}"/>
                </a:ext>
              </a:extLst>
            </p:cNvPr>
            <p:cNvSpPr>
              <a:spLocks noChangeShapeType="1"/>
            </p:cNvSpPr>
            <p:nvPr/>
          </p:nvSpPr>
          <p:spPr bwMode="auto">
            <a:xfrm>
              <a:off x="2200" y="1026"/>
              <a:ext cx="725" cy="0"/>
            </a:xfrm>
            <a:prstGeom prst="line">
              <a:avLst/>
            </a:prstGeom>
            <a:noFill/>
            <a:ln w="28575">
              <a:solidFill>
                <a:srgbClr val="FF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ECFB7D"/>
                </a:solidFill>
                <a:effectLst/>
                <a:uLnTx/>
                <a:uFillTx/>
                <a:ea typeface="隶书" pitchFamily="49" charset="-122"/>
              </a:endParaRPr>
            </a:p>
          </p:txBody>
        </p:sp>
        <p:sp>
          <p:nvSpPr>
            <p:cNvPr id="25" name="Text Box 8">
              <a:extLst>
                <a:ext uri="{FF2B5EF4-FFF2-40B4-BE49-F238E27FC236}">
                  <a16:creationId xmlns:a16="http://schemas.microsoft.com/office/drawing/2014/main" id="{49BE9EE5-B6D7-D44E-A6C5-8B580BD5C56A}"/>
                </a:ext>
              </a:extLst>
            </p:cNvPr>
            <p:cNvSpPr txBox="1">
              <a:spLocks noChangeArrowheads="1"/>
            </p:cNvSpPr>
            <p:nvPr/>
          </p:nvSpPr>
          <p:spPr bwMode="auto">
            <a:xfrm>
              <a:off x="2290" y="845"/>
              <a:ext cx="74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1600" b="0" i="0" u="none" strike="noStrike" kern="0" cap="none" spc="0" normalizeH="0" baseline="0" noProof="0">
                  <a:ln>
                    <a:noFill/>
                  </a:ln>
                  <a:solidFill>
                    <a:srgbClr val="FFFFFF"/>
                  </a:solidFill>
                  <a:effectLst/>
                  <a:uLnTx/>
                  <a:uFillTx/>
                  <a:latin typeface="Times New Roman" panose="02020603050405020304" pitchFamily="18" charset="0"/>
                  <a:ea typeface="楷体_GB2312" pitchFamily="49" charset="-122"/>
                </a:rPr>
                <a:t>有限次</a:t>
              </a:r>
            </a:p>
          </p:txBody>
        </p:sp>
        <p:sp>
          <p:nvSpPr>
            <p:cNvPr id="26" name="Text Box 9">
              <a:extLst>
                <a:ext uri="{FF2B5EF4-FFF2-40B4-BE49-F238E27FC236}">
                  <a16:creationId xmlns:a16="http://schemas.microsoft.com/office/drawing/2014/main" id="{00878FFB-9E77-A049-8A02-8B2FBF9FB0E4}"/>
                </a:ext>
              </a:extLst>
            </p:cNvPr>
            <p:cNvSpPr txBox="1">
              <a:spLocks noChangeArrowheads="1"/>
            </p:cNvSpPr>
            <p:nvPr/>
          </p:nvSpPr>
          <p:spPr bwMode="auto">
            <a:xfrm>
              <a:off x="2245" y="1026"/>
              <a:ext cx="6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1600" b="0" i="0" u="none" strike="noStrike" kern="0" cap="none" spc="0" normalizeH="0" baseline="0" noProof="0">
                  <a:ln>
                    <a:noFill/>
                  </a:ln>
                  <a:solidFill>
                    <a:srgbClr val="FFFFFF"/>
                  </a:solidFill>
                  <a:effectLst/>
                  <a:uLnTx/>
                  <a:uFillTx/>
                  <a:latin typeface="Times New Roman" panose="02020603050405020304" pitchFamily="18" charset="0"/>
                  <a:ea typeface="楷体_GB2312" pitchFamily="49" charset="-122"/>
                </a:rPr>
                <a:t>初等变换</a:t>
              </a:r>
            </a:p>
          </p:txBody>
        </p:sp>
      </p:grpSp>
      <p:sp>
        <p:nvSpPr>
          <p:cNvPr id="27" name="Text Box 10">
            <a:extLst>
              <a:ext uri="{FF2B5EF4-FFF2-40B4-BE49-F238E27FC236}">
                <a16:creationId xmlns:a16="http://schemas.microsoft.com/office/drawing/2014/main" id="{374360F2-C1EA-2446-80A9-D7AE0ECE06F3}"/>
              </a:ext>
            </a:extLst>
          </p:cNvPr>
          <p:cNvSpPr txBox="1">
            <a:spLocks noChangeArrowheads="1"/>
          </p:cNvSpPr>
          <p:nvPr/>
        </p:nvSpPr>
        <p:spPr bwMode="auto">
          <a:xfrm>
            <a:off x="1836738" y="1268413"/>
            <a:ext cx="1511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eaLnBrk="1" hangingPunct="1"/>
            <a:r>
              <a:rPr kumimoji="0" lang="en-US" altLang="zh-CN" b="1" i="1">
                <a:solidFill>
                  <a:srgbClr val="FFFFFF"/>
                </a:solidFill>
                <a:ea typeface="宋体" panose="02010600030101010101" pitchFamily="2" charset="-122"/>
              </a:rPr>
              <a:t>A</a:t>
            </a:r>
            <a:r>
              <a:rPr kumimoji="0" lang="en-US" altLang="zh-CN" b="1">
                <a:solidFill>
                  <a:srgbClr val="FFFFFF"/>
                </a:solidFill>
                <a:ea typeface="宋体" panose="02010600030101010101" pitchFamily="2" charset="-122"/>
              </a:rPr>
              <a:t>=(</a:t>
            </a:r>
            <a:r>
              <a:rPr kumimoji="0" lang="en-US" altLang="zh-CN" b="1" i="1">
                <a:solidFill>
                  <a:srgbClr val="FFFFFF"/>
                </a:solidFill>
                <a:ea typeface="宋体" panose="02010600030101010101" pitchFamily="2" charset="-122"/>
              </a:rPr>
              <a:t>a</a:t>
            </a:r>
            <a:r>
              <a:rPr kumimoji="0" lang="en-US" altLang="zh-CN" b="1" i="1" baseline="-25000">
                <a:solidFill>
                  <a:srgbClr val="FFFFFF"/>
                </a:solidFill>
                <a:ea typeface="宋体" panose="02010600030101010101" pitchFamily="2" charset="-122"/>
              </a:rPr>
              <a:t>ij</a:t>
            </a:r>
            <a:r>
              <a:rPr kumimoji="0" lang="en-US" altLang="zh-CN" b="1">
                <a:solidFill>
                  <a:srgbClr val="FFFFFF"/>
                </a:solidFill>
                <a:ea typeface="宋体" panose="02010600030101010101" pitchFamily="2" charset="-122"/>
              </a:rPr>
              <a:t>)</a:t>
            </a:r>
            <a:r>
              <a:rPr kumimoji="0" lang="en-US" altLang="zh-CN" b="1" i="1" baseline="-25000">
                <a:solidFill>
                  <a:srgbClr val="FFFFFF"/>
                </a:solidFill>
                <a:ea typeface="宋体" panose="02010600030101010101" pitchFamily="2" charset="-122"/>
              </a:rPr>
              <a:t>m</a:t>
            </a:r>
            <a:r>
              <a:rPr kumimoji="0" lang="en-US" altLang="zh-CN" b="1" baseline="-25000">
                <a:solidFill>
                  <a:srgbClr val="FFFFFF"/>
                </a:solidFill>
                <a:ea typeface="宋体" panose="02010600030101010101" pitchFamily="2" charset="-122"/>
              </a:rPr>
              <a:t>×</a:t>
            </a:r>
            <a:r>
              <a:rPr kumimoji="0" lang="en-US" altLang="zh-CN" b="1" i="1" baseline="-25000">
                <a:solidFill>
                  <a:srgbClr val="FFFFFF"/>
                </a:solidFill>
                <a:ea typeface="宋体" panose="02010600030101010101" pitchFamily="2" charset="-122"/>
              </a:rPr>
              <a:t>n</a:t>
            </a:r>
          </a:p>
        </p:txBody>
      </p:sp>
      <p:sp>
        <p:nvSpPr>
          <p:cNvPr id="28" name="Text Box 11">
            <a:extLst>
              <a:ext uri="{FF2B5EF4-FFF2-40B4-BE49-F238E27FC236}">
                <a16:creationId xmlns:a16="http://schemas.microsoft.com/office/drawing/2014/main" id="{30AC2D61-D77F-BC4B-BF94-737E0F71BEC6}"/>
              </a:ext>
            </a:extLst>
          </p:cNvPr>
          <p:cNvSpPr txBox="1">
            <a:spLocks noChangeArrowheads="1"/>
          </p:cNvSpPr>
          <p:nvPr/>
        </p:nvSpPr>
        <p:spPr bwMode="auto">
          <a:xfrm>
            <a:off x="6300788" y="1339850"/>
            <a:ext cx="1728787" cy="3667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en-US" altLang="zh-CN" sz="1800" b="1">
                <a:solidFill>
                  <a:srgbClr val="FFFF00"/>
                </a:solidFill>
                <a:ea typeface="宋体" panose="02010600030101010101" pitchFamily="2" charset="-122"/>
              </a:rPr>
              <a:t>(</a:t>
            </a:r>
            <a:r>
              <a:rPr lang="en-US" altLang="zh-CN" sz="1800" b="1" i="1">
                <a:solidFill>
                  <a:srgbClr val="FF0000"/>
                </a:solidFill>
                <a:ea typeface="宋体" panose="02010600030101010101" pitchFamily="2" charset="-122"/>
              </a:rPr>
              <a:t>A</a:t>
            </a:r>
            <a:r>
              <a:rPr lang="en-US" altLang="zh-CN" sz="1800" b="1">
                <a:solidFill>
                  <a:srgbClr val="FF0000"/>
                </a:solidFill>
                <a:latin typeface="宋体" panose="02010600030101010101" pitchFamily="2" charset="-122"/>
                <a:ea typeface="宋体" panose="02010600030101010101" pitchFamily="2" charset="-122"/>
              </a:rPr>
              <a:t>≌</a:t>
            </a:r>
            <a:r>
              <a:rPr lang="zh-CN" altLang="en-US" sz="1800" b="1">
                <a:solidFill>
                  <a:srgbClr val="FF0066"/>
                </a:solidFill>
                <a:latin typeface="宋体" panose="02010600030101010101" pitchFamily="2" charset="-122"/>
                <a:ea typeface="宋体" panose="02010600030101010101" pitchFamily="2" charset="-122"/>
              </a:rPr>
              <a:t>标准形</a:t>
            </a:r>
            <a:r>
              <a:rPr lang="en-US" altLang="zh-CN" sz="1800" b="1" i="1">
                <a:solidFill>
                  <a:srgbClr val="FF0000"/>
                </a:solidFill>
                <a:ea typeface="宋体" panose="02010600030101010101" pitchFamily="2" charset="-122"/>
              </a:rPr>
              <a:t>D</a:t>
            </a:r>
            <a:r>
              <a:rPr lang="en-US" altLang="zh-CN" sz="1800" b="1">
                <a:solidFill>
                  <a:srgbClr val="FFFF00"/>
                </a:solidFill>
                <a:ea typeface="宋体" panose="02010600030101010101" pitchFamily="2" charset="-122"/>
              </a:rPr>
              <a:t>)</a:t>
            </a:r>
          </a:p>
        </p:txBody>
      </p:sp>
      <p:sp>
        <p:nvSpPr>
          <p:cNvPr id="29" name="Text Box 12">
            <a:extLst>
              <a:ext uri="{FF2B5EF4-FFF2-40B4-BE49-F238E27FC236}">
                <a16:creationId xmlns:a16="http://schemas.microsoft.com/office/drawing/2014/main" id="{87982D63-D721-D545-B43D-3F3AA9CB1C96}"/>
              </a:ext>
            </a:extLst>
          </p:cNvPr>
          <p:cNvSpPr txBox="1">
            <a:spLocks noChangeArrowheads="1"/>
          </p:cNvSpPr>
          <p:nvPr/>
        </p:nvSpPr>
        <p:spPr bwMode="auto">
          <a:xfrm>
            <a:off x="1331913" y="1989138"/>
            <a:ext cx="5761037" cy="57943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zh-CN" altLang="en-US" sz="2400" b="1" i="0" u="none" strike="noStrike" kern="0" cap="none" spc="0" normalizeH="0" baseline="0" noProof="0">
                <a:ln>
                  <a:noFill/>
                </a:ln>
                <a:solidFill>
                  <a:srgbClr val="FFFF00"/>
                </a:solidFill>
                <a:effectLst/>
                <a:uLnTx/>
                <a:uFillTx/>
                <a:latin typeface="楷体_GB2312" pitchFamily="49" charset="-122"/>
                <a:ea typeface="楷体_GB2312" pitchFamily="49" charset="-122"/>
              </a:rPr>
              <a:t>初等矩阵可逆，且逆矩阵仍为初等矩阵</a:t>
            </a:r>
            <a:r>
              <a:rPr kumimoji="1" lang="en-US" altLang="zh-CN" sz="2400" b="1" i="0" u="none" strike="noStrike" kern="0" cap="none" spc="0" normalizeH="0" baseline="0" noProof="0">
                <a:ln>
                  <a:noFill/>
                </a:ln>
                <a:solidFill>
                  <a:srgbClr val="FFFFFF"/>
                </a:solidFill>
                <a:effectLst/>
                <a:uLnTx/>
                <a:uFillTx/>
                <a:latin typeface="Times New Roman" panose="02020603050405020304" pitchFamily="18" charset="0"/>
                <a:ea typeface="隶书" pitchFamily="49" charset="-122"/>
              </a:rPr>
              <a:t>.</a:t>
            </a:r>
            <a:r>
              <a:rPr kumimoji="1" lang="en-US" altLang="zh-CN" sz="3200" b="1" i="0" u="none" strike="noStrike" kern="0" cap="none" spc="0" normalizeH="0" baseline="0" noProof="0">
                <a:ln>
                  <a:noFill/>
                </a:ln>
                <a:solidFill>
                  <a:srgbClr val="FFFF00"/>
                </a:solidFill>
                <a:effectLst/>
                <a:uLnTx/>
                <a:uFillTx/>
                <a:latin typeface="Times New Roman" panose="02020603050405020304" pitchFamily="18" charset="0"/>
                <a:ea typeface="宋体" panose="02010600030101010101" pitchFamily="2" charset="-122"/>
              </a:rPr>
              <a:t> </a:t>
            </a:r>
          </a:p>
        </p:txBody>
      </p:sp>
      <p:sp>
        <p:nvSpPr>
          <p:cNvPr id="30" name="Text Box 13">
            <a:extLst>
              <a:ext uri="{FF2B5EF4-FFF2-40B4-BE49-F238E27FC236}">
                <a16:creationId xmlns:a16="http://schemas.microsoft.com/office/drawing/2014/main" id="{7661396E-8466-FC47-91E6-70DFDDAD513A}"/>
              </a:ext>
            </a:extLst>
          </p:cNvPr>
          <p:cNvSpPr txBox="1">
            <a:spLocks noChangeArrowheads="1"/>
          </p:cNvSpPr>
          <p:nvPr/>
        </p:nvSpPr>
        <p:spPr bwMode="auto">
          <a:xfrm>
            <a:off x="900113" y="2708275"/>
            <a:ext cx="8027987" cy="9445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zh-CN" altLang="en-US" b="1">
                <a:solidFill>
                  <a:srgbClr val="FFFFFF"/>
                </a:solidFill>
                <a:latin typeface="楷体_GB2312" pitchFamily="49" charset="-122"/>
                <a:ea typeface="楷体_GB2312" pitchFamily="49" charset="-122"/>
              </a:rPr>
              <a:t>定理</a:t>
            </a:r>
            <a:r>
              <a:rPr lang="en-US" altLang="zh-CN" b="1">
                <a:solidFill>
                  <a:srgbClr val="FFFFFF"/>
                </a:solidFill>
                <a:latin typeface="楷体_GB2312" pitchFamily="49" charset="-122"/>
                <a:ea typeface="楷体_GB2312" pitchFamily="49" charset="-122"/>
              </a:rPr>
              <a:t>2</a:t>
            </a:r>
            <a:r>
              <a:rPr lang="en-US" altLang="zh-CN" b="1">
                <a:solidFill>
                  <a:srgbClr val="FF0000"/>
                </a:solidFill>
                <a:latin typeface="楷体_GB2312" pitchFamily="49" charset="-122"/>
                <a:ea typeface="楷体_GB2312" pitchFamily="49" charset="-122"/>
              </a:rPr>
              <a:t>  </a:t>
            </a:r>
            <a:r>
              <a:rPr lang="zh-CN" altLang="en-US" b="1">
                <a:solidFill>
                  <a:srgbClr val="FFFFFF"/>
                </a:solidFill>
                <a:latin typeface="楷体_GB2312" pitchFamily="49" charset="-122"/>
                <a:ea typeface="楷体_GB2312" pitchFamily="49" charset="-122"/>
              </a:rPr>
              <a:t>对</a:t>
            </a:r>
            <a:r>
              <a:rPr lang="en-US" altLang="zh-CN" b="1" i="1">
                <a:solidFill>
                  <a:srgbClr val="FFFFFF"/>
                </a:solidFill>
                <a:ea typeface="楷体_GB2312" pitchFamily="49" charset="-122"/>
              </a:rPr>
              <a:t>A</a:t>
            </a:r>
            <a:r>
              <a:rPr lang="zh-CN" altLang="en-US" b="1">
                <a:solidFill>
                  <a:srgbClr val="FFFFFF"/>
                </a:solidFill>
                <a:latin typeface="楷体_GB2312" pitchFamily="49" charset="-122"/>
                <a:ea typeface="楷体_GB2312" pitchFamily="49" charset="-122"/>
              </a:rPr>
              <a:t>作初等行</a:t>
            </a:r>
            <a:r>
              <a:rPr lang="en-US" altLang="zh-CN" b="1">
                <a:solidFill>
                  <a:srgbClr val="FFFFFF"/>
                </a:solidFill>
                <a:latin typeface="楷体_GB2312" pitchFamily="49" charset="-122"/>
                <a:ea typeface="楷体_GB2312" pitchFamily="49" charset="-122"/>
              </a:rPr>
              <a:t>(</a:t>
            </a:r>
            <a:r>
              <a:rPr lang="zh-CN" altLang="en-US" b="1">
                <a:solidFill>
                  <a:srgbClr val="FFFF00"/>
                </a:solidFill>
                <a:latin typeface="楷体_GB2312" pitchFamily="49" charset="-122"/>
                <a:ea typeface="楷体_GB2312" pitchFamily="49" charset="-122"/>
              </a:rPr>
              <a:t>列</a:t>
            </a:r>
            <a:r>
              <a:rPr lang="en-US" altLang="zh-CN" b="1">
                <a:solidFill>
                  <a:srgbClr val="FFFFFF"/>
                </a:solidFill>
                <a:latin typeface="楷体_GB2312" pitchFamily="49" charset="-122"/>
                <a:ea typeface="楷体_GB2312" pitchFamily="49" charset="-122"/>
              </a:rPr>
              <a:t>)</a:t>
            </a:r>
            <a:r>
              <a:rPr lang="zh-CN" altLang="en-US" b="1">
                <a:solidFill>
                  <a:srgbClr val="FFFFFF"/>
                </a:solidFill>
                <a:latin typeface="楷体_GB2312" pitchFamily="49" charset="-122"/>
                <a:ea typeface="楷体_GB2312" pitchFamily="49" charset="-122"/>
              </a:rPr>
              <a:t>变换</a:t>
            </a:r>
            <a:r>
              <a:rPr lang="en-US" altLang="zh-CN" b="1">
                <a:solidFill>
                  <a:srgbClr val="FFFFFF"/>
                </a:solidFill>
                <a:latin typeface="楷体_GB2312" pitchFamily="49" charset="-122"/>
                <a:ea typeface="楷体_GB2312" pitchFamily="49" charset="-122"/>
              </a:rPr>
              <a:t>,</a:t>
            </a:r>
            <a:r>
              <a:rPr lang="zh-CN" altLang="en-US" b="1">
                <a:solidFill>
                  <a:srgbClr val="FFFFFF"/>
                </a:solidFill>
                <a:latin typeface="楷体_GB2312" pitchFamily="49" charset="-122"/>
                <a:ea typeface="楷体_GB2312" pitchFamily="49" charset="-122"/>
              </a:rPr>
              <a:t>相当于用相应的初等矩阵左</a:t>
            </a:r>
            <a:r>
              <a:rPr lang="en-US" altLang="zh-CN" b="1">
                <a:solidFill>
                  <a:srgbClr val="FFFFFF"/>
                </a:solidFill>
                <a:latin typeface="楷体_GB2312" pitchFamily="49" charset="-122"/>
                <a:ea typeface="楷体_GB2312" pitchFamily="49" charset="-122"/>
              </a:rPr>
              <a:t>(</a:t>
            </a:r>
            <a:r>
              <a:rPr lang="zh-CN" altLang="en-US" b="1">
                <a:solidFill>
                  <a:srgbClr val="FFFF00"/>
                </a:solidFill>
                <a:latin typeface="楷体_GB2312" pitchFamily="49" charset="-122"/>
                <a:ea typeface="楷体_GB2312" pitchFamily="49" charset="-122"/>
              </a:rPr>
              <a:t>右</a:t>
            </a:r>
            <a:r>
              <a:rPr lang="en-US" altLang="zh-CN" b="1">
                <a:solidFill>
                  <a:srgbClr val="FFFFFF"/>
                </a:solidFill>
                <a:latin typeface="楷体_GB2312" pitchFamily="49" charset="-122"/>
                <a:ea typeface="楷体_GB2312" pitchFamily="49" charset="-122"/>
              </a:rPr>
              <a:t>)</a:t>
            </a:r>
            <a:r>
              <a:rPr lang="zh-CN" altLang="en-US" b="1">
                <a:solidFill>
                  <a:srgbClr val="FFFFFF"/>
                </a:solidFill>
                <a:latin typeface="楷体_GB2312" pitchFamily="49" charset="-122"/>
                <a:ea typeface="楷体_GB2312" pitchFamily="49" charset="-122"/>
              </a:rPr>
              <a:t>乘</a:t>
            </a:r>
            <a:r>
              <a:rPr lang="en-US" altLang="zh-CN" b="1" i="1">
                <a:solidFill>
                  <a:srgbClr val="FFFFFF"/>
                </a:solidFill>
                <a:ea typeface="楷体_GB2312" pitchFamily="49" charset="-122"/>
              </a:rPr>
              <a:t>A</a:t>
            </a:r>
            <a:r>
              <a:rPr lang="en-US" altLang="zh-CN" b="1">
                <a:solidFill>
                  <a:srgbClr val="FFFFFF"/>
                </a:solidFill>
                <a:latin typeface="楷体_GB2312" pitchFamily="49" charset="-122"/>
                <a:ea typeface="楷体_GB2312" pitchFamily="49" charset="-122"/>
              </a:rPr>
              <a:t>.</a:t>
            </a:r>
            <a:r>
              <a:rPr lang="en-US" altLang="zh-CN" sz="3200" b="1">
                <a:solidFill>
                  <a:srgbClr val="FFFF00"/>
                </a:solidFill>
                <a:ea typeface="宋体" panose="02010600030101010101" pitchFamily="2" charset="-122"/>
              </a:rPr>
              <a:t> </a:t>
            </a:r>
          </a:p>
        </p:txBody>
      </p:sp>
      <p:sp>
        <p:nvSpPr>
          <p:cNvPr id="31" name="Text Box 14">
            <a:extLst>
              <a:ext uri="{FF2B5EF4-FFF2-40B4-BE49-F238E27FC236}">
                <a16:creationId xmlns:a16="http://schemas.microsoft.com/office/drawing/2014/main" id="{2A05EA3D-D713-1243-9DD4-EA44FACB7C42}"/>
              </a:ext>
            </a:extLst>
          </p:cNvPr>
          <p:cNvSpPr txBox="1">
            <a:spLocks noChangeArrowheads="1"/>
          </p:cNvSpPr>
          <p:nvPr/>
        </p:nvSpPr>
        <p:spPr bwMode="auto">
          <a:xfrm>
            <a:off x="1331913" y="3571875"/>
            <a:ext cx="6408737" cy="519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zh-CN" altLang="en-US" b="1">
                <a:solidFill>
                  <a:srgbClr val="FFFF00"/>
                </a:solidFill>
                <a:latin typeface="楷体_GB2312" pitchFamily="49" charset="-122"/>
                <a:ea typeface="楷体_GB2312" pitchFamily="49" charset="-122"/>
              </a:rPr>
              <a:t>推论 对任一矩阵</a:t>
            </a:r>
            <a:r>
              <a:rPr lang="en-US" altLang="zh-CN" b="1" i="1">
                <a:solidFill>
                  <a:srgbClr val="FFFF00"/>
                </a:solidFill>
                <a:ea typeface="宋体" panose="02010600030101010101" pitchFamily="2" charset="-122"/>
              </a:rPr>
              <a:t>A</a:t>
            </a:r>
            <a:r>
              <a:rPr lang="en-US" altLang="zh-CN" b="1">
                <a:solidFill>
                  <a:srgbClr val="FFFF00"/>
                </a:solidFill>
                <a:latin typeface="宋体" panose="02010600030101010101" pitchFamily="2" charset="-122"/>
                <a:ea typeface="宋体" panose="02010600030101010101" pitchFamily="2" charset="-122"/>
              </a:rPr>
              <a:t>,</a:t>
            </a:r>
            <a:r>
              <a:rPr lang="zh-CN" altLang="en-US" b="1">
                <a:solidFill>
                  <a:srgbClr val="FFFF00"/>
                </a:solidFill>
                <a:latin typeface="楷体_GB2312" pitchFamily="49" charset="-122"/>
                <a:ea typeface="楷体_GB2312" pitchFamily="49" charset="-122"/>
              </a:rPr>
              <a:t>存在可逆阵</a:t>
            </a:r>
            <a:r>
              <a:rPr lang="en-US" altLang="zh-CN" b="1" i="1">
                <a:solidFill>
                  <a:srgbClr val="FFFF00"/>
                </a:solidFill>
                <a:ea typeface="宋体" panose="02010600030101010101" pitchFamily="2" charset="-122"/>
              </a:rPr>
              <a:t>P</a:t>
            </a:r>
            <a:r>
              <a:rPr lang="en-US" altLang="zh-CN" b="1">
                <a:solidFill>
                  <a:srgbClr val="FFFF00"/>
                </a:solidFill>
                <a:latin typeface="宋体" panose="02010600030101010101" pitchFamily="2" charset="-122"/>
                <a:ea typeface="宋体" panose="02010600030101010101" pitchFamily="2" charset="-122"/>
              </a:rPr>
              <a:t>,</a:t>
            </a:r>
            <a:r>
              <a:rPr lang="en-US" altLang="zh-CN" b="1" i="1">
                <a:solidFill>
                  <a:srgbClr val="FFFF00"/>
                </a:solidFill>
                <a:ea typeface="宋体" panose="02010600030101010101" pitchFamily="2" charset="-122"/>
              </a:rPr>
              <a:t>Q</a:t>
            </a:r>
            <a:r>
              <a:rPr lang="en-US" altLang="zh-CN" b="1">
                <a:solidFill>
                  <a:srgbClr val="FFFF00"/>
                </a:solidFill>
                <a:latin typeface="宋体" panose="02010600030101010101" pitchFamily="2" charset="-122"/>
                <a:ea typeface="宋体" panose="02010600030101010101" pitchFamily="2" charset="-122"/>
              </a:rPr>
              <a:t>,</a:t>
            </a:r>
            <a:r>
              <a:rPr lang="zh-CN" altLang="en-US" b="1">
                <a:solidFill>
                  <a:srgbClr val="FFFF00"/>
                </a:solidFill>
                <a:latin typeface="楷体_GB2312" pitchFamily="49" charset="-122"/>
                <a:ea typeface="楷体_GB2312" pitchFamily="49" charset="-122"/>
              </a:rPr>
              <a:t>使</a:t>
            </a:r>
            <a:r>
              <a:rPr lang="en-US" altLang="zh-CN" b="1" i="1">
                <a:solidFill>
                  <a:srgbClr val="FFFF00"/>
                </a:solidFill>
                <a:ea typeface="宋体" panose="02010600030101010101" pitchFamily="2" charset="-122"/>
              </a:rPr>
              <a:t>PAQ</a:t>
            </a:r>
            <a:r>
              <a:rPr lang="en-US" altLang="zh-CN" b="1">
                <a:solidFill>
                  <a:srgbClr val="FFFF00"/>
                </a:solidFill>
                <a:ea typeface="宋体" panose="02010600030101010101" pitchFamily="2" charset="-122"/>
              </a:rPr>
              <a:t>=</a:t>
            </a:r>
            <a:r>
              <a:rPr lang="en-US" altLang="zh-CN" sz="2800" b="1">
                <a:solidFill>
                  <a:srgbClr val="FFFFFF"/>
                </a:solidFill>
                <a:ea typeface="宋体" panose="02010600030101010101" pitchFamily="2" charset="-122"/>
              </a:rPr>
              <a:t> </a:t>
            </a:r>
          </a:p>
        </p:txBody>
      </p:sp>
      <p:graphicFrame>
        <p:nvGraphicFramePr>
          <p:cNvPr id="32" name="Object 15">
            <a:extLst>
              <a:ext uri="{FF2B5EF4-FFF2-40B4-BE49-F238E27FC236}">
                <a16:creationId xmlns:a16="http://schemas.microsoft.com/office/drawing/2014/main" id="{584234D5-D13F-C842-AF5D-C257C626DED6}"/>
              </a:ext>
            </a:extLst>
          </p:cNvPr>
          <p:cNvGraphicFramePr>
            <a:graphicFrameLocks noChangeAspect="1"/>
          </p:cNvGraphicFramePr>
          <p:nvPr/>
        </p:nvGraphicFramePr>
        <p:xfrm>
          <a:off x="7451725" y="3429000"/>
          <a:ext cx="1082675" cy="863600"/>
        </p:xfrm>
        <a:graphic>
          <a:graphicData uri="http://schemas.openxmlformats.org/presentationml/2006/ole">
            <mc:AlternateContent xmlns:mc="http://schemas.openxmlformats.org/markup-compatibility/2006">
              <mc:Choice xmlns:v="urn:schemas-microsoft-com:vml" Requires="v">
                <p:oleObj spid="_x0000_s6155" name="Equation" r:id="rId5" imgW="14338300" imgH="10528300" progId="Equation.DSMT4">
                  <p:embed/>
                </p:oleObj>
              </mc:Choice>
              <mc:Fallback>
                <p:oleObj name="Equation" r:id="rId5" imgW="14338300" imgH="10528300" progId="Equation.DSMT4">
                  <p:embed/>
                  <p:pic>
                    <p:nvPicPr>
                      <p:cNvPr id="147471" name="Object 15">
                        <a:extLst>
                          <a:ext uri="{FF2B5EF4-FFF2-40B4-BE49-F238E27FC236}">
                            <a16:creationId xmlns:a16="http://schemas.microsoft.com/office/drawing/2014/main" id="{BD01B44D-F1D7-914E-B857-213CE715728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51725" y="3429000"/>
                        <a:ext cx="1082675"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 name="Text Box 16">
            <a:extLst>
              <a:ext uri="{FF2B5EF4-FFF2-40B4-BE49-F238E27FC236}">
                <a16:creationId xmlns:a16="http://schemas.microsoft.com/office/drawing/2014/main" id="{B23F60C5-5D14-6C45-BF58-4BEAC9718053}"/>
              </a:ext>
            </a:extLst>
          </p:cNvPr>
          <p:cNvSpPr txBox="1">
            <a:spLocks noChangeArrowheads="1"/>
          </p:cNvSpPr>
          <p:nvPr/>
        </p:nvSpPr>
        <p:spPr bwMode="auto">
          <a:xfrm>
            <a:off x="900113" y="4221163"/>
            <a:ext cx="7956550" cy="457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zh-CN" altLang="en-US" sz="2400" b="1" i="0" u="none" strike="noStrike" kern="0" cap="none" spc="0" normalizeH="0" baseline="0" noProof="0">
                <a:ln>
                  <a:noFill/>
                </a:ln>
                <a:solidFill>
                  <a:srgbClr val="FFFFFF"/>
                </a:solidFill>
                <a:effectLst/>
                <a:uLnTx/>
                <a:uFillTx/>
                <a:latin typeface="楷体_GB2312" pitchFamily="49" charset="-122"/>
                <a:ea typeface="楷体_GB2312" pitchFamily="49" charset="-122"/>
              </a:rPr>
              <a:t>定理</a:t>
            </a:r>
            <a:r>
              <a:rPr kumimoji="1" lang="en-US" altLang="zh-CN" sz="2400" b="1" i="0" u="none" strike="noStrike" kern="0" cap="none" spc="0" normalizeH="0" baseline="0" noProof="0">
                <a:ln>
                  <a:noFill/>
                </a:ln>
                <a:solidFill>
                  <a:srgbClr val="FFFFFF"/>
                </a:solidFill>
                <a:effectLst/>
                <a:uLnTx/>
                <a:uFillTx/>
                <a:latin typeface="楷体_GB2312" pitchFamily="49" charset="-122"/>
                <a:ea typeface="楷体_GB2312" pitchFamily="49" charset="-122"/>
              </a:rPr>
              <a:t>3</a:t>
            </a:r>
            <a:r>
              <a:rPr kumimoji="1" lang="en-US" altLang="zh-CN" sz="24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   </a:t>
            </a:r>
            <a:r>
              <a:rPr kumimoji="1" lang="en-US" altLang="zh-CN" sz="24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n</a:t>
            </a:r>
            <a:r>
              <a:rPr kumimoji="1" lang="zh-CN" altLang="en-US" sz="2400" b="1" i="0" u="none" strike="noStrike" kern="0" cap="none" spc="0" normalizeH="0" baseline="0" noProof="0">
                <a:ln>
                  <a:noFill/>
                </a:ln>
                <a:solidFill>
                  <a:srgbClr val="FFFFFF"/>
                </a:solidFill>
                <a:effectLst/>
                <a:uLnTx/>
                <a:uFillTx/>
                <a:latin typeface="楷体_GB2312" pitchFamily="49" charset="-122"/>
                <a:ea typeface="楷体_GB2312" pitchFamily="49" charset="-122"/>
              </a:rPr>
              <a:t>阶可逆矩阵</a:t>
            </a:r>
            <a:r>
              <a:rPr kumimoji="1" lang="en-US" altLang="zh-CN" sz="24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a:t>
            </a:r>
            <a:r>
              <a:rPr kumimoji="1" lang="zh-CN" altLang="en-US" sz="2400" b="1" i="0" u="none" strike="noStrike" kern="0" cap="none" spc="0" normalizeH="0" baseline="0" noProof="0">
                <a:ln>
                  <a:noFill/>
                </a:ln>
                <a:solidFill>
                  <a:srgbClr val="FFFFFF"/>
                </a:solidFill>
                <a:effectLst/>
                <a:uLnTx/>
                <a:uFillTx/>
                <a:latin typeface="楷体_GB2312" pitchFamily="49" charset="-122"/>
                <a:ea typeface="楷体_GB2312" pitchFamily="49" charset="-122"/>
              </a:rPr>
              <a:t>的等价标准形</a:t>
            </a:r>
            <a:r>
              <a:rPr kumimoji="0" lang="en-US" altLang="zh-CN" sz="24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D</a:t>
            </a:r>
            <a:r>
              <a:rPr kumimoji="0" lang="en-US" altLang="zh-CN" sz="24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t>
            </a:r>
            <a:r>
              <a:rPr kumimoji="0" lang="en-US" altLang="zh-CN" sz="24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E</a:t>
            </a:r>
            <a:r>
              <a:rPr kumimoji="0" lang="en-US" altLang="zh-CN" sz="2400" b="1" i="1" u="none" strike="noStrike" kern="0" cap="none" spc="0" normalizeH="0" baseline="-25000" noProof="0">
                <a:ln>
                  <a:noFill/>
                </a:ln>
                <a:solidFill>
                  <a:srgbClr val="FFFFFF"/>
                </a:solidFill>
                <a:effectLst/>
                <a:uLnTx/>
                <a:uFillTx/>
                <a:latin typeface="Times New Roman" panose="02020603050405020304" pitchFamily="18" charset="0"/>
                <a:ea typeface="宋体" panose="02010600030101010101" pitchFamily="2" charset="-122"/>
              </a:rPr>
              <a:t>n </a:t>
            </a:r>
            <a:r>
              <a:rPr kumimoji="1" lang="en-US" altLang="zh-CN" sz="2400" b="1" i="0" u="none" strike="noStrike" kern="0" cap="none" spc="0" normalizeH="0" baseline="0" noProof="0">
                <a:ln>
                  <a:noFill/>
                </a:ln>
                <a:solidFill>
                  <a:srgbClr val="FFFFFF"/>
                </a:solidFill>
                <a:effectLst/>
                <a:uLnTx/>
                <a:uFillTx/>
                <a:latin typeface="Times New Roman" panose="02020603050405020304" pitchFamily="18" charset="0"/>
                <a:ea typeface="隶书" pitchFamily="49" charset="-122"/>
              </a:rPr>
              <a:t>.</a:t>
            </a:r>
            <a:r>
              <a:rPr kumimoji="0" lang="en-US" altLang="zh-CN" sz="2400" b="0" i="0" u="none" strike="noStrike" kern="0" cap="none" spc="0" normalizeH="0" baseline="0" noProof="0">
                <a:ln>
                  <a:noFill/>
                </a:ln>
                <a:solidFill>
                  <a:srgbClr val="ECFB7D"/>
                </a:solidFill>
                <a:effectLst/>
                <a:uLnTx/>
                <a:uFillTx/>
                <a:latin typeface="Times New Roman" panose="02020603050405020304" pitchFamily="18" charset="0"/>
                <a:ea typeface="隶书" pitchFamily="49" charset="-122"/>
              </a:rPr>
              <a:t> </a:t>
            </a:r>
            <a:endParaRPr kumimoji="0" lang="en-US" altLang="zh-CN" sz="2400" b="1" i="1" u="none" strike="noStrike" kern="0" cap="none" spc="0" normalizeH="0" baseline="-25000" noProof="0">
              <a:ln>
                <a:noFill/>
              </a:ln>
              <a:solidFill>
                <a:srgbClr val="FFFFFF"/>
              </a:solidFill>
              <a:effectLst/>
              <a:uLnTx/>
              <a:uFillTx/>
              <a:latin typeface="Times New Roman" panose="02020603050405020304" pitchFamily="18" charset="0"/>
              <a:ea typeface="宋体" panose="02010600030101010101" pitchFamily="2" charset="-122"/>
            </a:endParaRPr>
          </a:p>
        </p:txBody>
      </p:sp>
      <p:sp>
        <p:nvSpPr>
          <p:cNvPr id="34" name="Text Box 17">
            <a:extLst>
              <a:ext uri="{FF2B5EF4-FFF2-40B4-BE49-F238E27FC236}">
                <a16:creationId xmlns:a16="http://schemas.microsoft.com/office/drawing/2014/main" id="{A2D25A7B-CF9C-A042-9A1C-E7245B9D7AE0}"/>
              </a:ext>
            </a:extLst>
          </p:cNvPr>
          <p:cNvSpPr txBox="1">
            <a:spLocks noChangeArrowheads="1"/>
          </p:cNvSpPr>
          <p:nvPr/>
        </p:nvSpPr>
        <p:spPr bwMode="auto">
          <a:xfrm>
            <a:off x="900113" y="4868863"/>
            <a:ext cx="7777162" cy="457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zh-CN" altLang="en-US" sz="2400" b="1" i="0" u="none" strike="noStrike" kern="0" cap="none" spc="0" normalizeH="0" baseline="0" noProof="0">
                <a:ln>
                  <a:noFill/>
                </a:ln>
                <a:solidFill>
                  <a:srgbClr val="FFFFFF"/>
                </a:solidFill>
                <a:effectLst/>
                <a:uLnTx/>
                <a:uFillTx/>
                <a:latin typeface="楷体_GB2312" pitchFamily="49" charset="-122"/>
                <a:ea typeface="楷体_GB2312" pitchFamily="49" charset="-122"/>
              </a:rPr>
              <a:t>定理</a:t>
            </a:r>
            <a:r>
              <a:rPr kumimoji="1" lang="en-US" altLang="zh-CN" sz="2400" b="1" i="0" u="none" strike="noStrike" kern="0" cap="none" spc="0" normalizeH="0" baseline="0" noProof="0">
                <a:ln>
                  <a:noFill/>
                </a:ln>
                <a:solidFill>
                  <a:srgbClr val="FFFFFF"/>
                </a:solidFill>
                <a:effectLst/>
                <a:uLnTx/>
                <a:uFillTx/>
                <a:latin typeface="楷体_GB2312" pitchFamily="49" charset="-122"/>
                <a:ea typeface="楷体_GB2312" pitchFamily="49" charset="-122"/>
              </a:rPr>
              <a:t>4</a:t>
            </a:r>
            <a:r>
              <a:rPr kumimoji="1" lang="en-US" altLang="zh-CN" sz="2400" b="1" i="0" u="none" strike="noStrike" kern="0" cap="none" spc="0" normalizeH="0" baseline="0" noProof="0">
                <a:ln>
                  <a:noFill/>
                </a:ln>
                <a:solidFill>
                  <a:srgbClr val="FFFF00"/>
                </a:solidFill>
                <a:effectLst/>
                <a:uLnTx/>
                <a:uFillTx/>
                <a:latin typeface="宋体" panose="02010600030101010101" pitchFamily="2" charset="-122"/>
                <a:ea typeface="宋体" panose="02010600030101010101" pitchFamily="2" charset="-122"/>
              </a:rPr>
              <a:t> </a:t>
            </a:r>
            <a:r>
              <a:rPr kumimoji="1" lang="en-US" altLang="zh-CN" sz="24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a:t>
            </a:r>
            <a:r>
              <a:rPr kumimoji="1" lang="zh-CN" altLang="en-US" sz="2400" b="1" i="0" u="none" strike="noStrike" kern="0" cap="none" spc="0" normalizeH="0" baseline="0" noProof="0">
                <a:ln>
                  <a:noFill/>
                </a:ln>
                <a:solidFill>
                  <a:srgbClr val="FFFFFF"/>
                </a:solidFill>
                <a:effectLst/>
                <a:uLnTx/>
                <a:uFillTx/>
                <a:latin typeface="楷体_GB2312" pitchFamily="49" charset="-122"/>
                <a:ea typeface="楷体_GB2312" pitchFamily="49" charset="-122"/>
              </a:rPr>
              <a:t>可逆当且仅当</a:t>
            </a:r>
            <a:r>
              <a:rPr kumimoji="1" lang="en-US" altLang="zh-CN" sz="24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a:t>
            </a:r>
            <a:r>
              <a:rPr kumimoji="1" lang="zh-CN" altLang="en-US" sz="2400" b="1" i="0" u="none" strike="noStrike" kern="0" cap="none" spc="0" normalizeH="0" baseline="0" noProof="0">
                <a:ln>
                  <a:noFill/>
                </a:ln>
                <a:solidFill>
                  <a:srgbClr val="FFFFFF"/>
                </a:solidFill>
                <a:effectLst/>
                <a:uLnTx/>
                <a:uFillTx/>
                <a:latin typeface="宋体" panose="02010600030101010101" pitchFamily="2" charset="-122"/>
                <a:ea typeface="楷体_GB2312" pitchFamily="49" charset="-122"/>
              </a:rPr>
              <a:t>可表示为一些初等矩阵的乘积</a:t>
            </a:r>
            <a:r>
              <a:rPr kumimoji="1" lang="en-US" altLang="zh-CN" sz="2400" b="1" i="0" u="none" strike="noStrike" kern="0" cap="none" spc="0" normalizeH="0" baseline="0" noProof="0">
                <a:ln>
                  <a:noFill/>
                </a:ln>
                <a:solidFill>
                  <a:srgbClr val="FFFFFF"/>
                </a:solidFill>
                <a:effectLst/>
                <a:uLnTx/>
                <a:uFillTx/>
                <a:latin typeface="Times New Roman" panose="02020603050405020304" pitchFamily="18" charset="0"/>
                <a:ea typeface="隶书" pitchFamily="49" charset="-122"/>
              </a:rPr>
              <a:t>.</a:t>
            </a:r>
            <a:r>
              <a:rPr kumimoji="1" lang="en-US" altLang="zh-CN" sz="2400" b="0" i="0" u="none" strike="noStrike" kern="0" cap="none" spc="0" normalizeH="0" baseline="0" noProof="0">
                <a:ln>
                  <a:noFill/>
                </a:ln>
                <a:solidFill>
                  <a:srgbClr val="ECFB7D"/>
                </a:solidFill>
                <a:effectLst/>
                <a:uLnTx/>
                <a:uFillTx/>
                <a:latin typeface="Times New Roman" panose="02020603050405020304" pitchFamily="18" charset="0"/>
                <a:ea typeface="隶书" pitchFamily="49" charset="-122"/>
              </a:rPr>
              <a:t> </a:t>
            </a:r>
            <a:endParaRPr kumimoji="1" lang="en-US" altLang="zh-CN" sz="2400" b="1" i="0" u="none" strike="noStrike" kern="0" cap="none" spc="0" normalizeH="0" baseline="0" noProof="0">
              <a:ln>
                <a:noFill/>
              </a:ln>
              <a:solidFill>
                <a:srgbClr val="FFFFFF"/>
              </a:solidFill>
              <a:effectLst/>
              <a:uLnTx/>
              <a:uFillTx/>
              <a:latin typeface="宋体" panose="02010600030101010101" pitchFamily="2" charset="-122"/>
              <a:ea typeface="楷体_GB2312" pitchFamily="49" charset="-122"/>
            </a:endParaRPr>
          </a:p>
        </p:txBody>
      </p:sp>
      <p:grpSp>
        <p:nvGrpSpPr>
          <p:cNvPr id="35" name="Group 18">
            <a:extLst>
              <a:ext uri="{FF2B5EF4-FFF2-40B4-BE49-F238E27FC236}">
                <a16:creationId xmlns:a16="http://schemas.microsoft.com/office/drawing/2014/main" id="{8FE31C67-326A-0542-9D91-E5ABD60D1712}"/>
              </a:ext>
            </a:extLst>
          </p:cNvPr>
          <p:cNvGrpSpPr>
            <a:grpSpLocks/>
          </p:cNvGrpSpPr>
          <p:nvPr/>
        </p:nvGrpSpPr>
        <p:grpSpPr bwMode="auto">
          <a:xfrm>
            <a:off x="1403350" y="5589588"/>
            <a:ext cx="5761038" cy="511175"/>
            <a:chOff x="1882" y="3612"/>
            <a:chExt cx="3629" cy="322"/>
          </a:xfrm>
        </p:grpSpPr>
        <p:sp>
          <p:nvSpPr>
            <p:cNvPr id="36" name="Text Box 19">
              <a:extLst>
                <a:ext uri="{FF2B5EF4-FFF2-40B4-BE49-F238E27FC236}">
                  <a16:creationId xmlns:a16="http://schemas.microsoft.com/office/drawing/2014/main" id="{2D2071D2-2CB1-1748-AE78-07C47FB9422B}"/>
                </a:ext>
              </a:extLst>
            </p:cNvPr>
            <p:cNvSpPr txBox="1">
              <a:spLocks noChangeArrowheads="1"/>
            </p:cNvSpPr>
            <p:nvPr/>
          </p:nvSpPr>
          <p:spPr bwMode="auto">
            <a:xfrm>
              <a:off x="1882" y="3612"/>
              <a:ext cx="3629" cy="2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b="1" i="1" u="none" strike="noStrike" kern="0" cap="none" spc="0" normalizeH="0" baseline="0" noProof="0">
                  <a:ln>
                    <a:noFill/>
                  </a:ln>
                  <a:solidFill>
                    <a:srgbClr val="FFFF00"/>
                  </a:solidFill>
                  <a:effectLst/>
                  <a:uLnTx/>
                  <a:uFillTx/>
                  <a:latin typeface="Times New Roman" panose="02020603050405020304" pitchFamily="18" charset="0"/>
                  <a:ea typeface="宋体" panose="02010600030101010101" pitchFamily="2" charset="-122"/>
                </a:rPr>
                <a:t>A</a:t>
              </a:r>
              <a:r>
                <a:rPr kumimoji="1" lang="en-US" altLang="zh-CN" sz="24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t>
              </a:r>
              <a:r>
                <a:rPr kumimoji="1" lang="en-US" altLang="zh-CN" sz="2400" b="1" i="1" u="none" strike="noStrike" kern="0" cap="none" spc="0" normalizeH="0" baseline="0" noProof="0">
                  <a:ln>
                    <a:noFill/>
                  </a:ln>
                  <a:solidFill>
                    <a:srgbClr val="FFFF00"/>
                  </a:solidFill>
                  <a:effectLst/>
                  <a:uLnTx/>
                  <a:uFillTx/>
                  <a:latin typeface="Times New Roman" panose="02020603050405020304" pitchFamily="18" charset="0"/>
                  <a:ea typeface="宋体" panose="02010600030101010101" pitchFamily="2" charset="-122"/>
                </a:rPr>
                <a:t>B           </a:t>
              </a:r>
              <a:r>
                <a:rPr kumimoji="1" lang="zh-CN" altLang="en-US" sz="2400" b="1" i="0" u="none" strike="noStrike" kern="0" cap="none" spc="0" normalizeH="0" baseline="0" noProof="0">
                  <a:ln>
                    <a:noFill/>
                  </a:ln>
                  <a:solidFill>
                    <a:srgbClr val="FFFF00"/>
                  </a:solidFill>
                  <a:effectLst/>
                  <a:uLnTx/>
                  <a:uFillTx/>
                  <a:latin typeface="楷体_GB2312" pitchFamily="49" charset="-122"/>
                  <a:ea typeface="楷体_GB2312" pitchFamily="49" charset="-122"/>
                </a:rPr>
                <a:t>存在可逆阵</a:t>
              </a:r>
              <a:r>
                <a:rPr kumimoji="1" lang="en-US" altLang="zh-CN" sz="2400" b="1" i="1" u="none" strike="noStrike" kern="0" cap="none" spc="0" normalizeH="0" baseline="0" noProof="0">
                  <a:ln>
                    <a:noFill/>
                  </a:ln>
                  <a:solidFill>
                    <a:srgbClr val="FFFF00"/>
                  </a:solidFill>
                  <a:effectLst/>
                  <a:uLnTx/>
                  <a:uFillTx/>
                  <a:latin typeface="Times New Roman" panose="02020603050405020304" pitchFamily="18" charset="0"/>
                  <a:ea typeface="宋体" panose="02010600030101010101" pitchFamily="2" charset="-122"/>
                </a:rPr>
                <a:t>P</a:t>
              </a:r>
              <a:r>
                <a:rPr kumimoji="1" lang="en-US" altLang="zh-CN" sz="2400" b="1" i="0" u="none" strike="noStrike" kern="0" cap="none" spc="0" normalizeH="0" baseline="0" noProof="0">
                  <a:ln>
                    <a:noFill/>
                  </a:ln>
                  <a:solidFill>
                    <a:srgbClr val="FFFF00"/>
                  </a:solidFill>
                  <a:effectLst/>
                  <a:uLnTx/>
                  <a:uFillTx/>
                  <a:latin typeface="宋体" panose="02010600030101010101" pitchFamily="2" charset="-122"/>
                  <a:ea typeface="宋体" panose="02010600030101010101" pitchFamily="2" charset="-122"/>
                </a:rPr>
                <a:t>,</a:t>
              </a:r>
              <a:r>
                <a:rPr kumimoji="1" lang="en-US" altLang="zh-CN" sz="2400" b="1" i="1" u="none" strike="noStrike" kern="0" cap="none" spc="0" normalizeH="0" baseline="0" noProof="0">
                  <a:ln>
                    <a:noFill/>
                  </a:ln>
                  <a:solidFill>
                    <a:srgbClr val="FFFF00"/>
                  </a:solidFill>
                  <a:effectLst/>
                  <a:uLnTx/>
                  <a:uFillTx/>
                  <a:latin typeface="Times New Roman" panose="02020603050405020304" pitchFamily="18" charset="0"/>
                  <a:ea typeface="宋体" panose="02010600030101010101" pitchFamily="2" charset="-122"/>
                </a:rPr>
                <a:t>Q</a:t>
              </a:r>
              <a:r>
                <a:rPr kumimoji="1" lang="en-US" altLang="zh-CN" sz="2400" b="1" i="0" u="none" strike="noStrike" kern="0" cap="none" spc="0" normalizeH="0" baseline="0" noProof="0">
                  <a:ln>
                    <a:noFill/>
                  </a:ln>
                  <a:solidFill>
                    <a:srgbClr val="FFFF00"/>
                  </a:solidFill>
                  <a:effectLst/>
                  <a:uLnTx/>
                  <a:uFillTx/>
                  <a:latin typeface="宋体" panose="02010600030101010101" pitchFamily="2" charset="-122"/>
                  <a:ea typeface="宋体" panose="02010600030101010101" pitchFamily="2" charset="-122"/>
                </a:rPr>
                <a:t>,</a:t>
              </a:r>
              <a:r>
                <a:rPr kumimoji="1" lang="zh-CN" altLang="en-US" sz="2400" b="1" i="0" u="none" strike="noStrike" kern="0" cap="none" spc="0" normalizeH="0" baseline="0" noProof="0">
                  <a:ln>
                    <a:noFill/>
                  </a:ln>
                  <a:solidFill>
                    <a:srgbClr val="FFFF00"/>
                  </a:solidFill>
                  <a:effectLst/>
                  <a:uLnTx/>
                  <a:uFillTx/>
                  <a:latin typeface="楷体_GB2312" pitchFamily="49" charset="-122"/>
                  <a:ea typeface="楷体_GB2312" pitchFamily="49" charset="-122"/>
                </a:rPr>
                <a:t>使</a:t>
              </a:r>
              <a:r>
                <a:rPr kumimoji="1" lang="en-US" altLang="zh-CN" sz="2400" b="1" i="1" u="none" strike="noStrike" kern="0" cap="none" spc="0" normalizeH="0" baseline="0" noProof="0">
                  <a:ln>
                    <a:noFill/>
                  </a:ln>
                  <a:solidFill>
                    <a:srgbClr val="FFFF00"/>
                  </a:solidFill>
                  <a:effectLst/>
                  <a:uLnTx/>
                  <a:uFillTx/>
                  <a:latin typeface="Times New Roman" panose="02020603050405020304" pitchFamily="18" charset="0"/>
                  <a:ea typeface="宋体" panose="02010600030101010101" pitchFamily="2" charset="-122"/>
                </a:rPr>
                <a:t>PAQ</a:t>
              </a:r>
              <a:r>
                <a:rPr kumimoji="1" lang="zh-CN" altLang="en-US" sz="2400" b="1" i="0" u="none" strike="noStrike" kern="0" cap="none" spc="0" normalizeH="0" baseline="0" noProof="0">
                  <a:ln>
                    <a:noFill/>
                  </a:ln>
                  <a:solidFill>
                    <a:srgbClr val="FFFF00"/>
                  </a:solidFill>
                  <a:effectLst/>
                  <a:uLnTx/>
                  <a:uFillTx/>
                  <a:latin typeface="Times New Roman" panose="02020603050405020304" pitchFamily="18" charset="0"/>
                  <a:ea typeface="宋体" panose="02010600030101010101" pitchFamily="2" charset="-122"/>
                </a:rPr>
                <a:t>＝</a:t>
              </a:r>
              <a:r>
                <a:rPr kumimoji="1" lang="en-US" altLang="zh-CN" sz="2400" b="1" i="1" u="none" strike="noStrike" kern="0" cap="none" spc="0" normalizeH="0" baseline="0" noProof="0">
                  <a:ln>
                    <a:noFill/>
                  </a:ln>
                  <a:solidFill>
                    <a:srgbClr val="FFFF00"/>
                  </a:solidFill>
                  <a:effectLst/>
                  <a:uLnTx/>
                  <a:uFillTx/>
                  <a:latin typeface="Times New Roman" panose="02020603050405020304" pitchFamily="18" charset="0"/>
                  <a:ea typeface="宋体" panose="02010600030101010101" pitchFamily="2" charset="-122"/>
                </a:rPr>
                <a:t>B</a:t>
              </a:r>
              <a:r>
                <a:rPr kumimoji="1" lang="en-US" altLang="zh-CN" sz="2400" b="1" i="0" u="none" strike="noStrike" kern="0" cap="none" spc="0" normalizeH="0" baseline="0" noProof="0">
                  <a:ln>
                    <a:noFill/>
                  </a:ln>
                  <a:solidFill>
                    <a:srgbClr val="FFFF00"/>
                  </a:solidFill>
                  <a:effectLst/>
                  <a:uLnTx/>
                  <a:uFillTx/>
                  <a:latin typeface="宋体" panose="02010600030101010101" pitchFamily="2" charset="-122"/>
                  <a:ea typeface="宋体" panose="02010600030101010101" pitchFamily="2" charset="-122"/>
                </a:rPr>
                <a:t>.</a:t>
              </a:r>
              <a:r>
                <a:rPr kumimoji="1" lang="en-US" altLang="zh-CN" sz="2000" b="1" i="0" u="none" strike="noStrike" kern="0" cap="none" spc="0" normalizeH="0" baseline="0" noProof="0">
                  <a:ln>
                    <a:noFill/>
                  </a:ln>
                  <a:solidFill>
                    <a:srgbClr val="FFFF00"/>
                  </a:solidFill>
                  <a:effectLst/>
                  <a:uLnTx/>
                  <a:uFillTx/>
                  <a:latin typeface="Times New Roman" panose="02020603050405020304" pitchFamily="18" charset="0"/>
                  <a:ea typeface="宋体" panose="02010600030101010101" pitchFamily="2" charset="-122"/>
                </a:rPr>
                <a:t> </a:t>
              </a:r>
            </a:p>
          </p:txBody>
        </p:sp>
        <p:graphicFrame>
          <p:nvGraphicFramePr>
            <p:cNvPr id="37" name="Object 20">
              <a:extLst>
                <a:ext uri="{FF2B5EF4-FFF2-40B4-BE49-F238E27FC236}">
                  <a16:creationId xmlns:a16="http://schemas.microsoft.com/office/drawing/2014/main" id="{9972E2B5-452F-A848-AA63-56B811183EF4}"/>
                </a:ext>
              </a:extLst>
            </p:cNvPr>
            <p:cNvGraphicFramePr>
              <a:graphicFrameLocks noChangeAspect="1"/>
            </p:cNvGraphicFramePr>
            <p:nvPr/>
          </p:nvGraphicFramePr>
          <p:xfrm>
            <a:off x="2472" y="3657"/>
            <a:ext cx="371" cy="277"/>
          </p:xfrm>
          <a:graphic>
            <a:graphicData uri="http://schemas.openxmlformats.org/presentationml/2006/ole">
              <mc:AlternateContent xmlns:mc="http://schemas.openxmlformats.org/markup-compatibility/2006">
                <mc:Choice xmlns:v="urn:schemas-microsoft-com:vml" Requires="v">
                  <p:oleObj spid="_x0000_s6156" name="Equation" r:id="rId7" imgW="4978400" imgH="3213100" progId="Equation.DSMT4">
                    <p:embed/>
                  </p:oleObj>
                </mc:Choice>
                <mc:Fallback>
                  <p:oleObj name="Equation" r:id="rId7" imgW="4978400" imgH="3213100" progId="Equation.DSMT4">
                    <p:embed/>
                    <p:pic>
                      <p:nvPicPr>
                        <p:cNvPr id="7184" name="Object 20">
                          <a:extLst>
                            <a:ext uri="{FF2B5EF4-FFF2-40B4-BE49-F238E27FC236}">
                              <a16:creationId xmlns:a16="http://schemas.microsoft.com/office/drawing/2014/main" id="{27A92DD2-1D53-3749-9B60-817FD136DBF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72" y="3657"/>
                          <a:ext cx="371"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282642476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ipe(left)">
                                      <p:cBhvr>
                                        <p:cTn id="11" dur="500"/>
                                        <p:tgtEl>
                                          <p:spTgt spid="27"/>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8" fill="hold" nodeType="click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slide(fromLeft)">
                                      <p:cBhvr>
                                        <p:cTn id="16" dur="5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left)">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wipe(left)">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wipe(left)">
                                      <p:cBhvr>
                                        <p:cTn id="31" dur="500"/>
                                        <p:tgtEl>
                                          <p:spTgt spid="2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wipe(left)">
                                      <p:cBhvr>
                                        <p:cTn id="36" dur="500"/>
                                        <p:tgtEl>
                                          <p:spTgt spid="3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wipe(left)">
                                      <p:cBhvr>
                                        <p:cTn id="41" dur="500"/>
                                        <p:tgtEl>
                                          <p:spTgt spid="31"/>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wipe(left)">
                                      <p:cBhvr>
                                        <p:cTn id="45" dur="500"/>
                                        <p:tgtEl>
                                          <p:spTgt spid="3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wipe(left)">
                                      <p:cBhvr>
                                        <p:cTn id="50" dur="500"/>
                                        <p:tgtEl>
                                          <p:spTgt spid="33"/>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slide(fromBottom)">
                                      <p:cBhvr>
                                        <p:cTn id="55" dur="500"/>
                                        <p:tgtEl>
                                          <p:spTgt spid="34"/>
                                        </p:tgtEl>
                                      </p:cBhvr>
                                    </p:animEffect>
                                  </p:childTnLst>
                                </p:cTn>
                              </p:par>
                            </p:childTnLst>
                          </p:cTn>
                        </p:par>
                      </p:childTnLst>
                    </p:cTn>
                  </p:par>
                  <p:par>
                    <p:cTn id="56" fill="hold">
                      <p:stCondLst>
                        <p:cond delay="indefinite"/>
                      </p:stCondLst>
                      <p:childTnLst>
                        <p:par>
                          <p:cTn id="57" fill="hold">
                            <p:stCondLst>
                              <p:cond delay="0"/>
                            </p:stCondLst>
                            <p:childTnLst>
                              <p:par>
                                <p:cTn id="58" presetID="12" presetClass="entr" presetSubtype="4" fill="hold" nodeType="click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slide(fromBottom)">
                                      <p:cBhvr>
                                        <p:cTn id="6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7" grpId="0"/>
      <p:bldP spid="28" grpId="0"/>
      <p:bldP spid="29" grpId="0"/>
      <p:bldP spid="30" grpId="0"/>
      <p:bldP spid="31" grpId="0" autoUpdateAnimBg="0"/>
      <p:bldP spid="33" grpId="0"/>
      <p:bldP spid="3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BABA"/>
        </a:solidFill>
        <a:effectLst/>
      </p:bgPr>
    </p:bg>
    <p:spTree>
      <p:nvGrpSpPr>
        <p:cNvPr id="1" name=""/>
        <p:cNvGrpSpPr/>
        <p:nvPr/>
      </p:nvGrpSpPr>
      <p:grpSpPr>
        <a:xfrm>
          <a:off x="0" y="0"/>
          <a:ext cx="0" cy="0"/>
          <a:chOff x="0" y="0"/>
          <a:chExt cx="0" cy="0"/>
        </a:xfrm>
      </p:grpSpPr>
      <p:graphicFrame>
        <p:nvGraphicFramePr>
          <p:cNvPr id="2" name="Object 2">
            <a:extLst>
              <a:ext uri="{FF2B5EF4-FFF2-40B4-BE49-F238E27FC236}">
                <a16:creationId xmlns:a16="http://schemas.microsoft.com/office/drawing/2014/main" id="{6B70883F-F638-9C4C-8D95-C8664CC3CED5}"/>
              </a:ext>
            </a:extLst>
          </p:cNvPr>
          <p:cNvGraphicFramePr>
            <a:graphicFrameLocks noChangeAspect="1"/>
          </p:cNvGraphicFramePr>
          <p:nvPr/>
        </p:nvGraphicFramePr>
        <p:xfrm>
          <a:off x="1979613" y="2852738"/>
          <a:ext cx="4929187" cy="625475"/>
        </p:xfrm>
        <a:graphic>
          <a:graphicData uri="http://schemas.openxmlformats.org/presentationml/2006/ole">
            <mc:AlternateContent xmlns:mc="http://schemas.openxmlformats.org/markup-compatibility/2006">
              <mc:Choice xmlns:v="urn:schemas-microsoft-com:vml" Requires="v">
                <p:oleObj spid="_x0000_s7172" name="Equation" r:id="rId3" imgW="2540000" imgH="317500" progId="Equation.DSMT4">
                  <p:embed/>
                </p:oleObj>
              </mc:Choice>
              <mc:Fallback>
                <p:oleObj name="Equation" r:id="rId3" imgW="2540000" imgH="317500" progId="Equation.DSMT4">
                  <p:embed/>
                  <p:pic>
                    <p:nvPicPr>
                      <p:cNvPr id="148482" name="Object 2">
                        <a:extLst>
                          <a:ext uri="{FF2B5EF4-FFF2-40B4-BE49-F238E27FC236}">
                            <a16:creationId xmlns:a16="http://schemas.microsoft.com/office/drawing/2014/main" id="{80249C71-05E1-6544-BEF9-2CD0F10027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2852738"/>
                        <a:ext cx="4929187" cy="6254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Text Box 3">
            <a:extLst>
              <a:ext uri="{FF2B5EF4-FFF2-40B4-BE49-F238E27FC236}">
                <a16:creationId xmlns:a16="http://schemas.microsoft.com/office/drawing/2014/main" id="{3D14AA23-3B18-6E43-AEEF-DF20F5623949}"/>
              </a:ext>
            </a:extLst>
          </p:cNvPr>
          <p:cNvSpPr txBox="1">
            <a:spLocks noChangeArrowheads="1"/>
          </p:cNvSpPr>
          <p:nvPr/>
        </p:nvSpPr>
        <p:spPr bwMode="auto">
          <a:xfrm>
            <a:off x="323850" y="765175"/>
            <a:ext cx="6477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eaLnBrk="1" hangingPunct="1"/>
            <a:r>
              <a:rPr lang="zh-CN" altLang="en-US" sz="3200" b="1">
                <a:solidFill>
                  <a:srgbClr val="FFFF00"/>
                </a:solidFill>
                <a:latin typeface="楷体_GB2312" pitchFamily="49" charset="-122"/>
                <a:ea typeface="楷体_GB2312" pitchFamily="49" charset="-122"/>
              </a:rPr>
              <a:t>初等行变换求逆矩阵</a:t>
            </a:r>
          </a:p>
        </p:txBody>
      </p:sp>
      <p:sp>
        <p:nvSpPr>
          <p:cNvPr id="4" name="Rectangle 4">
            <a:extLst>
              <a:ext uri="{FF2B5EF4-FFF2-40B4-BE49-F238E27FC236}">
                <a16:creationId xmlns:a16="http://schemas.microsoft.com/office/drawing/2014/main" id="{288D4A30-298B-8840-B28A-5619E6AF9151}"/>
              </a:ext>
            </a:extLst>
          </p:cNvPr>
          <p:cNvSpPr>
            <a:spLocks noChangeArrowheads="1"/>
          </p:cNvSpPr>
          <p:nvPr/>
        </p:nvSpPr>
        <p:spPr bwMode="auto">
          <a:xfrm>
            <a:off x="1331913" y="4292600"/>
            <a:ext cx="5370512" cy="742950"/>
          </a:xfrm>
          <a:prstGeom prst="rect">
            <a:avLst/>
          </a:prstGeom>
          <a:solidFill>
            <a:srgbClr val="00FFFF"/>
          </a:solidFill>
          <a:ln w="12700" cap="sq">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algn="ctr" eaLnBrk="1" hangingPunct="1">
              <a:spcBef>
                <a:spcPct val="0"/>
              </a:spcBef>
            </a:pPr>
            <a:r>
              <a:rPr lang="zh-CN" altLang="en-US" b="1">
                <a:solidFill>
                  <a:srgbClr val="9900FF"/>
                </a:solidFill>
                <a:ea typeface="楷体_GB2312" pitchFamily="49" charset="-122"/>
              </a:rPr>
              <a:t>利用矩阵的行初等变换将</a:t>
            </a:r>
            <a:r>
              <a:rPr lang="en-US" altLang="zh-CN" sz="2800" b="1">
                <a:solidFill>
                  <a:srgbClr val="9900FF"/>
                </a:solidFill>
                <a:ea typeface="宋体" panose="02010600030101010101" pitchFamily="2" charset="-122"/>
              </a:rPr>
              <a:t>A </a:t>
            </a:r>
            <a:r>
              <a:rPr lang="zh-CN" altLang="en-US" b="1">
                <a:solidFill>
                  <a:srgbClr val="9900FF"/>
                </a:solidFill>
                <a:ea typeface="楷体_GB2312" pitchFamily="49" charset="-122"/>
              </a:rPr>
              <a:t>变化为</a:t>
            </a:r>
            <a:r>
              <a:rPr lang="zh-CN" altLang="en-US" b="1">
                <a:solidFill>
                  <a:srgbClr val="9900FF"/>
                </a:solidFill>
                <a:ea typeface="宋体" panose="02010600030101010101" pitchFamily="2" charset="-122"/>
              </a:rPr>
              <a:t> </a:t>
            </a:r>
            <a:r>
              <a:rPr lang="en-US" altLang="zh-CN" sz="2800" b="1">
                <a:solidFill>
                  <a:srgbClr val="9900FF"/>
                </a:solidFill>
                <a:ea typeface="宋体" panose="02010600030101010101" pitchFamily="2" charset="-122"/>
              </a:rPr>
              <a:t>E</a:t>
            </a:r>
            <a:r>
              <a:rPr lang="zh-CN" altLang="en-US" b="1">
                <a:solidFill>
                  <a:srgbClr val="9900FF"/>
                </a:solidFill>
                <a:ea typeface="楷体_GB2312" pitchFamily="49" charset="-122"/>
              </a:rPr>
              <a:t>时</a:t>
            </a:r>
          </a:p>
        </p:txBody>
      </p:sp>
      <p:sp>
        <p:nvSpPr>
          <p:cNvPr id="5" name="Rectangle 5">
            <a:extLst>
              <a:ext uri="{FF2B5EF4-FFF2-40B4-BE49-F238E27FC236}">
                <a16:creationId xmlns:a16="http://schemas.microsoft.com/office/drawing/2014/main" id="{9743AEA4-99C0-6347-A972-70CD4B95880E}"/>
              </a:ext>
            </a:extLst>
          </p:cNvPr>
          <p:cNvSpPr>
            <a:spLocks noChangeArrowheads="1"/>
          </p:cNvSpPr>
          <p:nvPr/>
        </p:nvSpPr>
        <p:spPr bwMode="auto">
          <a:xfrm>
            <a:off x="1258888" y="4221163"/>
            <a:ext cx="6705600" cy="838200"/>
          </a:xfrm>
          <a:prstGeom prst="rect">
            <a:avLst/>
          </a:prstGeom>
          <a:solidFill>
            <a:srgbClr val="FF99CC"/>
          </a:solidFill>
          <a:ln w="12700" cap="sq">
            <a:solidFill>
              <a:srgbClr val="FF99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algn="ctr" eaLnBrk="1" hangingPunct="1">
              <a:spcBef>
                <a:spcPct val="0"/>
              </a:spcBef>
            </a:pPr>
            <a:r>
              <a:rPr lang="zh-CN" altLang="en-US">
                <a:solidFill>
                  <a:schemeClr val="tx1"/>
                </a:solidFill>
                <a:latin typeface="楷体_GB2312" pitchFamily="49" charset="-122"/>
                <a:ea typeface="楷体_GB2312" pitchFamily="49" charset="-122"/>
              </a:rPr>
              <a:t>在相同的变化条件下</a:t>
            </a:r>
            <a:r>
              <a:rPr lang="en-US" altLang="zh-CN">
                <a:solidFill>
                  <a:schemeClr val="tx1"/>
                </a:solidFill>
                <a:latin typeface="楷体_GB2312" pitchFamily="49" charset="-122"/>
                <a:ea typeface="楷体_GB2312" pitchFamily="49" charset="-122"/>
              </a:rPr>
              <a:t>,</a:t>
            </a:r>
            <a:r>
              <a:rPr lang="en-US" altLang="zh-CN" b="1" i="1">
                <a:solidFill>
                  <a:schemeClr val="tx1"/>
                </a:solidFill>
                <a:ea typeface="楷体_GB2312" pitchFamily="49" charset="-122"/>
              </a:rPr>
              <a:t>E </a:t>
            </a:r>
            <a:r>
              <a:rPr lang="zh-CN" altLang="en-US">
                <a:solidFill>
                  <a:schemeClr val="tx1"/>
                </a:solidFill>
                <a:latin typeface="楷体_GB2312" pitchFamily="49" charset="-122"/>
                <a:ea typeface="楷体_GB2312" pitchFamily="49" charset="-122"/>
              </a:rPr>
              <a:t>就化为</a:t>
            </a:r>
            <a:r>
              <a:rPr lang="en-US" altLang="zh-CN" b="1" i="1">
                <a:solidFill>
                  <a:schemeClr val="tx1"/>
                </a:solidFill>
                <a:ea typeface="楷体_GB2312" pitchFamily="49" charset="-122"/>
              </a:rPr>
              <a:t>A </a:t>
            </a:r>
            <a:r>
              <a:rPr lang="zh-CN" altLang="en-US">
                <a:solidFill>
                  <a:schemeClr val="tx1"/>
                </a:solidFill>
                <a:latin typeface="楷体_GB2312" pitchFamily="49" charset="-122"/>
                <a:ea typeface="楷体_GB2312" pitchFamily="49" charset="-122"/>
              </a:rPr>
              <a:t>的逆阵</a:t>
            </a:r>
            <a:r>
              <a:rPr lang="en-US" altLang="zh-CN">
                <a:solidFill>
                  <a:schemeClr val="tx1"/>
                </a:solidFill>
                <a:latin typeface="楷体_GB2312" pitchFamily="49" charset="-122"/>
                <a:ea typeface="楷体_GB2312" pitchFamily="49" charset="-122"/>
              </a:rPr>
              <a:t>.</a:t>
            </a:r>
          </a:p>
        </p:txBody>
      </p:sp>
      <p:grpSp>
        <p:nvGrpSpPr>
          <p:cNvPr id="6" name="Group 6">
            <a:extLst>
              <a:ext uri="{FF2B5EF4-FFF2-40B4-BE49-F238E27FC236}">
                <a16:creationId xmlns:a16="http://schemas.microsoft.com/office/drawing/2014/main" id="{B1D543B5-E8FC-8A4B-BD54-B20C760BF292}"/>
              </a:ext>
            </a:extLst>
          </p:cNvPr>
          <p:cNvGrpSpPr>
            <a:grpSpLocks/>
          </p:cNvGrpSpPr>
          <p:nvPr/>
        </p:nvGrpSpPr>
        <p:grpSpPr bwMode="auto">
          <a:xfrm>
            <a:off x="4140200" y="2852738"/>
            <a:ext cx="360363" cy="1368425"/>
            <a:chOff x="2472" y="2931"/>
            <a:chExt cx="227" cy="862"/>
          </a:xfrm>
        </p:grpSpPr>
        <p:sp>
          <p:nvSpPr>
            <p:cNvPr id="7" name="Line 7">
              <a:extLst>
                <a:ext uri="{FF2B5EF4-FFF2-40B4-BE49-F238E27FC236}">
                  <a16:creationId xmlns:a16="http://schemas.microsoft.com/office/drawing/2014/main" id="{D1D14B4F-E33B-AE45-8868-4DAE022CB8CE}"/>
                </a:ext>
              </a:extLst>
            </p:cNvPr>
            <p:cNvSpPr>
              <a:spLocks noChangeShapeType="1"/>
            </p:cNvSpPr>
            <p:nvPr/>
          </p:nvSpPr>
          <p:spPr bwMode="auto">
            <a:xfrm>
              <a:off x="2608" y="3294"/>
              <a:ext cx="0" cy="499"/>
            </a:xfrm>
            <a:prstGeom prst="line">
              <a:avLst/>
            </a:prstGeom>
            <a:noFill/>
            <a:ln w="25400" cap="sq">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Rectangle 8">
              <a:extLst>
                <a:ext uri="{FF2B5EF4-FFF2-40B4-BE49-F238E27FC236}">
                  <a16:creationId xmlns:a16="http://schemas.microsoft.com/office/drawing/2014/main" id="{EA7FAA84-6129-814C-BE67-98129830E19D}"/>
                </a:ext>
              </a:extLst>
            </p:cNvPr>
            <p:cNvSpPr>
              <a:spLocks noChangeArrowheads="1"/>
            </p:cNvSpPr>
            <p:nvPr/>
          </p:nvSpPr>
          <p:spPr bwMode="auto">
            <a:xfrm>
              <a:off x="2472" y="2931"/>
              <a:ext cx="227" cy="363"/>
            </a:xfrm>
            <a:prstGeom prst="rect">
              <a:avLst/>
            </a:prstGeom>
            <a:solidFill>
              <a:srgbClr val="FF0000">
                <a:alpha val="50980"/>
              </a:srgbClr>
            </a:solidFill>
            <a:ln>
              <a:noFill/>
            </a:ln>
            <a:effectLst/>
            <a:extLs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endParaRPr lang="zh-CN" altLang="en-US"/>
            </a:p>
          </p:txBody>
        </p:sp>
      </p:grpSp>
      <p:grpSp>
        <p:nvGrpSpPr>
          <p:cNvPr id="9" name="Group 9">
            <a:extLst>
              <a:ext uri="{FF2B5EF4-FFF2-40B4-BE49-F238E27FC236}">
                <a16:creationId xmlns:a16="http://schemas.microsoft.com/office/drawing/2014/main" id="{F8C9A4A2-318B-DF48-9070-F3091A4FDC1A}"/>
              </a:ext>
            </a:extLst>
          </p:cNvPr>
          <p:cNvGrpSpPr>
            <a:grpSpLocks/>
          </p:cNvGrpSpPr>
          <p:nvPr/>
        </p:nvGrpSpPr>
        <p:grpSpPr bwMode="auto">
          <a:xfrm>
            <a:off x="5580063" y="2852738"/>
            <a:ext cx="360362" cy="1366837"/>
            <a:chOff x="4967" y="2478"/>
            <a:chExt cx="227" cy="861"/>
          </a:xfrm>
        </p:grpSpPr>
        <p:sp>
          <p:nvSpPr>
            <p:cNvPr id="10" name="Line 10">
              <a:extLst>
                <a:ext uri="{FF2B5EF4-FFF2-40B4-BE49-F238E27FC236}">
                  <a16:creationId xmlns:a16="http://schemas.microsoft.com/office/drawing/2014/main" id="{18188AA2-7E17-D542-931A-347A347FEDF8}"/>
                </a:ext>
              </a:extLst>
            </p:cNvPr>
            <p:cNvSpPr>
              <a:spLocks noChangeShapeType="1"/>
            </p:cNvSpPr>
            <p:nvPr/>
          </p:nvSpPr>
          <p:spPr bwMode="auto">
            <a:xfrm flipV="1">
              <a:off x="5103" y="2840"/>
              <a:ext cx="0" cy="499"/>
            </a:xfrm>
            <a:prstGeom prst="line">
              <a:avLst/>
            </a:prstGeom>
            <a:noFill/>
            <a:ln w="25400" cap="sq">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Rectangle 11">
              <a:extLst>
                <a:ext uri="{FF2B5EF4-FFF2-40B4-BE49-F238E27FC236}">
                  <a16:creationId xmlns:a16="http://schemas.microsoft.com/office/drawing/2014/main" id="{C296D8F1-2460-3944-A876-316905F45326}"/>
                </a:ext>
              </a:extLst>
            </p:cNvPr>
            <p:cNvSpPr>
              <a:spLocks noChangeArrowheads="1"/>
            </p:cNvSpPr>
            <p:nvPr/>
          </p:nvSpPr>
          <p:spPr bwMode="auto">
            <a:xfrm>
              <a:off x="4967" y="2478"/>
              <a:ext cx="227" cy="363"/>
            </a:xfrm>
            <a:prstGeom prst="rect">
              <a:avLst/>
            </a:prstGeom>
            <a:solidFill>
              <a:srgbClr val="FF0000">
                <a:alpha val="50980"/>
              </a:srgbClr>
            </a:solidFill>
            <a:ln>
              <a:noFill/>
            </a:ln>
            <a:effectLst/>
            <a:extLs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endParaRPr lang="zh-CN" altLang="en-US"/>
            </a:p>
          </p:txBody>
        </p:sp>
      </p:grpSp>
      <p:grpSp>
        <p:nvGrpSpPr>
          <p:cNvPr id="12" name="Group 12">
            <a:extLst>
              <a:ext uri="{FF2B5EF4-FFF2-40B4-BE49-F238E27FC236}">
                <a16:creationId xmlns:a16="http://schemas.microsoft.com/office/drawing/2014/main" id="{6908954C-7586-2B4E-9D85-41585205A394}"/>
              </a:ext>
            </a:extLst>
          </p:cNvPr>
          <p:cNvGrpSpPr>
            <a:grpSpLocks/>
          </p:cNvGrpSpPr>
          <p:nvPr/>
        </p:nvGrpSpPr>
        <p:grpSpPr bwMode="auto">
          <a:xfrm>
            <a:off x="4572000" y="2852738"/>
            <a:ext cx="360363" cy="1371600"/>
            <a:chOff x="3243" y="2296"/>
            <a:chExt cx="227" cy="817"/>
          </a:xfrm>
        </p:grpSpPr>
        <p:sp>
          <p:nvSpPr>
            <p:cNvPr id="13" name="Line 13">
              <a:extLst>
                <a:ext uri="{FF2B5EF4-FFF2-40B4-BE49-F238E27FC236}">
                  <a16:creationId xmlns:a16="http://schemas.microsoft.com/office/drawing/2014/main" id="{63FE740B-3CC3-F249-8B2C-FA93DB6F381D}"/>
                </a:ext>
              </a:extLst>
            </p:cNvPr>
            <p:cNvSpPr>
              <a:spLocks noChangeShapeType="1"/>
            </p:cNvSpPr>
            <p:nvPr/>
          </p:nvSpPr>
          <p:spPr bwMode="auto">
            <a:xfrm>
              <a:off x="3334" y="2659"/>
              <a:ext cx="0" cy="454"/>
            </a:xfrm>
            <a:prstGeom prst="line">
              <a:avLst/>
            </a:prstGeom>
            <a:noFill/>
            <a:ln w="2857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Rectangle 14">
              <a:extLst>
                <a:ext uri="{FF2B5EF4-FFF2-40B4-BE49-F238E27FC236}">
                  <a16:creationId xmlns:a16="http://schemas.microsoft.com/office/drawing/2014/main" id="{27E1E808-24E4-5547-A899-DD3EA9E06783}"/>
                </a:ext>
              </a:extLst>
            </p:cNvPr>
            <p:cNvSpPr>
              <a:spLocks noChangeArrowheads="1"/>
            </p:cNvSpPr>
            <p:nvPr/>
          </p:nvSpPr>
          <p:spPr bwMode="auto">
            <a:xfrm>
              <a:off x="3243" y="2296"/>
              <a:ext cx="227" cy="363"/>
            </a:xfrm>
            <a:prstGeom prst="rect">
              <a:avLst/>
            </a:prstGeom>
            <a:solidFill>
              <a:srgbClr val="FF99CC">
                <a:alpha val="50980"/>
              </a:srgbClr>
            </a:solidFill>
            <a:ln>
              <a:noFill/>
            </a:ln>
            <a:effectLst/>
            <a:extLs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endParaRPr lang="zh-CN" altLang="en-US"/>
            </a:p>
          </p:txBody>
        </p:sp>
      </p:grpSp>
      <p:grpSp>
        <p:nvGrpSpPr>
          <p:cNvPr id="15" name="Group 15">
            <a:extLst>
              <a:ext uri="{FF2B5EF4-FFF2-40B4-BE49-F238E27FC236}">
                <a16:creationId xmlns:a16="http://schemas.microsoft.com/office/drawing/2014/main" id="{6CBDE2B1-4FCB-9746-962C-A6676A3FCEBB}"/>
              </a:ext>
            </a:extLst>
          </p:cNvPr>
          <p:cNvGrpSpPr>
            <a:grpSpLocks/>
          </p:cNvGrpSpPr>
          <p:nvPr/>
        </p:nvGrpSpPr>
        <p:grpSpPr bwMode="auto">
          <a:xfrm>
            <a:off x="6084888" y="2781300"/>
            <a:ext cx="468312" cy="1439863"/>
            <a:chOff x="4150" y="2296"/>
            <a:chExt cx="227" cy="862"/>
          </a:xfrm>
        </p:grpSpPr>
        <p:sp>
          <p:nvSpPr>
            <p:cNvPr id="16" name="Line 16">
              <a:extLst>
                <a:ext uri="{FF2B5EF4-FFF2-40B4-BE49-F238E27FC236}">
                  <a16:creationId xmlns:a16="http://schemas.microsoft.com/office/drawing/2014/main" id="{1270FD00-1B3D-0D45-AFD4-795CD205A97A}"/>
                </a:ext>
              </a:extLst>
            </p:cNvPr>
            <p:cNvSpPr>
              <a:spLocks noChangeShapeType="1"/>
            </p:cNvSpPr>
            <p:nvPr/>
          </p:nvSpPr>
          <p:spPr bwMode="auto">
            <a:xfrm flipV="1">
              <a:off x="4241" y="2659"/>
              <a:ext cx="0" cy="499"/>
            </a:xfrm>
            <a:prstGeom prst="line">
              <a:avLst/>
            </a:prstGeom>
            <a:noFill/>
            <a:ln w="2857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Rectangle 17">
              <a:extLst>
                <a:ext uri="{FF2B5EF4-FFF2-40B4-BE49-F238E27FC236}">
                  <a16:creationId xmlns:a16="http://schemas.microsoft.com/office/drawing/2014/main" id="{EB30E532-BF93-9B49-AF97-9A14C5782057}"/>
                </a:ext>
              </a:extLst>
            </p:cNvPr>
            <p:cNvSpPr>
              <a:spLocks noChangeArrowheads="1"/>
            </p:cNvSpPr>
            <p:nvPr/>
          </p:nvSpPr>
          <p:spPr bwMode="auto">
            <a:xfrm>
              <a:off x="4150" y="2296"/>
              <a:ext cx="227" cy="363"/>
            </a:xfrm>
            <a:prstGeom prst="rect">
              <a:avLst/>
            </a:prstGeom>
            <a:solidFill>
              <a:srgbClr val="FF99CC">
                <a:alpha val="50980"/>
              </a:srgbClr>
            </a:solidFill>
            <a:ln>
              <a:noFill/>
            </a:ln>
            <a:effectLst/>
            <a:extLs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endParaRPr lang="zh-CN" altLang="en-US"/>
            </a:p>
          </p:txBody>
        </p:sp>
      </p:grpSp>
      <p:sp>
        <p:nvSpPr>
          <p:cNvPr id="18" name="Text Box 18">
            <a:extLst>
              <a:ext uri="{FF2B5EF4-FFF2-40B4-BE49-F238E27FC236}">
                <a16:creationId xmlns:a16="http://schemas.microsoft.com/office/drawing/2014/main" id="{B00F65B3-0E09-3342-BC98-47CCD93E164D}"/>
              </a:ext>
            </a:extLst>
          </p:cNvPr>
          <p:cNvSpPr txBox="1">
            <a:spLocks noChangeArrowheads="1"/>
          </p:cNvSpPr>
          <p:nvPr/>
        </p:nvSpPr>
        <p:spPr bwMode="auto">
          <a:xfrm>
            <a:off x="611188" y="1773238"/>
            <a:ext cx="19669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kumimoji="0" lang="zh-CN" altLang="en-US" sz="3200" b="1">
                <a:solidFill>
                  <a:schemeClr val="tx1"/>
                </a:solidFill>
                <a:latin typeface="楷体_GB2312" pitchFamily="49" charset="-122"/>
                <a:ea typeface="楷体_GB2312" pitchFamily="49" charset="-122"/>
              </a:rPr>
              <a:t>原理：</a:t>
            </a:r>
          </a:p>
        </p:txBody>
      </p:sp>
      <p:sp>
        <p:nvSpPr>
          <p:cNvPr id="19" name="Text Box 19">
            <a:extLst>
              <a:ext uri="{FF2B5EF4-FFF2-40B4-BE49-F238E27FC236}">
                <a16:creationId xmlns:a16="http://schemas.microsoft.com/office/drawing/2014/main" id="{26CFD7E5-87AA-8443-B380-9A5FF114FB13}"/>
              </a:ext>
            </a:extLst>
          </p:cNvPr>
          <p:cNvSpPr txBox="1">
            <a:spLocks noChangeArrowheads="1"/>
          </p:cNvSpPr>
          <p:nvPr/>
        </p:nvSpPr>
        <p:spPr bwMode="auto">
          <a:xfrm>
            <a:off x="1908175" y="1628775"/>
            <a:ext cx="5653088" cy="1006475"/>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eaLnBrk="1" hangingPunct="1">
              <a:spcBef>
                <a:spcPct val="0"/>
              </a:spcBef>
            </a:pPr>
            <a:r>
              <a:rPr lang="en-US" altLang="zh-CN" sz="3200" b="1" i="1">
                <a:solidFill>
                  <a:schemeClr val="tx1"/>
                </a:solidFill>
                <a:ea typeface="楷体_GB2312" pitchFamily="49" charset="-122"/>
              </a:rPr>
              <a:t>A</a:t>
            </a:r>
            <a:r>
              <a:rPr lang="zh-CN" altLang="en-US" sz="2800" b="1">
                <a:solidFill>
                  <a:schemeClr val="tx1"/>
                </a:solidFill>
                <a:latin typeface="楷体_GB2312" pitchFamily="49" charset="-122"/>
                <a:ea typeface="楷体_GB2312" pitchFamily="49" charset="-122"/>
              </a:rPr>
              <a:t>为可逆矩阵当且仅当它是有限个初等矩阵的积。</a:t>
            </a:r>
            <a:endParaRPr lang="zh-CN" altLang="en-US" sz="2800" b="1" i="1">
              <a:solidFill>
                <a:schemeClr val="tx1"/>
              </a:solidFill>
              <a:ea typeface="楷体_GB2312" pitchFamily="49" charset="-122"/>
            </a:endParaRPr>
          </a:p>
        </p:txBody>
      </p:sp>
    </p:spTree>
    <p:extLst>
      <p:ext uri="{BB962C8B-B14F-4D97-AF65-F5344CB8AC3E}">
        <p14:creationId xmlns:p14="http://schemas.microsoft.com/office/powerpoint/2010/main" val="172964481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0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slide(fromBottom)">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slide(fromBottom)">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500"/>
                                        <p:tgtEl>
                                          <p:spTgt spid="6"/>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left)">
                                      <p:cBhvr>
                                        <p:cTn id="26" dur="500"/>
                                        <p:tgtEl>
                                          <p:spTgt spid="4"/>
                                        </p:tgtEl>
                                      </p:cBhvr>
                                    </p:animEffect>
                                  </p:childTnLst>
                                </p:cTn>
                              </p:par>
                            </p:childTnLst>
                          </p:cTn>
                        </p:par>
                        <p:par>
                          <p:cTn id="27" fill="hold">
                            <p:stCondLst>
                              <p:cond delay="1000"/>
                            </p:stCondLst>
                            <p:childTnLst>
                              <p:par>
                                <p:cTn id="28" presetID="22" presetClass="entr" presetSubtype="4" fill="hold"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down)">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up)">
                                      <p:cBhvr>
                                        <p:cTn id="35" dur="500"/>
                                        <p:tgtEl>
                                          <p:spTgt spid="12"/>
                                        </p:tgtEl>
                                      </p:cBhvr>
                                    </p:animEffect>
                                  </p:childTnLst>
                                </p:cTn>
                              </p:par>
                            </p:childTnLst>
                          </p:cTn>
                        </p:par>
                        <p:par>
                          <p:cTn id="36" fill="hold">
                            <p:stCondLst>
                              <p:cond delay="500"/>
                            </p:stCondLst>
                            <p:childTnLst>
                              <p:par>
                                <p:cTn id="37" presetID="4" presetClass="exit" presetSubtype="16" fill="hold" nodeType="afterEffect">
                                  <p:stCondLst>
                                    <p:cond delay="0"/>
                                  </p:stCondLst>
                                  <p:childTnLst>
                                    <p:animEffect transition="out" filter="box(in)">
                                      <p:cBhvr>
                                        <p:cTn id="38" dur="500"/>
                                        <p:tgtEl>
                                          <p:spTgt spid="6"/>
                                        </p:tgtEl>
                                      </p:cBhvr>
                                    </p:animEffect>
                                    <p:set>
                                      <p:cBhvr>
                                        <p:cTn id="39" dur="1" fill="hold">
                                          <p:stCondLst>
                                            <p:cond delay="499"/>
                                          </p:stCondLst>
                                        </p:cTn>
                                        <p:tgtEl>
                                          <p:spTgt spid="6"/>
                                        </p:tgtEl>
                                        <p:attrNameLst>
                                          <p:attrName>style.visibility</p:attrName>
                                        </p:attrNameLst>
                                      </p:cBhvr>
                                      <p:to>
                                        <p:strVal val="hidden"/>
                                      </p:to>
                                    </p:set>
                                  </p:childTnLst>
                                </p:cTn>
                              </p:par>
                            </p:childTnLst>
                          </p:cTn>
                        </p:par>
                        <p:par>
                          <p:cTn id="40" fill="hold">
                            <p:stCondLst>
                              <p:cond delay="1000"/>
                            </p:stCondLst>
                            <p:childTnLst>
                              <p:par>
                                <p:cTn id="41" presetID="4" presetClass="exit" presetSubtype="16" fill="hold" grpId="1" nodeType="afterEffect">
                                  <p:stCondLst>
                                    <p:cond delay="0"/>
                                  </p:stCondLst>
                                  <p:childTnLst>
                                    <p:animEffect transition="out" filter="box(in)">
                                      <p:cBhvr>
                                        <p:cTn id="42" dur="500"/>
                                        <p:tgtEl>
                                          <p:spTgt spid="4"/>
                                        </p:tgtEl>
                                      </p:cBhvr>
                                    </p:animEffect>
                                    <p:set>
                                      <p:cBhvr>
                                        <p:cTn id="43" dur="1" fill="hold">
                                          <p:stCondLst>
                                            <p:cond delay="499"/>
                                          </p:stCondLst>
                                        </p:cTn>
                                        <p:tgtEl>
                                          <p:spTgt spid="4"/>
                                        </p:tgtEl>
                                        <p:attrNameLst>
                                          <p:attrName>style.visibility</p:attrName>
                                        </p:attrNameLst>
                                      </p:cBhvr>
                                      <p:to>
                                        <p:strVal val="hidden"/>
                                      </p:to>
                                    </p:set>
                                  </p:childTnLst>
                                </p:cTn>
                              </p:par>
                            </p:childTnLst>
                          </p:cTn>
                        </p:par>
                        <p:par>
                          <p:cTn id="44" fill="hold">
                            <p:stCondLst>
                              <p:cond delay="1500"/>
                            </p:stCondLst>
                            <p:childTnLst>
                              <p:par>
                                <p:cTn id="45" presetID="4" presetClass="exit" presetSubtype="16" fill="hold" nodeType="afterEffect">
                                  <p:stCondLst>
                                    <p:cond delay="0"/>
                                  </p:stCondLst>
                                  <p:childTnLst>
                                    <p:animEffect transition="out" filter="box(in)">
                                      <p:cBhvr>
                                        <p:cTn id="46" dur="500"/>
                                        <p:tgtEl>
                                          <p:spTgt spid="9"/>
                                        </p:tgtEl>
                                      </p:cBhvr>
                                    </p:animEffect>
                                    <p:set>
                                      <p:cBhvr>
                                        <p:cTn id="47" dur="1" fill="hold">
                                          <p:stCondLst>
                                            <p:cond delay="499"/>
                                          </p:stCondLst>
                                        </p:cTn>
                                        <p:tgtEl>
                                          <p:spTgt spid="9"/>
                                        </p:tgtEl>
                                        <p:attrNameLst>
                                          <p:attrName>style.visibility</p:attrName>
                                        </p:attrNameLst>
                                      </p:cBhvr>
                                      <p:to>
                                        <p:strVal val="hidden"/>
                                      </p:to>
                                    </p:set>
                                  </p:childTnLst>
                                </p:cTn>
                              </p:par>
                            </p:childTnLst>
                          </p:cTn>
                        </p:par>
                        <p:par>
                          <p:cTn id="48" fill="hold">
                            <p:stCondLst>
                              <p:cond delay="2000"/>
                            </p:stCondLst>
                            <p:childTnLst>
                              <p:par>
                                <p:cTn id="49" presetID="22" presetClass="entr" presetSubtype="8" fill="hold" grpId="0" nodeType="after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wipe(left)">
                                      <p:cBhvr>
                                        <p:cTn id="51" dur="500"/>
                                        <p:tgtEl>
                                          <p:spTgt spid="5"/>
                                        </p:tgtEl>
                                      </p:cBhvr>
                                    </p:animEffect>
                                  </p:childTnLst>
                                </p:cTn>
                              </p:par>
                            </p:childTnLst>
                          </p:cTn>
                        </p:par>
                        <p:par>
                          <p:cTn id="52" fill="hold">
                            <p:stCondLst>
                              <p:cond delay="2500"/>
                            </p:stCondLst>
                            <p:childTnLst>
                              <p:par>
                                <p:cTn id="53" presetID="22" presetClass="entr" presetSubtype="4" fill="hold" nodeType="after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wipe(down)">
                                      <p:cBhvr>
                                        <p:cTn id="5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18" grpId="0"/>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BABA"/>
        </a:solidFill>
        <a:effectLst/>
      </p:bgPr>
    </p:bg>
    <p:spTree>
      <p:nvGrpSpPr>
        <p:cNvPr id="1" name=""/>
        <p:cNvGrpSpPr/>
        <p:nvPr/>
      </p:nvGrpSpPr>
      <p:grpSpPr>
        <a:xfrm>
          <a:off x="0" y="0"/>
          <a:ext cx="0" cy="0"/>
          <a:chOff x="0" y="0"/>
          <a:chExt cx="0" cy="0"/>
        </a:xfrm>
      </p:grpSpPr>
      <p:grpSp>
        <p:nvGrpSpPr>
          <p:cNvPr id="35" name="Group 2">
            <a:extLst>
              <a:ext uri="{FF2B5EF4-FFF2-40B4-BE49-F238E27FC236}">
                <a16:creationId xmlns:a16="http://schemas.microsoft.com/office/drawing/2014/main" id="{9977E8A9-19C6-AE49-8819-43714D46DC3C}"/>
              </a:ext>
            </a:extLst>
          </p:cNvPr>
          <p:cNvGrpSpPr>
            <a:grpSpLocks/>
          </p:cNvGrpSpPr>
          <p:nvPr/>
        </p:nvGrpSpPr>
        <p:grpSpPr bwMode="auto">
          <a:xfrm>
            <a:off x="0" y="2420938"/>
            <a:ext cx="4330700" cy="884237"/>
            <a:chOff x="68" y="799"/>
            <a:chExt cx="2728" cy="557"/>
          </a:xfrm>
        </p:grpSpPr>
        <p:sp>
          <p:nvSpPr>
            <p:cNvPr id="36" name="Text Box 3">
              <a:extLst>
                <a:ext uri="{FF2B5EF4-FFF2-40B4-BE49-F238E27FC236}">
                  <a16:creationId xmlns:a16="http://schemas.microsoft.com/office/drawing/2014/main" id="{54AA4E6A-042E-4543-80E1-35AECA8D775E}"/>
                </a:ext>
              </a:extLst>
            </p:cNvPr>
            <p:cNvSpPr txBox="1">
              <a:spLocks noChangeArrowheads="1"/>
            </p:cNvSpPr>
            <p:nvPr/>
          </p:nvSpPr>
          <p:spPr bwMode="auto">
            <a:xfrm>
              <a:off x="68" y="895"/>
              <a:ext cx="2728" cy="40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36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t>
              </a:r>
              <a:r>
                <a:rPr kumimoji="0" lang="en-US" altLang="zh-CN" sz="36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   E </a:t>
              </a:r>
              <a:r>
                <a:rPr kumimoji="0" lang="en-US" altLang="zh-CN" sz="36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          (</a:t>
              </a:r>
              <a:r>
                <a:rPr kumimoji="0" lang="en-US" altLang="zh-CN" sz="36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E</a:t>
              </a:r>
              <a:r>
                <a:rPr kumimoji="0" lang="en-US" altLang="zh-CN" sz="36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   </a:t>
              </a:r>
              <a:r>
                <a:rPr kumimoji="0" lang="en-US" altLang="zh-CN" sz="36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a:t>
              </a:r>
              <a:r>
                <a:rPr kumimoji="0" lang="en-US" altLang="zh-CN" sz="4000" b="1" i="0" u="none" strike="noStrike" kern="0" cap="none" spc="0" normalizeH="0" baseline="30000" noProof="0">
                  <a:ln>
                    <a:noFill/>
                  </a:ln>
                  <a:solidFill>
                    <a:srgbClr val="FFFFFF"/>
                  </a:solidFill>
                  <a:effectLst/>
                  <a:uLnTx/>
                  <a:uFillTx/>
                  <a:latin typeface="Times New Roman" panose="02020603050405020304" pitchFamily="18" charset="0"/>
                  <a:ea typeface="宋体" panose="02010600030101010101" pitchFamily="2" charset="-122"/>
                </a:rPr>
                <a:t>-</a:t>
              </a:r>
              <a:r>
                <a:rPr kumimoji="0" lang="en-US" altLang="zh-CN" sz="3600" b="1" i="0" u="none" strike="noStrike" kern="0" cap="none" spc="0" normalizeH="0" baseline="30000" noProof="0">
                  <a:ln>
                    <a:noFill/>
                  </a:ln>
                  <a:solidFill>
                    <a:srgbClr val="FFFFFF"/>
                  </a:solidFill>
                  <a:effectLst/>
                  <a:uLnTx/>
                  <a:uFillTx/>
                  <a:latin typeface="Times New Roman" panose="02020603050405020304" pitchFamily="18" charset="0"/>
                  <a:ea typeface="宋体" panose="02010600030101010101" pitchFamily="2" charset="-122"/>
                </a:rPr>
                <a:t>1</a:t>
              </a:r>
              <a:r>
                <a:rPr kumimoji="0" lang="en-US" altLang="zh-CN" sz="36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t>
              </a:r>
            </a:p>
          </p:txBody>
        </p:sp>
        <p:sp>
          <p:nvSpPr>
            <p:cNvPr id="37" name="Line 4">
              <a:extLst>
                <a:ext uri="{FF2B5EF4-FFF2-40B4-BE49-F238E27FC236}">
                  <a16:creationId xmlns:a16="http://schemas.microsoft.com/office/drawing/2014/main" id="{E6913FDA-67CD-DC42-88AB-0A18D1060A22}"/>
                </a:ext>
              </a:extLst>
            </p:cNvPr>
            <p:cNvSpPr>
              <a:spLocks noChangeShapeType="1"/>
            </p:cNvSpPr>
            <p:nvPr/>
          </p:nvSpPr>
          <p:spPr bwMode="auto">
            <a:xfrm>
              <a:off x="1030" y="1109"/>
              <a:ext cx="653" cy="1"/>
            </a:xfrm>
            <a:prstGeom prst="line">
              <a:avLst/>
            </a:prstGeom>
            <a:noFill/>
            <a:ln w="28575">
              <a:solidFill>
                <a:srgbClr val="FF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ECFB7D"/>
                </a:solidFill>
                <a:effectLst/>
                <a:uLnTx/>
                <a:uFillTx/>
                <a:ea typeface="隶书" pitchFamily="49" charset="-122"/>
              </a:endParaRPr>
            </a:p>
          </p:txBody>
        </p:sp>
        <p:sp>
          <p:nvSpPr>
            <p:cNvPr id="38" name="Text Box 5">
              <a:extLst>
                <a:ext uri="{FF2B5EF4-FFF2-40B4-BE49-F238E27FC236}">
                  <a16:creationId xmlns:a16="http://schemas.microsoft.com/office/drawing/2014/main" id="{561C09BF-1772-8145-818D-747B5EDE1D1A}"/>
                </a:ext>
              </a:extLst>
            </p:cNvPr>
            <p:cNvSpPr txBox="1">
              <a:spLocks noChangeArrowheads="1"/>
            </p:cNvSpPr>
            <p:nvPr/>
          </p:nvSpPr>
          <p:spPr bwMode="auto">
            <a:xfrm>
              <a:off x="1066" y="799"/>
              <a:ext cx="589" cy="55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8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  </a:t>
              </a:r>
              <a:r>
                <a:rPr kumimoji="0" lang="zh-CN" altLang="en-US" sz="2400" b="1" i="0" u="none" strike="noStrike" kern="0" cap="none" spc="0" normalizeH="0" baseline="0" noProof="0">
                  <a:ln>
                    <a:noFill/>
                  </a:ln>
                  <a:solidFill>
                    <a:srgbClr val="FF0000"/>
                  </a:solidFill>
                  <a:effectLst/>
                  <a:uLnTx/>
                  <a:uFillTx/>
                  <a:latin typeface="楷体_GB2312" pitchFamily="49" charset="-122"/>
                  <a:ea typeface="楷体_GB2312" pitchFamily="49" charset="-122"/>
                </a:rPr>
                <a:t>行</a:t>
              </a:r>
              <a:r>
                <a:rPr kumimoji="0" lang="zh-CN" altLang="en-US" sz="2400" b="1" i="0" u="none" strike="noStrike" kern="0" cap="none" spc="0" normalizeH="0" baseline="0" noProof="0">
                  <a:ln>
                    <a:noFill/>
                  </a:ln>
                  <a:solidFill>
                    <a:srgbClr val="FFFFFF"/>
                  </a:solidFill>
                  <a:effectLst/>
                  <a:uLnTx/>
                  <a:uFillTx/>
                  <a:latin typeface="楷体_GB2312" pitchFamily="49" charset="-122"/>
                  <a:ea typeface="楷体_GB2312" pitchFamily="49" charset="-122"/>
                </a:rPr>
                <a:t> 变换</a:t>
              </a:r>
              <a:endParaRPr kumimoji="1" lang="zh-CN" altLang="en-US" sz="2400" b="1" i="0" u="none" strike="noStrike" kern="0" cap="none" spc="0" normalizeH="0" baseline="0" noProof="0">
                <a:ln>
                  <a:noFill/>
                </a:ln>
                <a:solidFill>
                  <a:srgbClr val="6600FF"/>
                </a:solidFill>
                <a:effectLst/>
                <a:uLnTx/>
                <a:uFillTx/>
                <a:latin typeface="楷体_GB2312" pitchFamily="49" charset="-122"/>
                <a:ea typeface="楷体_GB2312" pitchFamily="49" charset="-122"/>
              </a:endParaRPr>
            </a:p>
          </p:txBody>
        </p:sp>
      </p:grpSp>
      <p:grpSp>
        <p:nvGrpSpPr>
          <p:cNvPr id="39" name="Group 6">
            <a:extLst>
              <a:ext uri="{FF2B5EF4-FFF2-40B4-BE49-F238E27FC236}">
                <a16:creationId xmlns:a16="http://schemas.microsoft.com/office/drawing/2014/main" id="{F46C233E-3DCB-664D-9C26-9BE8386EB4E1}"/>
              </a:ext>
            </a:extLst>
          </p:cNvPr>
          <p:cNvGrpSpPr>
            <a:grpSpLocks/>
          </p:cNvGrpSpPr>
          <p:nvPr/>
        </p:nvGrpSpPr>
        <p:grpSpPr bwMode="auto">
          <a:xfrm>
            <a:off x="5219700" y="2205038"/>
            <a:ext cx="2817813" cy="1476375"/>
            <a:chOff x="2952" y="2659"/>
            <a:chExt cx="1775" cy="930"/>
          </a:xfrm>
        </p:grpSpPr>
        <p:sp>
          <p:nvSpPr>
            <p:cNvPr id="40" name="Text Box 7">
              <a:extLst>
                <a:ext uri="{FF2B5EF4-FFF2-40B4-BE49-F238E27FC236}">
                  <a16:creationId xmlns:a16="http://schemas.microsoft.com/office/drawing/2014/main" id="{BA69B064-53D2-2C44-B836-065DC1BBAA61}"/>
                </a:ext>
              </a:extLst>
            </p:cNvPr>
            <p:cNvSpPr txBox="1">
              <a:spLocks noChangeArrowheads="1"/>
            </p:cNvSpPr>
            <p:nvPr/>
          </p:nvSpPr>
          <p:spPr bwMode="auto">
            <a:xfrm>
              <a:off x="3055" y="2659"/>
              <a:ext cx="305" cy="92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36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a:t>
              </a:r>
            </a:p>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36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E</a:t>
              </a:r>
              <a:endParaRPr kumimoji="0" lang="en-US" altLang="zh-CN" sz="36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endParaRPr>
            </a:p>
          </p:txBody>
        </p:sp>
        <p:sp>
          <p:nvSpPr>
            <p:cNvPr id="41" name="Line 8">
              <a:extLst>
                <a:ext uri="{FF2B5EF4-FFF2-40B4-BE49-F238E27FC236}">
                  <a16:creationId xmlns:a16="http://schemas.microsoft.com/office/drawing/2014/main" id="{0B5095E8-1E0F-5248-964F-84665CC1D58A}"/>
                </a:ext>
              </a:extLst>
            </p:cNvPr>
            <p:cNvSpPr>
              <a:spLocks noChangeShapeType="1"/>
            </p:cNvSpPr>
            <p:nvPr/>
          </p:nvSpPr>
          <p:spPr bwMode="auto">
            <a:xfrm>
              <a:off x="3480" y="3105"/>
              <a:ext cx="653" cy="1"/>
            </a:xfrm>
            <a:prstGeom prst="line">
              <a:avLst/>
            </a:prstGeom>
            <a:noFill/>
            <a:ln w="28575">
              <a:solidFill>
                <a:srgbClr val="FF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ECFB7D"/>
                </a:solidFill>
                <a:effectLst/>
                <a:uLnTx/>
                <a:uFillTx/>
                <a:ea typeface="隶书" pitchFamily="49" charset="-122"/>
              </a:endParaRPr>
            </a:p>
          </p:txBody>
        </p:sp>
        <p:sp>
          <p:nvSpPr>
            <p:cNvPr id="42" name="Text Box 9">
              <a:extLst>
                <a:ext uri="{FF2B5EF4-FFF2-40B4-BE49-F238E27FC236}">
                  <a16:creationId xmlns:a16="http://schemas.microsoft.com/office/drawing/2014/main" id="{C4CC882F-7541-D248-846B-6CFCD45A6C03}"/>
                </a:ext>
              </a:extLst>
            </p:cNvPr>
            <p:cNvSpPr txBox="1">
              <a:spLocks noChangeArrowheads="1"/>
            </p:cNvSpPr>
            <p:nvPr/>
          </p:nvSpPr>
          <p:spPr bwMode="auto">
            <a:xfrm>
              <a:off x="3511" y="2795"/>
              <a:ext cx="589" cy="55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8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  </a:t>
              </a:r>
              <a:r>
                <a:rPr kumimoji="0" lang="zh-CN" altLang="en-US" sz="2400" b="1" i="0" u="none" strike="noStrike" kern="0" cap="none" spc="0" normalizeH="0" baseline="0" noProof="0">
                  <a:ln>
                    <a:noFill/>
                  </a:ln>
                  <a:solidFill>
                    <a:srgbClr val="FF0000"/>
                  </a:solidFill>
                  <a:effectLst/>
                  <a:uLnTx/>
                  <a:uFillTx/>
                  <a:latin typeface="楷体_GB2312" pitchFamily="49" charset="-122"/>
                  <a:ea typeface="楷体_GB2312" pitchFamily="49" charset="-122"/>
                </a:rPr>
                <a:t>列</a:t>
              </a:r>
              <a:r>
                <a:rPr kumimoji="0" lang="zh-CN" altLang="en-US" sz="2400" b="1" i="0" u="none" strike="noStrike" kern="0" cap="none" spc="0" normalizeH="0" baseline="0" noProof="0">
                  <a:ln>
                    <a:noFill/>
                  </a:ln>
                  <a:solidFill>
                    <a:srgbClr val="FFFFFF"/>
                  </a:solidFill>
                  <a:effectLst/>
                  <a:uLnTx/>
                  <a:uFillTx/>
                  <a:latin typeface="楷体_GB2312" pitchFamily="49" charset="-122"/>
                  <a:ea typeface="楷体_GB2312" pitchFamily="49" charset="-122"/>
                </a:rPr>
                <a:t> 变换</a:t>
              </a:r>
              <a:endParaRPr kumimoji="1" lang="zh-CN" altLang="en-US" sz="2400" b="1" i="0" u="none" strike="noStrike" kern="0" cap="none" spc="0" normalizeH="0" baseline="0" noProof="0">
                <a:ln>
                  <a:noFill/>
                </a:ln>
                <a:solidFill>
                  <a:srgbClr val="6600FF"/>
                </a:solidFill>
                <a:effectLst/>
                <a:uLnTx/>
                <a:uFillTx/>
                <a:latin typeface="楷体_GB2312" pitchFamily="49" charset="-122"/>
                <a:ea typeface="楷体_GB2312" pitchFamily="49" charset="-122"/>
              </a:endParaRPr>
            </a:p>
          </p:txBody>
        </p:sp>
        <p:sp>
          <p:nvSpPr>
            <p:cNvPr id="43" name="AutoShape 10">
              <a:extLst>
                <a:ext uri="{FF2B5EF4-FFF2-40B4-BE49-F238E27FC236}">
                  <a16:creationId xmlns:a16="http://schemas.microsoft.com/office/drawing/2014/main" id="{9AD9F453-AC9B-D14B-86B9-092BBD96BA4E}"/>
                </a:ext>
              </a:extLst>
            </p:cNvPr>
            <p:cNvSpPr>
              <a:spLocks noChangeArrowheads="1"/>
            </p:cNvSpPr>
            <p:nvPr/>
          </p:nvSpPr>
          <p:spPr bwMode="auto">
            <a:xfrm>
              <a:off x="2952" y="2768"/>
              <a:ext cx="499" cy="771"/>
            </a:xfrm>
            <a:prstGeom prst="bracketPair">
              <a:avLst>
                <a:gd name="adj" fmla="val 16667"/>
              </a:avLst>
            </a:prstGeom>
            <a:noFill/>
            <a:ln w="28575">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endParaRPr kumimoji="1" lang="zh-CN" altLang="en-US" sz="2400" b="0" i="0" u="none" strike="noStrike" kern="0" cap="none" spc="0" normalizeH="0" baseline="0" noProof="0">
                <a:ln>
                  <a:noFill/>
                </a:ln>
                <a:solidFill>
                  <a:srgbClr val="ECFB7D"/>
                </a:solidFill>
                <a:effectLst/>
                <a:uLnTx/>
                <a:uFillTx/>
                <a:latin typeface="Times New Roman" panose="02020603050405020304" pitchFamily="18" charset="0"/>
                <a:ea typeface="隶书" pitchFamily="49" charset="-122"/>
              </a:endParaRPr>
            </a:p>
          </p:txBody>
        </p:sp>
        <p:sp>
          <p:nvSpPr>
            <p:cNvPr id="44" name="Text Box 11">
              <a:extLst>
                <a:ext uri="{FF2B5EF4-FFF2-40B4-BE49-F238E27FC236}">
                  <a16:creationId xmlns:a16="http://schemas.microsoft.com/office/drawing/2014/main" id="{32CEFBF6-A1BE-9647-BD65-4BA84FE7F933}"/>
                </a:ext>
              </a:extLst>
            </p:cNvPr>
            <p:cNvSpPr txBox="1">
              <a:spLocks noChangeArrowheads="1"/>
            </p:cNvSpPr>
            <p:nvPr/>
          </p:nvSpPr>
          <p:spPr bwMode="auto">
            <a:xfrm>
              <a:off x="4209" y="2666"/>
              <a:ext cx="518" cy="92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36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E</a:t>
              </a:r>
            </a:p>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36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a:t>
              </a:r>
              <a:r>
                <a:rPr kumimoji="0" lang="en-US" altLang="zh-CN" sz="4000" b="1" i="0" u="none" strike="noStrike" kern="0" cap="none" spc="0" normalizeH="0" baseline="30000" noProof="0">
                  <a:ln>
                    <a:noFill/>
                  </a:ln>
                  <a:solidFill>
                    <a:srgbClr val="FFFFFF"/>
                  </a:solidFill>
                  <a:effectLst/>
                  <a:uLnTx/>
                  <a:uFillTx/>
                  <a:latin typeface="Times New Roman" panose="02020603050405020304" pitchFamily="18" charset="0"/>
                  <a:ea typeface="宋体" panose="02010600030101010101" pitchFamily="2" charset="-122"/>
                </a:rPr>
                <a:t>-</a:t>
              </a:r>
              <a:r>
                <a:rPr kumimoji="0" lang="en-US" altLang="zh-CN" sz="3600" b="1" i="0" u="none" strike="noStrike" kern="0" cap="none" spc="0" normalizeH="0" baseline="30000" noProof="0">
                  <a:ln>
                    <a:noFill/>
                  </a:ln>
                  <a:solidFill>
                    <a:srgbClr val="FFFFFF"/>
                  </a:solidFill>
                  <a:effectLst/>
                  <a:uLnTx/>
                  <a:uFillTx/>
                  <a:latin typeface="Times New Roman" panose="02020603050405020304" pitchFamily="18" charset="0"/>
                  <a:ea typeface="宋体" panose="02010600030101010101" pitchFamily="2" charset="-122"/>
                </a:rPr>
                <a:t>1</a:t>
              </a:r>
            </a:p>
          </p:txBody>
        </p:sp>
        <p:sp>
          <p:nvSpPr>
            <p:cNvPr id="45" name="AutoShape 12">
              <a:extLst>
                <a:ext uri="{FF2B5EF4-FFF2-40B4-BE49-F238E27FC236}">
                  <a16:creationId xmlns:a16="http://schemas.microsoft.com/office/drawing/2014/main" id="{BFCEEFF5-D4E1-D84C-8DE6-2BE24CA8640F}"/>
                </a:ext>
              </a:extLst>
            </p:cNvPr>
            <p:cNvSpPr>
              <a:spLocks noChangeArrowheads="1"/>
            </p:cNvSpPr>
            <p:nvPr/>
          </p:nvSpPr>
          <p:spPr bwMode="auto">
            <a:xfrm>
              <a:off x="4164" y="2775"/>
              <a:ext cx="499" cy="771"/>
            </a:xfrm>
            <a:prstGeom prst="bracketPair">
              <a:avLst>
                <a:gd name="adj" fmla="val 16667"/>
              </a:avLst>
            </a:prstGeom>
            <a:noFill/>
            <a:ln w="28575">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endParaRPr kumimoji="1" lang="zh-CN" altLang="en-US" sz="2400" b="0" i="0" u="none" strike="noStrike" kern="0" cap="none" spc="0" normalizeH="0" baseline="0" noProof="0">
                <a:ln>
                  <a:noFill/>
                </a:ln>
                <a:solidFill>
                  <a:srgbClr val="ECFB7D"/>
                </a:solidFill>
                <a:effectLst/>
                <a:uLnTx/>
                <a:uFillTx/>
                <a:latin typeface="Times New Roman" panose="02020603050405020304" pitchFamily="18" charset="0"/>
                <a:ea typeface="隶书" pitchFamily="49" charset="-122"/>
              </a:endParaRPr>
            </a:p>
          </p:txBody>
        </p:sp>
      </p:grpSp>
      <p:grpSp>
        <p:nvGrpSpPr>
          <p:cNvPr id="46" name="Group 13">
            <a:extLst>
              <a:ext uri="{FF2B5EF4-FFF2-40B4-BE49-F238E27FC236}">
                <a16:creationId xmlns:a16="http://schemas.microsoft.com/office/drawing/2014/main" id="{8746A16F-02CD-EB4D-B9BB-3D4FFA79EC87}"/>
              </a:ext>
            </a:extLst>
          </p:cNvPr>
          <p:cNvGrpSpPr>
            <a:grpSpLocks/>
          </p:cNvGrpSpPr>
          <p:nvPr/>
        </p:nvGrpSpPr>
        <p:grpSpPr bwMode="auto">
          <a:xfrm>
            <a:off x="250825" y="4797425"/>
            <a:ext cx="4430713" cy="884238"/>
            <a:chOff x="249" y="2432"/>
            <a:chExt cx="2791" cy="557"/>
          </a:xfrm>
        </p:grpSpPr>
        <p:sp>
          <p:nvSpPr>
            <p:cNvPr id="47" name="Text Box 14">
              <a:extLst>
                <a:ext uri="{FF2B5EF4-FFF2-40B4-BE49-F238E27FC236}">
                  <a16:creationId xmlns:a16="http://schemas.microsoft.com/office/drawing/2014/main" id="{42AB7E6B-9069-AE4C-B008-1E0C91B8D360}"/>
                </a:ext>
              </a:extLst>
            </p:cNvPr>
            <p:cNvSpPr txBox="1">
              <a:spLocks noChangeArrowheads="1"/>
            </p:cNvSpPr>
            <p:nvPr/>
          </p:nvSpPr>
          <p:spPr bwMode="auto">
            <a:xfrm>
              <a:off x="249" y="2528"/>
              <a:ext cx="2791" cy="40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36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t>
              </a:r>
              <a:r>
                <a:rPr kumimoji="0" lang="en-US" altLang="zh-CN" sz="36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   B</a:t>
              </a:r>
              <a:r>
                <a:rPr kumimoji="0" lang="en-US" altLang="zh-CN" sz="36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         (</a:t>
              </a:r>
              <a:r>
                <a:rPr kumimoji="0" lang="en-US" altLang="zh-CN" sz="36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E</a:t>
              </a:r>
              <a:r>
                <a:rPr kumimoji="0" lang="en-US" altLang="zh-CN" sz="36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   </a:t>
              </a:r>
              <a:r>
                <a:rPr kumimoji="0" lang="en-US" altLang="zh-CN" sz="36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a:t>
              </a:r>
              <a:r>
                <a:rPr kumimoji="0" lang="en-US" altLang="zh-CN" sz="4000" b="1" i="0" u="none" strike="noStrike" kern="0" cap="none" spc="0" normalizeH="0" baseline="30000" noProof="0">
                  <a:ln>
                    <a:noFill/>
                  </a:ln>
                  <a:solidFill>
                    <a:srgbClr val="FFFFFF"/>
                  </a:solidFill>
                  <a:effectLst/>
                  <a:uLnTx/>
                  <a:uFillTx/>
                  <a:latin typeface="Times New Roman" panose="02020603050405020304" pitchFamily="18" charset="0"/>
                  <a:ea typeface="宋体" panose="02010600030101010101" pitchFamily="2" charset="-122"/>
                </a:rPr>
                <a:t>-</a:t>
              </a:r>
              <a:r>
                <a:rPr kumimoji="0" lang="en-US" altLang="zh-CN" sz="3600" b="1" i="0" u="none" strike="noStrike" kern="0" cap="none" spc="0" normalizeH="0" baseline="30000" noProof="0">
                  <a:ln>
                    <a:noFill/>
                  </a:ln>
                  <a:solidFill>
                    <a:srgbClr val="FFFFFF"/>
                  </a:solidFill>
                  <a:effectLst/>
                  <a:uLnTx/>
                  <a:uFillTx/>
                  <a:latin typeface="Times New Roman" panose="02020603050405020304" pitchFamily="18" charset="0"/>
                  <a:ea typeface="宋体" panose="02010600030101010101" pitchFamily="2" charset="-122"/>
                </a:rPr>
                <a:t>1</a:t>
              </a:r>
              <a:r>
                <a:rPr kumimoji="0" lang="en-US" altLang="zh-CN" sz="32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B</a:t>
              </a:r>
              <a:r>
                <a:rPr kumimoji="0" lang="en-US" altLang="zh-CN" sz="36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t>
              </a:r>
            </a:p>
          </p:txBody>
        </p:sp>
        <p:sp>
          <p:nvSpPr>
            <p:cNvPr id="48" name="Line 15">
              <a:extLst>
                <a:ext uri="{FF2B5EF4-FFF2-40B4-BE49-F238E27FC236}">
                  <a16:creationId xmlns:a16="http://schemas.microsoft.com/office/drawing/2014/main" id="{B6A0AB7E-B4BC-934F-A905-CA55AF9DD9C3}"/>
                </a:ext>
              </a:extLst>
            </p:cNvPr>
            <p:cNvSpPr>
              <a:spLocks noChangeShapeType="1"/>
            </p:cNvSpPr>
            <p:nvPr/>
          </p:nvSpPr>
          <p:spPr bwMode="auto">
            <a:xfrm>
              <a:off x="1134" y="2750"/>
              <a:ext cx="653" cy="1"/>
            </a:xfrm>
            <a:prstGeom prst="line">
              <a:avLst/>
            </a:prstGeom>
            <a:noFill/>
            <a:ln w="28575">
              <a:solidFill>
                <a:srgbClr val="FF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ECFB7D"/>
                </a:solidFill>
                <a:effectLst/>
                <a:uLnTx/>
                <a:uFillTx/>
                <a:ea typeface="隶书" pitchFamily="49" charset="-122"/>
              </a:endParaRPr>
            </a:p>
          </p:txBody>
        </p:sp>
        <p:sp>
          <p:nvSpPr>
            <p:cNvPr id="49" name="Text Box 16">
              <a:extLst>
                <a:ext uri="{FF2B5EF4-FFF2-40B4-BE49-F238E27FC236}">
                  <a16:creationId xmlns:a16="http://schemas.microsoft.com/office/drawing/2014/main" id="{7E9A88F8-ACFD-3640-A0C4-947C496B92B7}"/>
                </a:ext>
              </a:extLst>
            </p:cNvPr>
            <p:cNvSpPr txBox="1">
              <a:spLocks noChangeArrowheads="1"/>
            </p:cNvSpPr>
            <p:nvPr/>
          </p:nvSpPr>
          <p:spPr bwMode="auto">
            <a:xfrm>
              <a:off x="1134" y="2432"/>
              <a:ext cx="590" cy="55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8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  </a:t>
              </a:r>
              <a:r>
                <a:rPr kumimoji="0" lang="zh-CN" altLang="en-US" sz="2400" b="1" i="0" u="none" strike="noStrike" kern="0" cap="none" spc="0" normalizeH="0" baseline="0" noProof="0">
                  <a:ln>
                    <a:noFill/>
                  </a:ln>
                  <a:solidFill>
                    <a:srgbClr val="FF0000"/>
                  </a:solidFill>
                  <a:effectLst/>
                  <a:uLnTx/>
                  <a:uFillTx/>
                  <a:latin typeface="楷体_GB2312" pitchFamily="49" charset="-122"/>
                  <a:ea typeface="楷体_GB2312" pitchFamily="49" charset="-122"/>
                </a:rPr>
                <a:t>行</a:t>
              </a:r>
              <a:r>
                <a:rPr kumimoji="0" lang="zh-CN" altLang="en-US" sz="2400" b="1" i="0" u="none" strike="noStrike" kern="0" cap="none" spc="0" normalizeH="0" baseline="0" noProof="0">
                  <a:ln>
                    <a:noFill/>
                  </a:ln>
                  <a:solidFill>
                    <a:srgbClr val="FFFFFF"/>
                  </a:solidFill>
                  <a:effectLst/>
                  <a:uLnTx/>
                  <a:uFillTx/>
                  <a:latin typeface="楷体_GB2312" pitchFamily="49" charset="-122"/>
                  <a:ea typeface="楷体_GB2312" pitchFamily="49" charset="-122"/>
                </a:rPr>
                <a:t> 变换</a:t>
              </a:r>
              <a:endParaRPr kumimoji="1" lang="zh-CN" altLang="en-US" sz="2400" b="1" i="0" u="none" strike="noStrike" kern="0" cap="none" spc="0" normalizeH="0" baseline="0" noProof="0">
                <a:ln>
                  <a:noFill/>
                </a:ln>
                <a:solidFill>
                  <a:srgbClr val="6600FF"/>
                </a:solidFill>
                <a:effectLst/>
                <a:uLnTx/>
                <a:uFillTx/>
                <a:latin typeface="楷体_GB2312" pitchFamily="49" charset="-122"/>
                <a:ea typeface="楷体_GB2312" pitchFamily="49" charset="-122"/>
              </a:endParaRPr>
            </a:p>
          </p:txBody>
        </p:sp>
      </p:grpSp>
      <p:grpSp>
        <p:nvGrpSpPr>
          <p:cNvPr id="50" name="Group 17">
            <a:extLst>
              <a:ext uri="{FF2B5EF4-FFF2-40B4-BE49-F238E27FC236}">
                <a16:creationId xmlns:a16="http://schemas.microsoft.com/office/drawing/2014/main" id="{D792FFE7-588E-B74C-80E7-89083C7C2BED}"/>
              </a:ext>
            </a:extLst>
          </p:cNvPr>
          <p:cNvGrpSpPr>
            <a:grpSpLocks/>
          </p:cNvGrpSpPr>
          <p:nvPr/>
        </p:nvGrpSpPr>
        <p:grpSpPr bwMode="auto">
          <a:xfrm>
            <a:off x="5076825" y="4868863"/>
            <a:ext cx="3097213" cy="1476375"/>
            <a:chOff x="3152" y="2976"/>
            <a:chExt cx="1951" cy="930"/>
          </a:xfrm>
        </p:grpSpPr>
        <p:sp>
          <p:nvSpPr>
            <p:cNvPr id="51" name="Text Box 18">
              <a:extLst>
                <a:ext uri="{FF2B5EF4-FFF2-40B4-BE49-F238E27FC236}">
                  <a16:creationId xmlns:a16="http://schemas.microsoft.com/office/drawing/2014/main" id="{37E39259-0773-C846-AF72-FEE674FFAAE1}"/>
                </a:ext>
              </a:extLst>
            </p:cNvPr>
            <p:cNvSpPr txBox="1">
              <a:spLocks noChangeArrowheads="1"/>
            </p:cNvSpPr>
            <p:nvPr/>
          </p:nvSpPr>
          <p:spPr bwMode="auto">
            <a:xfrm>
              <a:off x="3255" y="2976"/>
              <a:ext cx="305" cy="92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36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a:t>
              </a:r>
            </a:p>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36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B</a:t>
              </a:r>
              <a:endParaRPr kumimoji="0" lang="en-US" altLang="zh-CN" sz="36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endParaRPr>
            </a:p>
          </p:txBody>
        </p:sp>
        <p:sp>
          <p:nvSpPr>
            <p:cNvPr id="52" name="Line 19">
              <a:extLst>
                <a:ext uri="{FF2B5EF4-FFF2-40B4-BE49-F238E27FC236}">
                  <a16:creationId xmlns:a16="http://schemas.microsoft.com/office/drawing/2014/main" id="{01AB8138-5DA5-B54A-BED3-FC47E601769C}"/>
                </a:ext>
              </a:extLst>
            </p:cNvPr>
            <p:cNvSpPr>
              <a:spLocks noChangeShapeType="1"/>
            </p:cNvSpPr>
            <p:nvPr/>
          </p:nvSpPr>
          <p:spPr bwMode="auto">
            <a:xfrm>
              <a:off x="3680" y="3422"/>
              <a:ext cx="653" cy="1"/>
            </a:xfrm>
            <a:prstGeom prst="line">
              <a:avLst/>
            </a:prstGeom>
            <a:noFill/>
            <a:ln w="28575">
              <a:solidFill>
                <a:srgbClr val="FF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ECFB7D"/>
                </a:solidFill>
                <a:effectLst/>
                <a:uLnTx/>
                <a:uFillTx/>
                <a:ea typeface="隶书" pitchFamily="49" charset="-122"/>
              </a:endParaRPr>
            </a:p>
          </p:txBody>
        </p:sp>
        <p:sp>
          <p:nvSpPr>
            <p:cNvPr id="53" name="Text Box 20">
              <a:extLst>
                <a:ext uri="{FF2B5EF4-FFF2-40B4-BE49-F238E27FC236}">
                  <a16:creationId xmlns:a16="http://schemas.microsoft.com/office/drawing/2014/main" id="{E80541A4-76DA-FD41-8F97-68217F94CB6E}"/>
                </a:ext>
              </a:extLst>
            </p:cNvPr>
            <p:cNvSpPr txBox="1">
              <a:spLocks noChangeArrowheads="1"/>
            </p:cNvSpPr>
            <p:nvPr/>
          </p:nvSpPr>
          <p:spPr bwMode="auto">
            <a:xfrm>
              <a:off x="3711" y="3112"/>
              <a:ext cx="589" cy="55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8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  </a:t>
              </a:r>
              <a:r>
                <a:rPr kumimoji="0" lang="zh-CN" altLang="en-US" sz="2400" b="1" i="0" u="none" strike="noStrike" kern="0" cap="none" spc="0" normalizeH="0" baseline="0" noProof="0">
                  <a:ln>
                    <a:noFill/>
                  </a:ln>
                  <a:solidFill>
                    <a:srgbClr val="FF0000"/>
                  </a:solidFill>
                  <a:effectLst/>
                  <a:uLnTx/>
                  <a:uFillTx/>
                  <a:latin typeface="楷体_GB2312" pitchFamily="49" charset="-122"/>
                  <a:ea typeface="楷体_GB2312" pitchFamily="49" charset="-122"/>
                </a:rPr>
                <a:t>列</a:t>
              </a:r>
              <a:r>
                <a:rPr kumimoji="0" lang="zh-CN" altLang="en-US" sz="2400" b="1" i="0" u="none" strike="noStrike" kern="0" cap="none" spc="0" normalizeH="0" baseline="0" noProof="0">
                  <a:ln>
                    <a:noFill/>
                  </a:ln>
                  <a:solidFill>
                    <a:srgbClr val="FFFFFF"/>
                  </a:solidFill>
                  <a:effectLst/>
                  <a:uLnTx/>
                  <a:uFillTx/>
                  <a:latin typeface="楷体_GB2312" pitchFamily="49" charset="-122"/>
                  <a:ea typeface="楷体_GB2312" pitchFamily="49" charset="-122"/>
                </a:rPr>
                <a:t> 变换</a:t>
              </a:r>
              <a:endParaRPr kumimoji="1" lang="zh-CN" altLang="en-US" sz="2400" b="1" i="0" u="none" strike="noStrike" kern="0" cap="none" spc="0" normalizeH="0" baseline="0" noProof="0">
                <a:ln>
                  <a:noFill/>
                </a:ln>
                <a:solidFill>
                  <a:srgbClr val="6600FF"/>
                </a:solidFill>
                <a:effectLst/>
                <a:uLnTx/>
                <a:uFillTx/>
                <a:latin typeface="楷体_GB2312" pitchFamily="49" charset="-122"/>
                <a:ea typeface="楷体_GB2312" pitchFamily="49" charset="-122"/>
              </a:endParaRPr>
            </a:p>
          </p:txBody>
        </p:sp>
        <p:sp>
          <p:nvSpPr>
            <p:cNvPr id="54" name="AutoShape 21">
              <a:extLst>
                <a:ext uri="{FF2B5EF4-FFF2-40B4-BE49-F238E27FC236}">
                  <a16:creationId xmlns:a16="http://schemas.microsoft.com/office/drawing/2014/main" id="{0FF61098-8EB0-AB4F-9491-18CA6B4C1B83}"/>
                </a:ext>
              </a:extLst>
            </p:cNvPr>
            <p:cNvSpPr>
              <a:spLocks noChangeArrowheads="1"/>
            </p:cNvSpPr>
            <p:nvPr/>
          </p:nvSpPr>
          <p:spPr bwMode="auto">
            <a:xfrm>
              <a:off x="3152" y="3085"/>
              <a:ext cx="499" cy="771"/>
            </a:xfrm>
            <a:prstGeom prst="bracketPair">
              <a:avLst>
                <a:gd name="adj" fmla="val 16667"/>
              </a:avLst>
            </a:prstGeom>
            <a:noFill/>
            <a:ln w="28575">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endParaRPr kumimoji="1" lang="zh-CN" altLang="en-US" sz="2400" b="0" i="0" u="none" strike="noStrike" kern="0" cap="none" spc="0" normalizeH="0" baseline="0" noProof="0">
                <a:ln>
                  <a:noFill/>
                </a:ln>
                <a:solidFill>
                  <a:srgbClr val="ECFB7D"/>
                </a:solidFill>
                <a:effectLst/>
                <a:uLnTx/>
                <a:uFillTx/>
                <a:latin typeface="Times New Roman" panose="02020603050405020304" pitchFamily="18" charset="0"/>
                <a:ea typeface="隶书" pitchFamily="49" charset="-122"/>
              </a:endParaRPr>
            </a:p>
          </p:txBody>
        </p:sp>
        <p:sp>
          <p:nvSpPr>
            <p:cNvPr id="55" name="Text Box 22">
              <a:extLst>
                <a:ext uri="{FF2B5EF4-FFF2-40B4-BE49-F238E27FC236}">
                  <a16:creationId xmlns:a16="http://schemas.microsoft.com/office/drawing/2014/main" id="{41B0C4DD-5043-7743-8D1F-CBD132BAC6C5}"/>
                </a:ext>
              </a:extLst>
            </p:cNvPr>
            <p:cNvSpPr txBox="1">
              <a:spLocks noChangeArrowheads="1"/>
            </p:cNvSpPr>
            <p:nvPr/>
          </p:nvSpPr>
          <p:spPr bwMode="auto">
            <a:xfrm>
              <a:off x="4409" y="2983"/>
              <a:ext cx="648" cy="92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36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  E</a:t>
              </a:r>
            </a:p>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32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B</a:t>
              </a:r>
              <a:r>
                <a:rPr kumimoji="0" lang="en-US" altLang="zh-CN" sz="36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a:t>
              </a:r>
              <a:r>
                <a:rPr kumimoji="0" lang="en-US" altLang="zh-CN" sz="4000" b="1" i="0" u="none" strike="noStrike" kern="0" cap="none" spc="0" normalizeH="0" baseline="30000" noProof="0">
                  <a:ln>
                    <a:noFill/>
                  </a:ln>
                  <a:solidFill>
                    <a:srgbClr val="FFFFFF"/>
                  </a:solidFill>
                  <a:effectLst/>
                  <a:uLnTx/>
                  <a:uFillTx/>
                  <a:latin typeface="Times New Roman" panose="02020603050405020304" pitchFamily="18" charset="0"/>
                  <a:ea typeface="宋体" panose="02010600030101010101" pitchFamily="2" charset="-122"/>
                </a:rPr>
                <a:t>-</a:t>
              </a:r>
              <a:r>
                <a:rPr kumimoji="0" lang="en-US" altLang="zh-CN" sz="3600" b="1" i="0" u="none" strike="noStrike" kern="0" cap="none" spc="0" normalizeH="0" baseline="30000" noProof="0">
                  <a:ln>
                    <a:noFill/>
                  </a:ln>
                  <a:solidFill>
                    <a:srgbClr val="FFFFFF"/>
                  </a:solidFill>
                  <a:effectLst/>
                  <a:uLnTx/>
                  <a:uFillTx/>
                  <a:latin typeface="Times New Roman" panose="02020603050405020304" pitchFamily="18" charset="0"/>
                  <a:ea typeface="宋体" panose="02010600030101010101" pitchFamily="2" charset="-122"/>
                </a:rPr>
                <a:t>1</a:t>
              </a:r>
            </a:p>
          </p:txBody>
        </p:sp>
        <p:sp>
          <p:nvSpPr>
            <p:cNvPr id="56" name="AutoShape 23">
              <a:extLst>
                <a:ext uri="{FF2B5EF4-FFF2-40B4-BE49-F238E27FC236}">
                  <a16:creationId xmlns:a16="http://schemas.microsoft.com/office/drawing/2014/main" id="{3EADAD5F-575C-3043-9CF2-E71558E3D34D}"/>
                </a:ext>
              </a:extLst>
            </p:cNvPr>
            <p:cNvSpPr>
              <a:spLocks noChangeArrowheads="1"/>
            </p:cNvSpPr>
            <p:nvPr/>
          </p:nvSpPr>
          <p:spPr bwMode="auto">
            <a:xfrm>
              <a:off x="4364" y="3092"/>
              <a:ext cx="739" cy="771"/>
            </a:xfrm>
            <a:prstGeom prst="bracketPair">
              <a:avLst>
                <a:gd name="adj" fmla="val 16667"/>
              </a:avLst>
            </a:prstGeom>
            <a:noFill/>
            <a:ln w="28575">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endParaRPr kumimoji="1" lang="zh-CN" altLang="en-US" sz="2400" b="0" i="0" u="none" strike="noStrike" kern="0" cap="none" spc="0" normalizeH="0" baseline="0" noProof="0">
                <a:ln>
                  <a:noFill/>
                </a:ln>
                <a:solidFill>
                  <a:srgbClr val="ECFB7D"/>
                </a:solidFill>
                <a:effectLst/>
                <a:uLnTx/>
                <a:uFillTx/>
                <a:latin typeface="Times New Roman" panose="02020603050405020304" pitchFamily="18" charset="0"/>
                <a:ea typeface="隶书" pitchFamily="49" charset="-122"/>
              </a:endParaRPr>
            </a:p>
          </p:txBody>
        </p:sp>
      </p:grpSp>
      <p:sp>
        <p:nvSpPr>
          <p:cNvPr id="57" name="Text Box 24">
            <a:extLst>
              <a:ext uri="{FF2B5EF4-FFF2-40B4-BE49-F238E27FC236}">
                <a16:creationId xmlns:a16="http://schemas.microsoft.com/office/drawing/2014/main" id="{0316F227-B520-8345-941D-E316D60F1417}"/>
              </a:ext>
            </a:extLst>
          </p:cNvPr>
          <p:cNvSpPr txBox="1">
            <a:spLocks noChangeArrowheads="1"/>
          </p:cNvSpPr>
          <p:nvPr/>
        </p:nvSpPr>
        <p:spPr bwMode="auto">
          <a:xfrm>
            <a:off x="2916238" y="1341438"/>
            <a:ext cx="5954712" cy="82232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2400" b="1" i="0" u="none" strike="noStrike" kern="0" cap="none" spc="0" normalizeH="0" baseline="0" noProof="0">
                <a:ln>
                  <a:noFill/>
                </a:ln>
                <a:solidFill>
                  <a:srgbClr val="FFFFFF"/>
                </a:solidFill>
                <a:effectLst/>
                <a:uLnTx/>
                <a:uFillTx/>
                <a:latin typeface="楷体_GB2312" pitchFamily="49" charset="-122"/>
                <a:ea typeface="楷体_GB2312" pitchFamily="49" charset="-122"/>
              </a:rPr>
              <a:t>若用一系列初等</a:t>
            </a:r>
            <a:r>
              <a:rPr kumimoji="0" lang="zh-CN" altLang="en-US" sz="2400" b="1" i="0" u="none" strike="noStrike" kern="0" cap="none" spc="0" normalizeH="0" baseline="0" noProof="0">
                <a:ln>
                  <a:noFill/>
                </a:ln>
                <a:solidFill>
                  <a:srgbClr val="FF0000"/>
                </a:solidFill>
                <a:effectLst/>
                <a:uLnTx/>
                <a:uFillTx/>
                <a:latin typeface="楷体_GB2312" pitchFamily="49" charset="-122"/>
                <a:ea typeface="楷体_GB2312" pitchFamily="49" charset="-122"/>
              </a:rPr>
              <a:t>行</a:t>
            </a:r>
            <a:r>
              <a:rPr kumimoji="0" lang="zh-CN" altLang="en-US" sz="2400" b="1" i="0" u="none" strike="noStrike" kern="0" cap="none" spc="0" normalizeH="0" baseline="0" noProof="0">
                <a:ln>
                  <a:noFill/>
                </a:ln>
                <a:solidFill>
                  <a:srgbClr val="FFFFFF"/>
                </a:solidFill>
                <a:effectLst/>
                <a:uLnTx/>
                <a:uFillTx/>
                <a:latin typeface="楷体_GB2312" pitchFamily="49" charset="-122"/>
                <a:ea typeface="楷体_GB2312" pitchFamily="49" charset="-122"/>
              </a:rPr>
              <a:t>变换将</a:t>
            </a:r>
            <a:r>
              <a:rPr kumimoji="0" lang="en-US" altLang="zh-CN" sz="2400" b="1" i="1" u="none" strike="noStrike" kern="0" cap="none" spc="0" normalizeH="0" baseline="0" noProof="0">
                <a:ln>
                  <a:noFill/>
                </a:ln>
                <a:solidFill>
                  <a:srgbClr val="FFFFFF"/>
                </a:solidFill>
                <a:effectLst/>
                <a:uLnTx/>
                <a:uFillTx/>
                <a:latin typeface="Times New Roman" panose="02020603050405020304" pitchFamily="18" charset="0"/>
                <a:ea typeface="楷体_GB2312" pitchFamily="49" charset="-122"/>
              </a:rPr>
              <a:t>A</a:t>
            </a:r>
            <a:r>
              <a:rPr kumimoji="0" lang="zh-CN" altLang="en-US" sz="2400" b="1" i="0" u="none" strike="noStrike" kern="0" cap="none" spc="0" normalizeH="0" baseline="0" noProof="0">
                <a:ln>
                  <a:noFill/>
                </a:ln>
                <a:solidFill>
                  <a:srgbClr val="FFFFFF"/>
                </a:solidFill>
                <a:effectLst/>
                <a:uLnTx/>
                <a:uFillTx/>
                <a:latin typeface="楷体_GB2312" pitchFamily="49" charset="-122"/>
                <a:ea typeface="楷体_GB2312" pitchFamily="49" charset="-122"/>
              </a:rPr>
              <a:t>化为单位矩阵</a:t>
            </a:r>
            <a:r>
              <a:rPr kumimoji="0" lang="en-US" altLang="zh-CN" sz="2400" b="1" i="1" u="none" strike="noStrike" kern="0" cap="none" spc="0" normalizeH="0" baseline="0" noProof="0">
                <a:ln>
                  <a:noFill/>
                </a:ln>
                <a:solidFill>
                  <a:srgbClr val="FFFFFF"/>
                </a:solidFill>
                <a:effectLst/>
                <a:uLnTx/>
                <a:uFillTx/>
                <a:latin typeface="Times New Roman" panose="02020603050405020304" pitchFamily="18" charset="0"/>
                <a:ea typeface="楷体_GB2312" pitchFamily="49" charset="-122"/>
              </a:rPr>
              <a:t>E</a:t>
            </a:r>
            <a:r>
              <a:rPr kumimoji="0" lang="en-US" altLang="zh-CN" sz="2400" b="1" i="0" u="none" strike="noStrike" kern="0" cap="none" spc="0" normalizeH="0" baseline="0" noProof="0">
                <a:ln>
                  <a:noFill/>
                </a:ln>
                <a:solidFill>
                  <a:srgbClr val="FFFFFF"/>
                </a:solidFill>
                <a:effectLst/>
                <a:uLnTx/>
                <a:uFillTx/>
                <a:latin typeface="Times New Roman" panose="02020603050405020304" pitchFamily="18" charset="0"/>
                <a:ea typeface="楷体_GB2312" pitchFamily="49" charset="-122"/>
              </a:rPr>
              <a:t>,</a:t>
            </a:r>
            <a:r>
              <a:rPr kumimoji="0" lang="en-US" altLang="zh-CN" sz="2400" b="1" i="0" u="none" strike="noStrike" kern="0" cap="none" spc="0" normalizeH="0" baseline="0" noProof="0">
                <a:ln>
                  <a:noFill/>
                </a:ln>
                <a:solidFill>
                  <a:srgbClr val="FFFFFF"/>
                </a:solidFill>
                <a:effectLst/>
                <a:uLnTx/>
                <a:uFillTx/>
                <a:latin typeface="楷体_GB2312" pitchFamily="49" charset="-122"/>
                <a:ea typeface="楷体_GB2312" pitchFamily="49" charset="-122"/>
              </a:rPr>
              <a:t>  </a:t>
            </a:r>
            <a:r>
              <a:rPr kumimoji="0" lang="zh-CN" altLang="en-US" sz="2400" b="1" i="0" u="none" strike="noStrike" kern="0" cap="none" spc="0" normalizeH="0" baseline="0" noProof="0">
                <a:ln>
                  <a:noFill/>
                </a:ln>
                <a:solidFill>
                  <a:srgbClr val="FFFFFF"/>
                </a:solidFill>
                <a:effectLst/>
                <a:uLnTx/>
                <a:uFillTx/>
                <a:latin typeface="楷体_GB2312" pitchFamily="49" charset="-122"/>
                <a:ea typeface="楷体_GB2312" pitchFamily="49" charset="-122"/>
              </a:rPr>
              <a:t>则对</a:t>
            </a:r>
            <a:r>
              <a:rPr kumimoji="0" lang="en-US" altLang="zh-CN" sz="2400" b="1" i="1" u="none" strike="noStrike" kern="0" cap="none" spc="0" normalizeH="0" baseline="0" noProof="0">
                <a:ln>
                  <a:noFill/>
                </a:ln>
                <a:solidFill>
                  <a:srgbClr val="FFFFFF"/>
                </a:solidFill>
                <a:effectLst/>
                <a:uLnTx/>
                <a:uFillTx/>
                <a:latin typeface="Times New Roman" panose="02020603050405020304" pitchFamily="18" charset="0"/>
                <a:ea typeface="楷体_GB2312" pitchFamily="49" charset="-122"/>
              </a:rPr>
              <a:t>E</a:t>
            </a:r>
            <a:r>
              <a:rPr kumimoji="0" lang="zh-CN" altLang="en-US" sz="2400" b="1" i="0" u="none" strike="noStrike" kern="0" cap="none" spc="0" normalizeH="0" baseline="0" noProof="0">
                <a:ln>
                  <a:noFill/>
                </a:ln>
                <a:solidFill>
                  <a:srgbClr val="FFFFFF"/>
                </a:solidFill>
                <a:effectLst/>
                <a:uLnTx/>
                <a:uFillTx/>
                <a:latin typeface="楷体_GB2312" pitchFamily="49" charset="-122"/>
                <a:ea typeface="楷体_GB2312" pitchFamily="49" charset="-122"/>
              </a:rPr>
              <a:t>施以同样的</a:t>
            </a:r>
            <a:r>
              <a:rPr kumimoji="0" lang="zh-CN" altLang="en-US" sz="2400" b="1" i="0" u="none" strike="noStrike" kern="0" cap="none" spc="0" normalizeH="0" baseline="0" noProof="0">
                <a:ln>
                  <a:noFill/>
                </a:ln>
                <a:solidFill>
                  <a:srgbClr val="FF0000"/>
                </a:solidFill>
                <a:effectLst/>
                <a:uLnTx/>
                <a:uFillTx/>
                <a:latin typeface="楷体_GB2312" pitchFamily="49" charset="-122"/>
                <a:ea typeface="楷体_GB2312" pitchFamily="49" charset="-122"/>
              </a:rPr>
              <a:t>行</a:t>
            </a:r>
            <a:r>
              <a:rPr kumimoji="0" lang="zh-CN" altLang="en-US" sz="2400" b="1" i="0" u="none" strike="noStrike" kern="0" cap="none" spc="0" normalizeH="0" baseline="0" noProof="0">
                <a:ln>
                  <a:noFill/>
                </a:ln>
                <a:solidFill>
                  <a:srgbClr val="FFFFFF"/>
                </a:solidFill>
                <a:effectLst/>
                <a:uLnTx/>
                <a:uFillTx/>
                <a:latin typeface="楷体_GB2312" pitchFamily="49" charset="-122"/>
                <a:ea typeface="楷体_GB2312" pitchFamily="49" charset="-122"/>
              </a:rPr>
              <a:t>变换即得</a:t>
            </a:r>
            <a:r>
              <a:rPr kumimoji="0" lang="en-US" altLang="zh-CN" sz="2400" b="1" i="1" u="none" strike="noStrike" kern="0" cap="none" spc="0" normalizeH="0" baseline="0" noProof="0">
                <a:ln>
                  <a:noFill/>
                </a:ln>
                <a:solidFill>
                  <a:srgbClr val="FFFFFF"/>
                </a:solidFill>
                <a:effectLst/>
                <a:uLnTx/>
                <a:uFillTx/>
                <a:latin typeface="Times New Roman" panose="02020603050405020304" pitchFamily="18" charset="0"/>
                <a:ea typeface="楷体_GB2312" pitchFamily="49" charset="-122"/>
              </a:rPr>
              <a:t>A</a:t>
            </a:r>
            <a:r>
              <a:rPr kumimoji="0" lang="en-US" altLang="zh-CN" sz="2400" b="1" i="0" u="none" strike="noStrike" kern="0" cap="none" spc="0" normalizeH="0" baseline="30000" noProof="0">
                <a:ln>
                  <a:noFill/>
                </a:ln>
                <a:solidFill>
                  <a:srgbClr val="FFFFFF"/>
                </a:solidFill>
                <a:effectLst/>
                <a:uLnTx/>
                <a:uFillTx/>
                <a:latin typeface="Times New Roman" panose="02020603050405020304" pitchFamily="18" charset="0"/>
                <a:ea typeface="楷体_GB2312" pitchFamily="49" charset="-122"/>
              </a:rPr>
              <a:t>-1</a:t>
            </a:r>
          </a:p>
        </p:txBody>
      </p:sp>
      <p:grpSp>
        <p:nvGrpSpPr>
          <p:cNvPr id="58" name="Group 25">
            <a:extLst>
              <a:ext uri="{FF2B5EF4-FFF2-40B4-BE49-F238E27FC236}">
                <a16:creationId xmlns:a16="http://schemas.microsoft.com/office/drawing/2014/main" id="{371ED133-B07E-6342-BF89-253A37B650A8}"/>
              </a:ext>
            </a:extLst>
          </p:cNvPr>
          <p:cNvGrpSpPr>
            <a:grpSpLocks/>
          </p:cNvGrpSpPr>
          <p:nvPr/>
        </p:nvGrpSpPr>
        <p:grpSpPr bwMode="auto">
          <a:xfrm>
            <a:off x="60325" y="1147763"/>
            <a:ext cx="2771775" cy="1085850"/>
            <a:chOff x="0" y="1304"/>
            <a:chExt cx="1746" cy="684"/>
          </a:xfrm>
        </p:grpSpPr>
        <p:sp>
          <p:nvSpPr>
            <p:cNvPr id="59" name="Text Box 26">
              <a:extLst>
                <a:ext uri="{FF2B5EF4-FFF2-40B4-BE49-F238E27FC236}">
                  <a16:creationId xmlns:a16="http://schemas.microsoft.com/office/drawing/2014/main" id="{E393D054-2035-CA49-AC96-2A438A413B90}"/>
                </a:ext>
              </a:extLst>
            </p:cNvPr>
            <p:cNvSpPr txBox="1">
              <a:spLocks noChangeArrowheads="1"/>
            </p:cNvSpPr>
            <p:nvPr/>
          </p:nvSpPr>
          <p:spPr bwMode="auto">
            <a:xfrm>
              <a:off x="0" y="1661"/>
              <a:ext cx="1746" cy="32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a:t>
              </a:r>
              <a:r>
                <a:rPr kumimoji="0" lang="en-US" altLang="zh-CN" sz="2800" b="1" i="0" u="none" strike="noStrike" kern="0" cap="none" spc="0" normalizeH="0" baseline="30000" noProof="0">
                  <a:ln>
                    <a:noFill/>
                  </a:ln>
                  <a:solidFill>
                    <a:srgbClr val="FFFFFF"/>
                  </a:solidFill>
                  <a:effectLst/>
                  <a:uLnTx/>
                  <a:uFillTx/>
                  <a:latin typeface="Times New Roman" panose="02020603050405020304" pitchFamily="18" charset="0"/>
                  <a:ea typeface="宋体" panose="02010600030101010101" pitchFamily="2" charset="-122"/>
                </a:rPr>
                <a:t>-1</a:t>
              </a:r>
              <a:r>
                <a:rPr kumimoji="0" lang="en-US" altLang="zh-CN" sz="28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t>
              </a:r>
              <a:r>
                <a:rPr kumimoji="0"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P</a:t>
              </a:r>
              <a:r>
                <a:rPr kumimoji="0" lang="en-US" altLang="zh-CN" sz="2800" b="1" i="0" u="none" strike="noStrike" kern="0" cap="none" spc="0" normalizeH="0" baseline="-25000" noProof="0">
                  <a:ln>
                    <a:noFill/>
                  </a:ln>
                  <a:solidFill>
                    <a:srgbClr val="FFFFFF"/>
                  </a:solidFill>
                  <a:effectLst/>
                  <a:uLnTx/>
                  <a:uFillTx/>
                  <a:latin typeface="Times New Roman" panose="02020603050405020304" pitchFamily="18" charset="0"/>
                  <a:ea typeface="宋体" panose="02010600030101010101" pitchFamily="2" charset="-122"/>
                </a:rPr>
                <a:t>1</a:t>
              </a:r>
              <a:r>
                <a:rPr kumimoji="0"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P</a:t>
              </a:r>
              <a:r>
                <a:rPr kumimoji="0" lang="en-US" altLang="zh-CN" sz="2800" b="1" i="0" u="none" strike="noStrike" kern="0" cap="none" spc="0" normalizeH="0" baseline="-25000" noProof="0">
                  <a:ln>
                    <a:noFill/>
                  </a:ln>
                  <a:solidFill>
                    <a:srgbClr val="FFFFFF"/>
                  </a:solidFill>
                  <a:effectLst/>
                  <a:uLnTx/>
                  <a:uFillTx/>
                  <a:latin typeface="Times New Roman" panose="02020603050405020304" pitchFamily="18" charset="0"/>
                  <a:ea typeface="宋体" panose="02010600030101010101" pitchFamily="2" charset="-122"/>
                </a:rPr>
                <a:t>2</a:t>
              </a:r>
              <a:r>
                <a:rPr kumimoji="0" lang="en-US" altLang="zh-CN" sz="2800" b="1" i="0" u="none" strike="noStrike" kern="0" cap="none" spc="0" normalizeH="0" baseline="30000" noProof="0">
                  <a:ln>
                    <a:noFill/>
                  </a:ln>
                  <a:solidFill>
                    <a:srgbClr val="FFFFFF"/>
                  </a:solidFill>
                  <a:effectLst/>
                  <a:uLnTx/>
                  <a:uFillTx/>
                  <a:latin typeface="Times New Roman" panose="02020603050405020304" pitchFamily="18" charset="0"/>
                  <a:ea typeface="宋体" panose="02010600030101010101" pitchFamily="2" charset="-122"/>
                </a:rPr>
                <a:t>…</a:t>
              </a:r>
              <a:r>
                <a:rPr kumimoji="0"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P</a:t>
              </a:r>
              <a:r>
                <a:rPr kumimoji="0" lang="en-US" altLang="zh-CN" sz="2800" b="1" i="1" u="none" strike="noStrike" kern="0" cap="none" spc="0" normalizeH="0" baseline="-25000" noProof="0">
                  <a:ln>
                    <a:noFill/>
                  </a:ln>
                  <a:solidFill>
                    <a:srgbClr val="FFFFFF"/>
                  </a:solidFill>
                  <a:effectLst/>
                  <a:uLnTx/>
                  <a:uFillTx/>
                  <a:latin typeface="Times New Roman" panose="02020603050405020304" pitchFamily="18" charset="0"/>
                  <a:ea typeface="宋体" panose="02010600030101010101" pitchFamily="2" charset="-122"/>
                </a:rPr>
                <a:t>k</a:t>
              </a:r>
              <a:r>
                <a:rPr kumimoji="0"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E</a:t>
              </a:r>
            </a:p>
          </p:txBody>
        </p:sp>
        <p:sp>
          <p:nvSpPr>
            <p:cNvPr id="60" name="Text Box 27">
              <a:extLst>
                <a:ext uri="{FF2B5EF4-FFF2-40B4-BE49-F238E27FC236}">
                  <a16:creationId xmlns:a16="http://schemas.microsoft.com/office/drawing/2014/main" id="{F42185AA-8924-6142-8FDB-D0296E42A045}"/>
                </a:ext>
              </a:extLst>
            </p:cNvPr>
            <p:cNvSpPr txBox="1">
              <a:spLocks noChangeArrowheads="1"/>
            </p:cNvSpPr>
            <p:nvPr/>
          </p:nvSpPr>
          <p:spPr bwMode="auto">
            <a:xfrm>
              <a:off x="42" y="1304"/>
              <a:ext cx="1655" cy="32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E </a:t>
              </a:r>
              <a:r>
                <a:rPr kumimoji="0" lang="en-US" altLang="zh-CN" sz="28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 </a:t>
              </a:r>
              <a:r>
                <a:rPr kumimoji="0"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P</a:t>
              </a:r>
              <a:r>
                <a:rPr kumimoji="0" lang="en-US" altLang="zh-CN" sz="2800" b="1" i="0" u="none" strike="noStrike" kern="0" cap="none" spc="0" normalizeH="0" baseline="-25000" noProof="0">
                  <a:ln>
                    <a:noFill/>
                  </a:ln>
                  <a:solidFill>
                    <a:srgbClr val="FFFFFF"/>
                  </a:solidFill>
                  <a:effectLst/>
                  <a:uLnTx/>
                  <a:uFillTx/>
                  <a:latin typeface="Times New Roman" panose="02020603050405020304" pitchFamily="18" charset="0"/>
                  <a:ea typeface="宋体" panose="02010600030101010101" pitchFamily="2" charset="-122"/>
                </a:rPr>
                <a:t>1</a:t>
              </a:r>
              <a:r>
                <a:rPr kumimoji="0"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P</a:t>
              </a:r>
              <a:r>
                <a:rPr kumimoji="0" lang="en-US" altLang="zh-CN" sz="2800" b="1" i="0" u="none" strike="noStrike" kern="0" cap="none" spc="0" normalizeH="0" baseline="-25000" noProof="0">
                  <a:ln>
                    <a:noFill/>
                  </a:ln>
                  <a:solidFill>
                    <a:srgbClr val="FFFFFF"/>
                  </a:solidFill>
                  <a:effectLst/>
                  <a:uLnTx/>
                  <a:uFillTx/>
                  <a:latin typeface="Times New Roman" panose="02020603050405020304" pitchFamily="18" charset="0"/>
                  <a:ea typeface="宋体" panose="02010600030101010101" pitchFamily="2" charset="-122"/>
                </a:rPr>
                <a:t>2</a:t>
              </a:r>
              <a:r>
                <a:rPr kumimoji="0" lang="en-US" altLang="zh-CN" sz="2800" b="1" i="0" u="none" strike="noStrike" kern="0" cap="none" spc="0" normalizeH="0" baseline="30000" noProof="0">
                  <a:ln>
                    <a:noFill/>
                  </a:ln>
                  <a:solidFill>
                    <a:srgbClr val="FFFFFF"/>
                  </a:solidFill>
                  <a:effectLst/>
                  <a:uLnTx/>
                  <a:uFillTx/>
                  <a:latin typeface="Times New Roman" panose="02020603050405020304" pitchFamily="18" charset="0"/>
                  <a:ea typeface="宋体" panose="02010600030101010101" pitchFamily="2" charset="-122"/>
                </a:rPr>
                <a:t>…</a:t>
              </a:r>
              <a:r>
                <a:rPr kumimoji="0"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P</a:t>
              </a:r>
              <a:r>
                <a:rPr kumimoji="0" lang="en-US" altLang="zh-CN" sz="2800" b="1" i="1" u="none" strike="noStrike" kern="0" cap="none" spc="0" normalizeH="0" baseline="-25000" noProof="0">
                  <a:ln>
                    <a:noFill/>
                  </a:ln>
                  <a:solidFill>
                    <a:srgbClr val="FFFFFF"/>
                  </a:solidFill>
                  <a:effectLst/>
                  <a:uLnTx/>
                  <a:uFillTx/>
                  <a:latin typeface="Times New Roman" panose="02020603050405020304" pitchFamily="18" charset="0"/>
                  <a:ea typeface="宋体" panose="02010600030101010101" pitchFamily="2" charset="-122"/>
                </a:rPr>
                <a:t>k</a:t>
              </a:r>
              <a:r>
                <a:rPr kumimoji="0"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a:t>
              </a:r>
            </a:p>
          </p:txBody>
        </p:sp>
        <p:sp>
          <p:nvSpPr>
            <p:cNvPr id="61" name="AutoShape 28">
              <a:extLst>
                <a:ext uri="{FF2B5EF4-FFF2-40B4-BE49-F238E27FC236}">
                  <a16:creationId xmlns:a16="http://schemas.microsoft.com/office/drawing/2014/main" id="{56E81142-CAAA-2D43-928C-407630B5618C}"/>
                </a:ext>
              </a:extLst>
            </p:cNvPr>
            <p:cNvSpPr>
              <a:spLocks/>
            </p:cNvSpPr>
            <p:nvPr/>
          </p:nvSpPr>
          <p:spPr bwMode="auto">
            <a:xfrm>
              <a:off x="1610" y="1389"/>
              <a:ext cx="136" cy="590"/>
            </a:xfrm>
            <a:prstGeom prst="rightBrace">
              <a:avLst>
                <a:gd name="adj1" fmla="val 36152"/>
                <a:gd name="adj2" fmla="val 50000"/>
              </a:avLst>
            </a:prstGeom>
            <a:noFill/>
            <a:ln w="28575">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endParaRPr kumimoji="1" lang="zh-CN" altLang="en-US" sz="2400" b="0" i="0" u="none" strike="noStrike" kern="0" cap="none" spc="0" normalizeH="0" baseline="0" noProof="0">
                <a:ln>
                  <a:noFill/>
                </a:ln>
                <a:solidFill>
                  <a:srgbClr val="ECFB7D"/>
                </a:solidFill>
                <a:effectLst/>
                <a:uLnTx/>
                <a:uFillTx/>
                <a:latin typeface="Times New Roman" panose="02020603050405020304" pitchFamily="18" charset="0"/>
                <a:ea typeface="隶书" pitchFamily="49" charset="-122"/>
              </a:endParaRPr>
            </a:p>
          </p:txBody>
        </p:sp>
      </p:grpSp>
      <p:sp>
        <p:nvSpPr>
          <p:cNvPr id="62" name="Text Box 29">
            <a:extLst>
              <a:ext uri="{FF2B5EF4-FFF2-40B4-BE49-F238E27FC236}">
                <a16:creationId xmlns:a16="http://schemas.microsoft.com/office/drawing/2014/main" id="{4C7F2AAF-8A38-444A-91A4-B1938EE72A6E}"/>
              </a:ext>
            </a:extLst>
          </p:cNvPr>
          <p:cNvSpPr txBox="1">
            <a:spLocks noChangeArrowheads="1"/>
          </p:cNvSpPr>
          <p:nvPr/>
        </p:nvSpPr>
        <p:spPr bwMode="auto">
          <a:xfrm>
            <a:off x="2863850" y="3933825"/>
            <a:ext cx="6280150" cy="82232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2400" b="1" i="0" u="none" strike="noStrike" kern="0" cap="none" spc="0" normalizeH="0" baseline="0" noProof="0">
                <a:ln>
                  <a:noFill/>
                </a:ln>
                <a:solidFill>
                  <a:srgbClr val="FFFFFF"/>
                </a:solidFill>
                <a:effectLst/>
                <a:uLnTx/>
                <a:uFillTx/>
                <a:latin typeface="Times New Roman" panose="02020603050405020304" pitchFamily="18" charset="0"/>
                <a:ea typeface="楷体_GB2312" pitchFamily="49" charset="-122"/>
              </a:rPr>
              <a:t>若用一系列初等</a:t>
            </a:r>
            <a:r>
              <a:rPr kumimoji="0" lang="zh-CN" altLang="en-US" sz="24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rPr>
              <a:t>行</a:t>
            </a:r>
            <a:r>
              <a:rPr kumimoji="0" lang="zh-CN" altLang="en-US" sz="2400" b="1" i="0" u="none" strike="noStrike" kern="0" cap="none" spc="0" normalizeH="0" baseline="0" noProof="0">
                <a:ln>
                  <a:noFill/>
                </a:ln>
                <a:solidFill>
                  <a:srgbClr val="FFFFFF"/>
                </a:solidFill>
                <a:effectLst/>
                <a:uLnTx/>
                <a:uFillTx/>
                <a:latin typeface="Times New Roman" panose="02020603050405020304" pitchFamily="18" charset="0"/>
                <a:ea typeface="楷体_GB2312" pitchFamily="49" charset="-122"/>
              </a:rPr>
              <a:t>变换将</a:t>
            </a:r>
            <a:r>
              <a:rPr kumimoji="0" lang="en-US" altLang="zh-CN" sz="24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a:t>
            </a:r>
            <a:r>
              <a:rPr kumimoji="0" lang="zh-CN" altLang="en-US" sz="2400" b="1" i="0" u="none" strike="noStrike" kern="0" cap="none" spc="0" normalizeH="0" baseline="0" noProof="0">
                <a:ln>
                  <a:noFill/>
                </a:ln>
                <a:solidFill>
                  <a:srgbClr val="FFFFFF"/>
                </a:solidFill>
                <a:effectLst/>
                <a:uLnTx/>
                <a:uFillTx/>
                <a:latin typeface="Times New Roman" panose="02020603050405020304" pitchFamily="18" charset="0"/>
                <a:ea typeface="楷体_GB2312" pitchFamily="49" charset="-122"/>
              </a:rPr>
              <a:t>化为单位矩阵</a:t>
            </a:r>
            <a:r>
              <a:rPr kumimoji="0" lang="en-US" altLang="zh-CN" sz="24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E</a:t>
            </a:r>
            <a:r>
              <a:rPr kumimoji="0" lang="en-US" altLang="zh-CN" sz="24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 </a:t>
            </a:r>
            <a:r>
              <a:rPr kumimoji="0" lang="zh-CN" altLang="en-US" sz="2400" b="1" i="0" u="none" strike="noStrike" kern="0" cap="none" spc="0" normalizeH="0" baseline="0" noProof="0">
                <a:ln>
                  <a:noFill/>
                </a:ln>
                <a:solidFill>
                  <a:srgbClr val="FFFFFF"/>
                </a:solidFill>
                <a:effectLst/>
                <a:uLnTx/>
                <a:uFillTx/>
                <a:latin typeface="Times New Roman" panose="02020603050405020304" pitchFamily="18" charset="0"/>
                <a:ea typeface="楷体_GB2312" pitchFamily="49" charset="-122"/>
              </a:rPr>
              <a:t>则对</a:t>
            </a:r>
            <a:r>
              <a:rPr kumimoji="0" lang="en-US" altLang="zh-CN" sz="24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B</a:t>
            </a:r>
            <a:r>
              <a:rPr kumimoji="0" lang="zh-CN" altLang="en-US" sz="2400" b="1" i="0" u="none" strike="noStrike" kern="0" cap="none" spc="0" normalizeH="0" baseline="0" noProof="0">
                <a:ln>
                  <a:noFill/>
                </a:ln>
                <a:solidFill>
                  <a:srgbClr val="FFFFFF"/>
                </a:solidFill>
                <a:effectLst/>
                <a:uLnTx/>
                <a:uFillTx/>
                <a:latin typeface="Times New Roman" panose="02020603050405020304" pitchFamily="18" charset="0"/>
                <a:ea typeface="楷体_GB2312" pitchFamily="49" charset="-122"/>
              </a:rPr>
              <a:t>施以同样的</a:t>
            </a:r>
            <a:r>
              <a:rPr kumimoji="0" lang="zh-CN" altLang="en-US" sz="24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rPr>
              <a:t>行</a:t>
            </a:r>
            <a:r>
              <a:rPr kumimoji="0" lang="zh-CN" altLang="en-US" sz="2400" b="1" i="0" u="none" strike="noStrike" kern="0" cap="none" spc="0" normalizeH="0" baseline="0" noProof="0">
                <a:ln>
                  <a:noFill/>
                </a:ln>
                <a:solidFill>
                  <a:srgbClr val="FFFFFF"/>
                </a:solidFill>
                <a:effectLst/>
                <a:uLnTx/>
                <a:uFillTx/>
                <a:latin typeface="Times New Roman" panose="02020603050405020304" pitchFamily="18" charset="0"/>
                <a:ea typeface="楷体_GB2312" pitchFamily="49" charset="-122"/>
              </a:rPr>
              <a:t>变换即得</a:t>
            </a:r>
            <a:r>
              <a:rPr kumimoji="0" lang="en-US" altLang="zh-CN" sz="24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a:t>
            </a:r>
            <a:r>
              <a:rPr kumimoji="0" lang="en-US" altLang="zh-CN" sz="2400" b="1" i="0" u="none" strike="noStrike" kern="0" cap="none" spc="0" normalizeH="0" baseline="30000" noProof="0">
                <a:ln>
                  <a:noFill/>
                </a:ln>
                <a:solidFill>
                  <a:srgbClr val="FFFFFF"/>
                </a:solidFill>
                <a:effectLst/>
                <a:uLnTx/>
                <a:uFillTx/>
                <a:latin typeface="Times New Roman" panose="02020603050405020304" pitchFamily="18" charset="0"/>
                <a:ea typeface="宋体" panose="02010600030101010101" pitchFamily="2" charset="-122"/>
              </a:rPr>
              <a:t>-1</a:t>
            </a:r>
            <a:r>
              <a:rPr kumimoji="0" lang="en-US" altLang="zh-CN" sz="24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B</a:t>
            </a:r>
          </a:p>
        </p:txBody>
      </p:sp>
      <p:grpSp>
        <p:nvGrpSpPr>
          <p:cNvPr id="63" name="Group 30">
            <a:extLst>
              <a:ext uri="{FF2B5EF4-FFF2-40B4-BE49-F238E27FC236}">
                <a16:creationId xmlns:a16="http://schemas.microsoft.com/office/drawing/2014/main" id="{CDFA9997-B208-D14F-B7CE-167AC8122B83}"/>
              </a:ext>
            </a:extLst>
          </p:cNvPr>
          <p:cNvGrpSpPr>
            <a:grpSpLocks/>
          </p:cNvGrpSpPr>
          <p:nvPr/>
        </p:nvGrpSpPr>
        <p:grpSpPr bwMode="auto">
          <a:xfrm>
            <a:off x="0" y="3717925"/>
            <a:ext cx="2771775" cy="1085850"/>
            <a:chOff x="0" y="1304"/>
            <a:chExt cx="1746" cy="684"/>
          </a:xfrm>
        </p:grpSpPr>
        <p:sp>
          <p:nvSpPr>
            <p:cNvPr id="64" name="Text Box 31">
              <a:extLst>
                <a:ext uri="{FF2B5EF4-FFF2-40B4-BE49-F238E27FC236}">
                  <a16:creationId xmlns:a16="http://schemas.microsoft.com/office/drawing/2014/main" id="{DC2DD961-CAF1-D146-B4FB-A96179AFA831}"/>
                </a:ext>
              </a:extLst>
            </p:cNvPr>
            <p:cNvSpPr txBox="1">
              <a:spLocks noChangeArrowheads="1"/>
            </p:cNvSpPr>
            <p:nvPr/>
          </p:nvSpPr>
          <p:spPr bwMode="auto">
            <a:xfrm>
              <a:off x="0" y="1661"/>
              <a:ext cx="1746" cy="32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a:t>
              </a:r>
              <a:r>
                <a:rPr kumimoji="0" lang="en-US" altLang="zh-CN" sz="2800" b="1" i="0" u="none" strike="noStrike" kern="0" cap="none" spc="0" normalizeH="0" baseline="30000" noProof="0">
                  <a:ln>
                    <a:noFill/>
                  </a:ln>
                  <a:solidFill>
                    <a:srgbClr val="FFFFFF"/>
                  </a:solidFill>
                  <a:effectLst/>
                  <a:uLnTx/>
                  <a:uFillTx/>
                  <a:latin typeface="Times New Roman" panose="02020603050405020304" pitchFamily="18" charset="0"/>
                  <a:ea typeface="宋体" panose="02010600030101010101" pitchFamily="2" charset="-122"/>
                </a:rPr>
                <a:t>-1</a:t>
              </a:r>
              <a:r>
                <a:rPr kumimoji="0"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B</a:t>
              </a:r>
              <a:r>
                <a:rPr kumimoji="0" lang="en-US" altLang="zh-CN" sz="28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t>
              </a:r>
              <a:r>
                <a:rPr kumimoji="0"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P</a:t>
              </a:r>
              <a:r>
                <a:rPr kumimoji="0" lang="en-US" altLang="zh-CN" sz="2800" b="1" i="0" u="none" strike="noStrike" kern="0" cap="none" spc="0" normalizeH="0" baseline="-25000" noProof="0">
                  <a:ln>
                    <a:noFill/>
                  </a:ln>
                  <a:solidFill>
                    <a:srgbClr val="FFFFFF"/>
                  </a:solidFill>
                  <a:effectLst/>
                  <a:uLnTx/>
                  <a:uFillTx/>
                  <a:latin typeface="Times New Roman" panose="02020603050405020304" pitchFamily="18" charset="0"/>
                  <a:ea typeface="宋体" panose="02010600030101010101" pitchFamily="2" charset="-122"/>
                </a:rPr>
                <a:t>1</a:t>
              </a:r>
              <a:r>
                <a:rPr kumimoji="0"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P</a:t>
              </a:r>
              <a:r>
                <a:rPr kumimoji="0" lang="en-US" altLang="zh-CN" sz="2800" b="1" i="0" u="none" strike="noStrike" kern="0" cap="none" spc="0" normalizeH="0" baseline="-25000" noProof="0">
                  <a:ln>
                    <a:noFill/>
                  </a:ln>
                  <a:solidFill>
                    <a:srgbClr val="FFFFFF"/>
                  </a:solidFill>
                  <a:effectLst/>
                  <a:uLnTx/>
                  <a:uFillTx/>
                  <a:latin typeface="Times New Roman" panose="02020603050405020304" pitchFamily="18" charset="0"/>
                  <a:ea typeface="宋体" panose="02010600030101010101" pitchFamily="2" charset="-122"/>
                </a:rPr>
                <a:t>2</a:t>
              </a:r>
              <a:r>
                <a:rPr kumimoji="0" lang="en-US" altLang="zh-CN" sz="2800" b="1" i="0" u="none" strike="noStrike" kern="0" cap="none" spc="0" normalizeH="0" baseline="30000" noProof="0">
                  <a:ln>
                    <a:noFill/>
                  </a:ln>
                  <a:solidFill>
                    <a:srgbClr val="FFFFFF"/>
                  </a:solidFill>
                  <a:effectLst/>
                  <a:uLnTx/>
                  <a:uFillTx/>
                  <a:latin typeface="Times New Roman" panose="02020603050405020304" pitchFamily="18" charset="0"/>
                  <a:ea typeface="宋体" panose="02010600030101010101" pitchFamily="2" charset="-122"/>
                </a:rPr>
                <a:t>…</a:t>
              </a:r>
              <a:r>
                <a:rPr kumimoji="0"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P</a:t>
              </a:r>
              <a:r>
                <a:rPr kumimoji="0" lang="en-US" altLang="zh-CN" sz="2800" b="1" i="1" u="none" strike="noStrike" kern="0" cap="none" spc="0" normalizeH="0" baseline="-25000" noProof="0">
                  <a:ln>
                    <a:noFill/>
                  </a:ln>
                  <a:solidFill>
                    <a:srgbClr val="FFFFFF"/>
                  </a:solidFill>
                  <a:effectLst/>
                  <a:uLnTx/>
                  <a:uFillTx/>
                  <a:latin typeface="Times New Roman" panose="02020603050405020304" pitchFamily="18" charset="0"/>
                  <a:ea typeface="宋体" panose="02010600030101010101" pitchFamily="2" charset="-122"/>
                </a:rPr>
                <a:t>k</a:t>
              </a:r>
              <a:r>
                <a:rPr kumimoji="0"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B</a:t>
              </a:r>
            </a:p>
          </p:txBody>
        </p:sp>
        <p:sp>
          <p:nvSpPr>
            <p:cNvPr id="65" name="Text Box 32">
              <a:extLst>
                <a:ext uri="{FF2B5EF4-FFF2-40B4-BE49-F238E27FC236}">
                  <a16:creationId xmlns:a16="http://schemas.microsoft.com/office/drawing/2014/main" id="{9114E728-9F0F-5C4D-B997-C98A049E5C04}"/>
                </a:ext>
              </a:extLst>
            </p:cNvPr>
            <p:cNvSpPr txBox="1">
              <a:spLocks noChangeArrowheads="1"/>
            </p:cNvSpPr>
            <p:nvPr/>
          </p:nvSpPr>
          <p:spPr bwMode="auto">
            <a:xfrm>
              <a:off x="42" y="1304"/>
              <a:ext cx="1655" cy="32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E </a:t>
              </a:r>
              <a:r>
                <a:rPr kumimoji="0" lang="en-US" altLang="zh-CN" sz="28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 </a:t>
              </a:r>
              <a:r>
                <a:rPr kumimoji="0"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P</a:t>
              </a:r>
              <a:r>
                <a:rPr kumimoji="0" lang="en-US" altLang="zh-CN" sz="2800" b="1" i="0" u="none" strike="noStrike" kern="0" cap="none" spc="0" normalizeH="0" baseline="-25000" noProof="0">
                  <a:ln>
                    <a:noFill/>
                  </a:ln>
                  <a:solidFill>
                    <a:srgbClr val="FFFFFF"/>
                  </a:solidFill>
                  <a:effectLst/>
                  <a:uLnTx/>
                  <a:uFillTx/>
                  <a:latin typeface="Times New Roman" panose="02020603050405020304" pitchFamily="18" charset="0"/>
                  <a:ea typeface="宋体" panose="02010600030101010101" pitchFamily="2" charset="-122"/>
                </a:rPr>
                <a:t>1</a:t>
              </a:r>
              <a:r>
                <a:rPr kumimoji="0"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P</a:t>
              </a:r>
              <a:r>
                <a:rPr kumimoji="0" lang="en-US" altLang="zh-CN" sz="2800" b="1" i="0" u="none" strike="noStrike" kern="0" cap="none" spc="0" normalizeH="0" baseline="-25000" noProof="0">
                  <a:ln>
                    <a:noFill/>
                  </a:ln>
                  <a:solidFill>
                    <a:srgbClr val="FFFFFF"/>
                  </a:solidFill>
                  <a:effectLst/>
                  <a:uLnTx/>
                  <a:uFillTx/>
                  <a:latin typeface="Times New Roman" panose="02020603050405020304" pitchFamily="18" charset="0"/>
                  <a:ea typeface="宋体" panose="02010600030101010101" pitchFamily="2" charset="-122"/>
                </a:rPr>
                <a:t>2</a:t>
              </a:r>
              <a:r>
                <a:rPr kumimoji="0" lang="en-US" altLang="zh-CN" sz="2800" b="1" i="0" u="none" strike="noStrike" kern="0" cap="none" spc="0" normalizeH="0" baseline="30000" noProof="0">
                  <a:ln>
                    <a:noFill/>
                  </a:ln>
                  <a:solidFill>
                    <a:srgbClr val="FFFFFF"/>
                  </a:solidFill>
                  <a:effectLst/>
                  <a:uLnTx/>
                  <a:uFillTx/>
                  <a:latin typeface="Times New Roman" panose="02020603050405020304" pitchFamily="18" charset="0"/>
                  <a:ea typeface="宋体" panose="02010600030101010101" pitchFamily="2" charset="-122"/>
                </a:rPr>
                <a:t>…</a:t>
              </a:r>
              <a:r>
                <a:rPr kumimoji="0"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P</a:t>
              </a:r>
              <a:r>
                <a:rPr kumimoji="0" lang="en-US" altLang="zh-CN" sz="2800" b="1" i="1" u="none" strike="noStrike" kern="0" cap="none" spc="0" normalizeH="0" baseline="-25000" noProof="0">
                  <a:ln>
                    <a:noFill/>
                  </a:ln>
                  <a:solidFill>
                    <a:srgbClr val="FFFFFF"/>
                  </a:solidFill>
                  <a:effectLst/>
                  <a:uLnTx/>
                  <a:uFillTx/>
                  <a:latin typeface="Times New Roman" panose="02020603050405020304" pitchFamily="18" charset="0"/>
                  <a:ea typeface="宋体" panose="02010600030101010101" pitchFamily="2" charset="-122"/>
                </a:rPr>
                <a:t>k</a:t>
              </a:r>
              <a:r>
                <a:rPr kumimoji="0"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a:t>
              </a:r>
            </a:p>
          </p:txBody>
        </p:sp>
        <p:sp>
          <p:nvSpPr>
            <p:cNvPr id="66" name="AutoShape 33">
              <a:extLst>
                <a:ext uri="{FF2B5EF4-FFF2-40B4-BE49-F238E27FC236}">
                  <a16:creationId xmlns:a16="http://schemas.microsoft.com/office/drawing/2014/main" id="{4ED4A45E-A61F-6241-A1AB-B30AC861E49E}"/>
                </a:ext>
              </a:extLst>
            </p:cNvPr>
            <p:cNvSpPr>
              <a:spLocks/>
            </p:cNvSpPr>
            <p:nvPr/>
          </p:nvSpPr>
          <p:spPr bwMode="auto">
            <a:xfrm>
              <a:off x="1610" y="1389"/>
              <a:ext cx="136" cy="590"/>
            </a:xfrm>
            <a:prstGeom prst="rightBrace">
              <a:avLst>
                <a:gd name="adj1" fmla="val 36152"/>
                <a:gd name="adj2" fmla="val 50000"/>
              </a:avLst>
            </a:prstGeom>
            <a:noFill/>
            <a:ln w="28575">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endParaRPr kumimoji="1" lang="zh-CN" altLang="en-US" sz="2400" b="0" i="0" u="none" strike="noStrike" kern="0" cap="none" spc="0" normalizeH="0" baseline="0" noProof="0">
                <a:ln>
                  <a:noFill/>
                </a:ln>
                <a:solidFill>
                  <a:srgbClr val="ECFB7D"/>
                </a:solidFill>
                <a:effectLst/>
                <a:uLnTx/>
                <a:uFillTx/>
                <a:latin typeface="Times New Roman" panose="02020603050405020304" pitchFamily="18" charset="0"/>
                <a:ea typeface="隶书" pitchFamily="49" charset="-122"/>
              </a:endParaRPr>
            </a:p>
          </p:txBody>
        </p:sp>
      </p:grpSp>
      <p:sp>
        <p:nvSpPr>
          <p:cNvPr id="67" name="Text Box 34">
            <a:extLst>
              <a:ext uri="{FF2B5EF4-FFF2-40B4-BE49-F238E27FC236}">
                <a16:creationId xmlns:a16="http://schemas.microsoft.com/office/drawing/2014/main" id="{96DEB763-87C6-434E-99CB-B4D1C2285ADF}"/>
              </a:ext>
            </a:extLst>
          </p:cNvPr>
          <p:cNvSpPr txBox="1">
            <a:spLocks noChangeArrowheads="1"/>
          </p:cNvSpPr>
          <p:nvPr/>
        </p:nvSpPr>
        <p:spPr bwMode="auto">
          <a:xfrm>
            <a:off x="3059113" y="476250"/>
            <a:ext cx="2881312" cy="5191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kumimoji="0" lang="en-US" altLang="zh-CN" sz="2800" b="1" i="1">
                <a:solidFill>
                  <a:srgbClr val="FFFFFF"/>
                </a:solidFill>
                <a:ea typeface="宋体" panose="02010600030101010101" pitchFamily="2" charset="-122"/>
              </a:rPr>
              <a:t>A</a:t>
            </a:r>
            <a:r>
              <a:rPr kumimoji="0" lang="en-US" altLang="zh-CN" sz="2800" b="1" baseline="30000">
                <a:solidFill>
                  <a:srgbClr val="FFFFFF"/>
                </a:solidFill>
                <a:ea typeface="宋体" panose="02010600030101010101" pitchFamily="2" charset="-122"/>
              </a:rPr>
              <a:t>-1</a:t>
            </a:r>
            <a:r>
              <a:rPr kumimoji="0" lang="zh-CN" altLang="en-US" sz="2800" b="1">
                <a:solidFill>
                  <a:srgbClr val="FFFFFF"/>
                </a:solidFill>
                <a:ea typeface="宋体" panose="02010600030101010101" pitchFamily="2" charset="-122"/>
              </a:rPr>
              <a:t>＝</a:t>
            </a:r>
            <a:r>
              <a:rPr kumimoji="0" lang="en-US" altLang="zh-CN" sz="2800" b="1" i="1">
                <a:solidFill>
                  <a:srgbClr val="FFFFFF"/>
                </a:solidFill>
                <a:ea typeface="宋体" panose="02010600030101010101" pitchFamily="2" charset="-122"/>
              </a:rPr>
              <a:t>P</a:t>
            </a:r>
            <a:r>
              <a:rPr kumimoji="0" lang="en-US" altLang="zh-CN" sz="2800" b="1" baseline="-25000">
                <a:solidFill>
                  <a:srgbClr val="FFFFFF"/>
                </a:solidFill>
                <a:ea typeface="宋体" panose="02010600030101010101" pitchFamily="2" charset="-122"/>
              </a:rPr>
              <a:t>1</a:t>
            </a:r>
            <a:r>
              <a:rPr kumimoji="0" lang="en-US" altLang="zh-CN" sz="2800" b="1" i="1">
                <a:solidFill>
                  <a:srgbClr val="FFFFFF"/>
                </a:solidFill>
                <a:ea typeface="宋体" panose="02010600030101010101" pitchFamily="2" charset="-122"/>
              </a:rPr>
              <a:t>P</a:t>
            </a:r>
            <a:r>
              <a:rPr kumimoji="0" lang="en-US" altLang="zh-CN" sz="2800" b="1" baseline="-25000">
                <a:solidFill>
                  <a:srgbClr val="FFFFFF"/>
                </a:solidFill>
                <a:ea typeface="宋体" panose="02010600030101010101" pitchFamily="2" charset="-122"/>
              </a:rPr>
              <a:t>2</a:t>
            </a:r>
            <a:r>
              <a:rPr kumimoji="0" lang="en-US" altLang="zh-CN" sz="2800" b="1" baseline="30000">
                <a:solidFill>
                  <a:srgbClr val="FFFFFF"/>
                </a:solidFill>
                <a:ea typeface="宋体" panose="02010600030101010101" pitchFamily="2" charset="-122"/>
              </a:rPr>
              <a:t>…</a:t>
            </a:r>
            <a:r>
              <a:rPr kumimoji="0" lang="en-US" altLang="zh-CN" sz="2800" b="1" i="1">
                <a:solidFill>
                  <a:srgbClr val="FFFFFF"/>
                </a:solidFill>
                <a:ea typeface="宋体" panose="02010600030101010101" pitchFamily="2" charset="-122"/>
              </a:rPr>
              <a:t>P</a:t>
            </a:r>
            <a:r>
              <a:rPr kumimoji="0" lang="en-US" altLang="zh-CN" sz="2800" b="1" i="1" baseline="-25000">
                <a:solidFill>
                  <a:srgbClr val="FFFFFF"/>
                </a:solidFill>
                <a:ea typeface="宋体" panose="02010600030101010101" pitchFamily="2" charset="-122"/>
              </a:rPr>
              <a:t>k</a:t>
            </a:r>
          </a:p>
        </p:txBody>
      </p:sp>
    </p:spTree>
    <p:extLst>
      <p:ext uri="{BB962C8B-B14F-4D97-AF65-F5344CB8AC3E}">
        <p14:creationId xmlns:p14="http://schemas.microsoft.com/office/powerpoint/2010/main" val="93103094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wipe(left)">
                                      <p:cBhvr>
                                        <p:cTn id="12" dur="500"/>
                                        <p:tgtEl>
                                          <p:spTgt spid="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wipe(left)">
                                      <p:cBhvr>
                                        <p:cTn id="17" dur="5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wipe(up)">
                                      <p:cBhvr>
                                        <p:cTn id="22" dur="5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3"/>
                                        </p:tgtEl>
                                        <p:attrNameLst>
                                          <p:attrName>style.visibility</p:attrName>
                                        </p:attrNameLst>
                                      </p:cBhvr>
                                      <p:to>
                                        <p:strVal val="visible"/>
                                      </p:to>
                                    </p:set>
                                    <p:animEffect transition="in" filter="wipe(left)">
                                      <p:cBhvr>
                                        <p:cTn id="27" dur="500"/>
                                        <p:tgtEl>
                                          <p:spTgt spid="6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2"/>
                                        </p:tgtEl>
                                        <p:attrNameLst>
                                          <p:attrName>style.visibility</p:attrName>
                                        </p:attrNameLst>
                                      </p:cBhvr>
                                      <p:to>
                                        <p:strVal val="visible"/>
                                      </p:to>
                                    </p:set>
                                    <p:animEffect transition="in" filter="wipe(left)">
                                      <p:cBhvr>
                                        <p:cTn id="32" dur="500"/>
                                        <p:tgtEl>
                                          <p:spTgt spid="6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wipe(left)">
                                      <p:cBhvr>
                                        <p:cTn id="37" dur="500"/>
                                        <p:tgtEl>
                                          <p:spTgt spid="4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50"/>
                                        </p:tgtEl>
                                        <p:attrNameLst>
                                          <p:attrName>style.visibility</p:attrName>
                                        </p:attrNameLst>
                                      </p:cBhvr>
                                      <p:to>
                                        <p:strVal val="visible"/>
                                      </p:to>
                                    </p:set>
                                    <p:animEffect transition="in" filter="wipe(up)">
                                      <p:cBhvr>
                                        <p:cTn id="4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6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0">
            <a:hlinkClick r:id="rId22" action="ppaction://hlinksldjump"/>
          </p:cNvPr>
          <p:cNvSpPr>
            <a:spLocks noChangeArrowheads="1"/>
          </p:cNvSpPr>
          <p:nvPr/>
        </p:nvSpPr>
        <p:spPr bwMode="auto">
          <a:xfrm>
            <a:off x="450850" y="393700"/>
            <a:ext cx="40322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Gulim" panose="020B0600000101010101" pitchFamily="34" charset="-127"/>
              <a:cs typeface="Times New Roman" panose="02020603050405020304" pitchFamily="18" charset="0"/>
            </a:endParaRPr>
          </a:p>
        </p:txBody>
      </p:sp>
      <p:grpSp>
        <p:nvGrpSpPr>
          <p:cNvPr id="45059" name="Group 31"/>
          <p:cNvGrpSpPr/>
          <p:nvPr/>
        </p:nvGrpSpPr>
        <p:grpSpPr bwMode="auto">
          <a:xfrm>
            <a:off x="0" y="0"/>
            <a:ext cx="6371219" cy="825500"/>
            <a:chOff x="51" y="0"/>
            <a:chExt cx="3023" cy="246"/>
          </a:xfrm>
        </p:grpSpPr>
        <p:sp>
          <p:nvSpPr>
            <p:cNvPr id="23" name="Line 32"/>
            <p:cNvSpPr>
              <a:spLocks noChangeShapeType="1"/>
            </p:cNvSpPr>
            <p:nvPr/>
          </p:nvSpPr>
          <p:spPr bwMode="auto">
            <a:xfrm flipV="1">
              <a:off x="96" y="202"/>
              <a:ext cx="2978" cy="0"/>
            </a:xfrm>
            <a:prstGeom prst="line">
              <a:avLst/>
            </a:prstGeom>
            <a:noFill/>
            <a:ln w="28575">
              <a:solidFill>
                <a:srgbClr val="0000FF"/>
              </a:solidFill>
              <a:round/>
            </a:ln>
            <a:effectLst>
              <a:glow rad="63500">
                <a:schemeClr val="accent3">
                  <a:satMod val="175000"/>
                  <a:alpha val="40000"/>
                </a:schemeClr>
              </a:glo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5076" name="Picture 33" descr="BD10263_"/>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1" y="0"/>
              <a:ext cx="24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060" name="Rectangle 30"/>
          <p:cNvSpPr>
            <a:spLocks noChangeArrowheads="1"/>
          </p:cNvSpPr>
          <p:nvPr/>
        </p:nvSpPr>
        <p:spPr bwMode="auto">
          <a:xfrm>
            <a:off x="518465" y="163830"/>
            <a:ext cx="653732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基本问题</a:t>
            </a:r>
            <a:r>
              <a:rPr kumimoji="1" lang="en-US" altLang="zh-CN"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600" b="1" i="1" dirty="0">
                <a:solidFill>
                  <a:srgbClr val="C00000"/>
                </a:solidFill>
                <a:latin typeface="Times New Roman" panose="02020603050405020304" pitchFamily="18" charset="0"/>
                <a:ea typeface="黑体" panose="02010609060101010101" pitchFamily="49" charset="-122"/>
                <a:sym typeface="+mn-ea"/>
              </a:rPr>
              <a:t>k</a:t>
            </a:r>
            <a:r>
              <a:rPr lang="en-US" altLang="zh-CN" sz="2600" b="1" i="1" dirty="0">
                <a:solidFill>
                  <a:schemeClr val="accent2"/>
                </a:solidFill>
                <a:latin typeface="Times New Roman" panose="02020603050405020304" pitchFamily="18" charset="0"/>
                <a:ea typeface="黑体" panose="02010609060101010101" pitchFamily="49" charset="-122"/>
                <a:sym typeface="+mn-ea"/>
              </a:rPr>
              <a:t> </a:t>
            </a:r>
            <a:r>
              <a:rPr lang="zh-CN" altLang="en-US" sz="2600" b="1" noProof="0" dirty="0">
                <a:ln>
                  <a:noFill/>
                </a:ln>
                <a:solidFill>
                  <a:srgbClr val="C00000"/>
                </a:solidFill>
                <a:effectLst/>
                <a:uLnTx/>
                <a:uFillTx/>
                <a:latin typeface="华文中宋" panose="02010600040101010101" pitchFamily="2" charset="-122"/>
                <a:ea typeface="华文中宋" panose="02010600040101010101" pitchFamily="2" charset="-122"/>
                <a:cs typeface="Times New Roman" panose="02020603050405020304" pitchFamily="18" charset="0"/>
                <a:sym typeface="+mn-ea"/>
              </a:rPr>
              <a:t>阶子式的定义</a:t>
            </a:r>
            <a:endParaRPr kumimoji="1" lang="zh-CN" altLang="en-US" sz="26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2" name="矩形 1"/>
          <p:cNvSpPr>
            <a:spLocks noChangeArrowheads="1"/>
          </p:cNvSpPr>
          <p:nvPr>
            <p:custDataLst>
              <p:tags r:id="rId2"/>
            </p:custDataLst>
          </p:nvPr>
        </p:nvSpPr>
        <p:spPr bwMode="auto">
          <a:xfrm>
            <a:off x="594995" y="1052195"/>
            <a:ext cx="2125345"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定义</a:t>
            </a:r>
            <a:r>
              <a:rPr kumimoji="1" lang="en-US" altLang="zh-CN"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2.18</a:t>
            </a:r>
          </a:p>
        </p:txBody>
      </p:sp>
      <p:sp>
        <p:nvSpPr>
          <p:cNvPr id="3" name="Text Box 13"/>
          <p:cNvSpPr txBox="1">
            <a:spLocks noChangeArrowheads="1"/>
          </p:cNvSpPr>
          <p:nvPr>
            <p:custDataLst>
              <p:tags r:id="rId3"/>
            </p:custDataLst>
          </p:nvPr>
        </p:nvSpPr>
        <p:spPr bwMode="auto">
          <a:xfrm>
            <a:off x="450850" y="981075"/>
            <a:ext cx="8444230" cy="2232025"/>
          </a:xfrm>
          <a:prstGeom prst="rect">
            <a:avLst/>
          </a:prstGeom>
          <a:noFill/>
          <a:ln w="9525">
            <a:noFill/>
            <a:miter lim="800000"/>
          </a:ln>
          <a:effectLst/>
        </p:spPr>
        <p:txBody>
          <a:bodyPr wrap="square">
            <a:spAutoFit/>
          </a:bodyPr>
          <a:lstStyle/>
          <a:p>
            <a:pPr marL="0" marR="0" indent="0" defTabSz="914400" eaLnBrk="1" latinLnBrk="0" hangingPunct="1">
              <a:lnSpc>
                <a:spcPct val="120000"/>
              </a:lnSpc>
              <a:spcBef>
                <a:spcPts val="0"/>
              </a:spcBef>
              <a:buClrTx/>
              <a:buSzTx/>
              <a:buFontTx/>
              <a:buNone/>
              <a:defRPr/>
            </a:pPr>
            <a:r>
              <a:rPr kumimoji="1" lang="zh-CN" altLang="en-US" sz="3200" b="1" kern="1200" cap="none" spc="0" normalizeH="0" baseline="0" noProof="0"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 </a:t>
            </a:r>
            <a:r>
              <a:rPr kumimoji="1" lang="en-US" altLang="zh-CN" sz="3200" b="1" kern="1200" cap="none" spc="0" normalizeH="0" baseline="0" noProof="0"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                     </a:t>
            </a:r>
            <a:r>
              <a:rPr lang="zh-CN" altLang="en-US" b="1" dirty="0">
                <a:solidFill>
                  <a:schemeClr val="tx1"/>
                </a:solidFill>
                <a:latin typeface="华文中宋" panose="02010600040101010101" pitchFamily="2" charset="-122"/>
                <a:ea typeface="华文中宋" panose="02010600040101010101" pitchFamily="2" charset="-122"/>
                <a:sym typeface="+mn-ea"/>
              </a:rPr>
              <a:t>设</a:t>
            </a:r>
            <a:r>
              <a:rPr lang="en-US" altLang="zh-CN" b="1" i="1" dirty="0">
                <a:ea typeface="黑体" panose="02010609060101010101" pitchFamily="49" charset="-122"/>
                <a:sym typeface="+mn-ea"/>
              </a:rPr>
              <a:t>A</a:t>
            </a:r>
            <a:r>
              <a:rPr lang="zh-CN" altLang="en-US" b="1" dirty="0">
                <a:solidFill>
                  <a:schemeClr val="tx1"/>
                </a:solidFill>
                <a:latin typeface="华文中宋" panose="02010600040101010101" pitchFamily="2" charset="-122"/>
                <a:ea typeface="华文中宋" panose="02010600040101010101" pitchFamily="2" charset="-122"/>
                <a:sym typeface="+mn-ea"/>
              </a:rPr>
              <a:t>是</a:t>
            </a:r>
            <a:r>
              <a:rPr lang="en-US" altLang="zh-CN" b="1" i="1" dirty="0">
                <a:ea typeface="黑体" panose="02010609060101010101" pitchFamily="49" charset="-122"/>
                <a:sym typeface="+mn-ea"/>
              </a:rPr>
              <a:t>m</a:t>
            </a:r>
            <a:r>
              <a:rPr lang="en-US" altLang="zh-CN" b="1" dirty="0">
                <a:ea typeface="黑体" panose="02010609060101010101" pitchFamily="49" charset="-122"/>
                <a:sym typeface="Symbol" panose="05050102010706020507" pitchFamily="18" charset="2"/>
              </a:rPr>
              <a:t></a:t>
            </a:r>
            <a:r>
              <a:rPr lang="en-US" altLang="zh-CN" b="1" i="1" dirty="0">
                <a:ea typeface="黑体" panose="02010609060101010101" pitchFamily="49" charset="-122"/>
                <a:sym typeface="+mn-ea"/>
              </a:rPr>
              <a:t>n</a:t>
            </a:r>
            <a:r>
              <a:rPr lang="zh-CN" altLang="en-US" b="1" dirty="0">
                <a:solidFill>
                  <a:schemeClr val="tx1"/>
                </a:solidFill>
                <a:latin typeface="华文中宋" panose="02010600040101010101" pitchFamily="2" charset="-122"/>
                <a:ea typeface="华文中宋" panose="02010600040101010101" pitchFamily="2" charset="-122"/>
                <a:sym typeface="+mn-ea"/>
              </a:rPr>
              <a:t>矩阵，从</a:t>
            </a:r>
            <a:r>
              <a:rPr lang="en-US" altLang="zh-CN" b="1" i="1" dirty="0">
                <a:ea typeface="黑体" panose="02010609060101010101" pitchFamily="49" charset="-122"/>
                <a:sym typeface="+mn-ea"/>
              </a:rPr>
              <a:t>A</a:t>
            </a:r>
            <a:r>
              <a:rPr lang="zh-CN" altLang="en-US" b="1" dirty="0">
                <a:solidFill>
                  <a:schemeClr val="tx1"/>
                </a:solidFill>
                <a:latin typeface="华文中宋" panose="02010600040101010101" pitchFamily="2" charset="-122"/>
                <a:ea typeface="华文中宋" panose="02010600040101010101" pitchFamily="2" charset="-122"/>
                <a:sym typeface="+mn-ea"/>
              </a:rPr>
              <a:t>中任取</a:t>
            </a:r>
            <a:r>
              <a:rPr lang="en-US" altLang="zh-CN" b="1" i="1" dirty="0">
                <a:ea typeface="黑体" panose="02010609060101010101" pitchFamily="49" charset="-122"/>
                <a:sym typeface="+mn-ea"/>
              </a:rPr>
              <a:t>k</a:t>
            </a:r>
            <a:r>
              <a:rPr lang="zh-CN" altLang="en-US" b="1" dirty="0">
                <a:solidFill>
                  <a:schemeClr val="tx1"/>
                </a:solidFill>
                <a:latin typeface="华文中宋" panose="02010600040101010101" pitchFamily="2" charset="-122"/>
                <a:ea typeface="华文中宋" panose="02010600040101010101" pitchFamily="2" charset="-122"/>
                <a:sym typeface="+mn-ea"/>
              </a:rPr>
              <a:t>行</a:t>
            </a:r>
            <a:r>
              <a:rPr lang="en-US" altLang="zh-CN" b="1" i="1" dirty="0">
                <a:ea typeface="黑体" panose="02010609060101010101" pitchFamily="49" charset="-122"/>
                <a:sym typeface="+mn-ea"/>
              </a:rPr>
              <a:t>k</a:t>
            </a:r>
            <a:r>
              <a:rPr lang="zh-CN" altLang="en-US" b="1" dirty="0">
                <a:solidFill>
                  <a:schemeClr val="tx1"/>
                </a:solidFill>
                <a:latin typeface="华文中宋" panose="02010600040101010101" pitchFamily="2" charset="-122"/>
                <a:ea typeface="华文中宋" panose="02010600040101010101" pitchFamily="2" charset="-122"/>
                <a:sym typeface="+mn-ea"/>
              </a:rPr>
              <a:t>列</a:t>
            </a:r>
            <a:r>
              <a:rPr lang="en-US" altLang="zh-CN" b="1" dirty="0">
                <a:ea typeface="黑体" panose="02010609060101010101" pitchFamily="49" charset="-122"/>
                <a:sym typeface="+mn-ea"/>
              </a:rPr>
              <a:t>(</a:t>
            </a:r>
            <a:r>
              <a:rPr lang="en-US" altLang="zh-CN" b="1" i="1" dirty="0">
                <a:ea typeface="黑体" panose="02010609060101010101" pitchFamily="49" charset="-122"/>
                <a:sym typeface="+mn-ea"/>
              </a:rPr>
              <a:t>k</a:t>
            </a:r>
            <a:r>
              <a:rPr lang="en-US" altLang="zh-CN" b="1" dirty="0">
                <a:ea typeface="黑体" panose="02010609060101010101" pitchFamily="49" charset="-122"/>
                <a:sym typeface="Symbol" panose="05050102010706020507" pitchFamily="18" charset="2"/>
              </a:rPr>
              <a:t></a:t>
            </a:r>
            <a:r>
              <a:rPr lang="en-US" altLang="zh-CN" b="1" dirty="0">
                <a:ea typeface="黑体" panose="02010609060101010101" pitchFamily="49" charset="-122"/>
                <a:sym typeface="+mn-ea"/>
              </a:rPr>
              <a:t>min(</a:t>
            </a:r>
            <a:r>
              <a:rPr lang="en-US" altLang="zh-CN" b="1" i="1" dirty="0">
                <a:ea typeface="黑体" panose="02010609060101010101" pitchFamily="49" charset="-122"/>
                <a:sym typeface="+mn-ea"/>
              </a:rPr>
              <a:t>m</a:t>
            </a:r>
            <a:r>
              <a:rPr lang="en-US" altLang="zh-CN" b="1" dirty="0">
                <a:ea typeface="黑体" panose="02010609060101010101" pitchFamily="49" charset="-122"/>
                <a:sym typeface="+mn-ea"/>
              </a:rPr>
              <a:t>, </a:t>
            </a:r>
            <a:r>
              <a:rPr lang="en-US" altLang="zh-CN" b="1" i="1" dirty="0">
                <a:ea typeface="黑体" panose="02010609060101010101" pitchFamily="49" charset="-122"/>
                <a:sym typeface="+mn-ea"/>
              </a:rPr>
              <a:t>n</a:t>
            </a:r>
            <a:r>
              <a:rPr lang="en-US" altLang="zh-CN" b="1" dirty="0">
                <a:ea typeface="黑体" panose="02010609060101010101" pitchFamily="49" charset="-122"/>
                <a:sym typeface="+mn-ea"/>
              </a:rPr>
              <a:t>))</a:t>
            </a:r>
            <a:r>
              <a:rPr lang="zh-CN" altLang="en-US" b="1" dirty="0">
                <a:solidFill>
                  <a:schemeClr val="tx1"/>
                </a:solidFill>
                <a:latin typeface="华文中宋" panose="02010600040101010101" pitchFamily="2" charset="-122"/>
                <a:ea typeface="华文中宋" panose="02010600040101010101" pitchFamily="2" charset="-122"/>
                <a:sym typeface="+mn-ea"/>
              </a:rPr>
              <a:t>，位于这些行和列的相交处的元素，保持它们原来的相对位置所构成的</a:t>
            </a:r>
            <a:r>
              <a:rPr lang="en-US" altLang="zh-CN" b="1" i="1" dirty="0">
                <a:ea typeface="黑体" panose="02010609060101010101" pitchFamily="49" charset="-122"/>
                <a:sym typeface="+mn-ea"/>
              </a:rPr>
              <a:t>k</a:t>
            </a:r>
            <a:r>
              <a:rPr lang="zh-CN" altLang="en-US" b="1" dirty="0">
                <a:solidFill>
                  <a:schemeClr val="tx1"/>
                </a:solidFill>
                <a:latin typeface="华文中宋" panose="02010600040101010101" pitchFamily="2" charset="-122"/>
                <a:ea typeface="华文中宋" panose="02010600040101010101" pitchFamily="2" charset="-122"/>
                <a:sym typeface="+mn-ea"/>
              </a:rPr>
              <a:t>阶行列式，称为矩阵</a:t>
            </a:r>
            <a:r>
              <a:rPr lang="en-US" altLang="zh-CN" b="1" i="1" dirty="0">
                <a:ea typeface="黑体" panose="02010609060101010101" pitchFamily="49" charset="-122"/>
                <a:sym typeface="+mn-ea"/>
              </a:rPr>
              <a:t>A</a:t>
            </a:r>
            <a:r>
              <a:rPr lang="zh-CN" altLang="en-US" b="1" dirty="0">
                <a:solidFill>
                  <a:schemeClr val="tx1"/>
                </a:solidFill>
                <a:latin typeface="华文中宋" panose="02010600040101010101" pitchFamily="2" charset="-122"/>
                <a:ea typeface="华文中宋" panose="02010600040101010101" pitchFamily="2" charset="-122"/>
                <a:sym typeface="+mn-ea"/>
              </a:rPr>
              <a:t>的一个</a:t>
            </a:r>
            <a:r>
              <a:rPr lang="en-US" altLang="zh-CN" b="1" i="1" dirty="0">
                <a:ea typeface="黑体" panose="02010609060101010101" pitchFamily="49" charset="-122"/>
                <a:sym typeface="+mn-ea"/>
              </a:rPr>
              <a:t>k</a:t>
            </a:r>
            <a:r>
              <a:rPr lang="zh-CN" altLang="en-US" b="1" dirty="0">
                <a:solidFill>
                  <a:schemeClr val="tx1"/>
                </a:solidFill>
                <a:latin typeface="华文中宋" panose="02010600040101010101" pitchFamily="2" charset="-122"/>
                <a:ea typeface="华文中宋" panose="02010600040101010101" pitchFamily="2" charset="-122"/>
                <a:sym typeface="+mn-ea"/>
              </a:rPr>
              <a:t>阶子式。</a:t>
            </a:r>
            <a:endParaRPr lang="zh-CN" altLang="zh-CN" b="1" dirty="0">
              <a:solidFill>
                <a:schemeClr val="tx1"/>
              </a:solidFill>
              <a:latin typeface="华文中宋" panose="02010600040101010101" pitchFamily="2" charset="-122"/>
              <a:ea typeface="华文中宋" panose="02010600040101010101" pitchFamily="2" charset="-122"/>
            </a:endParaRPr>
          </a:p>
        </p:txBody>
      </p:sp>
      <p:sp>
        <p:nvSpPr>
          <p:cNvPr id="34821" name="Text Box 5"/>
          <p:cNvSpPr txBox="1"/>
          <p:nvPr>
            <p:custDataLst>
              <p:tags r:id="rId4"/>
            </p:custDataLst>
          </p:nvPr>
        </p:nvSpPr>
        <p:spPr>
          <a:xfrm>
            <a:off x="41771" y="3552825"/>
            <a:ext cx="3231654" cy="47282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20000"/>
              </a:lnSpc>
              <a:spcBef>
                <a:spcPct val="0"/>
              </a:spcBef>
              <a:buClrTx/>
              <a:buSzTx/>
              <a:buFontTx/>
              <a:buNone/>
            </a:pPr>
            <a:r>
              <a:rPr lang="en-US" altLang="zh-CN" sz="2800" b="1" dirty="0">
                <a:latin typeface="Times New Roman" panose="02020603050405020304" pitchFamily="18" charset="0"/>
                <a:ea typeface="黑体" panose="02010609060101010101" pitchFamily="49" charset="-122"/>
              </a:rPr>
              <a:t>        </a:t>
            </a:r>
            <a:r>
              <a:rPr lang="zh-CN" altLang="en-US" sz="2800" b="1" dirty="0">
                <a:latin typeface="华文中宋" panose="02010600040101010101" pitchFamily="2" charset="-122"/>
                <a:ea typeface="华文中宋" panose="02010600040101010101" pitchFamily="2" charset="-122"/>
              </a:rPr>
              <a:t>例如，已知矩阵</a:t>
            </a:r>
          </a:p>
        </p:txBody>
      </p:sp>
      <p:grpSp>
        <p:nvGrpSpPr>
          <p:cNvPr id="34822" name="Group 6"/>
          <p:cNvGrpSpPr/>
          <p:nvPr/>
        </p:nvGrpSpPr>
        <p:grpSpPr>
          <a:xfrm>
            <a:off x="3302000" y="3216275"/>
            <a:ext cx="3014663" cy="1190625"/>
            <a:chOff x="2080" y="1873"/>
            <a:chExt cx="1899" cy="750"/>
          </a:xfrm>
        </p:grpSpPr>
        <p:grpSp>
          <p:nvGrpSpPr>
            <p:cNvPr id="26641" name="Group 7"/>
            <p:cNvGrpSpPr/>
            <p:nvPr/>
          </p:nvGrpSpPr>
          <p:grpSpPr>
            <a:xfrm>
              <a:off x="2080" y="1873"/>
              <a:ext cx="1608" cy="750"/>
              <a:chOff x="2234" y="1873"/>
              <a:chExt cx="1608" cy="750"/>
            </a:xfrm>
          </p:grpSpPr>
          <p:sp>
            <p:nvSpPr>
              <p:cNvPr id="26643" name="Text Box 8"/>
              <p:cNvSpPr txBox="1"/>
              <p:nvPr>
                <p:custDataLst>
                  <p:tags r:id="rId15"/>
                </p:custDataLst>
              </p:nvPr>
            </p:nvSpPr>
            <p:spPr>
              <a:xfrm>
                <a:off x="2668" y="1873"/>
                <a:ext cx="104" cy="75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2</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4</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2</a:t>
                </a:r>
              </a:p>
            </p:txBody>
          </p:sp>
          <p:sp>
            <p:nvSpPr>
              <p:cNvPr id="26644" name="Text Box 9"/>
              <p:cNvSpPr txBox="1"/>
              <p:nvPr>
                <p:custDataLst>
                  <p:tags r:id="rId16"/>
                </p:custDataLst>
              </p:nvPr>
            </p:nvSpPr>
            <p:spPr>
              <a:xfrm>
                <a:off x="2989" y="1873"/>
                <a:ext cx="104" cy="75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1</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1</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0</a:t>
                </a:r>
              </a:p>
            </p:txBody>
          </p:sp>
          <p:sp>
            <p:nvSpPr>
              <p:cNvPr id="26645" name="Text Box 10"/>
              <p:cNvSpPr txBox="1"/>
              <p:nvPr>
                <p:custDataLst>
                  <p:tags r:id="rId17"/>
                </p:custDataLst>
              </p:nvPr>
            </p:nvSpPr>
            <p:spPr>
              <a:xfrm>
                <a:off x="3632" y="1873"/>
                <a:ext cx="104" cy="75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3</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5</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2</a:t>
                </a:r>
              </a:p>
            </p:txBody>
          </p:sp>
          <p:sp>
            <p:nvSpPr>
              <p:cNvPr id="26646" name="AutoShape 11"/>
              <p:cNvSpPr/>
              <p:nvPr>
                <p:custDataLst>
                  <p:tags r:id="rId18"/>
                </p:custDataLst>
              </p:nvPr>
            </p:nvSpPr>
            <p:spPr>
              <a:xfrm>
                <a:off x="2516" y="1913"/>
                <a:ext cx="1326" cy="686"/>
              </a:xfrm>
              <a:prstGeom prst="bracketPair">
                <a:avLst>
                  <a:gd name="adj" fmla="val 11079"/>
                </a:avLst>
              </a:prstGeom>
              <a:noFill/>
              <a:ln w="1905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26647" name="Text Box 12"/>
              <p:cNvSpPr txBox="1"/>
              <p:nvPr>
                <p:custDataLst>
                  <p:tags r:id="rId19"/>
                </p:custDataLst>
              </p:nvPr>
            </p:nvSpPr>
            <p:spPr>
              <a:xfrm>
                <a:off x="3310" y="1873"/>
                <a:ext cx="104" cy="75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2</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3</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1</a:t>
                </a:r>
              </a:p>
            </p:txBody>
          </p:sp>
          <p:sp>
            <p:nvSpPr>
              <p:cNvPr id="26648" name="Text Box 13"/>
              <p:cNvSpPr txBox="1"/>
              <p:nvPr>
                <p:custDataLst>
                  <p:tags r:id="rId20"/>
                </p:custDataLst>
              </p:nvPr>
            </p:nvSpPr>
            <p:spPr>
              <a:xfrm>
                <a:off x="2234" y="2085"/>
                <a:ext cx="264" cy="30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20000"/>
                  </a:lnSpc>
                  <a:spcBef>
                    <a:spcPct val="0"/>
                  </a:spcBef>
                  <a:buClrTx/>
                  <a:buSzTx/>
                  <a:buFontTx/>
                  <a:buNone/>
                </a:pPr>
                <a:r>
                  <a:rPr lang="en-US" altLang="zh-CN" sz="2600" b="1" i="1" dirty="0">
                    <a:latin typeface="Times New Roman" panose="02020603050405020304" pitchFamily="18" charset="0"/>
                    <a:ea typeface="黑体" panose="02010609060101010101" pitchFamily="49" charset="-122"/>
                  </a:rPr>
                  <a:t>A</a:t>
                </a:r>
                <a:r>
                  <a:rPr lang="en-US" altLang="zh-CN" sz="2600" b="1" dirty="0">
                    <a:latin typeface="Symbol" panose="05050102010706020507" pitchFamily="18" charset="2"/>
                    <a:ea typeface="黑体" panose="02010609060101010101" pitchFamily="49" charset="-122"/>
                  </a:rPr>
                  <a:t>=</a:t>
                </a:r>
              </a:p>
            </p:txBody>
          </p:sp>
        </p:grpSp>
        <p:sp>
          <p:nvSpPr>
            <p:cNvPr id="26642" name="Text Box 14"/>
            <p:cNvSpPr txBox="1"/>
            <p:nvPr>
              <p:custDataLst>
                <p:tags r:id="rId14"/>
              </p:custDataLst>
            </p:nvPr>
          </p:nvSpPr>
          <p:spPr>
            <a:xfrm>
              <a:off x="3771" y="2085"/>
              <a:ext cx="208" cy="30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20000"/>
                </a:lnSpc>
                <a:spcBef>
                  <a:spcPct val="0"/>
                </a:spcBef>
                <a:buClrTx/>
                <a:buSzTx/>
                <a:buFontTx/>
                <a:buNone/>
              </a:pPr>
              <a:r>
                <a:rPr lang="zh-CN" altLang="en-US" sz="2600" b="1" dirty="0">
                  <a:latin typeface="Times New Roman" panose="02020603050405020304" pitchFamily="18" charset="0"/>
                  <a:ea typeface="黑体" panose="02010609060101010101" pitchFamily="49" charset="-122"/>
                </a:rPr>
                <a:t>。</a:t>
              </a:r>
            </a:p>
          </p:txBody>
        </p:sp>
      </p:grpSp>
      <p:sp>
        <p:nvSpPr>
          <p:cNvPr id="34831" name="Text Box 15"/>
          <p:cNvSpPr txBox="1"/>
          <p:nvPr>
            <p:custDataLst>
              <p:tags r:id="rId5"/>
            </p:custDataLst>
          </p:nvPr>
        </p:nvSpPr>
        <p:spPr>
          <a:xfrm>
            <a:off x="-130838" y="4847972"/>
            <a:ext cx="5783635" cy="47307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20000"/>
              </a:lnSpc>
              <a:spcBef>
                <a:spcPct val="0"/>
              </a:spcBef>
              <a:buClrTx/>
              <a:buSzTx/>
              <a:buFontTx/>
              <a:buNone/>
            </a:pPr>
            <a:r>
              <a:rPr lang="en-US" altLang="zh-CN" sz="2600" b="1" dirty="0">
                <a:latin typeface="Times New Roman" panose="02020603050405020304" pitchFamily="18" charset="0"/>
                <a:ea typeface="黑体" panose="02010609060101010101" pitchFamily="49" charset="-122"/>
              </a:rPr>
              <a:t>       </a:t>
            </a:r>
            <a:r>
              <a:rPr lang="zh-CN" altLang="en-US" sz="2800" b="1" dirty="0">
                <a:latin typeface="华文中宋" panose="02010600040101010101" pitchFamily="2" charset="-122"/>
                <a:ea typeface="华文中宋" panose="02010600040101010101" pitchFamily="2" charset="-122"/>
              </a:rPr>
              <a:t>选定第</a:t>
            </a:r>
            <a:r>
              <a:rPr lang="en-US" altLang="zh-CN" sz="2800" b="1" dirty="0">
                <a:latin typeface="华文中宋" panose="02010600040101010101" pitchFamily="2" charset="-122"/>
                <a:ea typeface="华文中宋" panose="02010600040101010101" pitchFamily="2" charset="-122"/>
              </a:rPr>
              <a:t>1</a:t>
            </a:r>
            <a:r>
              <a:rPr lang="zh-CN" altLang="en-US" sz="2800" b="1" dirty="0">
                <a:latin typeface="华文中宋" panose="02010600040101010101" pitchFamily="2" charset="-122"/>
                <a:ea typeface="华文中宋" panose="02010600040101010101" pitchFamily="2" charset="-122"/>
              </a:rPr>
              <a:t>、</a:t>
            </a:r>
            <a:r>
              <a:rPr lang="en-US" altLang="zh-CN" sz="2800" b="1" dirty="0">
                <a:latin typeface="华文中宋" panose="02010600040101010101" pitchFamily="2" charset="-122"/>
                <a:ea typeface="华文中宋" panose="02010600040101010101" pitchFamily="2" charset="-122"/>
              </a:rPr>
              <a:t>3</a:t>
            </a:r>
            <a:r>
              <a:rPr lang="zh-CN" altLang="en-US" sz="2800" b="1" dirty="0">
                <a:latin typeface="华文中宋" panose="02010600040101010101" pitchFamily="2" charset="-122"/>
                <a:ea typeface="华文中宋" panose="02010600040101010101" pitchFamily="2" charset="-122"/>
              </a:rPr>
              <a:t>两行及第</a:t>
            </a:r>
            <a:r>
              <a:rPr lang="en-US" altLang="zh-CN" sz="2800" b="1" dirty="0">
                <a:latin typeface="华文中宋" panose="02010600040101010101" pitchFamily="2" charset="-122"/>
                <a:ea typeface="华文中宋" panose="02010600040101010101" pitchFamily="2" charset="-122"/>
              </a:rPr>
              <a:t>2</a:t>
            </a:r>
            <a:r>
              <a:rPr lang="zh-CN" altLang="en-US" sz="2800" b="1" dirty="0">
                <a:latin typeface="华文中宋" panose="02010600040101010101" pitchFamily="2" charset="-122"/>
                <a:ea typeface="华文中宋" panose="02010600040101010101" pitchFamily="2" charset="-122"/>
              </a:rPr>
              <a:t>、</a:t>
            </a:r>
            <a:r>
              <a:rPr lang="en-US" altLang="zh-CN" sz="2800" b="1" dirty="0">
                <a:latin typeface="华文中宋" panose="02010600040101010101" pitchFamily="2" charset="-122"/>
                <a:ea typeface="华文中宋" panose="02010600040101010101" pitchFamily="2" charset="-122"/>
              </a:rPr>
              <a:t>4</a:t>
            </a:r>
            <a:r>
              <a:rPr lang="zh-CN" altLang="en-US" sz="2800" b="1" dirty="0">
                <a:latin typeface="华文中宋" panose="02010600040101010101" pitchFamily="2" charset="-122"/>
                <a:ea typeface="华文中宋" panose="02010600040101010101" pitchFamily="2" charset="-122"/>
              </a:rPr>
              <a:t>两列，</a:t>
            </a:r>
          </a:p>
        </p:txBody>
      </p:sp>
      <p:grpSp>
        <p:nvGrpSpPr>
          <p:cNvPr id="34832" name="Group 16"/>
          <p:cNvGrpSpPr/>
          <p:nvPr/>
        </p:nvGrpSpPr>
        <p:grpSpPr>
          <a:xfrm>
            <a:off x="5515293" y="4705350"/>
            <a:ext cx="3379787" cy="793750"/>
            <a:chOff x="3289" y="2625"/>
            <a:chExt cx="2129" cy="500"/>
          </a:xfrm>
        </p:grpSpPr>
        <p:sp>
          <p:nvSpPr>
            <p:cNvPr id="26637" name="Text Box 17"/>
            <p:cNvSpPr txBox="1"/>
            <p:nvPr>
              <p:custDataLst>
                <p:tags r:id="rId10"/>
              </p:custDataLst>
            </p:nvPr>
          </p:nvSpPr>
          <p:spPr>
            <a:xfrm>
              <a:off x="4553" y="2625"/>
              <a:ext cx="104" cy="50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1</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0</a:t>
              </a:r>
            </a:p>
          </p:txBody>
        </p:sp>
        <p:sp>
          <p:nvSpPr>
            <p:cNvPr id="26638" name="Text Box 18"/>
            <p:cNvSpPr txBox="1"/>
            <p:nvPr>
              <p:custDataLst>
                <p:tags r:id="rId11"/>
              </p:custDataLst>
            </p:nvPr>
          </p:nvSpPr>
          <p:spPr>
            <a:xfrm>
              <a:off x="4804" y="2625"/>
              <a:ext cx="104" cy="50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3</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2</a:t>
              </a:r>
            </a:p>
          </p:txBody>
        </p:sp>
        <p:sp>
          <p:nvSpPr>
            <p:cNvPr id="26639" name="AutoShape 19"/>
            <p:cNvSpPr/>
            <p:nvPr>
              <p:custDataLst>
                <p:tags r:id="rId12"/>
              </p:custDataLst>
            </p:nvPr>
          </p:nvSpPr>
          <p:spPr>
            <a:xfrm>
              <a:off x="4444" y="2676"/>
              <a:ext cx="549" cy="428"/>
            </a:xfrm>
            <a:prstGeom prst="bracketPair">
              <a:avLst>
                <a:gd name="adj" fmla="val 0"/>
              </a:avLst>
            </a:prstGeom>
            <a:noFill/>
            <a:ln w="1905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26640" name="Rectangle 20"/>
            <p:cNvSpPr/>
            <p:nvPr>
              <p:custDataLst>
                <p:tags r:id="rId13"/>
              </p:custDataLst>
            </p:nvPr>
          </p:nvSpPr>
          <p:spPr>
            <a:xfrm>
              <a:off x="3289" y="2717"/>
              <a:ext cx="2129" cy="29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20000"/>
                </a:lnSpc>
                <a:spcBef>
                  <a:spcPct val="0"/>
                </a:spcBef>
                <a:buClrTx/>
                <a:buSzTx/>
                <a:buFontTx/>
                <a:buNone/>
              </a:pPr>
              <a:r>
                <a:rPr lang="zh-CN" altLang="en-US" sz="2800" b="1" dirty="0">
                  <a:latin typeface="华文中宋" panose="02010600040101010101" pitchFamily="2" charset="-122"/>
                  <a:ea typeface="华文中宋" panose="02010600040101010101" pitchFamily="2" charset="-122"/>
                </a:rPr>
                <a:t>得</a:t>
              </a:r>
              <a:r>
                <a:rPr lang="en-US" altLang="zh-CN" sz="2800" b="1" dirty="0">
                  <a:latin typeface="华文中宋" panose="02010600040101010101" pitchFamily="2" charset="-122"/>
                  <a:ea typeface="华文中宋" panose="02010600040101010101" pitchFamily="2" charset="-122"/>
                </a:rPr>
                <a:t>2</a:t>
              </a:r>
              <a:r>
                <a:rPr lang="zh-CN" altLang="en-US" sz="2800" b="1" dirty="0">
                  <a:latin typeface="华文中宋" panose="02010600040101010101" pitchFamily="2" charset="-122"/>
                  <a:ea typeface="华文中宋" panose="02010600040101010101" pitchFamily="2" charset="-122"/>
                </a:rPr>
                <a:t>阶子式            。</a:t>
              </a:r>
            </a:p>
          </p:txBody>
        </p:sp>
      </p:grpSp>
      <p:sp>
        <p:nvSpPr>
          <p:cNvPr id="34837" name="Rectangle 21"/>
          <p:cNvSpPr/>
          <p:nvPr>
            <p:custDataLst>
              <p:tags r:id="rId6"/>
            </p:custDataLst>
          </p:nvPr>
        </p:nvSpPr>
        <p:spPr>
          <a:xfrm>
            <a:off x="3957638" y="3268663"/>
            <a:ext cx="1720850" cy="304800"/>
          </a:xfrm>
          <a:prstGeom prst="rect">
            <a:avLst/>
          </a:prstGeom>
          <a:noFill/>
          <a:ln w="19050" cap="flat" cmpd="sng">
            <a:solidFill>
              <a:schemeClr val="accent2"/>
            </a:solidFill>
            <a:prstDash val="solid"/>
            <a:miter/>
            <a:headEnd type="none" w="med" len="med"/>
            <a:tailEnd type="none" w="med" len="med"/>
          </a:ln>
        </p:spPr>
        <p:txBody>
          <a:bodyPr lIns="0" tIns="0" rIns="0" bIns="0"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34838" name="Rectangle 22"/>
          <p:cNvSpPr/>
          <p:nvPr>
            <p:custDataLst>
              <p:tags r:id="rId7"/>
            </p:custDataLst>
          </p:nvPr>
        </p:nvSpPr>
        <p:spPr>
          <a:xfrm>
            <a:off x="4464050" y="3273425"/>
            <a:ext cx="198438" cy="1092200"/>
          </a:xfrm>
          <a:prstGeom prst="rect">
            <a:avLst/>
          </a:prstGeom>
          <a:noFill/>
          <a:ln w="19050" cap="flat" cmpd="sng">
            <a:solidFill>
              <a:schemeClr val="accent2"/>
            </a:solidFill>
            <a:prstDash val="solid"/>
            <a:miter/>
            <a:headEnd type="none" w="med" len="med"/>
            <a:tailEnd type="none" w="med" len="med"/>
          </a:ln>
        </p:spPr>
        <p:txBody>
          <a:bodyPr lIns="0" tIns="0" rIns="0" bIns="0"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34839" name="Rectangle 23"/>
          <p:cNvSpPr/>
          <p:nvPr>
            <p:custDataLst>
              <p:tags r:id="rId8"/>
            </p:custDataLst>
          </p:nvPr>
        </p:nvSpPr>
        <p:spPr>
          <a:xfrm>
            <a:off x="3957638" y="4060825"/>
            <a:ext cx="1720850" cy="304800"/>
          </a:xfrm>
          <a:prstGeom prst="rect">
            <a:avLst/>
          </a:prstGeom>
          <a:noFill/>
          <a:ln w="19050" cap="flat" cmpd="sng">
            <a:solidFill>
              <a:schemeClr val="accent2"/>
            </a:solidFill>
            <a:prstDash val="solid"/>
            <a:miter/>
            <a:headEnd type="none" w="med" len="med"/>
            <a:tailEnd type="none" w="med" len="med"/>
          </a:ln>
        </p:spPr>
        <p:txBody>
          <a:bodyPr lIns="0" tIns="0" rIns="0" bIns="0"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34840" name="Rectangle 24"/>
          <p:cNvSpPr/>
          <p:nvPr>
            <p:custDataLst>
              <p:tags r:id="rId9"/>
            </p:custDataLst>
          </p:nvPr>
        </p:nvSpPr>
        <p:spPr>
          <a:xfrm>
            <a:off x="5480050" y="3273425"/>
            <a:ext cx="198438" cy="1092200"/>
          </a:xfrm>
          <a:prstGeom prst="rect">
            <a:avLst/>
          </a:prstGeom>
          <a:noFill/>
          <a:ln w="19050" cap="flat" cmpd="sng">
            <a:solidFill>
              <a:schemeClr val="accent2"/>
            </a:solidFill>
            <a:prstDash val="solid"/>
            <a:miter/>
            <a:headEnd type="none" w="med" len="med"/>
            <a:tailEnd type="none" w="med" len="med"/>
          </a:ln>
        </p:spPr>
        <p:txBody>
          <a:bodyPr lIns="0" tIns="0" rIns="0" bIns="0"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aphicFrame>
        <p:nvGraphicFramePr>
          <p:cNvPr id="4" name="对象 3"/>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spid="_x0000_s1055" name="Equation" r:id="rId24" imgW="2743200" imgH="4267200" progId="Equation.DSMT4">
                  <p:embed/>
                </p:oleObj>
              </mc:Choice>
              <mc:Fallback>
                <p:oleObj name="Equation" r:id="rId24" imgW="2743200" imgH="4267200" progId="Equation.DSMT4">
                  <p:embed/>
                  <p:pic>
                    <p:nvPicPr>
                      <p:cNvPr id="0" name="图片 8"/>
                      <p:cNvPicPr/>
                      <p:nvPr/>
                    </p:nvPicPr>
                    <p:blipFill>
                      <a:blip r:embed="rId25"/>
                      <a:stretch>
                        <a:fillRect/>
                      </a:stretch>
                    </p:blipFill>
                    <p:spPr>
                      <a:xfrm>
                        <a:off x="4514850" y="3340100"/>
                        <a:ext cx="114300" cy="177800"/>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4514850" y="3338513"/>
          <a:ext cx="114300" cy="177800"/>
        </p:xfrm>
        <a:graphic>
          <a:graphicData uri="http://schemas.openxmlformats.org/presentationml/2006/ole">
            <mc:AlternateContent xmlns:mc="http://schemas.openxmlformats.org/markup-compatibility/2006">
              <mc:Choice xmlns:v="urn:schemas-microsoft-com:vml" Requires="v">
                <p:oleObj spid="_x0000_s1056" name="Equation" r:id="rId26" imgW="2743200" imgH="4267200" progId="Equation.DSMT4">
                  <p:embed/>
                </p:oleObj>
              </mc:Choice>
              <mc:Fallback>
                <p:oleObj name="Equation" r:id="rId26" imgW="2743200" imgH="4267200" progId="Equation.DSMT4">
                  <p:embed/>
                  <p:pic>
                    <p:nvPicPr>
                      <p:cNvPr id="0" name="图片 5"/>
                      <p:cNvPicPr/>
                      <p:nvPr/>
                    </p:nvPicPr>
                    <p:blipFill>
                      <a:blip r:embed="rId27"/>
                      <a:stretch>
                        <a:fillRect/>
                      </a:stretch>
                    </p:blipFill>
                    <p:spPr>
                      <a:xfrm>
                        <a:off x="4514850" y="3338513"/>
                        <a:ext cx="114300" cy="1778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4514850" y="3338513"/>
          <a:ext cx="114300" cy="177800"/>
        </p:xfrm>
        <a:graphic>
          <a:graphicData uri="http://schemas.openxmlformats.org/presentationml/2006/ole">
            <mc:AlternateContent xmlns:mc="http://schemas.openxmlformats.org/markup-compatibility/2006">
              <mc:Choice xmlns:v="urn:schemas-microsoft-com:vml" Requires="v">
                <p:oleObj spid="_x0000_s1057" name="Equation" r:id="rId28" imgW="2743200" imgH="4267200" progId="Equation.DSMT4">
                  <p:embed/>
                </p:oleObj>
              </mc:Choice>
              <mc:Fallback>
                <p:oleObj name="Equation" r:id="rId28" imgW="2743200" imgH="4267200" progId="Equation.DSMT4">
                  <p:embed/>
                  <p:pic>
                    <p:nvPicPr>
                      <p:cNvPr id="0" name="图片 7"/>
                      <p:cNvPicPr/>
                      <p:nvPr/>
                    </p:nvPicPr>
                    <p:blipFill>
                      <a:blip r:embed="rId27"/>
                      <a:stretch>
                        <a:fillRect/>
                      </a:stretch>
                    </p:blipFill>
                    <p:spPr>
                      <a:xfrm>
                        <a:off x="4514850" y="3338513"/>
                        <a:ext cx="114300" cy="17780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spid="_x0000_s1058" name="Equation" r:id="rId29" imgW="2743200" imgH="4267200" progId="Equation.DSMT4">
                  <p:embed/>
                </p:oleObj>
              </mc:Choice>
              <mc:Fallback>
                <p:oleObj name="Equation" r:id="rId29" imgW="2743200" imgH="4267200" progId="Equation.DSMT4">
                  <p:embed/>
                  <p:pic>
                    <p:nvPicPr>
                      <p:cNvPr id="0" name="图片 10"/>
                      <p:cNvPicPr/>
                      <p:nvPr/>
                    </p:nvPicPr>
                    <p:blipFill>
                      <a:blip r:embed="rId27"/>
                      <a:stretch>
                        <a:fillRect/>
                      </a:stretch>
                    </p:blipFill>
                    <p:spPr>
                      <a:xfrm>
                        <a:off x="4514850" y="3340100"/>
                        <a:ext cx="114300" cy="177800"/>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spid="_x0000_s1059" name="Equation" r:id="rId30" imgW="2743200" imgH="4267200" progId="Equation.DSMT4">
                  <p:embed/>
                </p:oleObj>
              </mc:Choice>
              <mc:Fallback>
                <p:oleObj name="Equation" r:id="rId30" imgW="2743200" imgH="4267200" progId="Equation.DSMT4">
                  <p:embed/>
                  <p:pic>
                    <p:nvPicPr>
                      <p:cNvPr id="0" name="图片 12"/>
                      <p:cNvPicPr/>
                      <p:nvPr/>
                    </p:nvPicPr>
                    <p:blipFill>
                      <a:blip r:embed="rId25"/>
                      <a:stretch>
                        <a:fillRect/>
                      </a:stretch>
                    </p:blipFill>
                    <p:spPr>
                      <a:xfrm>
                        <a:off x="4514850" y="3340100"/>
                        <a:ext cx="114300" cy="177800"/>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125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821">
                                            <p:txEl>
                                              <p:pRg st="0" end="0"/>
                                            </p:txEl>
                                          </p:spTgt>
                                        </p:tgtEl>
                                        <p:attrNameLst>
                                          <p:attrName>style.visibility</p:attrName>
                                        </p:attrNameLst>
                                      </p:cBhvr>
                                      <p:to>
                                        <p:strVal val="visible"/>
                                      </p:to>
                                    </p:set>
                                    <p:animEffect transition="in" filter="wipe(left)">
                                      <p:cBhvr>
                                        <p:cTn id="17" dur="500"/>
                                        <p:tgtEl>
                                          <p:spTgt spid="3482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4822"/>
                                        </p:tgtEl>
                                        <p:attrNameLst>
                                          <p:attrName>style.visibility</p:attrName>
                                        </p:attrNameLst>
                                      </p:cBhvr>
                                      <p:to>
                                        <p:strVal val="visible"/>
                                      </p:to>
                                    </p:set>
                                    <p:animEffect transition="in" filter="wipe(left)">
                                      <p:cBhvr>
                                        <p:cTn id="22" dur="500"/>
                                        <p:tgtEl>
                                          <p:spTgt spid="3482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4831">
                                            <p:txEl>
                                              <p:pRg st="0" end="0"/>
                                            </p:txEl>
                                          </p:spTgt>
                                        </p:tgtEl>
                                        <p:attrNameLst>
                                          <p:attrName>style.visibility</p:attrName>
                                        </p:attrNameLst>
                                      </p:cBhvr>
                                      <p:to>
                                        <p:strVal val="visible"/>
                                      </p:to>
                                    </p:set>
                                    <p:animEffect transition="in" filter="wipe(left)">
                                      <p:cBhvr>
                                        <p:cTn id="27" dur="500"/>
                                        <p:tgtEl>
                                          <p:spTgt spid="34831">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4837"/>
                                        </p:tgtEl>
                                        <p:attrNameLst>
                                          <p:attrName>style.visibility</p:attrName>
                                        </p:attrNameLst>
                                      </p:cBhvr>
                                      <p:to>
                                        <p:strVal val="visible"/>
                                      </p:to>
                                    </p:set>
                                    <p:animEffect transition="in" filter="wipe(left)">
                                      <p:cBhvr>
                                        <p:cTn id="32" dur="500"/>
                                        <p:tgtEl>
                                          <p:spTgt spid="3483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4839"/>
                                        </p:tgtEl>
                                        <p:attrNameLst>
                                          <p:attrName>style.visibility</p:attrName>
                                        </p:attrNameLst>
                                      </p:cBhvr>
                                      <p:to>
                                        <p:strVal val="visible"/>
                                      </p:to>
                                    </p:set>
                                    <p:animEffect transition="in" filter="wipe(left)">
                                      <p:cBhvr>
                                        <p:cTn id="37" dur="500"/>
                                        <p:tgtEl>
                                          <p:spTgt spid="3483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34838"/>
                                        </p:tgtEl>
                                        <p:attrNameLst>
                                          <p:attrName>style.visibility</p:attrName>
                                        </p:attrNameLst>
                                      </p:cBhvr>
                                      <p:to>
                                        <p:strVal val="visible"/>
                                      </p:to>
                                    </p:set>
                                    <p:animEffect transition="in" filter="wipe(up)">
                                      <p:cBhvr>
                                        <p:cTn id="42" dur="500"/>
                                        <p:tgtEl>
                                          <p:spTgt spid="3483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34840"/>
                                        </p:tgtEl>
                                        <p:attrNameLst>
                                          <p:attrName>style.visibility</p:attrName>
                                        </p:attrNameLst>
                                      </p:cBhvr>
                                      <p:to>
                                        <p:strVal val="visible"/>
                                      </p:to>
                                    </p:set>
                                    <p:animEffect transition="in" filter="wipe(up)">
                                      <p:cBhvr>
                                        <p:cTn id="47" dur="500"/>
                                        <p:tgtEl>
                                          <p:spTgt spid="3484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4832"/>
                                        </p:tgtEl>
                                        <p:attrNameLst>
                                          <p:attrName>style.visibility</p:attrName>
                                        </p:attrNameLst>
                                      </p:cBhvr>
                                      <p:to>
                                        <p:strVal val="visible"/>
                                      </p:to>
                                    </p:set>
                                    <p:animEffect transition="in" filter="wipe(left)">
                                      <p:cBhvr>
                                        <p:cTn id="52" dur="500"/>
                                        <p:tgtEl>
                                          <p:spTgt spid="348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4821" grpId="0" build="p"/>
      <p:bldP spid="3483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0">
            <a:hlinkClick r:id="rId24" action="ppaction://hlinksldjump"/>
          </p:cNvPr>
          <p:cNvSpPr>
            <a:spLocks noChangeArrowheads="1"/>
          </p:cNvSpPr>
          <p:nvPr/>
        </p:nvSpPr>
        <p:spPr bwMode="auto">
          <a:xfrm>
            <a:off x="450850" y="393700"/>
            <a:ext cx="40322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Gulim" panose="020B0600000101010101" pitchFamily="34" charset="-127"/>
              <a:cs typeface="Times New Roman" panose="02020603050405020304" pitchFamily="18" charset="0"/>
            </a:endParaRPr>
          </a:p>
        </p:txBody>
      </p:sp>
      <p:grpSp>
        <p:nvGrpSpPr>
          <p:cNvPr id="45059" name="Group 31"/>
          <p:cNvGrpSpPr/>
          <p:nvPr/>
        </p:nvGrpSpPr>
        <p:grpSpPr bwMode="auto">
          <a:xfrm>
            <a:off x="0" y="0"/>
            <a:ext cx="6371219" cy="825500"/>
            <a:chOff x="51" y="0"/>
            <a:chExt cx="3023" cy="246"/>
          </a:xfrm>
        </p:grpSpPr>
        <p:sp>
          <p:nvSpPr>
            <p:cNvPr id="23" name="Line 32"/>
            <p:cNvSpPr>
              <a:spLocks noChangeShapeType="1"/>
            </p:cNvSpPr>
            <p:nvPr/>
          </p:nvSpPr>
          <p:spPr bwMode="auto">
            <a:xfrm flipV="1">
              <a:off x="96" y="202"/>
              <a:ext cx="2978" cy="0"/>
            </a:xfrm>
            <a:prstGeom prst="line">
              <a:avLst/>
            </a:prstGeom>
            <a:noFill/>
            <a:ln w="28575">
              <a:solidFill>
                <a:srgbClr val="0000FF"/>
              </a:solidFill>
              <a:round/>
            </a:ln>
            <a:effectLst>
              <a:glow rad="63500">
                <a:schemeClr val="accent3">
                  <a:satMod val="175000"/>
                  <a:alpha val="40000"/>
                </a:schemeClr>
              </a:glo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5076" name="Picture 33" descr="BD10263_"/>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1" y="0"/>
              <a:ext cx="24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060" name="Rectangle 30"/>
          <p:cNvSpPr>
            <a:spLocks noChangeArrowheads="1"/>
          </p:cNvSpPr>
          <p:nvPr/>
        </p:nvSpPr>
        <p:spPr bwMode="auto">
          <a:xfrm>
            <a:off x="518465" y="163830"/>
            <a:ext cx="653732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基本问题</a:t>
            </a:r>
            <a:r>
              <a:rPr kumimoji="1" lang="en-US" altLang="zh-CN"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600" b="1" i="1" dirty="0">
                <a:solidFill>
                  <a:srgbClr val="C00000"/>
                </a:solidFill>
                <a:latin typeface="Times New Roman" panose="02020603050405020304" pitchFamily="18" charset="0"/>
                <a:ea typeface="黑体" panose="02010609060101010101" pitchFamily="49" charset="-122"/>
                <a:sym typeface="+mn-ea"/>
              </a:rPr>
              <a:t>k</a:t>
            </a:r>
            <a:r>
              <a:rPr lang="en-US" altLang="zh-CN" sz="2600" b="1" i="1" dirty="0">
                <a:solidFill>
                  <a:schemeClr val="accent2"/>
                </a:solidFill>
                <a:latin typeface="Times New Roman" panose="02020603050405020304" pitchFamily="18" charset="0"/>
                <a:ea typeface="黑体" panose="02010609060101010101" pitchFamily="49" charset="-122"/>
                <a:sym typeface="+mn-ea"/>
              </a:rPr>
              <a:t> </a:t>
            </a:r>
            <a:r>
              <a:rPr lang="zh-CN" altLang="en-US" sz="2600" b="1" noProof="0" dirty="0">
                <a:ln>
                  <a:noFill/>
                </a:ln>
                <a:solidFill>
                  <a:srgbClr val="C00000"/>
                </a:solidFill>
                <a:effectLst/>
                <a:uLnTx/>
                <a:uFillTx/>
                <a:latin typeface="华文中宋" panose="02010600040101010101" pitchFamily="2" charset="-122"/>
                <a:ea typeface="华文中宋" panose="02010600040101010101" pitchFamily="2" charset="-122"/>
                <a:cs typeface="Times New Roman" panose="02020603050405020304" pitchFamily="18" charset="0"/>
                <a:sym typeface="+mn-ea"/>
              </a:rPr>
              <a:t>阶子式的定义</a:t>
            </a:r>
            <a:endParaRPr kumimoji="1" lang="zh-CN" altLang="en-US" sz="26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2" name="矩形 1"/>
          <p:cNvSpPr>
            <a:spLocks noChangeArrowheads="1"/>
          </p:cNvSpPr>
          <p:nvPr>
            <p:custDataLst>
              <p:tags r:id="rId1"/>
            </p:custDataLst>
          </p:nvPr>
        </p:nvSpPr>
        <p:spPr bwMode="auto">
          <a:xfrm>
            <a:off x="612140" y="1052830"/>
            <a:ext cx="1827530"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定义</a:t>
            </a:r>
            <a:r>
              <a:rPr kumimoji="1" lang="en-US" altLang="zh-CN"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2.18</a:t>
            </a:r>
          </a:p>
        </p:txBody>
      </p:sp>
      <p:sp>
        <p:nvSpPr>
          <p:cNvPr id="3" name="Text Box 13"/>
          <p:cNvSpPr txBox="1">
            <a:spLocks noChangeArrowheads="1"/>
          </p:cNvSpPr>
          <p:nvPr>
            <p:custDataLst>
              <p:tags r:id="rId2"/>
            </p:custDataLst>
          </p:nvPr>
        </p:nvSpPr>
        <p:spPr bwMode="auto">
          <a:xfrm>
            <a:off x="450850" y="981075"/>
            <a:ext cx="8444230" cy="2232025"/>
          </a:xfrm>
          <a:prstGeom prst="rect">
            <a:avLst/>
          </a:prstGeom>
          <a:noFill/>
          <a:ln w="9525">
            <a:noFill/>
            <a:miter lim="800000"/>
          </a:ln>
          <a:effectLst/>
        </p:spPr>
        <p:txBody>
          <a:bodyPr wrap="square">
            <a:spAutoFit/>
          </a:bodyPr>
          <a:lstStyle/>
          <a:p>
            <a:pPr marL="0" marR="0" indent="0" defTabSz="914400" eaLnBrk="1" latinLnBrk="0" hangingPunct="1">
              <a:lnSpc>
                <a:spcPct val="120000"/>
              </a:lnSpc>
              <a:spcBef>
                <a:spcPts val="0"/>
              </a:spcBef>
              <a:buClrTx/>
              <a:buSzTx/>
              <a:buFontTx/>
              <a:buNone/>
              <a:defRPr/>
            </a:pPr>
            <a:r>
              <a:rPr kumimoji="1" lang="zh-CN" altLang="en-US" sz="3200" b="1" kern="1200" cap="none" spc="0" normalizeH="0" baseline="0" noProof="0"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 </a:t>
            </a:r>
            <a:r>
              <a:rPr kumimoji="1" lang="en-US" altLang="zh-CN" sz="3200" b="1" kern="1200" cap="none" spc="0" normalizeH="0" baseline="0" noProof="0"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                    </a:t>
            </a:r>
            <a:r>
              <a:rPr lang="zh-CN" altLang="en-US" b="1" dirty="0">
                <a:solidFill>
                  <a:schemeClr val="tx1"/>
                </a:solidFill>
                <a:latin typeface="华文中宋" panose="02010600040101010101" pitchFamily="2" charset="-122"/>
                <a:ea typeface="华文中宋" panose="02010600040101010101" pitchFamily="2" charset="-122"/>
                <a:sym typeface="+mn-ea"/>
              </a:rPr>
              <a:t>设</a:t>
            </a:r>
            <a:r>
              <a:rPr lang="en-US" altLang="zh-CN" b="1" i="1" dirty="0">
                <a:ea typeface="黑体" panose="02010609060101010101" pitchFamily="49" charset="-122"/>
                <a:sym typeface="+mn-ea"/>
              </a:rPr>
              <a:t>A</a:t>
            </a:r>
            <a:r>
              <a:rPr lang="zh-CN" altLang="en-US" b="1" dirty="0">
                <a:solidFill>
                  <a:schemeClr val="tx1"/>
                </a:solidFill>
                <a:latin typeface="华文中宋" panose="02010600040101010101" pitchFamily="2" charset="-122"/>
                <a:ea typeface="华文中宋" panose="02010600040101010101" pitchFamily="2" charset="-122"/>
                <a:sym typeface="+mn-ea"/>
              </a:rPr>
              <a:t>是</a:t>
            </a:r>
            <a:r>
              <a:rPr lang="en-US" altLang="zh-CN" b="1" i="1" dirty="0">
                <a:ea typeface="黑体" panose="02010609060101010101" pitchFamily="49" charset="-122"/>
                <a:sym typeface="+mn-ea"/>
              </a:rPr>
              <a:t>m</a:t>
            </a:r>
            <a:r>
              <a:rPr lang="en-US" altLang="zh-CN" b="1" dirty="0">
                <a:ea typeface="黑体" panose="02010609060101010101" pitchFamily="49" charset="-122"/>
                <a:sym typeface="Symbol" panose="05050102010706020507" pitchFamily="18" charset="2"/>
              </a:rPr>
              <a:t></a:t>
            </a:r>
            <a:r>
              <a:rPr lang="en-US" altLang="zh-CN" b="1" i="1" dirty="0">
                <a:ea typeface="黑体" panose="02010609060101010101" pitchFamily="49" charset="-122"/>
                <a:sym typeface="+mn-ea"/>
              </a:rPr>
              <a:t>n</a:t>
            </a:r>
            <a:r>
              <a:rPr lang="zh-CN" altLang="en-US" b="1" dirty="0">
                <a:solidFill>
                  <a:schemeClr val="tx1"/>
                </a:solidFill>
                <a:latin typeface="华文中宋" panose="02010600040101010101" pitchFamily="2" charset="-122"/>
                <a:ea typeface="华文中宋" panose="02010600040101010101" pitchFamily="2" charset="-122"/>
                <a:sym typeface="+mn-ea"/>
              </a:rPr>
              <a:t>矩阵，从</a:t>
            </a:r>
            <a:r>
              <a:rPr lang="en-US" altLang="zh-CN" b="1" i="1" dirty="0">
                <a:ea typeface="黑体" panose="02010609060101010101" pitchFamily="49" charset="-122"/>
                <a:sym typeface="+mn-ea"/>
              </a:rPr>
              <a:t>A</a:t>
            </a:r>
            <a:r>
              <a:rPr lang="zh-CN" altLang="en-US" b="1" dirty="0">
                <a:solidFill>
                  <a:schemeClr val="tx1"/>
                </a:solidFill>
                <a:latin typeface="华文中宋" panose="02010600040101010101" pitchFamily="2" charset="-122"/>
                <a:ea typeface="华文中宋" panose="02010600040101010101" pitchFamily="2" charset="-122"/>
                <a:sym typeface="+mn-ea"/>
              </a:rPr>
              <a:t>中任取</a:t>
            </a:r>
            <a:r>
              <a:rPr lang="en-US" altLang="zh-CN" b="1" i="1" dirty="0">
                <a:ea typeface="黑体" panose="02010609060101010101" pitchFamily="49" charset="-122"/>
                <a:sym typeface="+mn-ea"/>
              </a:rPr>
              <a:t>k</a:t>
            </a:r>
            <a:r>
              <a:rPr lang="zh-CN" altLang="en-US" b="1" dirty="0">
                <a:solidFill>
                  <a:schemeClr val="tx1"/>
                </a:solidFill>
                <a:latin typeface="华文中宋" panose="02010600040101010101" pitchFamily="2" charset="-122"/>
                <a:ea typeface="华文中宋" panose="02010600040101010101" pitchFamily="2" charset="-122"/>
                <a:sym typeface="+mn-ea"/>
              </a:rPr>
              <a:t>行</a:t>
            </a:r>
            <a:r>
              <a:rPr lang="en-US" altLang="zh-CN" b="1" i="1" dirty="0">
                <a:ea typeface="黑体" panose="02010609060101010101" pitchFamily="49" charset="-122"/>
                <a:sym typeface="+mn-ea"/>
              </a:rPr>
              <a:t>k</a:t>
            </a:r>
            <a:r>
              <a:rPr lang="zh-CN" altLang="en-US" b="1" dirty="0">
                <a:solidFill>
                  <a:schemeClr val="tx1"/>
                </a:solidFill>
                <a:latin typeface="华文中宋" panose="02010600040101010101" pitchFamily="2" charset="-122"/>
                <a:ea typeface="华文中宋" panose="02010600040101010101" pitchFamily="2" charset="-122"/>
                <a:sym typeface="+mn-ea"/>
              </a:rPr>
              <a:t>列</a:t>
            </a:r>
            <a:r>
              <a:rPr lang="en-US" altLang="zh-CN" b="1" dirty="0">
                <a:ea typeface="黑体" panose="02010609060101010101" pitchFamily="49" charset="-122"/>
                <a:sym typeface="+mn-ea"/>
              </a:rPr>
              <a:t>(</a:t>
            </a:r>
            <a:r>
              <a:rPr lang="en-US" altLang="zh-CN" b="1" i="1" dirty="0">
                <a:ea typeface="黑体" panose="02010609060101010101" pitchFamily="49" charset="-122"/>
                <a:sym typeface="+mn-ea"/>
              </a:rPr>
              <a:t>k</a:t>
            </a:r>
            <a:r>
              <a:rPr lang="en-US" altLang="zh-CN" b="1" dirty="0">
                <a:ea typeface="黑体" panose="02010609060101010101" pitchFamily="49" charset="-122"/>
                <a:sym typeface="Symbol" panose="05050102010706020507" pitchFamily="18" charset="2"/>
              </a:rPr>
              <a:t></a:t>
            </a:r>
            <a:r>
              <a:rPr lang="en-US" altLang="zh-CN" b="1" dirty="0">
                <a:ea typeface="黑体" panose="02010609060101010101" pitchFamily="49" charset="-122"/>
                <a:sym typeface="+mn-ea"/>
              </a:rPr>
              <a:t>min(</a:t>
            </a:r>
            <a:r>
              <a:rPr lang="en-US" altLang="zh-CN" b="1" i="1" dirty="0">
                <a:ea typeface="黑体" panose="02010609060101010101" pitchFamily="49" charset="-122"/>
                <a:sym typeface="+mn-ea"/>
              </a:rPr>
              <a:t>m</a:t>
            </a:r>
            <a:r>
              <a:rPr lang="en-US" altLang="zh-CN" b="1" dirty="0">
                <a:ea typeface="黑体" panose="02010609060101010101" pitchFamily="49" charset="-122"/>
                <a:sym typeface="+mn-ea"/>
              </a:rPr>
              <a:t>, </a:t>
            </a:r>
            <a:r>
              <a:rPr lang="en-US" altLang="zh-CN" b="1" i="1" dirty="0">
                <a:ea typeface="黑体" panose="02010609060101010101" pitchFamily="49" charset="-122"/>
                <a:sym typeface="+mn-ea"/>
              </a:rPr>
              <a:t>n</a:t>
            </a:r>
            <a:r>
              <a:rPr lang="en-US" altLang="zh-CN" b="1" dirty="0">
                <a:ea typeface="黑体" panose="02010609060101010101" pitchFamily="49" charset="-122"/>
                <a:sym typeface="+mn-ea"/>
              </a:rPr>
              <a:t>))</a:t>
            </a:r>
            <a:r>
              <a:rPr lang="zh-CN" altLang="en-US" b="1" dirty="0">
                <a:solidFill>
                  <a:schemeClr val="tx1"/>
                </a:solidFill>
                <a:latin typeface="华文中宋" panose="02010600040101010101" pitchFamily="2" charset="-122"/>
                <a:ea typeface="华文中宋" panose="02010600040101010101" pitchFamily="2" charset="-122"/>
                <a:sym typeface="+mn-ea"/>
              </a:rPr>
              <a:t>，位于这些行和列的相交处的元素，保持它们原来的相对位置所构成的</a:t>
            </a:r>
            <a:r>
              <a:rPr lang="en-US" altLang="zh-CN" b="1" i="1" dirty="0">
                <a:ea typeface="黑体" panose="02010609060101010101" pitchFamily="49" charset="-122"/>
                <a:sym typeface="+mn-ea"/>
              </a:rPr>
              <a:t>k</a:t>
            </a:r>
            <a:r>
              <a:rPr lang="zh-CN" altLang="en-US" b="1" dirty="0">
                <a:solidFill>
                  <a:schemeClr val="tx1"/>
                </a:solidFill>
                <a:latin typeface="华文中宋" panose="02010600040101010101" pitchFamily="2" charset="-122"/>
                <a:ea typeface="华文中宋" panose="02010600040101010101" pitchFamily="2" charset="-122"/>
                <a:sym typeface="+mn-ea"/>
              </a:rPr>
              <a:t>阶行列式，称为矩阵</a:t>
            </a:r>
            <a:r>
              <a:rPr lang="en-US" altLang="zh-CN" b="1" i="1" dirty="0">
                <a:ea typeface="黑体" panose="02010609060101010101" pitchFamily="49" charset="-122"/>
                <a:sym typeface="+mn-ea"/>
              </a:rPr>
              <a:t>A</a:t>
            </a:r>
            <a:r>
              <a:rPr lang="zh-CN" altLang="en-US" b="1" dirty="0">
                <a:solidFill>
                  <a:schemeClr val="tx1"/>
                </a:solidFill>
                <a:latin typeface="华文中宋" panose="02010600040101010101" pitchFamily="2" charset="-122"/>
                <a:ea typeface="华文中宋" panose="02010600040101010101" pitchFamily="2" charset="-122"/>
                <a:sym typeface="+mn-ea"/>
              </a:rPr>
              <a:t>的一个</a:t>
            </a:r>
            <a:r>
              <a:rPr lang="en-US" altLang="zh-CN" b="1" i="1" dirty="0">
                <a:ea typeface="黑体" panose="02010609060101010101" pitchFamily="49" charset="-122"/>
                <a:sym typeface="+mn-ea"/>
              </a:rPr>
              <a:t>k</a:t>
            </a:r>
            <a:r>
              <a:rPr lang="zh-CN" altLang="en-US" b="1" dirty="0">
                <a:solidFill>
                  <a:schemeClr val="tx1"/>
                </a:solidFill>
                <a:latin typeface="华文中宋" panose="02010600040101010101" pitchFamily="2" charset="-122"/>
                <a:ea typeface="华文中宋" panose="02010600040101010101" pitchFamily="2" charset="-122"/>
                <a:sym typeface="+mn-ea"/>
              </a:rPr>
              <a:t>阶子式。</a:t>
            </a:r>
            <a:endParaRPr lang="zh-CN" altLang="zh-CN" b="1" dirty="0">
              <a:solidFill>
                <a:schemeClr val="tx1"/>
              </a:solidFill>
              <a:latin typeface="华文中宋" panose="02010600040101010101" pitchFamily="2" charset="-122"/>
              <a:ea typeface="华文中宋" panose="02010600040101010101" pitchFamily="2" charset="-122"/>
            </a:endParaRPr>
          </a:p>
        </p:txBody>
      </p:sp>
      <p:sp>
        <p:nvSpPr>
          <p:cNvPr id="27652" name="Text Box 4"/>
          <p:cNvSpPr txBox="1"/>
          <p:nvPr>
            <p:custDataLst>
              <p:tags r:id="rId3"/>
            </p:custDataLst>
          </p:nvPr>
        </p:nvSpPr>
        <p:spPr>
          <a:xfrm>
            <a:off x="94841" y="3557588"/>
            <a:ext cx="3180358" cy="47307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20000"/>
              </a:lnSpc>
              <a:spcBef>
                <a:spcPct val="0"/>
              </a:spcBef>
              <a:buClrTx/>
              <a:buSzTx/>
              <a:buFontTx/>
              <a:buNone/>
            </a:pPr>
            <a:r>
              <a:rPr lang="en-US" altLang="zh-CN" sz="2600" b="1" dirty="0">
                <a:latin typeface="Times New Roman" panose="02020603050405020304" pitchFamily="18" charset="0"/>
                <a:ea typeface="黑体" panose="02010609060101010101" pitchFamily="49" charset="-122"/>
              </a:rPr>
              <a:t>        </a:t>
            </a:r>
            <a:r>
              <a:rPr lang="zh-CN" altLang="en-US" sz="2800" b="1" dirty="0">
                <a:latin typeface="华文中宋" panose="02010600040101010101" pitchFamily="2" charset="-122"/>
                <a:ea typeface="华文中宋" panose="02010600040101010101" pitchFamily="2" charset="-122"/>
              </a:rPr>
              <a:t>例如，已知矩阵</a:t>
            </a:r>
          </a:p>
        </p:txBody>
      </p:sp>
      <p:grpSp>
        <p:nvGrpSpPr>
          <p:cNvPr id="27653" name="Group 5"/>
          <p:cNvGrpSpPr/>
          <p:nvPr/>
        </p:nvGrpSpPr>
        <p:grpSpPr>
          <a:xfrm>
            <a:off x="3302000" y="3221038"/>
            <a:ext cx="3014663" cy="1190625"/>
            <a:chOff x="2080" y="1873"/>
            <a:chExt cx="1899" cy="750"/>
          </a:xfrm>
        </p:grpSpPr>
        <p:grpSp>
          <p:nvGrpSpPr>
            <p:cNvPr id="27669" name="Group 6"/>
            <p:cNvGrpSpPr/>
            <p:nvPr/>
          </p:nvGrpSpPr>
          <p:grpSpPr>
            <a:xfrm>
              <a:off x="2080" y="1873"/>
              <a:ext cx="1608" cy="750"/>
              <a:chOff x="2234" y="1873"/>
              <a:chExt cx="1608" cy="750"/>
            </a:xfrm>
          </p:grpSpPr>
          <p:sp>
            <p:nvSpPr>
              <p:cNvPr id="27671" name="Text Box 7"/>
              <p:cNvSpPr txBox="1"/>
              <p:nvPr>
                <p:custDataLst>
                  <p:tags r:id="rId17"/>
                </p:custDataLst>
              </p:nvPr>
            </p:nvSpPr>
            <p:spPr>
              <a:xfrm>
                <a:off x="2668" y="1873"/>
                <a:ext cx="104" cy="75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2</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4</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2</a:t>
                </a:r>
              </a:p>
            </p:txBody>
          </p:sp>
          <p:sp>
            <p:nvSpPr>
              <p:cNvPr id="27672" name="Text Box 8"/>
              <p:cNvSpPr txBox="1"/>
              <p:nvPr>
                <p:custDataLst>
                  <p:tags r:id="rId18"/>
                </p:custDataLst>
              </p:nvPr>
            </p:nvSpPr>
            <p:spPr>
              <a:xfrm>
                <a:off x="2989" y="1873"/>
                <a:ext cx="104" cy="75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1</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1</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0</a:t>
                </a:r>
              </a:p>
            </p:txBody>
          </p:sp>
          <p:sp>
            <p:nvSpPr>
              <p:cNvPr id="27673" name="Text Box 9"/>
              <p:cNvSpPr txBox="1"/>
              <p:nvPr>
                <p:custDataLst>
                  <p:tags r:id="rId19"/>
                </p:custDataLst>
              </p:nvPr>
            </p:nvSpPr>
            <p:spPr>
              <a:xfrm>
                <a:off x="3632" y="1873"/>
                <a:ext cx="104" cy="75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3</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5</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2</a:t>
                </a:r>
              </a:p>
            </p:txBody>
          </p:sp>
          <p:sp>
            <p:nvSpPr>
              <p:cNvPr id="27674" name="AutoShape 10"/>
              <p:cNvSpPr/>
              <p:nvPr>
                <p:custDataLst>
                  <p:tags r:id="rId20"/>
                </p:custDataLst>
              </p:nvPr>
            </p:nvSpPr>
            <p:spPr>
              <a:xfrm>
                <a:off x="2516" y="1913"/>
                <a:ext cx="1326" cy="686"/>
              </a:xfrm>
              <a:prstGeom prst="bracketPair">
                <a:avLst>
                  <a:gd name="adj" fmla="val 11079"/>
                </a:avLst>
              </a:prstGeom>
              <a:noFill/>
              <a:ln w="1905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27675" name="Text Box 11"/>
              <p:cNvSpPr txBox="1"/>
              <p:nvPr>
                <p:custDataLst>
                  <p:tags r:id="rId21"/>
                </p:custDataLst>
              </p:nvPr>
            </p:nvSpPr>
            <p:spPr>
              <a:xfrm>
                <a:off x="3310" y="1873"/>
                <a:ext cx="104" cy="75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2</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3</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1</a:t>
                </a:r>
              </a:p>
            </p:txBody>
          </p:sp>
          <p:sp>
            <p:nvSpPr>
              <p:cNvPr id="27676" name="Text Box 12"/>
              <p:cNvSpPr txBox="1"/>
              <p:nvPr>
                <p:custDataLst>
                  <p:tags r:id="rId22"/>
                </p:custDataLst>
              </p:nvPr>
            </p:nvSpPr>
            <p:spPr>
              <a:xfrm>
                <a:off x="2234" y="2085"/>
                <a:ext cx="264" cy="30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20000"/>
                  </a:lnSpc>
                  <a:spcBef>
                    <a:spcPct val="0"/>
                  </a:spcBef>
                  <a:buClrTx/>
                  <a:buSzTx/>
                  <a:buFontTx/>
                  <a:buNone/>
                </a:pPr>
                <a:r>
                  <a:rPr lang="en-US" altLang="zh-CN" sz="2600" b="1" i="1" dirty="0">
                    <a:latin typeface="Times New Roman" panose="02020603050405020304" pitchFamily="18" charset="0"/>
                    <a:ea typeface="黑体" panose="02010609060101010101" pitchFamily="49" charset="-122"/>
                  </a:rPr>
                  <a:t>A</a:t>
                </a:r>
                <a:r>
                  <a:rPr lang="en-US" altLang="zh-CN" sz="2600" b="1" dirty="0">
                    <a:latin typeface="Symbol" panose="05050102010706020507" pitchFamily="18" charset="2"/>
                    <a:ea typeface="黑体" panose="02010609060101010101" pitchFamily="49" charset="-122"/>
                  </a:rPr>
                  <a:t>=</a:t>
                </a:r>
              </a:p>
            </p:txBody>
          </p:sp>
        </p:grpSp>
        <p:sp>
          <p:nvSpPr>
            <p:cNvPr id="27670" name="Text Box 13"/>
            <p:cNvSpPr txBox="1"/>
            <p:nvPr>
              <p:custDataLst>
                <p:tags r:id="rId16"/>
              </p:custDataLst>
            </p:nvPr>
          </p:nvSpPr>
          <p:spPr>
            <a:xfrm>
              <a:off x="3771" y="2085"/>
              <a:ext cx="208" cy="30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20000"/>
                </a:lnSpc>
                <a:spcBef>
                  <a:spcPct val="0"/>
                </a:spcBef>
                <a:buClrTx/>
                <a:buSzTx/>
                <a:buFontTx/>
                <a:buNone/>
              </a:pPr>
              <a:r>
                <a:rPr lang="zh-CN" altLang="en-US" sz="2600" b="1" dirty="0">
                  <a:latin typeface="Times New Roman" panose="02020603050405020304" pitchFamily="18" charset="0"/>
                  <a:ea typeface="黑体" panose="02010609060101010101" pitchFamily="49" charset="-122"/>
                </a:rPr>
                <a:t>。</a:t>
              </a:r>
            </a:p>
          </p:txBody>
        </p:sp>
      </p:grpSp>
      <p:sp>
        <p:nvSpPr>
          <p:cNvPr id="35854" name="Text Box 14"/>
          <p:cNvSpPr txBox="1"/>
          <p:nvPr>
            <p:custDataLst>
              <p:tags r:id="rId4"/>
            </p:custDataLst>
          </p:nvPr>
        </p:nvSpPr>
        <p:spPr>
          <a:xfrm>
            <a:off x="-502450" y="4813746"/>
            <a:ext cx="6229269" cy="473078"/>
          </a:xfrm>
          <a:prstGeom prst="rect">
            <a:avLst/>
          </a:prstGeom>
          <a:noFill/>
          <a:ln w="9525">
            <a:noFill/>
          </a:ln>
        </p:spPr>
        <p:txBody>
          <a:bodyPr wrap="squar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20000"/>
              </a:lnSpc>
              <a:spcBef>
                <a:spcPct val="0"/>
              </a:spcBef>
              <a:buClrTx/>
              <a:buSzTx/>
              <a:buFontTx/>
              <a:buNone/>
            </a:pPr>
            <a:r>
              <a:rPr lang="en-US" altLang="zh-CN" sz="2600" b="1" dirty="0">
                <a:latin typeface="Times New Roman" panose="02020603050405020304" pitchFamily="18" charset="0"/>
                <a:ea typeface="黑体" panose="02010609060101010101" pitchFamily="49" charset="-122"/>
              </a:rPr>
              <a:t>       </a:t>
            </a:r>
            <a:r>
              <a:rPr lang="zh-CN" altLang="en-US" sz="2800" b="1" dirty="0">
                <a:latin typeface="华文中宋" panose="02010600040101010101" pitchFamily="2" charset="-122"/>
                <a:ea typeface="华文中宋" panose="02010600040101010101" pitchFamily="2" charset="-122"/>
              </a:rPr>
              <a:t>选定第</a:t>
            </a:r>
            <a:r>
              <a:rPr lang="en-US" altLang="zh-CN" sz="2800" b="1" dirty="0">
                <a:latin typeface="华文中宋" panose="02010600040101010101" pitchFamily="2" charset="-122"/>
                <a:ea typeface="华文中宋" panose="02010600040101010101" pitchFamily="2" charset="-122"/>
              </a:rPr>
              <a:t>1</a:t>
            </a:r>
            <a:r>
              <a:rPr lang="zh-CN" altLang="en-US" sz="2800" b="1" dirty="0">
                <a:latin typeface="华文中宋" panose="02010600040101010101" pitchFamily="2" charset="-122"/>
                <a:ea typeface="华文中宋" panose="02010600040101010101" pitchFamily="2" charset="-122"/>
              </a:rPr>
              <a:t>、</a:t>
            </a:r>
            <a:r>
              <a:rPr lang="en-US" altLang="zh-CN" sz="2800" b="1" dirty="0">
                <a:latin typeface="华文中宋" panose="02010600040101010101" pitchFamily="2" charset="-122"/>
                <a:ea typeface="华文中宋" panose="02010600040101010101" pitchFamily="2" charset="-122"/>
              </a:rPr>
              <a:t>2</a:t>
            </a:r>
            <a:r>
              <a:rPr lang="zh-CN" altLang="en-US" sz="2800" b="1" dirty="0">
                <a:latin typeface="华文中宋" panose="02010600040101010101" pitchFamily="2" charset="-122"/>
                <a:ea typeface="华文中宋" panose="02010600040101010101" pitchFamily="2" charset="-122"/>
              </a:rPr>
              <a:t>、</a:t>
            </a:r>
            <a:r>
              <a:rPr lang="en-US" altLang="zh-CN" sz="2800" b="1" dirty="0">
                <a:latin typeface="华文中宋" panose="02010600040101010101" pitchFamily="2" charset="-122"/>
                <a:ea typeface="华文中宋" panose="02010600040101010101" pitchFamily="2" charset="-122"/>
              </a:rPr>
              <a:t>3</a:t>
            </a:r>
            <a:r>
              <a:rPr lang="zh-CN" altLang="en-US" sz="2800" b="1" dirty="0">
                <a:latin typeface="华文中宋" panose="02010600040101010101" pitchFamily="2" charset="-122"/>
                <a:ea typeface="华文中宋" panose="02010600040101010101" pitchFamily="2" charset="-122"/>
              </a:rPr>
              <a:t>行及第</a:t>
            </a:r>
            <a:r>
              <a:rPr lang="en-US" altLang="zh-CN" sz="2800" b="1" dirty="0">
                <a:latin typeface="华文中宋" panose="02010600040101010101" pitchFamily="2" charset="-122"/>
                <a:ea typeface="华文中宋" panose="02010600040101010101" pitchFamily="2" charset="-122"/>
              </a:rPr>
              <a:t>1</a:t>
            </a:r>
            <a:r>
              <a:rPr lang="zh-CN" altLang="en-US" sz="2800" b="1" dirty="0">
                <a:latin typeface="华文中宋" panose="02010600040101010101" pitchFamily="2" charset="-122"/>
                <a:ea typeface="华文中宋" panose="02010600040101010101" pitchFamily="2" charset="-122"/>
              </a:rPr>
              <a:t>、</a:t>
            </a:r>
            <a:r>
              <a:rPr lang="en-US" altLang="zh-CN" sz="2800" b="1" dirty="0">
                <a:latin typeface="华文中宋" panose="02010600040101010101" pitchFamily="2" charset="-122"/>
                <a:ea typeface="华文中宋" panose="02010600040101010101" pitchFamily="2" charset="-122"/>
              </a:rPr>
              <a:t>3</a:t>
            </a:r>
            <a:r>
              <a:rPr lang="zh-CN" altLang="en-US" sz="2800" b="1" dirty="0">
                <a:latin typeface="华文中宋" panose="02010600040101010101" pitchFamily="2" charset="-122"/>
                <a:ea typeface="华文中宋" panose="02010600040101010101" pitchFamily="2" charset="-122"/>
              </a:rPr>
              <a:t>、</a:t>
            </a:r>
            <a:r>
              <a:rPr lang="en-US" altLang="zh-CN" sz="2800" b="1" dirty="0">
                <a:latin typeface="华文中宋" panose="02010600040101010101" pitchFamily="2" charset="-122"/>
                <a:ea typeface="华文中宋" panose="02010600040101010101" pitchFamily="2" charset="-122"/>
              </a:rPr>
              <a:t>4</a:t>
            </a:r>
            <a:r>
              <a:rPr lang="zh-CN" altLang="en-US" sz="2800" b="1" dirty="0">
                <a:latin typeface="华文中宋" panose="02010600040101010101" pitchFamily="2" charset="-122"/>
                <a:ea typeface="华文中宋" panose="02010600040101010101" pitchFamily="2" charset="-122"/>
              </a:rPr>
              <a:t>列，</a:t>
            </a:r>
          </a:p>
        </p:txBody>
      </p:sp>
      <p:grpSp>
        <p:nvGrpSpPr>
          <p:cNvPr id="35855" name="Group 15"/>
          <p:cNvGrpSpPr/>
          <p:nvPr/>
        </p:nvGrpSpPr>
        <p:grpSpPr>
          <a:xfrm>
            <a:off x="5521325" y="4506913"/>
            <a:ext cx="3765549" cy="1190626"/>
            <a:chOff x="3534" y="2641"/>
            <a:chExt cx="2372" cy="750"/>
          </a:xfrm>
        </p:grpSpPr>
        <p:sp>
          <p:nvSpPr>
            <p:cNvPr id="27663" name="Rectangle 16"/>
            <p:cNvSpPr/>
            <p:nvPr>
              <p:custDataLst>
                <p:tags r:id="rId11"/>
              </p:custDataLst>
            </p:nvPr>
          </p:nvSpPr>
          <p:spPr>
            <a:xfrm>
              <a:off x="3534" y="2840"/>
              <a:ext cx="2372" cy="298"/>
            </a:xfrm>
            <a:prstGeom prst="rect">
              <a:avLst/>
            </a:prstGeom>
            <a:noFill/>
            <a:ln w="9525">
              <a:noFill/>
            </a:ln>
          </p:spPr>
          <p:txBody>
            <a:bodyPr wrap="squar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20000"/>
                </a:lnSpc>
                <a:spcBef>
                  <a:spcPct val="0"/>
                </a:spcBef>
                <a:buClrTx/>
                <a:buSzTx/>
                <a:buFontTx/>
                <a:buNone/>
              </a:pPr>
              <a:r>
                <a:rPr lang="zh-CN" altLang="en-US" sz="2800" b="1" dirty="0">
                  <a:latin typeface="华文中宋" panose="02010600040101010101" pitchFamily="2" charset="-122"/>
                  <a:ea typeface="华文中宋" panose="02010600040101010101" pitchFamily="2" charset="-122"/>
                </a:rPr>
                <a:t>得</a:t>
              </a:r>
              <a:r>
                <a:rPr lang="en-US" altLang="zh-CN" sz="2800" b="1" dirty="0">
                  <a:latin typeface="华文中宋" panose="02010600040101010101" pitchFamily="2" charset="-122"/>
                  <a:ea typeface="华文中宋" panose="02010600040101010101" pitchFamily="2" charset="-122"/>
                </a:rPr>
                <a:t>3</a:t>
              </a:r>
              <a:r>
                <a:rPr lang="zh-CN" altLang="en-US" sz="2800" b="1" dirty="0">
                  <a:latin typeface="华文中宋" panose="02010600040101010101" pitchFamily="2" charset="-122"/>
                  <a:ea typeface="华文中宋" panose="02010600040101010101" pitchFamily="2" charset="-122"/>
                </a:rPr>
                <a:t>阶子式              。</a:t>
              </a:r>
            </a:p>
          </p:txBody>
        </p:sp>
        <p:grpSp>
          <p:nvGrpSpPr>
            <p:cNvPr id="27664" name="Group 17"/>
            <p:cNvGrpSpPr/>
            <p:nvPr/>
          </p:nvGrpSpPr>
          <p:grpSpPr>
            <a:xfrm>
              <a:off x="4583" y="2641"/>
              <a:ext cx="842" cy="750"/>
              <a:chOff x="4233" y="3130"/>
              <a:chExt cx="842" cy="750"/>
            </a:xfrm>
          </p:grpSpPr>
          <p:sp>
            <p:nvSpPr>
              <p:cNvPr id="27665" name="Text Box 18"/>
              <p:cNvSpPr txBox="1"/>
              <p:nvPr>
                <p:custDataLst>
                  <p:tags r:id="rId12"/>
                </p:custDataLst>
              </p:nvPr>
            </p:nvSpPr>
            <p:spPr>
              <a:xfrm>
                <a:off x="4353" y="3130"/>
                <a:ext cx="104" cy="75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2</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4</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2</a:t>
                </a:r>
              </a:p>
            </p:txBody>
          </p:sp>
          <p:sp>
            <p:nvSpPr>
              <p:cNvPr id="27666" name="Text Box 19"/>
              <p:cNvSpPr txBox="1"/>
              <p:nvPr>
                <p:custDataLst>
                  <p:tags r:id="rId13"/>
                </p:custDataLst>
              </p:nvPr>
            </p:nvSpPr>
            <p:spPr>
              <a:xfrm>
                <a:off x="4619" y="3130"/>
                <a:ext cx="104" cy="75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2</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3</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1</a:t>
                </a:r>
              </a:p>
            </p:txBody>
          </p:sp>
          <p:sp>
            <p:nvSpPr>
              <p:cNvPr id="27667" name="AutoShape 20"/>
              <p:cNvSpPr/>
              <p:nvPr>
                <p:custDataLst>
                  <p:tags r:id="rId14"/>
                </p:custDataLst>
              </p:nvPr>
            </p:nvSpPr>
            <p:spPr>
              <a:xfrm>
                <a:off x="4233" y="3157"/>
                <a:ext cx="842" cy="713"/>
              </a:xfrm>
              <a:prstGeom prst="bracketPair">
                <a:avLst>
                  <a:gd name="adj" fmla="val 0"/>
                </a:avLst>
              </a:prstGeom>
              <a:noFill/>
              <a:ln w="1905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27668" name="Text Box 21"/>
              <p:cNvSpPr txBox="1"/>
              <p:nvPr>
                <p:custDataLst>
                  <p:tags r:id="rId15"/>
                </p:custDataLst>
              </p:nvPr>
            </p:nvSpPr>
            <p:spPr>
              <a:xfrm>
                <a:off x="4885" y="3130"/>
                <a:ext cx="104" cy="75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3</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5</a:t>
                </a:r>
              </a:p>
              <a:p>
                <a:pPr marL="0" lvl="0" indent="0" eaLnBrk="1" hangingPunct="1">
                  <a:spcBef>
                    <a:spcPct val="0"/>
                  </a:spcBef>
                  <a:buClrTx/>
                  <a:buSzTx/>
                  <a:buFontTx/>
                  <a:buNone/>
                </a:pPr>
                <a:r>
                  <a:rPr lang="en-US" altLang="zh-CN" sz="2600" b="1" dirty="0">
                    <a:latin typeface="Times New Roman" panose="02020603050405020304" pitchFamily="18" charset="0"/>
                    <a:ea typeface="黑体" panose="02010609060101010101" pitchFamily="49" charset="-122"/>
                  </a:rPr>
                  <a:t>2</a:t>
                </a:r>
              </a:p>
            </p:txBody>
          </p:sp>
        </p:grpSp>
      </p:grpSp>
      <p:sp>
        <p:nvSpPr>
          <p:cNvPr id="35862" name="Rectangle 22"/>
          <p:cNvSpPr/>
          <p:nvPr>
            <p:custDataLst>
              <p:tags r:id="rId5"/>
            </p:custDataLst>
          </p:nvPr>
        </p:nvSpPr>
        <p:spPr>
          <a:xfrm>
            <a:off x="3957638" y="3273425"/>
            <a:ext cx="1720850" cy="304800"/>
          </a:xfrm>
          <a:prstGeom prst="rect">
            <a:avLst/>
          </a:prstGeom>
          <a:noFill/>
          <a:ln w="19050" cap="flat" cmpd="sng">
            <a:solidFill>
              <a:schemeClr val="accent2"/>
            </a:solidFill>
            <a:prstDash val="solid"/>
            <a:miter/>
            <a:headEnd type="none" w="med" len="med"/>
            <a:tailEnd type="none" w="med" len="med"/>
          </a:ln>
        </p:spPr>
        <p:txBody>
          <a:bodyPr lIns="0" tIns="0" rIns="0" bIns="0"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35863" name="Rectangle 23"/>
          <p:cNvSpPr/>
          <p:nvPr>
            <p:custDataLst>
              <p:tags r:id="rId6"/>
            </p:custDataLst>
          </p:nvPr>
        </p:nvSpPr>
        <p:spPr>
          <a:xfrm>
            <a:off x="3957638" y="3673475"/>
            <a:ext cx="1720850" cy="304800"/>
          </a:xfrm>
          <a:prstGeom prst="rect">
            <a:avLst/>
          </a:prstGeom>
          <a:noFill/>
          <a:ln w="19050" cap="flat" cmpd="sng">
            <a:solidFill>
              <a:schemeClr val="accent2"/>
            </a:solidFill>
            <a:prstDash val="solid"/>
            <a:miter/>
            <a:headEnd type="none" w="med" len="med"/>
            <a:tailEnd type="none" w="med" len="med"/>
          </a:ln>
        </p:spPr>
        <p:txBody>
          <a:bodyPr lIns="0" tIns="0" rIns="0" bIns="0"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35864" name="Rectangle 24"/>
          <p:cNvSpPr/>
          <p:nvPr>
            <p:custDataLst>
              <p:tags r:id="rId7"/>
            </p:custDataLst>
          </p:nvPr>
        </p:nvSpPr>
        <p:spPr>
          <a:xfrm>
            <a:off x="3957638" y="3278188"/>
            <a:ext cx="198437" cy="1092200"/>
          </a:xfrm>
          <a:prstGeom prst="rect">
            <a:avLst/>
          </a:prstGeom>
          <a:noFill/>
          <a:ln w="19050" cap="flat" cmpd="sng">
            <a:solidFill>
              <a:schemeClr val="accent2"/>
            </a:solidFill>
            <a:prstDash val="solid"/>
            <a:miter/>
            <a:headEnd type="none" w="med" len="med"/>
            <a:tailEnd type="none" w="med" len="med"/>
          </a:ln>
        </p:spPr>
        <p:txBody>
          <a:bodyPr lIns="0" tIns="0" rIns="0" bIns="0"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35865" name="Rectangle 25"/>
          <p:cNvSpPr/>
          <p:nvPr>
            <p:custDataLst>
              <p:tags r:id="rId8"/>
            </p:custDataLst>
          </p:nvPr>
        </p:nvSpPr>
        <p:spPr>
          <a:xfrm>
            <a:off x="3957638" y="4065588"/>
            <a:ext cx="1720850" cy="304800"/>
          </a:xfrm>
          <a:prstGeom prst="rect">
            <a:avLst/>
          </a:prstGeom>
          <a:noFill/>
          <a:ln w="19050" cap="flat" cmpd="sng">
            <a:solidFill>
              <a:schemeClr val="accent2"/>
            </a:solidFill>
            <a:prstDash val="solid"/>
            <a:miter/>
            <a:headEnd type="none" w="med" len="med"/>
            <a:tailEnd type="none" w="med" len="med"/>
          </a:ln>
        </p:spPr>
        <p:txBody>
          <a:bodyPr lIns="0" tIns="0" rIns="0" bIns="0"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35866" name="Rectangle 26"/>
          <p:cNvSpPr/>
          <p:nvPr>
            <p:custDataLst>
              <p:tags r:id="rId9"/>
            </p:custDataLst>
          </p:nvPr>
        </p:nvSpPr>
        <p:spPr>
          <a:xfrm>
            <a:off x="5480050" y="3278188"/>
            <a:ext cx="198438" cy="1092200"/>
          </a:xfrm>
          <a:prstGeom prst="rect">
            <a:avLst/>
          </a:prstGeom>
          <a:noFill/>
          <a:ln w="19050" cap="flat" cmpd="sng">
            <a:solidFill>
              <a:schemeClr val="accent2"/>
            </a:solidFill>
            <a:prstDash val="solid"/>
            <a:miter/>
            <a:headEnd type="none" w="med" len="med"/>
            <a:tailEnd type="none" w="med" len="med"/>
          </a:ln>
        </p:spPr>
        <p:txBody>
          <a:bodyPr lIns="0" tIns="0" rIns="0" bIns="0"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35867" name="Rectangle 27"/>
          <p:cNvSpPr/>
          <p:nvPr>
            <p:custDataLst>
              <p:tags r:id="rId10"/>
            </p:custDataLst>
          </p:nvPr>
        </p:nvSpPr>
        <p:spPr>
          <a:xfrm>
            <a:off x="4960938" y="3278188"/>
            <a:ext cx="198437" cy="1092200"/>
          </a:xfrm>
          <a:prstGeom prst="rect">
            <a:avLst/>
          </a:prstGeom>
          <a:noFill/>
          <a:ln w="19050" cap="flat" cmpd="sng">
            <a:solidFill>
              <a:schemeClr val="accent2"/>
            </a:solidFill>
            <a:prstDash val="solid"/>
            <a:miter/>
            <a:headEnd type="none" w="med" len="med"/>
            <a:tailEnd type="none" w="med" len="med"/>
          </a:ln>
        </p:spPr>
        <p:txBody>
          <a:bodyPr lIns="0" tIns="0" rIns="0" bIns="0"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Tree>
  </p:cSld>
  <p:clrMapOvr>
    <a:masterClrMapping/>
  </p:clrMapOvr>
  <mc:AlternateContent xmlns:mc="http://schemas.openxmlformats.org/markup-compatibility/2006" xmlns:p14="http://schemas.microsoft.com/office/powerpoint/2010/main">
    <mc:Choice Requires="p14">
      <p:transition spd="slow" p14:dur="125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54">
                                            <p:txEl>
                                              <p:pRg st="0" end="0"/>
                                            </p:txEl>
                                          </p:spTgt>
                                        </p:tgtEl>
                                        <p:attrNameLst>
                                          <p:attrName>style.visibility</p:attrName>
                                        </p:attrNameLst>
                                      </p:cBhvr>
                                      <p:to>
                                        <p:strVal val="visible"/>
                                      </p:to>
                                    </p:set>
                                    <p:animEffect transition="in" filter="wipe(left)">
                                      <p:cBhvr>
                                        <p:cTn id="7" dur="500"/>
                                        <p:tgtEl>
                                          <p:spTgt spid="358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5862"/>
                                        </p:tgtEl>
                                        <p:attrNameLst>
                                          <p:attrName>style.visibility</p:attrName>
                                        </p:attrNameLst>
                                      </p:cBhvr>
                                      <p:to>
                                        <p:strVal val="visible"/>
                                      </p:to>
                                    </p:set>
                                    <p:animEffect transition="in" filter="wipe(left)">
                                      <p:cBhvr>
                                        <p:cTn id="12" dur="500"/>
                                        <p:tgtEl>
                                          <p:spTgt spid="3586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5863"/>
                                        </p:tgtEl>
                                        <p:attrNameLst>
                                          <p:attrName>style.visibility</p:attrName>
                                        </p:attrNameLst>
                                      </p:cBhvr>
                                      <p:to>
                                        <p:strVal val="visible"/>
                                      </p:to>
                                    </p:set>
                                    <p:animEffect transition="in" filter="wipe(left)">
                                      <p:cBhvr>
                                        <p:cTn id="17" dur="500"/>
                                        <p:tgtEl>
                                          <p:spTgt spid="3586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5865"/>
                                        </p:tgtEl>
                                        <p:attrNameLst>
                                          <p:attrName>style.visibility</p:attrName>
                                        </p:attrNameLst>
                                      </p:cBhvr>
                                      <p:to>
                                        <p:strVal val="visible"/>
                                      </p:to>
                                    </p:set>
                                    <p:animEffect transition="in" filter="wipe(left)">
                                      <p:cBhvr>
                                        <p:cTn id="22" dur="500"/>
                                        <p:tgtEl>
                                          <p:spTgt spid="3586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5864"/>
                                        </p:tgtEl>
                                        <p:attrNameLst>
                                          <p:attrName>style.visibility</p:attrName>
                                        </p:attrNameLst>
                                      </p:cBhvr>
                                      <p:to>
                                        <p:strVal val="visible"/>
                                      </p:to>
                                    </p:set>
                                    <p:animEffect transition="in" filter="wipe(up)">
                                      <p:cBhvr>
                                        <p:cTn id="27" dur="500"/>
                                        <p:tgtEl>
                                          <p:spTgt spid="3586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35867"/>
                                        </p:tgtEl>
                                        <p:attrNameLst>
                                          <p:attrName>style.visibility</p:attrName>
                                        </p:attrNameLst>
                                      </p:cBhvr>
                                      <p:to>
                                        <p:strVal val="visible"/>
                                      </p:to>
                                    </p:set>
                                    <p:animEffect transition="in" filter="wipe(up)">
                                      <p:cBhvr>
                                        <p:cTn id="32" dur="500"/>
                                        <p:tgtEl>
                                          <p:spTgt spid="3586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35866"/>
                                        </p:tgtEl>
                                        <p:attrNameLst>
                                          <p:attrName>style.visibility</p:attrName>
                                        </p:attrNameLst>
                                      </p:cBhvr>
                                      <p:to>
                                        <p:strVal val="visible"/>
                                      </p:to>
                                    </p:set>
                                    <p:animEffect transition="in" filter="wipe(up)">
                                      <p:cBhvr>
                                        <p:cTn id="37" dur="500"/>
                                        <p:tgtEl>
                                          <p:spTgt spid="3586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5855"/>
                                        </p:tgtEl>
                                        <p:attrNameLst>
                                          <p:attrName>style.visibility</p:attrName>
                                        </p:attrNameLst>
                                      </p:cBhvr>
                                      <p:to>
                                        <p:strVal val="visible"/>
                                      </p:to>
                                    </p:set>
                                    <p:animEffect transition="in" filter="wipe(left)">
                                      <p:cBhvr>
                                        <p:cTn id="42" dur="500"/>
                                        <p:tgtEl>
                                          <p:spTgt spid="358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5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0">
            <a:hlinkClick r:id="rId4" action="ppaction://hlinksldjump"/>
          </p:cNvPr>
          <p:cNvSpPr>
            <a:spLocks noChangeArrowheads="1"/>
          </p:cNvSpPr>
          <p:nvPr/>
        </p:nvSpPr>
        <p:spPr bwMode="auto">
          <a:xfrm>
            <a:off x="450850" y="393700"/>
            <a:ext cx="40322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Gulim" panose="020B0600000101010101" pitchFamily="34" charset="-127"/>
              <a:cs typeface="Times New Roman" panose="02020603050405020304" pitchFamily="18" charset="0"/>
            </a:endParaRPr>
          </a:p>
        </p:txBody>
      </p:sp>
      <p:grpSp>
        <p:nvGrpSpPr>
          <p:cNvPr id="45059" name="Group 31"/>
          <p:cNvGrpSpPr/>
          <p:nvPr/>
        </p:nvGrpSpPr>
        <p:grpSpPr bwMode="auto">
          <a:xfrm>
            <a:off x="0" y="0"/>
            <a:ext cx="6371219" cy="825500"/>
            <a:chOff x="51" y="0"/>
            <a:chExt cx="3023" cy="246"/>
          </a:xfrm>
        </p:grpSpPr>
        <p:sp>
          <p:nvSpPr>
            <p:cNvPr id="23" name="Line 32"/>
            <p:cNvSpPr>
              <a:spLocks noChangeShapeType="1"/>
            </p:cNvSpPr>
            <p:nvPr/>
          </p:nvSpPr>
          <p:spPr bwMode="auto">
            <a:xfrm flipV="1">
              <a:off x="96" y="202"/>
              <a:ext cx="2978" cy="0"/>
            </a:xfrm>
            <a:prstGeom prst="line">
              <a:avLst/>
            </a:prstGeom>
            <a:noFill/>
            <a:ln w="28575">
              <a:solidFill>
                <a:srgbClr val="0000FF"/>
              </a:solidFill>
              <a:round/>
            </a:ln>
            <a:effectLst>
              <a:glow rad="63500">
                <a:schemeClr val="accent3">
                  <a:satMod val="175000"/>
                  <a:alpha val="40000"/>
                </a:schemeClr>
              </a:glo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5076" name="Picture 33" descr="BD10263_"/>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 y="0"/>
              <a:ext cx="24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060" name="Rectangle 30"/>
          <p:cNvSpPr>
            <a:spLocks noChangeArrowheads="1"/>
          </p:cNvSpPr>
          <p:nvPr/>
        </p:nvSpPr>
        <p:spPr bwMode="auto">
          <a:xfrm>
            <a:off x="518465" y="163830"/>
            <a:ext cx="653732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基本问题</a:t>
            </a:r>
            <a:r>
              <a:rPr kumimoji="1" lang="en-US" altLang="zh-CN"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600" b="1" i="1" dirty="0">
                <a:solidFill>
                  <a:srgbClr val="C00000"/>
                </a:solidFill>
                <a:latin typeface="Times New Roman" panose="02020603050405020304" pitchFamily="18" charset="0"/>
                <a:ea typeface="黑体" panose="02010609060101010101" pitchFamily="49" charset="-122"/>
                <a:sym typeface="+mn-ea"/>
              </a:rPr>
              <a:t>k</a:t>
            </a:r>
            <a:r>
              <a:rPr lang="en-US" altLang="zh-CN" sz="2600" b="1" i="1" dirty="0">
                <a:solidFill>
                  <a:schemeClr val="accent2"/>
                </a:solidFill>
                <a:latin typeface="Times New Roman" panose="02020603050405020304" pitchFamily="18" charset="0"/>
                <a:ea typeface="黑体" panose="02010609060101010101" pitchFamily="49" charset="-122"/>
                <a:sym typeface="+mn-ea"/>
              </a:rPr>
              <a:t> </a:t>
            </a:r>
            <a:r>
              <a:rPr lang="zh-CN" altLang="en-US" sz="2600" b="1" noProof="0" dirty="0">
                <a:ln>
                  <a:noFill/>
                </a:ln>
                <a:solidFill>
                  <a:srgbClr val="C00000"/>
                </a:solidFill>
                <a:effectLst/>
                <a:uLnTx/>
                <a:uFillTx/>
                <a:latin typeface="华文中宋" panose="02010600040101010101" pitchFamily="2" charset="-122"/>
                <a:ea typeface="华文中宋" panose="02010600040101010101" pitchFamily="2" charset="-122"/>
                <a:cs typeface="Times New Roman" panose="02020603050405020304" pitchFamily="18" charset="0"/>
                <a:sym typeface="+mn-ea"/>
              </a:rPr>
              <a:t>阶子式的定义</a:t>
            </a:r>
            <a:endParaRPr kumimoji="1" lang="zh-CN" altLang="en-US" sz="26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 name="矩形 4"/>
          <p:cNvSpPr>
            <a:spLocks noChangeArrowheads="1"/>
          </p:cNvSpPr>
          <p:nvPr>
            <p:custDataLst>
              <p:tags r:id="rId1"/>
            </p:custDataLst>
          </p:nvPr>
        </p:nvSpPr>
        <p:spPr bwMode="auto">
          <a:xfrm>
            <a:off x="612140" y="1052830"/>
            <a:ext cx="1827530"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定义</a:t>
            </a:r>
            <a:r>
              <a:rPr kumimoji="1" lang="en-US" altLang="zh-CN"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2.18</a:t>
            </a:r>
          </a:p>
        </p:txBody>
      </p:sp>
      <p:sp>
        <p:nvSpPr>
          <p:cNvPr id="6" name="Text Box 13"/>
          <p:cNvSpPr txBox="1">
            <a:spLocks noChangeArrowheads="1"/>
          </p:cNvSpPr>
          <p:nvPr>
            <p:custDataLst>
              <p:tags r:id="rId2"/>
            </p:custDataLst>
          </p:nvPr>
        </p:nvSpPr>
        <p:spPr bwMode="auto">
          <a:xfrm>
            <a:off x="450850" y="981075"/>
            <a:ext cx="8444230" cy="2232025"/>
          </a:xfrm>
          <a:prstGeom prst="rect">
            <a:avLst/>
          </a:prstGeom>
          <a:noFill/>
          <a:ln w="9525">
            <a:noFill/>
            <a:miter lim="800000"/>
          </a:ln>
          <a:effectLst/>
        </p:spPr>
        <p:txBody>
          <a:bodyPr wrap="square">
            <a:spAutoFit/>
          </a:bodyPr>
          <a:lstStyle/>
          <a:p>
            <a:pPr marL="0" marR="0" indent="0" defTabSz="914400" eaLnBrk="1" latinLnBrk="0" hangingPunct="1">
              <a:lnSpc>
                <a:spcPct val="120000"/>
              </a:lnSpc>
              <a:spcBef>
                <a:spcPts val="0"/>
              </a:spcBef>
              <a:buClrTx/>
              <a:buSzTx/>
              <a:buFontTx/>
              <a:buNone/>
              <a:defRPr/>
            </a:pPr>
            <a:r>
              <a:rPr kumimoji="1" lang="zh-CN" altLang="en-US" sz="3200" b="1" kern="1200" cap="none" spc="0" normalizeH="0" baseline="0" noProof="0"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 </a:t>
            </a:r>
            <a:r>
              <a:rPr kumimoji="1" lang="en-US" altLang="zh-CN" sz="3200" b="1" kern="1200" cap="none" spc="0" normalizeH="0" baseline="0" noProof="0"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                    </a:t>
            </a:r>
            <a:r>
              <a:rPr lang="zh-CN" altLang="en-US" b="1" dirty="0">
                <a:solidFill>
                  <a:schemeClr val="tx1"/>
                </a:solidFill>
                <a:latin typeface="华文中宋" panose="02010600040101010101" pitchFamily="2" charset="-122"/>
                <a:ea typeface="华文中宋" panose="02010600040101010101" pitchFamily="2" charset="-122"/>
                <a:sym typeface="+mn-ea"/>
              </a:rPr>
              <a:t>设</a:t>
            </a:r>
            <a:r>
              <a:rPr lang="en-US" altLang="zh-CN" b="1" i="1" dirty="0">
                <a:ea typeface="黑体" panose="02010609060101010101" pitchFamily="49" charset="-122"/>
                <a:sym typeface="+mn-ea"/>
              </a:rPr>
              <a:t>A</a:t>
            </a:r>
            <a:r>
              <a:rPr lang="zh-CN" altLang="en-US" b="1" dirty="0">
                <a:solidFill>
                  <a:schemeClr val="tx1"/>
                </a:solidFill>
                <a:latin typeface="华文中宋" panose="02010600040101010101" pitchFamily="2" charset="-122"/>
                <a:ea typeface="华文中宋" panose="02010600040101010101" pitchFamily="2" charset="-122"/>
                <a:sym typeface="+mn-ea"/>
              </a:rPr>
              <a:t>是</a:t>
            </a:r>
            <a:r>
              <a:rPr lang="en-US" altLang="zh-CN" b="1" i="1" dirty="0">
                <a:ea typeface="黑体" panose="02010609060101010101" pitchFamily="49" charset="-122"/>
                <a:sym typeface="+mn-ea"/>
              </a:rPr>
              <a:t>m</a:t>
            </a:r>
            <a:r>
              <a:rPr lang="en-US" altLang="zh-CN" b="1" dirty="0">
                <a:ea typeface="黑体" panose="02010609060101010101" pitchFamily="49" charset="-122"/>
                <a:sym typeface="Symbol" panose="05050102010706020507" pitchFamily="18" charset="2"/>
              </a:rPr>
              <a:t></a:t>
            </a:r>
            <a:r>
              <a:rPr lang="en-US" altLang="zh-CN" b="1" i="1" dirty="0">
                <a:ea typeface="黑体" panose="02010609060101010101" pitchFamily="49" charset="-122"/>
                <a:sym typeface="+mn-ea"/>
              </a:rPr>
              <a:t>n</a:t>
            </a:r>
            <a:r>
              <a:rPr lang="zh-CN" altLang="en-US" b="1" dirty="0">
                <a:solidFill>
                  <a:schemeClr val="tx1"/>
                </a:solidFill>
                <a:latin typeface="华文中宋" panose="02010600040101010101" pitchFamily="2" charset="-122"/>
                <a:ea typeface="华文中宋" panose="02010600040101010101" pitchFamily="2" charset="-122"/>
                <a:sym typeface="+mn-ea"/>
              </a:rPr>
              <a:t>矩阵，从</a:t>
            </a:r>
            <a:r>
              <a:rPr lang="en-US" altLang="zh-CN" b="1" i="1" dirty="0">
                <a:ea typeface="黑体" panose="02010609060101010101" pitchFamily="49" charset="-122"/>
                <a:sym typeface="+mn-ea"/>
              </a:rPr>
              <a:t>A</a:t>
            </a:r>
            <a:r>
              <a:rPr lang="zh-CN" altLang="en-US" b="1" dirty="0">
                <a:solidFill>
                  <a:schemeClr val="tx1"/>
                </a:solidFill>
                <a:latin typeface="华文中宋" panose="02010600040101010101" pitchFamily="2" charset="-122"/>
                <a:ea typeface="华文中宋" panose="02010600040101010101" pitchFamily="2" charset="-122"/>
                <a:sym typeface="+mn-ea"/>
              </a:rPr>
              <a:t>中任取</a:t>
            </a:r>
            <a:r>
              <a:rPr lang="en-US" altLang="zh-CN" b="1" i="1" dirty="0">
                <a:ea typeface="黑体" panose="02010609060101010101" pitchFamily="49" charset="-122"/>
                <a:sym typeface="+mn-ea"/>
              </a:rPr>
              <a:t>k</a:t>
            </a:r>
            <a:r>
              <a:rPr lang="zh-CN" altLang="en-US" b="1" dirty="0">
                <a:solidFill>
                  <a:schemeClr val="tx1"/>
                </a:solidFill>
                <a:latin typeface="华文中宋" panose="02010600040101010101" pitchFamily="2" charset="-122"/>
                <a:ea typeface="华文中宋" panose="02010600040101010101" pitchFamily="2" charset="-122"/>
                <a:sym typeface="+mn-ea"/>
              </a:rPr>
              <a:t>行</a:t>
            </a:r>
            <a:r>
              <a:rPr lang="en-US" altLang="zh-CN" b="1" i="1" dirty="0">
                <a:ea typeface="黑体" panose="02010609060101010101" pitchFamily="49" charset="-122"/>
                <a:sym typeface="+mn-ea"/>
              </a:rPr>
              <a:t>k</a:t>
            </a:r>
            <a:r>
              <a:rPr lang="zh-CN" altLang="en-US" b="1" dirty="0">
                <a:solidFill>
                  <a:schemeClr val="tx1"/>
                </a:solidFill>
                <a:latin typeface="华文中宋" panose="02010600040101010101" pitchFamily="2" charset="-122"/>
                <a:ea typeface="华文中宋" panose="02010600040101010101" pitchFamily="2" charset="-122"/>
                <a:sym typeface="+mn-ea"/>
              </a:rPr>
              <a:t>列</a:t>
            </a:r>
            <a:r>
              <a:rPr lang="en-US" altLang="zh-CN" b="1" dirty="0">
                <a:ea typeface="黑体" panose="02010609060101010101" pitchFamily="49" charset="-122"/>
                <a:sym typeface="+mn-ea"/>
              </a:rPr>
              <a:t>(</a:t>
            </a:r>
            <a:r>
              <a:rPr lang="en-US" altLang="zh-CN" b="1" i="1" dirty="0">
                <a:ea typeface="黑体" panose="02010609060101010101" pitchFamily="49" charset="-122"/>
                <a:sym typeface="+mn-ea"/>
              </a:rPr>
              <a:t>k</a:t>
            </a:r>
            <a:r>
              <a:rPr lang="en-US" altLang="zh-CN" b="1" dirty="0">
                <a:ea typeface="黑体" panose="02010609060101010101" pitchFamily="49" charset="-122"/>
                <a:sym typeface="Symbol" panose="05050102010706020507" pitchFamily="18" charset="2"/>
              </a:rPr>
              <a:t></a:t>
            </a:r>
            <a:r>
              <a:rPr lang="en-US" altLang="zh-CN" b="1" dirty="0">
                <a:ea typeface="黑体" panose="02010609060101010101" pitchFamily="49" charset="-122"/>
                <a:sym typeface="+mn-ea"/>
              </a:rPr>
              <a:t>min(</a:t>
            </a:r>
            <a:r>
              <a:rPr lang="en-US" altLang="zh-CN" b="1" i="1" dirty="0">
                <a:ea typeface="黑体" panose="02010609060101010101" pitchFamily="49" charset="-122"/>
                <a:sym typeface="+mn-ea"/>
              </a:rPr>
              <a:t>m</a:t>
            </a:r>
            <a:r>
              <a:rPr lang="en-US" altLang="zh-CN" b="1" dirty="0">
                <a:ea typeface="黑体" panose="02010609060101010101" pitchFamily="49" charset="-122"/>
                <a:sym typeface="+mn-ea"/>
              </a:rPr>
              <a:t>, </a:t>
            </a:r>
            <a:r>
              <a:rPr lang="en-US" altLang="zh-CN" b="1" i="1" dirty="0">
                <a:ea typeface="黑体" panose="02010609060101010101" pitchFamily="49" charset="-122"/>
                <a:sym typeface="+mn-ea"/>
              </a:rPr>
              <a:t>n</a:t>
            </a:r>
            <a:r>
              <a:rPr lang="en-US" altLang="zh-CN" b="1" dirty="0">
                <a:ea typeface="黑体" panose="02010609060101010101" pitchFamily="49" charset="-122"/>
                <a:sym typeface="+mn-ea"/>
              </a:rPr>
              <a:t>))</a:t>
            </a:r>
            <a:r>
              <a:rPr lang="zh-CN" altLang="en-US" b="1" dirty="0">
                <a:solidFill>
                  <a:schemeClr val="tx1"/>
                </a:solidFill>
                <a:latin typeface="华文中宋" panose="02010600040101010101" pitchFamily="2" charset="-122"/>
                <a:ea typeface="华文中宋" panose="02010600040101010101" pitchFamily="2" charset="-122"/>
                <a:sym typeface="+mn-ea"/>
              </a:rPr>
              <a:t>，位于这些行和列的相交处的元素，保持它们原来的相对位置所构成的</a:t>
            </a:r>
            <a:r>
              <a:rPr lang="en-US" altLang="zh-CN" b="1" i="1" dirty="0">
                <a:ea typeface="黑体" panose="02010609060101010101" pitchFamily="49" charset="-122"/>
                <a:sym typeface="+mn-ea"/>
              </a:rPr>
              <a:t>k</a:t>
            </a:r>
            <a:r>
              <a:rPr lang="zh-CN" altLang="en-US" b="1" dirty="0">
                <a:solidFill>
                  <a:schemeClr val="tx1"/>
                </a:solidFill>
                <a:latin typeface="华文中宋" panose="02010600040101010101" pitchFamily="2" charset="-122"/>
                <a:ea typeface="华文中宋" panose="02010600040101010101" pitchFamily="2" charset="-122"/>
                <a:sym typeface="+mn-ea"/>
              </a:rPr>
              <a:t>阶行列式，称为矩阵</a:t>
            </a:r>
            <a:r>
              <a:rPr lang="en-US" altLang="zh-CN" b="1" i="1" dirty="0">
                <a:ea typeface="黑体" panose="02010609060101010101" pitchFamily="49" charset="-122"/>
                <a:sym typeface="+mn-ea"/>
              </a:rPr>
              <a:t>A</a:t>
            </a:r>
            <a:r>
              <a:rPr lang="zh-CN" altLang="en-US" b="1" dirty="0">
                <a:solidFill>
                  <a:schemeClr val="tx1"/>
                </a:solidFill>
                <a:latin typeface="华文中宋" panose="02010600040101010101" pitchFamily="2" charset="-122"/>
                <a:ea typeface="华文中宋" panose="02010600040101010101" pitchFamily="2" charset="-122"/>
                <a:sym typeface="+mn-ea"/>
              </a:rPr>
              <a:t>的一个</a:t>
            </a:r>
            <a:r>
              <a:rPr lang="en-US" altLang="zh-CN" b="1" i="1" dirty="0">
                <a:ea typeface="黑体" panose="02010609060101010101" pitchFamily="49" charset="-122"/>
                <a:sym typeface="+mn-ea"/>
              </a:rPr>
              <a:t>k</a:t>
            </a:r>
            <a:r>
              <a:rPr lang="zh-CN" altLang="en-US" b="1" dirty="0">
                <a:solidFill>
                  <a:schemeClr val="tx1"/>
                </a:solidFill>
                <a:latin typeface="华文中宋" panose="02010600040101010101" pitchFamily="2" charset="-122"/>
                <a:ea typeface="华文中宋" panose="02010600040101010101" pitchFamily="2" charset="-122"/>
                <a:sym typeface="+mn-ea"/>
              </a:rPr>
              <a:t>阶子式。</a:t>
            </a:r>
            <a:endParaRPr lang="zh-CN" altLang="zh-CN" b="1" dirty="0">
              <a:solidFill>
                <a:schemeClr val="tx1"/>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25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0">
            <a:hlinkClick r:id="rId5" action="ppaction://hlinksldjump"/>
          </p:cNvPr>
          <p:cNvSpPr>
            <a:spLocks noChangeArrowheads="1"/>
          </p:cNvSpPr>
          <p:nvPr/>
        </p:nvSpPr>
        <p:spPr bwMode="auto">
          <a:xfrm>
            <a:off x="450850" y="393700"/>
            <a:ext cx="40322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Gulim" panose="020B0600000101010101" pitchFamily="34" charset="-127"/>
              <a:cs typeface="Times New Roman" panose="02020603050405020304" pitchFamily="18" charset="0"/>
            </a:endParaRPr>
          </a:p>
        </p:txBody>
      </p:sp>
      <p:grpSp>
        <p:nvGrpSpPr>
          <p:cNvPr id="45059" name="Group 31"/>
          <p:cNvGrpSpPr/>
          <p:nvPr/>
        </p:nvGrpSpPr>
        <p:grpSpPr bwMode="auto">
          <a:xfrm>
            <a:off x="0" y="0"/>
            <a:ext cx="6371219" cy="825500"/>
            <a:chOff x="51" y="0"/>
            <a:chExt cx="3023" cy="246"/>
          </a:xfrm>
        </p:grpSpPr>
        <p:sp>
          <p:nvSpPr>
            <p:cNvPr id="23" name="Line 32"/>
            <p:cNvSpPr>
              <a:spLocks noChangeShapeType="1"/>
            </p:cNvSpPr>
            <p:nvPr/>
          </p:nvSpPr>
          <p:spPr bwMode="auto">
            <a:xfrm flipV="1">
              <a:off x="96" y="202"/>
              <a:ext cx="2978" cy="0"/>
            </a:xfrm>
            <a:prstGeom prst="line">
              <a:avLst/>
            </a:prstGeom>
            <a:noFill/>
            <a:ln w="28575">
              <a:solidFill>
                <a:srgbClr val="0000FF"/>
              </a:solidFill>
              <a:round/>
            </a:ln>
            <a:effectLst>
              <a:glow rad="63500">
                <a:schemeClr val="accent3">
                  <a:satMod val="175000"/>
                  <a:alpha val="40000"/>
                </a:schemeClr>
              </a:glo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5076" name="Picture 33" descr="BD10263_"/>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 y="0"/>
              <a:ext cx="24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060" name="Rectangle 30"/>
          <p:cNvSpPr>
            <a:spLocks noChangeArrowheads="1"/>
          </p:cNvSpPr>
          <p:nvPr/>
        </p:nvSpPr>
        <p:spPr bwMode="auto">
          <a:xfrm>
            <a:off x="518465" y="163830"/>
            <a:ext cx="653732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重点问题</a:t>
            </a:r>
            <a:r>
              <a:rPr kumimoji="1" lang="en-US" altLang="zh-CN"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矩阵的秩</a:t>
            </a:r>
            <a:r>
              <a:rPr lang="zh-CN" altLang="en-US" sz="2600" b="1" noProof="0" dirty="0">
                <a:ln>
                  <a:noFill/>
                </a:ln>
                <a:solidFill>
                  <a:srgbClr val="C00000"/>
                </a:solidFill>
                <a:effectLst/>
                <a:uLnTx/>
                <a:uFillTx/>
                <a:latin typeface="华文中宋" panose="02010600040101010101" pitchFamily="2" charset="-122"/>
                <a:ea typeface="华文中宋" panose="02010600040101010101" pitchFamily="2" charset="-122"/>
                <a:cs typeface="Times New Roman" panose="02020603050405020304" pitchFamily="18" charset="0"/>
                <a:sym typeface="+mn-ea"/>
              </a:rPr>
              <a:t>的定义</a:t>
            </a:r>
            <a:endParaRPr kumimoji="1" lang="zh-CN" altLang="en-US" sz="26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2" name="矩形 1"/>
          <p:cNvSpPr>
            <a:spLocks noChangeArrowheads="1"/>
          </p:cNvSpPr>
          <p:nvPr>
            <p:custDataLst>
              <p:tags r:id="rId1"/>
            </p:custDataLst>
          </p:nvPr>
        </p:nvSpPr>
        <p:spPr bwMode="auto">
          <a:xfrm>
            <a:off x="755650" y="1031875"/>
            <a:ext cx="2819400"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定义</a:t>
            </a:r>
            <a:r>
              <a:rPr kumimoji="1" lang="en-US" altLang="zh-CN"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2.19</a:t>
            </a:r>
          </a:p>
        </p:txBody>
      </p:sp>
      <p:sp>
        <p:nvSpPr>
          <p:cNvPr id="3" name="Text Box 13"/>
          <p:cNvSpPr txBox="1">
            <a:spLocks noChangeArrowheads="1"/>
          </p:cNvSpPr>
          <p:nvPr>
            <p:custDataLst>
              <p:tags r:id="rId2"/>
            </p:custDataLst>
          </p:nvPr>
        </p:nvSpPr>
        <p:spPr bwMode="auto">
          <a:xfrm>
            <a:off x="307340" y="969010"/>
            <a:ext cx="8444230" cy="2232025"/>
          </a:xfrm>
          <a:prstGeom prst="rect">
            <a:avLst/>
          </a:prstGeom>
          <a:noFill/>
          <a:ln w="9525">
            <a:noFill/>
            <a:miter lim="800000"/>
          </a:ln>
          <a:effectLst/>
        </p:spPr>
        <p:txBody>
          <a:bodyPr wrap="square">
            <a:spAutoFit/>
          </a:bodyPr>
          <a:lstStyle/>
          <a:p>
            <a:pPr marL="0" lvl="0" indent="0" algn="just" eaLnBrk="1" hangingPunct="1">
              <a:lnSpc>
                <a:spcPct val="120000"/>
              </a:lnSpc>
              <a:spcBef>
                <a:spcPct val="0"/>
              </a:spcBef>
              <a:buClrTx/>
              <a:buSzTx/>
              <a:buFontTx/>
              <a:buNone/>
            </a:pPr>
            <a:r>
              <a:rPr kumimoji="1" lang="zh-CN" altLang="en-US" sz="3200" b="1" kern="1200" cap="none" spc="0" normalizeH="0" baseline="0" noProof="0"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 </a:t>
            </a:r>
            <a:r>
              <a:rPr kumimoji="1" lang="en-US" altLang="zh-CN" sz="3200" b="1" kern="1200" cap="none" spc="0" normalizeH="0" baseline="0" noProof="0"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                    </a:t>
            </a:r>
            <a:r>
              <a:rPr lang="zh-CN" altLang="en-US" b="1" dirty="0">
                <a:solidFill>
                  <a:schemeClr val="tx1"/>
                </a:solidFill>
                <a:latin typeface="华文中宋" panose="02010600040101010101" pitchFamily="2" charset="-122"/>
                <a:ea typeface="华文中宋" panose="02010600040101010101" pitchFamily="2" charset="-122"/>
                <a:sym typeface="+mn-ea"/>
              </a:rPr>
              <a:t>设</a:t>
            </a:r>
            <a:r>
              <a:rPr lang="en-US" altLang="zh-CN" b="1" i="1" dirty="0">
                <a:ea typeface="黑体" panose="02010609060101010101" pitchFamily="49" charset="-122"/>
                <a:sym typeface="+mn-ea"/>
              </a:rPr>
              <a:t>A</a:t>
            </a:r>
            <a:r>
              <a:rPr lang="zh-CN" altLang="en-US" b="1" dirty="0">
                <a:solidFill>
                  <a:schemeClr val="tx1"/>
                </a:solidFill>
                <a:latin typeface="华文中宋" panose="02010600040101010101" pitchFamily="2" charset="-122"/>
                <a:ea typeface="华文中宋" panose="02010600040101010101" pitchFamily="2" charset="-122"/>
                <a:sym typeface="+mn-ea"/>
              </a:rPr>
              <a:t>为</a:t>
            </a:r>
            <a:r>
              <a:rPr lang="en-US" altLang="zh-CN" b="1" i="1" dirty="0">
                <a:ea typeface="黑体" panose="02010609060101010101" pitchFamily="49" charset="-122"/>
                <a:sym typeface="+mn-ea"/>
              </a:rPr>
              <a:t>m</a:t>
            </a:r>
            <a:r>
              <a:rPr lang="en-US" altLang="zh-CN" b="1" dirty="0">
                <a:ea typeface="黑体" panose="02010609060101010101" pitchFamily="49" charset="-122"/>
                <a:sym typeface="Symbol" panose="05050102010706020507" pitchFamily="18" charset="2"/>
              </a:rPr>
              <a:t></a:t>
            </a:r>
            <a:r>
              <a:rPr lang="en-US" altLang="zh-CN" b="1" i="1" dirty="0">
                <a:ea typeface="黑体" panose="02010609060101010101" pitchFamily="49" charset="-122"/>
                <a:sym typeface="+mn-ea"/>
              </a:rPr>
              <a:t>n</a:t>
            </a:r>
            <a:r>
              <a:rPr lang="zh-CN" altLang="en-US" b="1" dirty="0">
                <a:solidFill>
                  <a:schemeClr val="tx1"/>
                </a:solidFill>
                <a:latin typeface="华文中宋" panose="02010600040101010101" pitchFamily="2" charset="-122"/>
                <a:ea typeface="华文中宋" panose="02010600040101010101" pitchFamily="2" charset="-122"/>
                <a:sym typeface="+mn-ea"/>
              </a:rPr>
              <a:t>矩阵，如果</a:t>
            </a:r>
            <a:r>
              <a:rPr lang="en-US" altLang="zh-CN" b="1" i="1" dirty="0">
                <a:ea typeface="黑体" panose="02010609060101010101" pitchFamily="49" charset="-122"/>
                <a:sym typeface="+mn-ea"/>
              </a:rPr>
              <a:t>A</a:t>
            </a:r>
            <a:r>
              <a:rPr lang="zh-CN" altLang="en-US" b="1" dirty="0">
                <a:solidFill>
                  <a:schemeClr val="tx1"/>
                </a:solidFill>
                <a:latin typeface="华文中宋" panose="02010600040101010101" pitchFamily="2" charset="-122"/>
                <a:ea typeface="华文中宋" panose="02010600040101010101" pitchFamily="2" charset="-122"/>
                <a:sym typeface="+mn-ea"/>
              </a:rPr>
              <a:t>中不为零的子式最高阶数为</a:t>
            </a:r>
            <a:r>
              <a:rPr lang="en-US" altLang="zh-CN" b="1" i="1" dirty="0">
                <a:ea typeface="黑体" panose="02010609060101010101" pitchFamily="49" charset="-122"/>
                <a:sym typeface="+mn-ea"/>
              </a:rPr>
              <a:t>r</a:t>
            </a:r>
            <a:r>
              <a:rPr lang="zh-CN" altLang="en-US" b="1" dirty="0">
                <a:solidFill>
                  <a:schemeClr val="tx1"/>
                </a:solidFill>
                <a:latin typeface="华文中宋" panose="02010600040101010101" pitchFamily="2" charset="-122"/>
                <a:ea typeface="华文中宋" panose="02010600040101010101" pitchFamily="2" charset="-122"/>
                <a:sym typeface="+mn-ea"/>
              </a:rPr>
              <a:t>，即存在</a:t>
            </a:r>
            <a:r>
              <a:rPr lang="en-US" altLang="zh-CN" b="1" i="1" dirty="0">
                <a:ea typeface="黑体" panose="02010609060101010101" pitchFamily="49" charset="-122"/>
                <a:sym typeface="+mn-ea"/>
              </a:rPr>
              <a:t>r</a:t>
            </a:r>
            <a:r>
              <a:rPr lang="zh-CN" altLang="en-US" b="1" dirty="0">
                <a:solidFill>
                  <a:schemeClr val="tx1"/>
                </a:solidFill>
                <a:latin typeface="华文中宋" panose="02010600040101010101" pitchFamily="2" charset="-122"/>
                <a:ea typeface="华文中宋" panose="02010600040101010101" pitchFamily="2" charset="-122"/>
                <a:sym typeface="+mn-ea"/>
              </a:rPr>
              <a:t>阶子式不为零，而任何</a:t>
            </a:r>
            <a:r>
              <a:rPr lang="en-US" altLang="zh-CN" b="1" i="1" dirty="0">
                <a:ea typeface="黑体" panose="02010609060101010101" pitchFamily="49" charset="-122"/>
                <a:sym typeface="+mn-ea"/>
              </a:rPr>
              <a:t>r</a:t>
            </a:r>
            <a:r>
              <a:rPr lang="en-US" altLang="zh-CN" b="1" dirty="0">
                <a:latin typeface="Symbol" panose="05050102010706020507" pitchFamily="18" charset="2"/>
                <a:ea typeface="黑体" panose="02010609060101010101" pitchFamily="49" charset="-122"/>
                <a:sym typeface="+mn-ea"/>
              </a:rPr>
              <a:t>+</a:t>
            </a:r>
            <a:r>
              <a:rPr lang="en-US" altLang="zh-CN" b="1" dirty="0">
                <a:ea typeface="黑体" panose="02010609060101010101" pitchFamily="49" charset="-122"/>
                <a:sym typeface="+mn-ea"/>
              </a:rPr>
              <a:t>1</a:t>
            </a:r>
            <a:r>
              <a:rPr lang="zh-CN" altLang="en-US" b="1" dirty="0">
                <a:solidFill>
                  <a:schemeClr val="tx1"/>
                </a:solidFill>
                <a:latin typeface="华文中宋" panose="02010600040101010101" pitchFamily="2" charset="-122"/>
                <a:ea typeface="华文中宋" panose="02010600040101010101" pitchFamily="2" charset="-122"/>
                <a:sym typeface="+mn-ea"/>
              </a:rPr>
              <a:t>阶子式皆为零，则称</a:t>
            </a:r>
            <a:r>
              <a:rPr lang="en-US" altLang="zh-CN" b="1" i="1" dirty="0">
                <a:ea typeface="黑体" panose="02010609060101010101" pitchFamily="49" charset="-122"/>
                <a:sym typeface="+mn-ea"/>
              </a:rPr>
              <a:t>r</a:t>
            </a:r>
            <a:r>
              <a:rPr lang="zh-CN" altLang="en-US" b="1" dirty="0">
                <a:solidFill>
                  <a:schemeClr val="tx1"/>
                </a:solidFill>
                <a:latin typeface="华文中宋" panose="02010600040101010101" pitchFamily="2" charset="-122"/>
                <a:ea typeface="华文中宋" panose="02010600040101010101" pitchFamily="2" charset="-122"/>
                <a:sym typeface="+mn-ea"/>
              </a:rPr>
              <a:t>为矩阵</a:t>
            </a:r>
            <a:r>
              <a:rPr lang="en-US" altLang="zh-CN" b="1" i="1" dirty="0">
                <a:ea typeface="黑体" panose="02010609060101010101" pitchFamily="49" charset="-122"/>
                <a:sym typeface="+mn-ea"/>
              </a:rPr>
              <a:t>A</a:t>
            </a:r>
            <a:r>
              <a:rPr lang="zh-CN" altLang="en-US" b="1" dirty="0">
                <a:solidFill>
                  <a:schemeClr val="tx1"/>
                </a:solidFill>
                <a:latin typeface="华文中宋" panose="02010600040101010101" pitchFamily="2" charset="-122"/>
                <a:ea typeface="华文中宋" panose="02010600040101010101" pitchFamily="2" charset="-122"/>
                <a:sym typeface="+mn-ea"/>
              </a:rPr>
              <a:t>的秩，记作秩</a:t>
            </a:r>
            <a:r>
              <a:rPr lang="en-US" altLang="zh-CN" b="1" dirty="0">
                <a:ea typeface="黑体" panose="02010609060101010101" pitchFamily="49" charset="-122"/>
                <a:sym typeface="+mn-ea"/>
              </a:rPr>
              <a:t>(</a:t>
            </a:r>
            <a:r>
              <a:rPr lang="en-US" altLang="zh-CN" b="1" i="1" dirty="0">
                <a:ea typeface="黑体" panose="02010609060101010101" pitchFamily="49" charset="-122"/>
                <a:sym typeface="+mn-ea"/>
              </a:rPr>
              <a:t>A</a:t>
            </a:r>
            <a:r>
              <a:rPr lang="en-US" altLang="zh-CN" b="1" dirty="0">
                <a:ea typeface="黑体" panose="02010609060101010101" pitchFamily="49" charset="-122"/>
                <a:sym typeface="+mn-ea"/>
              </a:rPr>
              <a:t>)</a:t>
            </a:r>
            <a:r>
              <a:rPr lang="en-US" altLang="zh-CN" b="1" dirty="0">
                <a:latin typeface="Symbol" panose="05050102010706020507" pitchFamily="18" charset="2"/>
                <a:ea typeface="黑体" panose="02010609060101010101" pitchFamily="49" charset="-122"/>
                <a:sym typeface="+mn-ea"/>
              </a:rPr>
              <a:t>=</a:t>
            </a:r>
            <a:r>
              <a:rPr lang="en-US" altLang="zh-CN" b="1" i="1" dirty="0">
                <a:ea typeface="黑体" panose="02010609060101010101" pitchFamily="49" charset="-122"/>
                <a:sym typeface="+mn-ea"/>
              </a:rPr>
              <a:t>r</a:t>
            </a:r>
            <a:r>
              <a:rPr lang="zh-CN" altLang="en-US" b="1" dirty="0">
                <a:solidFill>
                  <a:schemeClr val="tx1"/>
                </a:solidFill>
                <a:latin typeface="华文中宋" panose="02010600040101010101" pitchFamily="2" charset="-122"/>
                <a:ea typeface="华文中宋" panose="02010600040101010101" pitchFamily="2" charset="-122"/>
                <a:sym typeface="+mn-ea"/>
              </a:rPr>
              <a:t>或</a:t>
            </a:r>
            <a:r>
              <a:rPr lang="en-US" altLang="zh-CN" b="1" i="1" dirty="0">
                <a:ea typeface="黑体" panose="02010609060101010101" pitchFamily="49" charset="-122"/>
                <a:sym typeface="+mn-ea"/>
              </a:rPr>
              <a:t>r</a:t>
            </a:r>
            <a:r>
              <a:rPr lang="en-US" altLang="zh-CN" b="1" dirty="0">
                <a:ea typeface="黑体" panose="02010609060101010101" pitchFamily="49" charset="-122"/>
                <a:sym typeface="+mn-ea"/>
              </a:rPr>
              <a:t>(</a:t>
            </a:r>
            <a:r>
              <a:rPr lang="en-US" altLang="zh-CN" b="1" i="1" dirty="0">
                <a:ea typeface="黑体" panose="02010609060101010101" pitchFamily="49" charset="-122"/>
                <a:sym typeface="+mn-ea"/>
              </a:rPr>
              <a:t>A</a:t>
            </a:r>
            <a:r>
              <a:rPr lang="en-US" altLang="zh-CN" b="1" dirty="0">
                <a:ea typeface="黑体" panose="02010609060101010101" pitchFamily="49" charset="-122"/>
                <a:sym typeface="+mn-ea"/>
              </a:rPr>
              <a:t>)</a:t>
            </a:r>
            <a:r>
              <a:rPr lang="en-US" altLang="zh-CN" b="1" dirty="0">
                <a:latin typeface="Symbol" panose="05050102010706020507" pitchFamily="18" charset="2"/>
                <a:ea typeface="黑体" panose="02010609060101010101" pitchFamily="49" charset="-122"/>
                <a:sym typeface="+mn-ea"/>
              </a:rPr>
              <a:t>=</a:t>
            </a:r>
            <a:r>
              <a:rPr lang="en-US" altLang="zh-CN" b="1" i="1" dirty="0">
                <a:ea typeface="黑体" panose="02010609060101010101" pitchFamily="49" charset="-122"/>
                <a:sym typeface="+mn-ea"/>
              </a:rPr>
              <a:t>r</a:t>
            </a:r>
            <a:r>
              <a:rPr lang="zh-CN" altLang="en-US" b="1" dirty="0">
                <a:ea typeface="黑体" panose="02010609060101010101" pitchFamily="49" charset="-122"/>
                <a:sym typeface="+mn-ea"/>
              </a:rPr>
              <a:t>。</a:t>
            </a:r>
            <a:endParaRPr kumimoji="1" lang="zh-CN" altLang="zh-CN" sz="2800" b="1" kern="1200" cap="none" spc="0" normalizeH="0" baseline="0" noProof="0" dirty="0">
              <a:latin typeface="Times New Roman" panose="02020603050405020304" pitchFamily="18" charset="0"/>
              <a:ea typeface="黑体" panose="02010609060101010101" pitchFamily="49" charset="-122"/>
              <a:cs typeface="+mn-cs"/>
            </a:endParaRPr>
          </a:p>
        </p:txBody>
      </p:sp>
      <p:sp>
        <p:nvSpPr>
          <p:cNvPr id="38915" name="Rectangle 3"/>
          <p:cNvSpPr/>
          <p:nvPr>
            <p:custDataLst>
              <p:tags r:id="rId3"/>
            </p:custDataLst>
          </p:nvPr>
        </p:nvSpPr>
        <p:spPr>
          <a:xfrm>
            <a:off x="518160" y="3211830"/>
            <a:ext cx="7270750" cy="468462"/>
          </a:xfrm>
          <a:prstGeom prst="rect">
            <a:avLst/>
          </a:prstGeom>
          <a:noFill/>
          <a:ln w="9525">
            <a:noFill/>
          </a:ln>
        </p:spPr>
        <p:txBody>
          <a:bodyPr wrap="squar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20000"/>
              </a:lnSpc>
              <a:spcBef>
                <a:spcPct val="0"/>
              </a:spcBef>
              <a:buClrTx/>
              <a:buSzTx/>
              <a:buFontTx/>
              <a:buNone/>
            </a:pPr>
            <a:r>
              <a:rPr lang="en-US" altLang="zh-CN" sz="2800" b="1" dirty="0">
                <a:latin typeface="Times New Roman" panose="02020603050405020304" pitchFamily="18" charset="0"/>
                <a:ea typeface="黑体" panose="02010609060101010101" pitchFamily="49" charset="-122"/>
              </a:rPr>
              <a:t>        </a:t>
            </a:r>
            <a:r>
              <a:rPr lang="zh-CN" altLang="en-US" sz="2800" b="1" dirty="0">
                <a:latin typeface="华文中宋" panose="02010600040101010101" pitchFamily="2" charset="-122"/>
                <a:ea typeface="华文中宋" panose="02010600040101010101" pitchFamily="2" charset="-122"/>
                <a:sym typeface="+mn-ea"/>
              </a:rPr>
              <a:t>当</a:t>
            </a:r>
            <a:r>
              <a:rPr lang="en-US" altLang="zh-CN" sz="2800" b="1" i="1" dirty="0">
                <a:latin typeface="Times New Roman" panose="02020603050405020304" pitchFamily="18" charset="0"/>
                <a:ea typeface="黑体" panose="02010609060101010101" pitchFamily="49" charset="-122"/>
                <a:sym typeface="+mn-ea"/>
              </a:rPr>
              <a:t>A</a:t>
            </a:r>
            <a:r>
              <a:rPr lang="en-US" altLang="zh-CN" sz="2800" b="1" dirty="0">
                <a:latin typeface="Symbol" panose="05050102010706020507" pitchFamily="18" charset="2"/>
                <a:ea typeface="黑体" panose="02010609060101010101" pitchFamily="49" charset="-122"/>
                <a:sym typeface="+mn-ea"/>
              </a:rPr>
              <a:t>=</a:t>
            </a:r>
            <a:r>
              <a:rPr lang="en-US" altLang="zh-CN" sz="2800" b="1" i="1" dirty="0">
                <a:latin typeface="Times New Roman" panose="02020603050405020304" pitchFamily="18" charset="0"/>
                <a:ea typeface="黑体" panose="02010609060101010101" pitchFamily="49" charset="-122"/>
                <a:sym typeface="+mn-ea"/>
              </a:rPr>
              <a:t>O</a:t>
            </a:r>
            <a:r>
              <a:rPr lang="zh-CN" altLang="en-US" sz="2800" b="1" dirty="0">
                <a:latin typeface="华文中宋" panose="02010600040101010101" pitchFamily="2" charset="-122"/>
                <a:ea typeface="华文中宋" panose="02010600040101010101" pitchFamily="2" charset="-122"/>
                <a:sym typeface="+mn-ea"/>
              </a:rPr>
              <a:t>时，规定</a:t>
            </a:r>
            <a:r>
              <a:rPr lang="en-US" altLang="zh-CN" sz="2800" b="1" i="1" dirty="0">
                <a:latin typeface="Times New Roman" panose="02020603050405020304" pitchFamily="18" charset="0"/>
                <a:ea typeface="黑体" panose="02010609060101010101" pitchFamily="49" charset="-122"/>
                <a:sym typeface="+mn-ea"/>
              </a:rPr>
              <a:t>r</a:t>
            </a:r>
            <a:r>
              <a:rPr lang="en-US" altLang="zh-CN" sz="2800" b="1" dirty="0">
                <a:latin typeface="Times New Roman" panose="02020603050405020304" pitchFamily="18" charset="0"/>
                <a:ea typeface="黑体" panose="02010609060101010101" pitchFamily="49" charset="-122"/>
                <a:sym typeface="+mn-ea"/>
              </a:rPr>
              <a:t>(</a:t>
            </a:r>
            <a:r>
              <a:rPr lang="en-US" altLang="zh-CN" sz="2800" b="1" i="1" dirty="0">
                <a:latin typeface="Times New Roman" panose="02020603050405020304" pitchFamily="18" charset="0"/>
                <a:ea typeface="黑体" panose="02010609060101010101" pitchFamily="49" charset="-122"/>
                <a:sym typeface="+mn-ea"/>
              </a:rPr>
              <a:t>A</a:t>
            </a:r>
            <a:r>
              <a:rPr lang="en-US" altLang="zh-CN" sz="2800" b="1" dirty="0">
                <a:latin typeface="Times New Roman" panose="02020603050405020304" pitchFamily="18" charset="0"/>
                <a:ea typeface="黑体" panose="02010609060101010101" pitchFamily="49" charset="-122"/>
                <a:sym typeface="+mn-ea"/>
              </a:rPr>
              <a:t>)</a:t>
            </a:r>
            <a:r>
              <a:rPr lang="en-US" altLang="zh-CN" sz="2800" b="1" dirty="0">
                <a:latin typeface="Symbol" panose="05050102010706020507" pitchFamily="18" charset="2"/>
                <a:ea typeface="黑体" panose="02010609060101010101" pitchFamily="49" charset="-122"/>
                <a:sym typeface="+mn-ea"/>
              </a:rPr>
              <a:t>=</a:t>
            </a:r>
            <a:r>
              <a:rPr lang="en-US" altLang="zh-CN" sz="2800" b="1" dirty="0">
                <a:latin typeface="Times New Roman" panose="02020603050405020304" pitchFamily="18" charset="0"/>
                <a:ea typeface="黑体" panose="02010609060101010101" pitchFamily="49" charset="-122"/>
                <a:sym typeface="+mn-ea"/>
              </a:rPr>
              <a:t>0</a:t>
            </a:r>
            <a:r>
              <a:rPr lang="zh-CN" altLang="en-US" sz="2800" b="1" dirty="0">
                <a:latin typeface="华文中宋" panose="02010600040101010101" pitchFamily="2" charset="-122"/>
                <a:ea typeface="华文中宋" panose="02010600040101010101" pitchFamily="2" charset="-122"/>
                <a:sym typeface="+mn-ea"/>
              </a:rPr>
              <a:t>。</a:t>
            </a:r>
            <a:endParaRPr lang="zh-CN" altLang="en-US" sz="2800" b="1" dirty="0">
              <a:latin typeface="华文中宋" panose="02010600040101010101" pitchFamily="2" charset="-122"/>
              <a:ea typeface="华文中宋" panose="02010600040101010101" pitchFamily="2" charset="-122"/>
            </a:endParaRPr>
          </a:p>
        </p:txBody>
      </p:sp>
      <p:sp>
        <p:nvSpPr>
          <p:cNvPr id="10" name="Text Box 3">
            <a:extLst>
              <a:ext uri="{FF2B5EF4-FFF2-40B4-BE49-F238E27FC236}">
                <a16:creationId xmlns:a16="http://schemas.microsoft.com/office/drawing/2014/main" id="{0C882890-F417-5F4F-84D6-8E1C22F683ED}"/>
              </a:ext>
            </a:extLst>
          </p:cNvPr>
          <p:cNvSpPr txBox="1">
            <a:spLocks noChangeArrowheads="1"/>
          </p:cNvSpPr>
          <p:nvPr/>
        </p:nvSpPr>
        <p:spPr bwMode="auto">
          <a:xfrm>
            <a:off x="518160" y="4869160"/>
            <a:ext cx="8388350" cy="579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zh-CN" altLang="en-US" sz="2800" b="1">
                <a:solidFill>
                  <a:schemeClr val="tx2"/>
                </a:solidFill>
                <a:ea typeface="楷体_GB2312" pitchFamily="49" charset="-122"/>
              </a:rPr>
              <a:t>即：矩阵</a:t>
            </a:r>
            <a:r>
              <a:rPr lang="en-US" altLang="zh-CN" sz="2800" b="1" i="1">
                <a:solidFill>
                  <a:schemeClr val="tx2"/>
                </a:solidFill>
                <a:ea typeface="宋体" panose="02010600030101010101" pitchFamily="2" charset="-122"/>
              </a:rPr>
              <a:t>A</a:t>
            </a:r>
            <a:r>
              <a:rPr lang="zh-CN" altLang="en-US" sz="2800" b="1">
                <a:solidFill>
                  <a:schemeClr val="tx2"/>
                </a:solidFill>
                <a:ea typeface="楷体_GB2312" pitchFamily="49" charset="-122"/>
              </a:rPr>
              <a:t>的秩等于</a:t>
            </a:r>
            <a:r>
              <a:rPr lang="en-US" altLang="zh-CN" sz="2800" b="1" i="1">
                <a:solidFill>
                  <a:schemeClr val="tx2"/>
                </a:solidFill>
                <a:ea typeface="宋体" panose="02010600030101010101" pitchFamily="2" charset="-122"/>
              </a:rPr>
              <a:t>A</a:t>
            </a:r>
            <a:r>
              <a:rPr lang="zh-CN" altLang="en-US" sz="2800" b="1">
                <a:solidFill>
                  <a:schemeClr val="tx2"/>
                </a:solidFill>
                <a:ea typeface="楷体_GB2312" pitchFamily="49" charset="-122"/>
              </a:rPr>
              <a:t>中不为零的子式的最高阶数</a:t>
            </a:r>
            <a:r>
              <a:rPr lang="en-US" altLang="zh-CN" sz="2800" b="1">
                <a:solidFill>
                  <a:schemeClr val="tx2"/>
                </a:solidFill>
                <a:ea typeface="楷体_GB2312" pitchFamily="49" charset="-122"/>
              </a:rPr>
              <a:t>.</a:t>
            </a:r>
            <a:r>
              <a:rPr lang="en-US" altLang="zh-CN" sz="3200" b="1">
                <a:solidFill>
                  <a:schemeClr val="tx2"/>
                </a:solidFill>
                <a:ea typeface="宋体" panose="02010600030101010101" pitchFamily="2" charset="-122"/>
              </a:rPr>
              <a:t> </a:t>
            </a:r>
          </a:p>
        </p:txBody>
      </p:sp>
    </p:spTree>
  </p:cSld>
  <p:clrMapOvr>
    <a:masterClrMapping/>
  </p:clrMapOvr>
  <mc:AlternateContent xmlns:mc="http://schemas.openxmlformats.org/markup-compatibility/2006" xmlns:p14="http://schemas.microsoft.com/office/powerpoint/2010/main">
    <mc:Choice Requires="p14">
      <p:transition spd="slow" p14:dur="125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915">
                                            <p:txEl>
                                              <p:pRg st="0" end="0"/>
                                            </p:txEl>
                                          </p:spTgt>
                                        </p:tgtEl>
                                        <p:attrNameLst>
                                          <p:attrName>style.visibility</p:attrName>
                                        </p:attrNameLst>
                                      </p:cBhvr>
                                      <p:to>
                                        <p:strVal val="visible"/>
                                      </p:to>
                                    </p:set>
                                    <p:animEffect transition="in" filter="wipe(left)">
                                      <p:cBhvr>
                                        <p:cTn id="17" dur="500"/>
                                        <p:tgtEl>
                                          <p:spTgt spid="3891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8915" grpId="0" build="p"/>
      <p:bldP spid="10"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0">
            <a:hlinkClick r:id="rId30" action="ppaction://hlinksldjump"/>
          </p:cNvPr>
          <p:cNvSpPr>
            <a:spLocks noChangeArrowheads="1"/>
          </p:cNvSpPr>
          <p:nvPr/>
        </p:nvSpPr>
        <p:spPr bwMode="auto">
          <a:xfrm>
            <a:off x="450850" y="393700"/>
            <a:ext cx="40322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Gulim" panose="020B0600000101010101" pitchFamily="34" charset="-127"/>
              <a:cs typeface="Times New Roman" panose="02020603050405020304" pitchFamily="18" charset="0"/>
            </a:endParaRPr>
          </a:p>
        </p:txBody>
      </p:sp>
      <p:grpSp>
        <p:nvGrpSpPr>
          <p:cNvPr id="45059" name="Group 31"/>
          <p:cNvGrpSpPr/>
          <p:nvPr/>
        </p:nvGrpSpPr>
        <p:grpSpPr bwMode="auto">
          <a:xfrm>
            <a:off x="0" y="0"/>
            <a:ext cx="6371219" cy="825500"/>
            <a:chOff x="51" y="0"/>
            <a:chExt cx="3023" cy="246"/>
          </a:xfrm>
        </p:grpSpPr>
        <p:sp>
          <p:nvSpPr>
            <p:cNvPr id="23" name="Line 32"/>
            <p:cNvSpPr>
              <a:spLocks noChangeShapeType="1"/>
            </p:cNvSpPr>
            <p:nvPr/>
          </p:nvSpPr>
          <p:spPr bwMode="auto">
            <a:xfrm flipV="1">
              <a:off x="96" y="202"/>
              <a:ext cx="2978" cy="0"/>
            </a:xfrm>
            <a:prstGeom prst="line">
              <a:avLst/>
            </a:prstGeom>
            <a:noFill/>
            <a:ln w="28575">
              <a:solidFill>
                <a:srgbClr val="0000FF"/>
              </a:solidFill>
              <a:round/>
            </a:ln>
            <a:effectLst>
              <a:glow rad="63500">
                <a:schemeClr val="accent3">
                  <a:satMod val="175000"/>
                  <a:alpha val="40000"/>
                </a:schemeClr>
              </a:glo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5076" name="Picture 33" descr="BD10263_"/>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1" y="0"/>
              <a:ext cx="24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060" name="Rectangle 30"/>
          <p:cNvSpPr>
            <a:spLocks noChangeArrowheads="1"/>
          </p:cNvSpPr>
          <p:nvPr/>
        </p:nvSpPr>
        <p:spPr bwMode="auto">
          <a:xfrm>
            <a:off x="518465" y="163830"/>
            <a:ext cx="653732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重点问题</a:t>
            </a:r>
            <a:r>
              <a:rPr kumimoji="1" lang="en-US" altLang="zh-CN"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矩阵的秩</a:t>
            </a:r>
            <a:r>
              <a:rPr lang="zh-CN" altLang="en-US" sz="2600" b="1" noProof="0" dirty="0">
                <a:ln>
                  <a:noFill/>
                </a:ln>
                <a:solidFill>
                  <a:srgbClr val="C00000"/>
                </a:solidFill>
                <a:effectLst/>
                <a:uLnTx/>
                <a:uFillTx/>
                <a:latin typeface="华文中宋" panose="02010600040101010101" pitchFamily="2" charset="-122"/>
                <a:ea typeface="华文中宋" panose="02010600040101010101" pitchFamily="2" charset="-122"/>
                <a:cs typeface="Times New Roman" panose="02020603050405020304" pitchFamily="18" charset="0"/>
                <a:sym typeface="+mn-ea"/>
              </a:rPr>
              <a:t>的定义</a:t>
            </a:r>
            <a:endParaRPr kumimoji="1" lang="zh-CN" altLang="en-US" sz="26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39938" name="Text Box 2"/>
          <p:cNvSpPr txBox="1"/>
          <p:nvPr>
            <p:custDataLst>
              <p:tags r:id="rId1"/>
            </p:custDataLst>
          </p:nvPr>
        </p:nvSpPr>
        <p:spPr>
          <a:xfrm>
            <a:off x="94841" y="3487863"/>
            <a:ext cx="1795363" cy="47282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20000"/>
              </a:lnSpc>
              <a:spcBef>
                <a:spcPct val="0"/>
              </a:spcBef>
              <a:buClrTx/>
              <a:buSzTx/>
              <a:buFontTx/>
              <a:buNone/>
            </a:pPr>
            <a:r>
              <a:rPr lang="en-US" altLang="zh-CN" sz="2800" b="1" dirty="0">
                <a:latin typeface="Times New Roman" panose="02020603050405020304" pitchFamily="18" charset="0"/>
                <a:ea typeface="黑体" panose="02010609060101010101" pitchFamily="49" charset="-122"/>
              </a:rPr>
              <a:t>        </a:t>
            </a:r>
            <a:r>
              <a:rPr lang="zh-CN" altLang="en-US" sz="2800" b="1" dirty="0">
                <a:latin typeface="华文中宋" panose="02010600040101010101" pitchFamily="2" charset="-122"/>
                <a:ea typeface="华文中宋" panose="02010600040101010101" pitchFamily="2" charset="-122"/>
              </a:rPr>
              <a:t>例如，</a:t>
            </a:r>
          </a:p>
        </p:txBody>
      </p:sp>
      <p:sp>
        <p:nvSpPr>
          <p:cNvPr id="39939" name="Text Box 3"/>
          <p:cNvSpPr txBox="1"/>
          <p:nvPr>
            <p:custDataLst>
              <p:tags r:id="rId2"/>
            </p:custDataLst>
          </p:nvPr>
        </p:nvSpPr>
        <p:spPr>
          <a:xfrm>
            <a:off x="219325" y="4381500"/>
            <a:ext cx="2082301" cy="46846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20000"/>
              </a:lnSpc>
              <a:spcBef>
                <a:spcPct val="0"/>
              </a:spcBef>
              <a:buClrTx/>
              <a:buSzTx/>
              <a:buFontTx/>
              <a:buNone/>
            </a:pPr>
            <a:r>
              <a:rPr lang="zh-CN" altLang="en-US" sz="2800" b="1" dirty="0">
                <a:latin typeface="华文中宋" panose="02010600040101010101" pitchFamily="2" charset="-122"/>
                <a:ea typeface="华文中宋" panose="02010600040101010101" pitchFamily="2" charset="-122"/>
              </a:rPr>
              <a:t>所以</a:t>
            </a:r>
            <a:r>
              <a:rPr lang="en-US" altLang="zh-CN" sz="2800" b="1" i="1" dirty="0">
                <a:latin typeface="Times New Roman" panose="02020603050405020304" pitchFamily="18" charset="0"/>
                <a:ea typeface="黑体" panose="02010609060101010101" pitchFamily="49" charset="-122"/>
              </a:rPr>
              <a:t>r</a:t>
            </a:r>
            <a:r>
              <a:rPr lang="en-US" altLang="zh-CN" sz="2800" b="1" dirty="0">
                <a:latin typeface="Times New Roman" panose="02020603050405020304" pitchFamily="18" charset="0"/>
                <a:ea typeface="黑体" panose="02010609060101010101" pitchFamily="49" charset="-122"/>
              </a:rPr>
              <a:t>(</a:t>
            </a:r>
            <a:r>
              <a:rPr lang="en-US" altLang="zh-CN" sz="2800" b="1" i="1" dirty="0">
                <a:latin typeface="Times New Roman" panose="02020603050405020304" pitchFamily="18" charset="0"/>
                <a:ea typeface="黑体" panose="02010609060101010101" pitchFamily="49" charset="-122"/>
              </a:rPr>
              <a:t>A</a:t>
            </a:r>
            <a:r>
              <a:rPr lang="en-US" altLang="zh-CN" sz="2800" b="1" dirty="0">
                <a:latin typeface="Times New Roman" panose="02020603050405020304" pitchFamily="18" charset="0"/>
                <a:ea typeface="黑体" panose="02010609060101010101" pitchFamily="49" charset="-122"/>
              </a:rPr>
              <a:t>)=3</a:t>
            </a:r>
            <a:r>
              <a:rPr lang="zh-CN" altLang="en-US" sz="2800" b="1" dirty="0">
                <a:latin typeface="华文中宋" panose="02010600040101010101" pitchFamily="2" charset="-122"/>
                <a:ea typeface="华文中宋" panose="02010600040101010101" pitchFamily="2" charset="-122"/>
              </a:rPr>
              <a:t>。</a:t>
            </a:r>
          </a:p>
        </p:txBody>
      </p:sp>
      <p:grpSp>
        <p:nvGrpSpPr>
          <p:cNvPr id="39942" name="Group 6"/>
          <p:cNvGrpSpPr/>
          <p:nvPr/>
        </p:nvGrpSpPr>
        <p:grpSpPr>
          <a:xfrm>
            <a:off x="1696875" y="3143250"/>
            <a:ext cx="3955463" cy="1281113"/>
            <a:chOff x="1097" y="1699"/>
            <a:chExt cx="2263" cy="807"/>
          </a:xfrm>
        </p:grpSpPr>
        <p:grpSp>
          <p:nvGrpSpPr>
            <p:cNvPr id="31776" name="Group 7"/>
            <p:cNvGrpSpPr/>
            <p:nvPr/>
          </p:nvGrpSpPr>
          <p:grpSpPr>
            <a:xfrm>
              <a:off x="1878" y="1699"/>
              <a:ext cx="1044" cy="807"/>
              <a:chOff x="2880" y="2331"/>
              <a:chExt cx="1326" cy="807"/>
            </a:xfrm>
          </p:grpSpPr>
          <p:sp>
            <p:nvSpPr>
              <p:cNvPr id="31778" name="Text Box 8"/>
              <p:cNvSpPr txBox="1"/>
              <p:nvPr>
                <p:custDataLst>
                  <p:tags r:id="rId24"/>
                </p:custDataLst>
              </p:nvPr>
            </p:nvSpPr>
            <p:spPr>
              <a:xfrm>
                <a:off x="3032" y="2331"/>
                <a:ext cx="130" cy="80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1</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0</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0</a:t>
                </a:r>
              </a:p>
            </p:txBody>
          </p:sp>
          <p:sp>
            <p:nvSpPr>
              <p:cNvPr id="31779" name="Text Box 9"/>
              <p:cNvSpPr txBox="1"/>
              <p:nvPr>
                <p:custDataLst>
                  <p:tags r:id="rId25"/>
                </p:custDataLst>
              </p:nvPr>
            </p:nvSpPr>
            <p:spPr>
              <a:xfrm>
                <a:off x="3352" y="2331"/>
                <a:ext cx="129" cy="80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2</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1</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0</a:t>
                </a:r>
              </a:p>
            </p:txBody>
          </p:sp>
          <p:sp>
            <p:nvSpPr>
              <p:cNvPr id="31780" name="Text Box 10"/>
              <p:cNvSpPr txBox="1"/>
              <p:nvPr>
                <p:custDataLst>
                  <p:tags r:id="rId26"/>
                </p:custDataLst>
              </p:nvPr>
            </p:nvSpPr>
            <p:spPr>
              <a:xfrm>
                <a:off x="3996" y="2331"/>
                <a:ext cx="129" cy="80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0</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1</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0</a:t>
                </a:r>
              </a:p>
            </p:txBody>
          </p:sp>
          <p:sp>
            <p:nvSpPr>
              <p:cNvPr id="31781" name="AutoShape 11"/>
              <p:cNvSpPr/>
              <p:nvPr>
                <p:custDataLst>
                  <p:tags r:id="rId27"/>
                </p:custDataLst>
              </p:nvPr>
            </p:nvSpPr>
            <p:spPr>
              <a:xfrm>
                <a:off x="2880" y="2388"/>
                <a:ext cx="1326" cy="720"/>
              </a:xfrm>
              <a:prstGeom prst="bracketPair">
                <a:avLst>
                  <a:gd name="adj" fmla="val 4426"/>
                </a:avLst>
              </a:prstGeom>
              <a:noFill/>
              <a:ln w="1905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31782" name="Text Box 12"/>
              <p:cNvSpPr txBox="1"/>
              <p:nvPr>
                <p:custDataLst>
                  <p:tags r:id="rId28"/>
                </p:custDataLst>
              </p:nvPr>
            </p:nvSpPr>
            <p:spPr>
              <a:xfrm>
                <a:off x="3674" y="2331"/>
                <a:ext cx="129" cy="80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3</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0</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1</a:t>
                </a:r>
              </a:p>
            </p:txBody>
          </p:sp>
        </p:grpSp>
        <p:sp>
          <p:nvSpPr>
            <p:cNvPr id="31777" name="Rectangle 13"/>
            <p:cNvSpPr/>
            <p:nvPr>
              <p:custDataLst>
                <p:tags r:id="rId23"/>
              </p:custDataLst>
            </p:nvPr>
          </p:nvSpPr>
          <p:spPr>
            <a:xfrm>
              <a:off x="1097" y="1915"/>
              <a:ext cx="2263" cy="29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20000"/>
                </a:lnSpc>
                <a:spcBef>
                  <a:spcPct val="0"/>
                </a:spcBef>
                <a:buClrTx/>
                <a:buSzTx/>
                <a:buFontTx/>
                <a:buNone/>
              </a:pPr>
              <a:r>
                <a:rPr lang="zh-CN" altLang="en-US" sz="2800" b="1" dirty="0">
                  <a:latin typeface="华文中宋" panose="02010600040101010101" pitchFamily="2" charset="-122"/>
                  <a:ea typeface="华文中宋" panose="02010600040101010101" pitchFamily="2" charset="-122"/>
                </a:rPr>
                <a:t>已知</a:t>
              </a:r>
              <a:r>
                <a:rPr lang="en-US" altLang="zh-CN" sz="2800" b="1" i="1" dirty="0">
                  <a:latin typeface="Times New Roman" panose="02020603050405020304" pitchFamily="18" charset="0"/>
                  <a:ea typeface="黑体" panose="02010609060101010101" pitchFamily="49" charset="-122"/>
                </a:rPr>
                <a:t>A</a:t>
              </a:r>
              <a:r>
                <a:rPr lang="en-US" altLang="zh-CN" sz="2800" b="1" dirty="0">
                  <a:latin typeface="华文中宋" panose="02010600040101010101" pitchFamily="2" charset="-122"/>
                  <a:ea typeface="华文中宋" panose="02010600040101010101" pitchFamily="2" charset="-122"/>
                </a:rPr>
                <a:t>=                    </a:t>
              </a:r>
              <a:r>
                <a:rPr lang="zh-CN" altLang="en-US" sz="2800" b="1" dirty="0">
                  <a:latin typeface="华文中宋" panose="02010600040101010101" pitchFamily="2" charset="-122"/>
                  <a:ea typeface="华文中宋" panose="02010600040101010101" pitchFamily="2" charset="-122"/>
                </a:rPr>
                <a:t>，</a:t>
              </a:r>
            </a:p>
          </p:txBody>
        </p:sp>
      </p:grpSp>
      <p:grpSp>
        <p:nvGrpSpPr>
          <p:cNvPr id="39950" name="Group 14"/>
          <p:cNvGrpSpPr/>
          <p:nvPr/>
        </p:nvGrpSpPr>
        <p:grpSpPr>
          <a:xfrm>
            <a:off x="1558925" y="5100638"/>
            <a:ext cx="2052638" cy="1281112"/>
            <a:chOff x="507" y="2931"/>
            <a:chExt cx="1293" cy="807"/>
          </a:xfrm>
        </p:grpSpPr>
        <p:sp>
          <p:nvSpPr>
            <p:cNvPr id="31771" name="Rectangle 15"/>
            <p:cNvSpPr/>
            <p:nvPr>
              <p:custDataLst>
                <p:tags r:id="rId19"/>
              </p:custDataLst>
            </p:nvPr>
          </p:nvSpPr>
          <p:spPr>
            <a:xfrm>
              <a:off x="507" y="3140"/>
              <a:ext cx="1293" cy="29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20000"/>
                </a:lnSpc>
                <a:spcBef>
                  <a:spcPct val="0"/>
                </a:spcBef>
                <a:buClrTx/>
                <a:buSzTx/>
                <a:buFontTx/>
                <a:buNone/>
              </a:pPr>
              <a:r>
                <a:rPr lang="en-US" altLang="zh-CN" sz="2800" b="1" i="1" dirty="0">
                  <a:latin typeface="Times New Roman" panose="02020603050405020304" pitchFamily="18" charset="0"/>
                  <a:ea typeface="黑体" panose="02010609060101010101" pitchFamily="49" charset="-122"/>
                </a:rPr>
                <a:t>B</a:t>
              </a:r>
              <a:r>
                <a:rPr lang="en-US" altLang="zh-CN" sz="2800" b="1" dirty="0">
                  <a:latin typeface="Symbol" panose="05050102010706020507" pitchFamily="18" charset="2"/>
                  <a:ea typeface="黑体" panose="02010609060101010101" pitchFamily="49" charset="-122"/>
                </a:rPr>
                <a:t>=              </a:t>
              </a:r>
              <a:r>
                <a:rPr lang="zh-CN" altLang="en-US" sz="2800" b="1" dirty="0">
                  <a:latin typeface="华文中宋" panose="02010600040101010101" pitchFamily="2" charset="-122"/>
                  <a:ea typeface="华文中宋" panose="02010600040101010101" pitchFamily="2" charset="-122"/>
                </a:rPr>
                <a:t>，</a:t>
              </a:r>
            </a:p>
          </p:txBody>
        </p:sp>
        <p:grpSp>
          <p:nvGrpSpPr>
            <p:cNvPr id="31772" name="Group 16"/>
            <p:cNvGrpSpPr/>
            <p:nvPr/>
          </p:nvGrpSpPr>
          <p:grpSpPr>
            <a:xfrm>
              <a:off x="781" y="2931"/>
              <a:ext cx="592" cy="807"/>
              <a:chOff x="2307" y="1699"/>
              <a:chExt cx="592" cy="807"/>
            </a:xfrm>
          </p:grpSpPr>
          <p:sp>
            <p:nvSpPr>
              <p:cNvPr id="31773" name="Text Box 17"/>
              <p:cNvSpPr txBox="1"/>
              <p:nvPr>
                <p:custDataLst>
                  <p:tags r:id="rId20"/>
                </p:custDataLst>
              </p:nvPr>
            </p:nvSpPr>
            <p:spPr>
              <a:xfrm>
                <a:off x="2435" y="1699"/>
                <a:ext cx="112" cy="80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1</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0</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0</a:t>
                </a:r>
              </a:p>
            </p:txBody>
          </p:sp>
          <p:sp>
            <p:nvSpPr>
              <p:cNvPr id="31774" name="Text Box 18"/>
              <p:cNvSpPr txBox="1"/>
              <p:nvPr>
                <p:custDataLst>
                  <p:tags r:id="rId21"/>
                </p:custDataLst>
              </p:nvPr>
            </p:nvSpPr>
            <p:spPr>
              <a:xfrm>
                <a:off x="2704" y="1699"/>
                <a:ext cx="112" cy="80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2</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1</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0</a:t>
                </a:r>
              </a:p>
            </p:txBody>
          </p:sp>
          <p:sp>
            <p:nvSpPr>
              <p:cNvPr id="31775" name="AutoShape 19"/>
              <p:cNvSpPr/>
              <p:nvPr>
                <p:custDataLst>
                  <p:tags r:id="rId22"/>
                </p:custDataLst>
              </p:nvPr>
            </p:nvSpPr>
            <p:spPr>
              <a:xfrm>
                <a:off x="2307" y="1767"/>
                <a:ext cx="592" cy="663"/>
              </a:xfrm>
              <a:prstGeom prst="bracketPair">
                <a:avLst>
                  <a:gd name="adj" fmla="val 4426"/>
                </a:avLst>
              </a:prstGeom>
              <a:noFill/>
              <a:ln w="1905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grpSp>
      <p:sp>
        <p:nvSpPr>
          <p:cNvPr id="39956" name="Text Box 20"/>
          <p:cNvSpPr txBox="1"/>
          <p:nvPr>
            <p:custDataLst>
              <p:tags r:id="rId3"/>
            </p:custDataLst>
          </p:nvPr>
        </p:nvSpPr>
        <p:spPr>
          <a:xfrm>
            <a:off x="3403600" y="5432425"/>
            <a:ext cx="1330325" cy="5127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20000"/>
              </a:lnSpc>
              <a:spcBef>
                <a:spcPct val="0"/>
              </a:spcBef>
              <a:buClrTx/>
              <a:buSzTx/>
              <a:buFontTx/>
              <a:buNone/>
            </a:pPr>
            <a:r>
              <a:rPr lang="en-US" altLang="zh-CN" sz="2800" b="1" i="1" dirty="0">
                <a:latin typeface="Times New Roman" panose="02020603050405020304" pitchFamily="18" charset="0"/>
                <a:ea typeface="黑体" panose="02010609060101010101" pitchFamily="49" charset="-122"/>
              </a:rPr>
              <a:t>r</a:t>
            </a:r>
            <a:r>
              <a:rPr lang="en-US" altLang="zh-CN" sz="2800" b="1" dirty="0">
                <a:latin typeface="Times New Roman" panose="02020603050405020304" pitchFamily="18" charset="0"/>
                <a:ea typeface="黑体" panose="02010609060101010101" pitchFamily="49" charset="-122"/>
              </a:rPr>
              <a:t>(</a:t>
            </a:r>
            <a:r>
              <a:rPr lang="en-US" altLang="zh-CN" sz="2800" b="1" i="1" dirty="0">
                <a:latin typeface="Times New Roman" panose="02020603050405020304" pitchFamily="18" charset="0"/>
                <a:ea typeface="黑体" panose="02010609060101010101" pitchFamily="49" charset="-122"/>
              </a:rPr>
              <a:t>B</a:t>
            </a:r>
            <a:r>
              <a:rPr lang="en-US" altLang="zh-CN" sz="2800" b="1" dirty="0">
                <a:latin typeface="Times New Roman" panose="02020603050405020304" pitchFamily="18" charset="0"/>
                <a:ea typeface="黑体" panose="02010609060101010101" pitchFamily="49" charset="-122"/>
              </a:rPr>
              <a:t>)=2</a:t>
            </a:r>
            <a:r>
              <a:rPr lang="zh-CN" altLang="en-US" sz="2800" b="1" dirty="0">
                <a:latin typeface="Times New Roman" panose="02020603050405020304" pitchFamily="18" charset="0"/>
                <a:ea typeface="黑体" panose="02010609060101010101" pitchFamily="49" charset="-122"/>
              </a:rPr>
              <a:t>；</a:t>
            </a:r>
          </a:p>
        </p:txBody>
      </p:sp>
      <p:sp>
        <p:nvSpPr>
          <p:cNvPr id="39957" name="Text Box 21"/>
          <p:cNvSpPr txBox="1"/>
          <p:nvPr>
            <p:custDataLst>
              <p:tags r:id="rId4"/>
            </p:custDataLst>
          </p:nvPr>
        </p:nvSpPr>
        <p:spPr>
          <a:xfrm>
            <a:off x="6989525" y="5432425"/>
            <a:ext cx="1362552" cy="47282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20000"/>
              </a:lnSpc>
              <a:spcBef>
                <a:spcPct val="0"/>
              </a:spcBef>
              <a:buClrTx/>
              <a:buSzTx/>
              <a:buFontTx/>
              <a:buNone/>
            </a:pPr>
            <a:r>
              <a:rPr lang="en-US" altLang="zh-CN" sz="2800" b="1" i="1" dirty="0">
                <a:latin typeface="Times New Roman" panose="02020603050405020304" pitchFamily="18" charset="0"/>
                <a:ea typeface="黑体" panose="02010609060101010101" pitchFamily="49" charset="-122"/>
              </a:rPr>
              <a:t>r</a:t>
            </a:r>
            <a:r>
              <a:rPr lang="en-US" altLang="zh-CN" sz="2800" b="1" dirty="0">
                <a:latin typeface="Times New Roman" panose="02020603050405020304" pitchFamily="18" charset="0"/>
                <a:ea typeface="黑体" panose="02010609060101010101" pitchFamily="49" charset="-122"/>
              </a:rPr>
              <a:t>(</a:t>
            </a:r>
            <a:r>
              <a:rPr lang="en-US" altLang="zh-CN" sz="2800" b="1" i="1" dirty="0">
                <a:latin typeface="Times New Roman" panose="02020603050405020304" pitchFamily="18" charset="0"/>
                <a:ea typeface="黑体" panose="02010609060101010101" pitchFamily="49" charset="-122"/>
              </a:rPr>
              <a:t>C</a:t>
            </a:r>
            <a:r>
              <a:rPr lang="en-US" altLang="zh-CN" sz="2800" b="1" dirty="0">
                <a:latin typeface="Times New Roman" panose="02020603050405020304" pitchFamily="18" charset="0"/>
                <a:ea typeface="黑体" panose="02010609060101010101" pitchFamily="49" charset="-122"/>
              </a:rPr>
              <a:t>)=3</a:t>
            </a:r>
            <a:r>
              <a:rPr lang="zh-CN" altLang="en-US" sz="2800" b="1" dirty="0">
                <a:latin typeface="华文中宋" panose="02010600040101010101" pitchFamily="2" charset="-122"/>
                <a:ea typeface="华文中宋" panose="02010600040101010101" pitchFamily="2" charset="-122"/>
              </a:rPr>
              <a:t>。</a:t>
            </a:r>
          </a:p>
        </p:txBody>
      </p:sp>
      <p:grpSp>
        <p:nvGrpSpPr>
          <p:cNvPr id="39958" name="Group 22"/>
          <p:cNvGrpSpPr/>
          <p:nvPr/>
        </p:nvGrpSpPr>
        <p:grpSpPr>
          <a:xfrm>
            <a:off x="4841875" y="5100638"/>
            <a:ext cx="2320925" cy="1281112"/>
            <a:chOff x="3050" y="2931"/>
            <a:chExt cx="1462" cy="807"/>
          </a:xfrm>
        </p:grpSpPr>
        <p:sp>
          <p:nvSpPr>
            <p:cNvPr id="31765" name="Text Box 23"/>
            <p:cNvSpPr txBox="1"/>
            <p:nvPr>
              <p:custDataLst>
                <p:tags r:id="rId14"/>
              </p:custDataLst>
            </p:nvPr>
          </p:nvSpPr>
          <p:spPr>
            <a:xfrm>
              <a:off x="3050" y="3146"/>
              <a:ext cx="1462" cy="29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20000"/>
                </a:lnSpc>
                <a:spcBef>
                  <a:spcPct val="0"/>
                </a:spcBef>
                <a:buClrTx/>
                <a:buSzTx/>
                <a:buFontTx/>
                <a:buNone/>
              </a:pPr>
              <a:r>
                <a:rPr lang="en-US" altLang="zh-CN" sz="2800" b="1" i="1" dirty="0">
                  <a:latin typeface="Times New Roman" panose="02020603050405020304" pitchFamily="18" charset="0"/>
                  <a:ea typeface="黑体" panose="02010609060101010101" pitchFamily="49" charset="-122"/>
                </a:rPr>
                <a:t>C</a:t>
              </a:r>
              <a:r>
                <a:rPr lang="en-US" altLang="zh-CN" sz="2800" b="1" dirty="0">
                  <a:latin typeface="Symbol" panose="05050102010706020507" pitchFamily="18" charset="2"/>
                  <a:ea typeface="黑体" panose="02010609060101010101" pitchFamily="49" charset="-122"/>
                </a:rPr>
                <a:t>=                 </a:t>
              </a:r>
              <a:r>
                <a:rPr lang="zh-CN" altLang="en-US" sz="2800" b="1" dirty="0">
                  <a:latin typeface="华文中宋" panose="02010600040101010101" pitchFamily="2" charset="-122"/>
                  <a:ea typeface="华文中宋" panose="02010600040101010101" pitchFamily="2" charset="-122"/>
                </a:rPr>
                <a:t>，</a:t>
              </a:r>
            </a:p>
          </p:txBody>
        </p:sp>
        <p:grpSp>
          <p:nvGrpSpPr>
            <p:cNvPr id="31766" name="Group 24"/>
            <p:cNvGrpSpPr/>
            <p:nvPr/>
          </p:nvGrpSpPr>
          <p:grpSpPr>
            <a:xfrm>
              <a:off x="3344" y="2931"/>
              <a:ext cx="806" cy="807"/>
              <a:chOff x="2093" y="2836"/>
              <a:chExt cx="806" cy="807"/>
            </a:xfrm>
          </p:grpSpPr>
          <p:sp>
            <p:nvSpPr>
              <p:cNvPr id="31767" name="Text Box 25"/>
              <p:cNvSpPr txBox="1"/>
              <p:nvPr>
                <p:custDataLst>
                  <p:tags r:id="rId15"/>
                </p:custDataLst>
              </p:nvPr>
            </p:nvSpPr>
            <p:spPr>
              <a:xfrm>
                <a:off x="2219" y="2836"/>
                <a:ext cx="112" cy="80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1</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0</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0</a:t>
                </a:r>
              </a:p>
            </p:txBody>
          </p:sp>
          <p:sp>
            <p:nvSpPr>
              <p:cNvPr id="31768" name="Text Box 26"/>
              <p:cNvSpPr txBox="1"/>
              <p:nvPr>
                <p:custDataLst>
                  <p:tags r:id="rId16"/>
                </p:custDataLst>
              </p:nvPr>
            </p:nvSpPr>
            <p:spPr>
              <a:xfrm>
                <a:off x="2710" y="2836"/>
                <a:ext cx="112" cy="80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0</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0</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1</a:t>
                </a:r>
              </a:p>
            </p:txBody>
          </p:sp>
          <p:sp>
            <p:nvSpPr>
              <p:cNvPr id="31769" name="Text Box 27"/>
              <p:cNvSpPr txBox="1"/>
              <p:nvPr>
                <p:custDataLst>
                  <p:tags r:id="rId17"/>
                </p:custDataLst>
              </p:nvPr>
            </p:nvSpPr>
            <p:spPr>
              <a:xfrm>
                <a:off x="2464" y="2836"/>
                <a:ext cx="112" cy="80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1</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1</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0</a:t>
                </a:r>
              </a:p>
            </p:txBody>
          </p:sp>
          <p:sp>
            <p:nvSpPr>
              <p:cNvPr id="31770" name="AutoShape 28"/>
              <p:cNvSpPr/>
              <p:nvPr>
                <p:custDataLst>
                  <p:tags r:id="rId18"/>
                </p:custDataLst>
              </p:nvPr>
            </p:nvSpPr>
            <p:spPr>
              <a:xfrm>
                <a:off x="2093" y="2908"/>
                <a:ext cx="806" cy="663"/>
              </a:xfrm>
              <a:prstGeom prst="bracketPair">
                <a:avLst>
                  <a:gd name="adj" fmla="val 4426"/>
                </a:avLst>
              </a:prstGeom>
              <a:noFill/>
              <a:ln w="1905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grpSp>
      <p:grpSp>
        <p:nvGrpSpPr>
          <p:cNvPr id="39965" name="Group 29"/>
          <p:cNvGrpSpPr/>
          <p:nvPr/>
        </p:nvGrpSpPr>
        <p:grpSpPr>
          <a:xfrm>
            <a:off x="5295900" y="3143250"/>
            <a:ext cx="3473450" cy="1281113"/>
            <a:chOff x="3336" y="1699"/>
            <a:chExt cx="2188" cy="807"/>
          </a:xfrm>
        </p:grpSpPr>
        <p:grpSp>
          <p:nvGrpSpPr>
            <p:cNvPr id="31757" name="Group 30"/>
            <p:cNvGrpSpPr/>
            <p:nvPr/>
          </p:nvGrpSpPr>
          <p:grpSpPr>
            <a:xfrm>
              <a:off x="3807" y="1699"/>
              <a:ext cx="1717" cy="807"/>
              <a:chOff x="1331" y="2557"/>
              <a:chExt cx="1717" cy="807"/>
            </a:xfrm>
          </p:grpSpPr>
          <p:grpSp>
            <p:nvGrpSpPr>
              <p:cNvPr id="31759" name="Group 31"/>
              <p:cNvGrpSpPr/>
              <p:nvPr/>
            </p:nvGrpSpPr>
            <p:grpSpPr>
              <a:xfrm>
                <a:off x="1331" y="2557"/>
                <a:ext cx="977" cy="807"/>
                <a:chOff x="1375" y="2689"/>
                <a:chExt cx="977" cy="807"/>
              </a:xfrm>
            </p:grpSpPr>
            <p:sp>
              <p:nvSpPr>
                <p:cNvPr id="31761" name="Text Box 32"/>
                <p:cNvSpPr txBox="1"/>
                <p:nvPr>
                  <p:custDataLst>
                    <p:tags r:id="rId10"/>
                  </p:custDataLst>
                </p:nvPr>
              </p:nvSpPr>
              <p:spPr>
                <a:xfrm>
                  <a:off x="1492" y="2689"/>
                  <a:ext cx="112" cy="80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1</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0</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0</a:t>
                  </a:r>
                </a:p>
              </p:txBody>
            </p:sp>
            <p:sp>
              <p:nvSpPr>
                <p:cNvPr id="31762" name="Text Box 33"/>
                <p:cNvSpPr txBox="1"/>
                <p:nvPr>
                  <p:custDataLst>
                    <p:tags r:id="rId11"/>
                  </p:custDataLst>
                </p:nvPr>
              </p:nvSpPr>
              <p:spPr>
                <a:xfrm>
                  <a:off x="1813" y="2689"/>
                  <a:ext cx="112" cy="80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2</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1</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0</a:t>
                  </a:r>
                </a:p>
              </p:txBody>
            </p:sp>
            <p:sp>
              <p:nvSpPr>
                <p:cNvPr id="31763" name="AutoShape 34"/>
                <p:cNvSpPr/>
                <p:nvPr>
                  <p:custDataLst>
                    <p:tags r:id="rId12"/>
                  </p:custDataLst>
                </p:nvPr>
              </p:nvSpPr>
              <p:spPr>
                <a:xfrm>
                  <a:off x="1375" y="2746"/>
                  <a:ext cx="977" cy="720"/>
                </a:xfrm>
                <a:prstGeom prst="bracketPair">
                  <a:avLst>
                    <a:gd name="adj" fmla="val 0"/>
                  </a:avLst>
                </a:prstGeom>
                <a:noFill/>
                <a:ln w="1905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31764" name="Text Box 35"/>
                <p:cNvSpPr txBox="1"/>
                <p:nvPr>
                  <p:custDataLst>
                    <p:tags r:id="rId13"/>
                  </p:custDataLst>
                </p:nvPr>
              </p:nvSpPr>
              <p:spPr>
                <a:xfrm>
                  <a:off x="2134" y="2689"/>
                  <a:ext cx="112" cy="80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3</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0</a:t>
                  </a:r>
                </a:p>
                <a:p>
                  <a:pPr marL="0" lvl="0" indent="0" eaLnBrk="1" hangingPunct="1">
                    <a:spcBef>
                      <a:spcPct val="0"/>
                    </a:spcBef>
                    <a:buClrTx/>
                    <a:buSzTx/>
                    <a:buFontTx/>
                    <a:buNone/>
                  </a:pPr>
                  <a:r>
                    <a:rPr lang="en-US" altLang="zh-CN" sz="2800" b="1" dirty="0">
                      <a:latin typeface="Times New Roman" panose="02020603050405020304" pitchFamily="18" charset="0"/>
                      <a:ea typeface="黑体" panose="02010609060101010101" pitchFamily="49" charset="-122"/>
                    </a:rPr>
                    <a:t>1</a:t>
                  </a:r>
                </a:p>
              </p:txBody>
            </p:sp>
          </p:grpSp>
          <p:sp>
            <p:nvSpPr>
              <p:cNvPr id="31760" name="Text Box 36"/>
              <p:cNvSpPr txBox="1"/>
              <p:nvPr>
                <p:custDataLst>
                  <p:tags r:id="rId9"/>
                </p:custDataLst>
              </p:nvPr>
            </p:nvSpPr>
            <p:spPr>
              <a:xfrm>
                <a:off x="2353" y="2761"/>
                <a:ext cx="695" cy="32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20000"/>
                  </a:lnSpc>
                  <a:spcBef>
                    <a:spcPct val="0"/>
                  </a:spcBef>
                  <a:buClrTx/>
                  <a:buSzTx/>
                  <a:buFontTx/>
                  <a:buNone/>
                </a:pPr>
                <a:r>
                  <a:rPr lang="en-US" altLang="zh-CN" sz="2800" b="1" dirty="0">
                    <a:latin typeface="Symbol" panose="05050102010706020507" pitchFamily="18" charset="2"/>
                    <a:ea typeface="黑体" panose="02010609060101010101" pitchFamily="49" charset="-122"/>
                  </a:rPr>
                  <a:t>=</a:t>
                </a:r>
                <a:r>
                  <a:rPr lang="en-US" altLang="zh-CN" sz="2800" b="1" dirty="0">
                    <a:latin typeface="Times New Roman" panose="02020603050405020304" pitchFamily="18" charset="0"/>
                    <a:ea typeface="黑体" panose="02010609060101010101" pitchFamily="49" charset="-122"/>
                  </a:rPr>
                  <a:t>1</a:t>
                </a:r>
                <a:r>
                  <a:rPr lang="en-US" altLang="zh-CN" sz="2800" b="1" dirty="0">
                    <a:latin typeface="Times New Roman" panose="02020603050405020304" pitchFamily="18" charset="0"/>
                    <a:ea typeface="黑体" panose="02010609060101010101" pitchFamily="49" charset="-122"/>
                    <a:sym typeface="Symbol" panose="05050102010706020507" pitchFamily="18" charset="2"/>
                  </a:rPr>
                  <a:t>0</a:t>
                </a:r>
                <a:r>
                  <a:rPr lang="zh-CN" altLang="en-US" sz="2800" b="1" dirty="0">
                    <a:latin typeface="Times New Roman" panose="02020603050405020304" pitchFamily="18" charset="0"/>
                    <a:ea typeface="黑体" panose="02010609060101010101" pitchFamily="49" charset="-122"/>
                    <a:sym typeface="Symbol" panose="05050102010706020507" pitchFamily="18" charset="2"/>
                  </a:rPr>
                  <a:t>，</a:t>
                </a:r>
                <a:endParaRPr lang="zh-CN" altLang="en-US" sz="2800" b="1" dirty="0">
                  <a:latin typeface="Times New Roman" panose="02020603050405020304" pitchFamily="18" charset="0"/>
                  <a:ea typeface="黑体" panose="02010609060101010101" pitchFamily="49" charset="-122"/>
                </a:endParaRPr>
              </a:p>
            </p:txBody>
          </p:sp>
        </p:grpSp>
        <p:sp>
          <p:nvSpPr>
            <p:cNvPr id="31758" name="Rectangle 37"/>
            <p:cNvSpPr/>
            <p:nvPr>
              <p:custDataLst>
                <p:tags r:id="rId8"/>
              </p:custDataLst>
            </p:nvPr>
          </p:nvSpPr>
          <p:spPr>
            <a:xfrm>
              <a:off x="3336" y="1892"/>
              <a:ext cx="452" cy="29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20000"/>
                </a:lnSpc>
                <a:spcBef>
                  <a:spcPct val="0"/>
                </a:spcBef>
                <a:buClrTx/>
                <a:buSzTx/>
                <a:buFontTx/>
                <a:buNone/>
              </a:pPr>
              <a:r>
                <a:rPr lang="zh-CN" altLang="en-US" sz="2800" b="1" dirty="0">
                  <a:latin typeface="华文中宋" panose="02010600040101010101" pitchFamily="2" charset="-122"/>
                  <a:ea typeface="华文中宋" panose="02010600040101010101" pitchFamily="2" charset="-122"/>
                </a:rPr>
                <a:t>因为</a:t>
              </a:r>
            </a:p>
          </p:txBody>
        </p:sp>
      </p:grpSp>
      <p:sp>
        <p:nvSpPr>
          <p:cNvPr id="39974" name="Rectangle 38"/>
          <p:cNvSpPr/>
          <p:nvPr>
            <p:custDataLst>
              <p:tags r:id="rId5"/>
            </p:custDataLst>
          </p:nvPr>
        </p:nvSpPr>
        <p:spPr>
          <a:xfrm>
            <a:off x="29567" y="5437188"/>
            <a:ext cx="1436291" cy="47282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20000"/>
              </a:lnSpc>
              <a:spcBef>
                <a:spcPct val="0"/>
              </a:spcBef>
              <a:buClrTx/>
              <a:buSzTx/>
              <a:buFontTx/>
              <a:buNone/>
            </a:pPr>
            <a:r>
              <a:rPr lang="en-US" altLang="zh-CN" sz="2800" b="1" dirty="0">
                <a:latin typeface="Times New Roman" panose="02020603050405020304" pitchFamily="18" charset="0"/>
                <a:ea typeface="黑体" panose="02010609060101010101" pitchFamily="49" charset="-122"/>
              </a:rPr>
              <a:t>        </a:t>
            </a:r>
            <a:r>
              <a:rPr lang="zh-CN" altLang="en-US" sz="2800" b="1" dirty="0">
                <a:latin typeface="华文中宋" panose="02010600040101010101" pitchFamily="2" charset="-122"/>
                <a:ea typeface="华文中宋" panose="02010600040101010101" pitchFamily="2" charset="-122"/>
              </a:rPr>
              <a:t>又如</a:t>
            </a:r>
          </a:p>
        </p:txBody>
      </p:sp>
      <p:sp>
        <p:nvSpPr>
          <p:cNvPr id="4" name="矩形 3"/>
          <p:cNvSpPr>
            <a:spLocks noChangeArrowheads="1"/>
          </p:cNvSpPr>
          <p:nvPr>
            <p:custDataLst>
              <p:tags r:id="rId6"/>
            </p:custDataLst>
          </p:nvPr>
        </p:nvSpPr>
        <p:spPr bwMode="auto">
          <a:xfrm>
            <a:off x="755650" y="1031875"/>
            <a:ext cx="2819400"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定义</a:t>
            </a:r>
            <a:r>
              <a:rPr kumimoji="1" lang="en-US" altLang="zh-CN"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2.19</a:t>
            </a:r>
          </a:p>
        </p:txBody>
      </p:sp>
      <p:sp>
        <p:nvSpPr>
          <p:cNvPr id="5" name="Text Box 13"/>
          <p:cNvSpPr txBox="1">
            <a:spLocks noChangeArrowheads="1"/>
          </p:cNvSpPr>
          <p:nvPr>
            <p:custDataLst>
              <p:tags r:id="rId7"/>
            </p:custDataLst>
          </p:nvPr>
        </p:nvSpPr>
        <p:spPr bwMode="auto">
          <a:xfrm>
            <a:off x="307340" y="969010"/>
            <a:ext cx="8444230" cy="2232025"/>
          </a:xfrm>
          <a:prstGeom prst="rect">
            <a:avLst/>
          </a:prstGeom>
          <a:noFill/>
          <a:ln w="9525">
            <a:noFill/>
            <a:miter lim="800000"/>
          </a:ln>
          <a:effectLst/>
        </p:spPr>
        <p:txBody>
          <a:bodyPr wrap="square">
            <a:spAutoFit/>
          </a:bodyPr>
          <a:lstStyle/>
          <a:p>
            <a:pPr marL="0" lvl="0" indent="0" algn="just" eaLnBrk="1" hangingPunct="1">
              <a:lnSpc>
                <a:spcPct val="120000"/>
              </a:lnSpc>
              <a:spcBef>
                <a:spcPct val="0"/>
              </a:spcBef>
              <a:buClrTx/>
              <a:buSzTx/>
              <a:buFontTx/>
              <a:buNone/>
            </a:pPr>
            <a:r>
              <a:rPr kumimoji="1" lang="zh-CN" altLang="en-US" sz="3200" b="1" kern="1200" cap="none" spc="0" normalizeH="0" baseline="0" noProof="0"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 </a:t>
            </a:r>
            <a:r>
              <a:rPr kumimoji="1" lang="en-US" altLang="zh-CN" sz="3200" b="1" kern="1200" cap="none" spc="0" normalizeH="0" baseline="0" noProof="0"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                    </a:t>
            </a:r>
            <a:r>
              <a:rPr lang="zh-CN" altLang="en-US" b="1" dirty="0">
                <a:solidFill>
                  <a:schemeClr val="tx1"/>
                </a:solidFill>
                <a:latin typeface="华文中宋" panose="02010600040101010101" pitchFamily="2" charset="-122"/>
                <a:ea typeface="华文中宋" panose="02010600040101010101" pitchFamily="2" charset="-122"/>
                <a:sym typeface="+mn-ea"/>
              </a:rPr>
              <a:t>设</a:t>
            </a:r>
            <a:r>
              <a:rPr lang="en-US" altLang="zh-CN" b="1" i="1" dirty="0">
                <a:ea typeface="黑体" panose="02010609060101010101" pitchFamily="49" charset="-122"/>
                <a:sym typeface="+mn-ea"/>
              </a:rPr>
              <a:t>A</a:t>
            </a:r>
            <a:r>
              <a:rPr lang="zh-CN" altLang="en-US" b="1" dirty="0">
                <a:solidFill>
                  <a:schemeClr val="tx1"/>
                </a:solidFill>
                <a:latin typeface="华文中宋" panose="02010600040101010101" pitchFamily="2" charset="-122"/>
                <a:ea typeface="华文中宋" panose="02010600040101010101" pitchFamily="2" charset="-122"/>
                <a:sym typeface="+mn-ea"/>
              </a:rPr>
              <a:t>为</a:t>
            </a:r>
            <a:r>
              <a:rPr lang="en-US" altLang="zh-CN" b="1" i="1" dirty="0">
                <a:ea typeface="黑体" panose="02010609060101010101" pitchFamily="49" charset="-122"/>
                <a:sym typeface="+mn-ea"/>
              </a:rPr>
              <a:t>m</a:t>
            </a:r>
            <a:r>
              <a:rPr lang="en-US" altLang="zh-CN" b="1" dirty="0">
                <a:ea typeface="黑体" panose="02010609060101010101" pitchFamily="49" charset="-122"/>
                <a:sym typeface="Symbol" panose="05050102010706020507" pitchFamily="18" charset="2"/>
              </a:rPr>
              <a:t></a:t>
            </a:r>
            <a:r>
              <a:rPr lang="en-US" altLang="zh-CN" b="1" i="1" dirty="0">
                <a:ea typeface="黑体" panose="02010609060101010101" pitchFamily="49" charset="-122"/>
                <a:sym typeface="+mn-ea"/>
              </a:rPr>
              <a:t>n</a:t>
            </a:r>
            <a:r>
              <a:rPr lang="zh-CN" altLang="en-US" b="1" dirty="0">
                <a:solidFill>
                  <a:schemeClr val="tx1"/>
                </a:solidFill>
                <a:latin typeface="华文中宋" panose="02010600040101010101" pitchFamily="2" charset="-122"/>
                <a:ea typeface="华文中宋" panose="02010600040101010101" pitchFamily="2" charset="-122"/>
                <a:sym typeface="+mn-ea"/>
              </a:rPr>
              <a:t>矩阵，如果</a:t>
            </a:r>
            <a:r>
              <a:rPr lang="en-US" altLang="zh-CN" b="1" i="1" dirty="0">
                <a:ea typeface="黑体" panose="02010609060101010101" pitchFamily="49" charset="-122"/>
                <a:sym typeface="+mn-ea"/>
              </a:rPr>
              <a:t>A</a:t>
            </a:r>
            <a:r>
              <a:rPr lang="zh-CN" altLang="en-US" b="1" dirty="0">
                <a:solidFill>
                  <a:schemeClr val="tx1"/>
                </a:solidFill>
                <a:latin typeface="华文中宋" panose="02010600040101010101" pitchFamily="2" charset="-122"/>
                <a:ea typeface="华文中宋" panose="02010600040101010101" pitchFamily="2" charset="-122"/>
                <a:sym typeface="+mn-ea"/>
              </a:rPr>
              <a:t>中不为零的子式最高阶数为</a:t>
            </a:r>
            <a:r>
              <a:rPr lang="en-US" altLang="zh-CN" b="1" i="1" dirty="0">
                <a:ea typeface="黑体" panose="02010609060101010101" pitchFamily="49" charset="-122"/>
                <a:sym typeface="+mn-ea"/>
              </a:rPr>
              <a:t>r</a:t>
            </a:r>
            <a:r>
              <a:rPr lang="zh-CN" altLang="en-US" b="1" dirty="0">
                <a:solidFill>
                  <a:schemeClr val="tx1"/>
                </a:solidFill>
                <a:latin typeface="华文中宋" panose="02010600040101010101" pitchFamily="2" charset="-122"/>
                <a:ea typeface="华文中宋" panose="02010600040101010101" pitchFamily="2" charset="-122"/>
                <a:sym typeface="+mn-ea"/>
              </a:rPr>
              <a:t>，即存在</a:t>
            </a:r>
            <a:r>
              <a:rPr lang="en-US" altLang="zh-CN" b="1" i="1" dirty="0">
                <a:ea typeface="黑体" panose="02010609060101010101" pitchFamily="49" charset="-122"/>
                <a:sym typeface="+mn-ea"/>
              </a:rPr>
              <a:t>r</a:t>
            </a:r>
            <a:r>
              <a:rPr lang="zh-CN" altLang="en-US" b="1" dirty="0">
                <a:solidFill>
                  <a:schemeClr val="tx1"/>
                </a:solidFill>
                <a:latin typeface="华文中宋" panose="02010600040101010101" pitchFamily="2" charset="-122"/>
                <a:ea typeface="华文中宋" panose="02010600040101010101" pitchFamily="2" charset="-122"/>
                <a:sym typeface="+mn-ea"/>
              </a:rPr>
              <a:t>阶子式不为零，而任何</a:t>
            </a:r>
            <a:r>
              <a:rPr lang="en-US" altLang="zh-CN" b="1" i="1" dirty="0">
                <a:ea typeface="黑体" panose="02010609060101010101" pitchFamily="49" charset="-122"/>
                <a:sym typeface="+mn-ea"/>
              </a:rPr>
              <a:t>r</a:t>
            </a:r>
            <a:r>
              <a:rPr lang="en-US" altLang="zh-CN" b="1" dirty="0">
                <a:latin typeface="Symbol" panose="05050102010706020507" pitchFamily="18" charset="2"/>
                <a:ea typeface="黑体" panose="02010609060101010101" pitchFamily="49" charset="-122"/>
                <a:sym typeface="+mn-ea"/>
              </a:rPr>
              <a:t>+</a:t>
            </a:r>
            <a:r>
              <a:rPr lang="en-US" altLang="zh-CN" b="1" dirty="0">
                <a:ea typeface="黑体" panose="02010609060101010101" pitchFamily="49" charset="-122"/>
                <a:sym typeface="+mn-ea"/>
              </a:rPr>
              <a:t>1</a:t>
            </a:r>
            <a:r>
              <a:rPr lang="zh-CN" altLang="en-US" b="1" dirty="0">
                <a:solidFill>
                  <a:schemeClr val="tx1"/>
                </a:solidFill>
                <a:latin typeface="华文中宋" panose="02010600040101010101" pitchFamily="2" charset="-122"/>
                <a:ea typeface="华文中宋" panose="02010600040101010101" pitchFamily="2" charset="-122"/>
                <a:sym typeface="+mn-ea"/>
              </a:rPr>
              <a:t>阶子式皆为零，则称</a:t>
            </a:r>
            <a:r>
              <a:rPr lang="en-US" altLang="zh-CN" b="1" i="1" dirty="0">
                <a:ea typeface="黑体" panose="02010609060101010101" pitchFamily="49" charset="-122"/>
                <a:sym typeface="+mn-ea"/>
              </a:rPr>
              <a:t>r</a:t>
            </a:r>
            <a:r>
              <a:rPr lang="zh-CN" altLang="en-US" b="1" dirty="0">
                <a:solidFill>
                  <a:schemeClr val="tx1"/>
                </a:solidFill>
                <a:latin typeface="华文中宋" panose="02010600040101010101" pitchFamily="2" charset="-122"/>
                <a:ea typeface="华文中宋" panose="02010600040101010101" pitchFamily="2" charset="-122"/>
                <a:sym typeface="+mn-ea"/>
              </a:rPr>
              <a:t>为矩阵</a:t>
            </a:r>
            <a:r>
              <a:rPr lang="en-US" altLang="zh-CN" b="1" i="1" dirty="0">
                <a:ea typeface="黑体" panose="02010609060101010101" pitchFamily="49" charset="-122"/>
                <a:sym typeface="+mn-ea"/>
              </a:rPr>
              <a:t>A</a:t>
            </a:r>
            <a:r>
              <a:rPr lang="zh-CN" altLang="en-US" b="1" dirty="0">
                <a:solidFill>
                  <a:schemeClr val="tx1"/>
                </a:solidFill>
                <a:latin typeface="华文中宋" panose="02010600040101010101" pitchFamily="2" charset="-122"/>
                <a:ea typeface="华文中宋" panose="02010600040101010101" pitchFamily="2" charset="-122"/>
                <a:sym typeface="+mn-ea"/>
              </a:rPr>
              <a:t>的秩，记作秩</a:t>
            </a:r>
            <a:r>
              <a:rPr lang="en-US" altLang="zh-CN" b="1" dirty="0">
                <a:ea typeface="黑体" panose="02010609060101010101" pitchFamily="49" charset="-122"/>
                <a:sym typeface="+mn-ea"/>
              </a:rPr>
              <a:t>(</a:t>
            </a:r>
            <a:r>
              <a:rPr lang="en-US" altLang="zh-CN" b="1" i="1" dirty="0">
                <a:ea typeface="黑体" panose="02010609060101010101" pitchFamily="49" charset="-122"/>
                <a:sym typeface="+mn-ea"/>
              </a:rPr>
              <a:t>A</a:t>
            </a:r>
            <a:r>
              <a:rPr lang="en-US" altLang="zh-CN" b="1" dirty="0">
                <a:ea typeface="黑体" panose="02010609060101010101" pitchFamily="49" charset="-122"/>
                <a:sym typeface="+mn-ea"/>
              </a:rPr>
              <a:t>)</a:t>
            </a:r>
            <a:r>
              <a:rPr lang="en-US" altLang="zh-CN" b="1" dirty="0">
                <a:latin typeface="Symbol" panose="05050102010706020507" pitchFamily="18" charset="2"/>
                <a:ea typeface="黑体" panose="02010609060101010101" pitchFamily="49" charset="-122"/>
                <a:sym typeface="+mn-ea"/>
              </a:rPr>
              <a:t>=</a:t>
            </a:r>
            <a:r>
              <a:rPr lang="en-US" altLang="zh-CN" b="1" i="1" dirty="0">
                <a:ea typeface="黑体" panose="02010609060101010101" pitchFamily="49" charset="-122"/>
                <a:sym typeface="+mn-ea"/>
              </a:rPr>
              <a:t>r</a:t>
            </a:r>
            <a:r>
              <a:rPr lang="zh-CN" altLang="en-US" b="1" dirty="0">
                <a:solidFill>
                  <a:schemeClr val="tx1"/>
                </a:solidFill>
                <a:latin typeface="华文中宋" panose="02010600040101010101" pitchFamily="2" charset="-122"/>
                <a:ea typeface="华文中宋" panose="02010600040101010101" pitchFamily="2" charset="-122"/>
                <a:sym typeface="+mn-ea"/>
              </a:rPr>
              <a:t>或</a:t>
            </a:r>
            <a:r>
              <a:rPr lang="en-US" altLang="zh-CN" b="1" i="1" dirty="0">
                <a:ea typeface="黑体" panose="02010609060101010101" pitchFamily="49" charset="-122"/>
                <a:sym typeface="+mn-ea"/>
              </a:rPr>
              <a:t>r</a:t>
            </a:r>
            <a:r>
              <a:rPr lang="en-US" altLang="zh-CN" b="1" dirty="0">
                <a:ea typeface="黑体" panose="02010609060101010101" pitchFamily="49" charset="-122"/>
                <a:sym typeface="+mn-ea"/>
              </a:rPr>
              <a:t>(</a:t>
            </a:r>
            <a:r>
              <a:rPr lang="en-US" altLang="zh-CN" b="1" i="1" dirty="0">
                <a:ea typeface="黑体" panose="02010609060101010101" pitchFamily="49" charset="-122"/>
                <a:sym typeface="+mn-ea"/>
              </a:rPr>
              <a:t>A</a:t>
            </a:r>
            <a:r>
              <a:rPr lang="en-US" altLang="zh-CN" b="1" dirty="0">
                <a:ea typeface="黑体" panose="02010609060101010101" pitchFamily="49" charset="-122"/>
                <a:sym typeface="+mn-ea"/>
              </a:rPr>
              <a:t>)</a:t>
            </a:r>
            <a:r>
              <a:rPr lang="en-US" altLang="zh-CN" b="1" dirty="0">
                <a:latin typeface="Symbol" panose="05050102010706020507" pitchFamily="18" charset="2"/>
                <a:ea typeface="黑体" panose="02010609060101010101" pitchFamily="49" charset="-122"/>
                <a:sym typeface="+mn-ea"/>
              </a:rPr>
              <a:t>=</a:t>
            </a:r>
            <a:r>
              <a:rPr lang="en-US" altLang="zh-CN" b="1" i="1" dirty="0">
                <a:ea typeface="黑体" panose="02010609060101010101" pitchFamily="49" charset="-122"/>
                <a:sym typeface="+mn-ea"/>
              </a:rPr>
              <a:t>r</a:t>
            </a:r>
            <a:r>
              <a:rPr lang="zh-CN" altLang="en-US" b="1" dirty="0">
                <a:ea typeface="黑体" panose="02010609060101010101" pitchFamily="49" charset="-122"/>
                <a:sym typeface="+mn-ea"/>
              </a:rPr>
              <a:t>。</a:t>
            </a:r>
            <a:endParaRPr kumimoji="1" lang="zh-CN" altLang="zh-CN" sz="2800" b="1" kern="1200" cap="none" spc="0" normalizeH="0" baseline="0" noProof="0" dirty="0">
              <a:latin typeface="Times New Roman" panose="02020603050405020304" pitchFamily="18" charset="0"/>
              <a:ea typeface="黑体" panose="02010609060101010101" pitchFamily="49"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5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938">
                                            <p:txEl>
                                              <p:pRg st="0" end="0"/>
                                            </p:txEl>
                                          </p:spTgt>
                                        </p:tgtEl>
                                        <p:attrNameLst>
                                          <p:attrName>style.visibility</p:attrName>
                                        </p:attrNameLst>
                                      </p:cBhvr>
                                      <p:to>
                                        <p:strVal val="visible"/>
                                      </p:to>
                                    </p:set>
                                    <p:animEffect transition="in" filter="wipe(left)">
                                      <p:cBhvr>
                                        <p:cTn id="7" dur="500"/>
                                        <p:tgtEl>
                                          <p:spTgt spid="399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9942"/>
                                        </p:tgtEl>
                                        <p:attrNameLst>
                                          <p:attrName>style.visibility</p:attrName>
                                        </p:attrNameLst>
                                      </p:cBhvr>
                                      <p:to>
                                        <p:strVal val="visible"/>
                                      </p:to>
                                    </p:set>
                                    <p:animEffect transition="in" filter="wipe(left)">
                                      <p:cBhvr>
                                        <p:cTn id="12" dur="500"/>
                                        <p:tgtEl>
                                          <p:spTgt spid="3994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9965"/>
                                        </p:tgtEl>
                                        <p:attrNameLst>
                                          <p:attrName>style.visibility</p:attrName>
                                        </p:attrNameLst>
                                      </p:cBhvr>
                                      <p:to>
                                        <p:strVal val="visible"/>
                                      </p:to>
                                    </p:set>
                                    <p:animEffect transition="in" filter="wipe(left)">
                                      <p:cBhvr>
                                        <p:cTn id="17" dur="500"/>
                                        <p:tgtEl>
                                          <p:spTgt spid="3996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9939">
                                            <p:txEl>
                                              <p:pRg st="0" end="0"/>
                                            </p:txEl>
                                          </p:spTgt>
                                        </p:tgtEl>
                                        <p:attrNameLst>
                                          <p:attrName>style.visibility</p:attrName>
                                        </p:attrNameLst>
                                      </p:cBhvr>
                                      <p:to>
                                        <p:strVal val="visible"/>
                                      </p:to>
                                    </p:set>
                                    <p:animEffect transition="in" filter="wipe(left)">
                                      <p:cBhvr>
                                        <p:cTn id="22" dur="500"/>
                                        <p:tgtEl>
                                          <p:spTgt spid="3993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9974">
                                            <p:txEl>
                                              <p:pRg st="0" end="0"/>
                                            </p:txEl>
                                          </p:spTgt>
                                        </p:tgtEl>
                                        <p:attrNameLst>
                                          <p:attrName>style.visibility</p:attrName>
                                        </p:attrNameLst>
                                      </p:cBhvr>
                                      <p:to>
                                        <p:strVal val="visible"/>
                                      </p:to>
                                    </p:set>
                                    <p:animEffect transition="in" filter="wipe(left)">
                                      <p:cBhvr>
                                        <p:cTn id="27" dur="500"/>
                                        <p:tgtEl>
                                          <p:spTgt spid="39974">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9950"/>
                                        </p:tgtEl>
                                        <p:attrNameLst>
                                          <p:attrName>style.visibility</p:attrName>
                                        </p:attrNameLst>
                                      </p:cBhvr>
                                      <p:to>
                                        <p:strVal val="visible"/>
                                      </p:to>
                                    </p:set>
                                    <p:animEffect transition="in" filter="wipe(left)">
                                      <p:cBhvr>
                                        <p:cTn id="32" dur="500"/>
                                        <p:tgtEl>
                                          <p:spTgt spid="3995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9956">
                                            <p:txEl>
                                              <p:pRg st="0" end="0"/>
                                            </p:txEl>
                                          </p:spTgt>
                                        </p:tgtEl>
                                        <p:attrNameLst>
                                          <p:attrName>style.visibility</p:attrName>
                                        </p:attrNameLst>
                                      </p:cBhvr>
                                      <p:to>
                                        <p:strVal val="visible"/>
                                      </p:to>
                                    </p:set>
                                    <p:animEffect transition="in" filter="wipe(left)">
                                      <p:cBhvr>
                                        <p:cTn id="37" dur="500"/>
                                        <p:tgtEl>
                                          <p:spTgt spid="39956">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9958"/>
                                        </p:tgtEl>
                                        <p:attrNameLst>
                                          <p:attrName>style.visibility</p:attrName>
                                        </p:attrNameLst>
                                      </p:cBhvr>
                                      <p:to>
                                        <p:strVal val="visible"/>
                                      </p:to>
                                    </p:set>
                                    <p:animEffect transition="in" filter="wipe(left)">
                                      <p:cBhvr>
                                        <p:cTn id="42" dur="500"/>
                                        <p:tgtEl>
                                          <p:spTgt spid="3995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9957">
                                            <p:txEl>
                                              <p:pRg st="0" end="0"/>
                                            </p:txEl>
                                          </p:spTgt>
                                        </p:tgtEl>
                                        <p:attrNameLst>
                                          <p:attrName>style.visibility</p:attrName>
                                        </p:attrNameLst>
                                      </p:cBhvr>
                                      <p:to>
                                        <p:strVal val="visible"/>
                                      </p:to>
                                    </p:set>
                                    <p:animEffect transition="in" filter="wipe(left)">
                                      <p:cBhvr>
                                        <p:cTn id="47" dur="500"/>
                                        <p:tgtEl>
                                          <p:spTgt spid="3995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build="p"/>
      <p:bldP spid="39939" grpId="0" build="p"/>
      <p:bldP spid="39956" grpId="0" build="p"/>
      <p:bldP spid="39957" grpId="0" build="p"/>
      <p:bldP spid="3997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0">
            <a:hlinkClick r:id="rId10" action="ppaction://hlinksldjump"/>
          </p:cNvPr>
          <p:cNvSpPr>
            <a:spLocks noChangeArrowheads="1"/>
          </p:cNvSpPr>
          <p:nvPr/>
        </p:nvSpPr>
        <p:spPr bwMode="auto">
          <a:xfrm>
            <a:off x="450850" y="393700"/>
            <a:ext cx="40322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Gulim" panose="020B0600000101010101" pitchFamily="34" charset="-127"/>
              <a:cs typeface="Times New Roman" panose="02020603050405020304" pitchFamily="18" charset="0"/>
            </a:endParaRPr>
          </a:p>
        </p:txBody>
      </p:sp>
      <p:grpSp>
        <p:nvGrpSpPr>
          <p:cNvPr id="45059" name="Group 31"/>
          <p:cNvGrpSpPr/>
          <p:nvPr/>
        </p:nvGrpSpPr>
        <p:grpSpPr bwMode="auto">
          <a:xfrm>
            <a:off x="0" y="0"/>
            <a:ext cx="6371219" cy="825500"/>
            <a:chOff x="51" y="0"/>
            <a:chExt cx="3023" cy="246"/>
          </a:xfrm>
        </p:grpSpPr>
        <p:sp>
          <p:nvSpPr>
            <p:cNvPr id="23" name="Line 32"/>
            <p:cNvSpPr>
              <a:spLocks noChangeShapeType="1"/>
            </p:cNvSpPr>
            <p:nvPr/>
          </p:nvSpPr>
          <p:spPr bwMode="auto">
            <a:xfrm flipV="1">
              <a:off x="96" y="202"/>
              <a:ext cx="2978" cy="0"/>
            </a:xfrm>
            <a:prstGeom prst="line">
              <a:avLst/>
            </a:prstGeom>
            <a:noFill/>
            <a:ln w="28575">
              <a:solidFill>
                <a:srgbClr val="0000FF"/>
              </a:solidFill>
              <a:round/>
            </a:ln>
            <a:effectLst>
              <a:glow rad="63500">
                <a:schemeClr val="accent3">
                  <a:satMod val="175000"/>
                  <a:alpha val="40000"/>
                </a:schemeClr>
              </a:glo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5076" name="Picture 33" descr="BD10263_"/>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 y="0"/>
              <a:ext cx="24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060" name="Rectangle 30"/>
          <p:cNvSpPr>
            <a:spLocks noChangeArrowheads="1"/>
          </p:cNvSpPr>
          <p:nvPr/>
        </p:nvSpPr>
        <p:spPr bwMode="auto">
          <a:xfrm>
            <a:off x="518465" y="163830"/>
            <a:ext cx="653732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重点问题</a:t>
            </a:r>
            <a:r>
              <a:rPr kumimoji="1" lang="en-US" altLang="zh-CN"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矩阵的秩</a:t>
            </a:r>
            <a:r>
              <a:rPr lang="zh-CN" altLang="en-US" sz="2600" b="1" noProof="0" dirty="0">
                <a:ln>
                  <a:noFill/>
                </a:ln>
                <a:solidFill>
                  <a:srgbClr val="C00000"/>
                </a:solidFill>
                <a:effectLst/>
                <a:uLnTx/>
                <a:uFillTx/>
                <a:latin typeface="华文中宋" panose="02010600040101010101" pitchFamily="2" charset="-122"/>
                <a:ea typeface="华文中宋" panose="02010600040101010101" pitchFamily="2" charset="-122"/>
                <a:cs typeface="Times New Roman" panose="02020603050405020304" pitchFamily="18" charset="0"/>
                <a:sym typeface="+mn-ea"/>
              </a:rPr>
              <a:t>的定义</a:t>
            </a:r>
            <a:endParaRPr kumimoji="1" lang="zh-CN" altLang="en-US" sz="26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40964" name="Text Box 4"/>
          <p:cNvSpPr txBox="1"/>
          <p:nvPr>
            <p:custDataLst>
              <p:tags r:id="rId1"/>
            </p:custDataLst>
          </p:nvPr>
        </p:nvSpPr>
        <p:spPr>
          <a:xfrm>
            <a:off x="380365" y="3501390"/>
            <a:ext cx="8372475"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2800" b="1" dirty="0">
                <a:solidFill>
                  <a:srgbClr val="C00000"/>
                </a:solidFill>
                <a:latin typeface="Times New Roman" panose="02020603050405020304" pitchFamily="18" charset="0"/>
                <a:ea typeface="黑体" panose="02010609060101010101" pitchFamily="49" charset="-122"/>
              </a:rPr>
              <a:t>性质：</a:t>
            </a:r>
            <a:r>
              <a:rPr lang="zh-CN" altLang="en-US" sz="2800" b="1" dirty="0">
                <a:latin typeface="Times New Roman" panose="02020603050405020304" pitchFamily="18" charset="0"/>
                <a:ea typeface="黑体" panose="02010609060101010101" pitchFamily="49" charset="-122"/>
              </a:rPr>
              <a:t>（1）若矩阵 </a:t>
            </a:r>
            <a:r>
              <a:rPr lang="en-US" altLang="zh-CN" sz="2800" b="1" i="1" dirty="0">
                <a:latin typeface="Times New Roman" panose="02020603050405020304" pitchFamily="18" charset="0"/>
                <a:ea typeface="黑体" panose="02010609060101010101" pitchFamily="49" charset="-122"/>
              </a:rPr>
              <a:t>A</a:t>
            </a:r>
            <a:r>
              <a:rPr lang="en-US" altLang="zh-CN" sz="2800" b="1" dirty="0">
                <a:latin typeface="Times New Roman" panose="02020603050405020304" pitchFamily="18" charset="0"/>
                <a:ea typeface="黑体" panose="02010609060101010101" pitchFamily="49" charset="-122"/>
              </a:rPr>
              <a:t> </a:t>
            </a:r>
            <a:r>
              <a:rPr lang="zh-CN" altLang="en-US" sz="2800" b="1" dirty="0">
                <a:latin typeface="Times New Roman" panose="02020603050405020304" pitchFamily="18" charset="0"/>
                <a:ea typeface="黑体" panose="02010609060101010101" pitchFamily="49" charset="-122"/>
              </a:rPr>
              <a:t>中有一个 </a:t>
            </a:r>
            <a:r>
              <a:rPr lang="en-US" altLang="zh-CN" sz="2800" b="1" i="1" dirty="0">
                <a:latin typeface="Times New Roman" panose="02020603050405020304" pitchFamily="18" charset="0"/>
                <a:ea typeface="黑体" panose="02010609060101010101" pitchFamily="49" charset="-122"/>
              </a:rPr>
              <a:t>s</a:t>
            </a:r>
            <a:r>
              <a:rPr lang="en-US" altLang="zh-CN" sz="2800" b="1" dirty="0">
                <a:latin typeface="Times New Roman" panose="02020603050405020304" pitchFamily="18" charset="0"/>
                <a:ea typeface="黑体" panose="02010609060101010101" pitchFamily="49" charset="-122"/>
              </a:rPr>
              <a:t> </a:t>
            </a:r>
            <a:r>
              <a:rPr lang="zh-CN" altLang="en-US" sz="2800" b="1" dirty="0">
                <a:latin typeface="Times New Roman" panose="02020603050405020304" pitchFamily="18" charset="0"/>
                <a:ea typeface="黑体" panose="02010609060101010101" pitchFamily="49" charset="-122"/>
              </a:rPr>
              <a:t>阶子式不为 </a:t>
            </a:r>
            <a:r>
              <a:rPr lang="en-US" altLang="zh-CN" sz="2800" b="1" dirty="0">
                <a:latin typeface="Times New Roman" panose="02020603050405020304" pitchFamily="18" charset="0"/>
                <a:ea typeface="黑体" panose="02010609060101010101" pitchFamily="49" charset="-122"/>
              </a:rPr>
              <a:t>0</a:t>
            </a:r>
            <a:r>
              <a:rPr lang="zh-CN" altLang="en-US" sz="2800" b="1" dirty="0">
                <a:latin typeface="Times New Roman" panose="02020603050405020304" pitchFamily="18" charset="0"/>
                <a:ea typeface="黑体" panose="02010609060101010101" pitchFamily="49" charset="-122"/>
              </a:rPr>
              <a:t>，则</a:t>
            </a:r>
          </a:p>
        </p:txBody>
      </p:sp>
      <p:sp>
        <p:nvSpPr>
          <p:cNvPr id="40965" name="Text Box 5"/>
          <p:cNvSpPr txBox="1"/>
          <p:nvPr>
            <p:custDataLst>
              <p:tags r:id="rId2"/>
            </p:custDataLst>
          </p:nvPr>
        </p:nvSpPr>
        <p:spPr>
          <a:xfrm>
            <a:off x="539433" y="4027488"/>
            <a:ext cx="2303462"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800" b="1" i="1" dirty="0">
                <a:latin typeface="Times New Roman" panose="02020603050405020304" pitchFamily="18" charset="0"/>
                <a:ea typeface="黑体" panose="02010609060101010101" pitchFamily="49" charset="-122"/>
              </a:rPr>
              <a:t>R</a:t>
            </a:r>
            <a:r>
              <a:rPr lang="en-US" altLang="zh-CN" sz="2800" b="1" dirty="0">
                <a:latin typeface="Times New Roman" panose="02020603050405020304" pitchFamily="18" charset="0"/>
                <a:ea typeface="黑体" panose="02010609060101010101" pitchFamily="49" charset="-122"/>
              </a:rPr>
              <a:t>(</a:t>
            </a:r>
            <a:r>
              <a:rPr lang="en-US" altLang="zh-CN" sz="2800" b="1" i="1" dirty="0">
                <a:latin typeface="Times New Roman" panose="02020603050405020304" pitchFamily="18" charset="0"/>
                <a:ea typeface="黑体" panose="02010609060101010101" pitchFamily="49" charset="-122"/>
              </a:rPr>
              <a:t>A</a:t>
            </a:r>
            <a:r>
              <a:rPr lang="en-US" altLang="zh-CN" sz="2800" b="1" dirty="0">
                <a:latin typeface="Times New Roman" panose="02020603050405020304" pitchFamily="18" charset="0"/>
                <a:ea typeface="黑体" panose="02010609060101010101" pitchFamily="49" charset="-122"/>
              </a:rPr>
              <a:t>) </a:t>
            </a:r>
            <a:r>
              <a:rPr lang="en-US" altLang="zh-CN" sz="2800" b="1" dirty="0">
                <a:latin typeface="Times New Roman" panose="02020603050405020304" pitchFamily="18" charset="0"/>
                <a:ea typeface="黑体" panose="02010609060101010101" pitchFamily="49" charset="-122"/>
                <a:sym typeface="Symbol" panose="05050102010706020507" pitchFamily="18" charset="2"/>
              </a:rPr>
              <a:t> </a:t>
            </a:r>
            <a:r>
              <a:rPr lang="en-US" altLang="zh-CN" sz="2800" b="1" i="1" dirty="0">
                <a:latin typeface="Times New Roman" panose="02020603050405020304" pitchFamily="18" charset="0"/>
                <a:ea typeface="黑体" panose="02010609060101010101" pitchFamily="49" charset="-122"/>
                <a:sym typeface="Symbol" panose="05050102010706020507" pitchFamily="18" charset="2"/>
              </a:rPr>
              <a:t>s</a:t>
            </a:r>
            <a:r>
              <a:rPr lang="zh-CN" altLang="en-US" sz="2800" b="1" dirty="0">
                <a:latin typeface="Times New Roman" panose="02020603050405020304" pitchFamily="18" charset="0"/>
                <a:ea typeface="黑体" panose="02010609060101010101" pitchFamily="49" charset="-122"/>
                <a:sym typeface="Symbol" panose="05050102010706020507" pitchFamily="18" charset="2"/>
              </a:rPr>
              <a:t>；</a:t>
            </a:r>
            <a:endParaRPr lang="zh-CN" altLang="en-US" sz="2800" b="1" dirty="0">
              <a:latin typeface="Times New Roman" panose="02020603050405020304" pitchFamily="18" charset="0"/>
              <a:ea typeface="黑体" panose="02010609060101010101" pitchFamily="49" charset="-122"/>
            </a:endParaRPr>
          </a:p>
        </p:txBody>
      </p:sp>
      <p:sp>
        <p:nvSpPr>
          <p:cNvPr id="40966" name="Text Box 6"/>
          <p:cNvSpPr txBox="1"/>
          <p:nvPr>
            <p:custDataLst>
              <p:tags r:id="rId3"/>
            </p:custDataLst>
          </p:nvPr>
        </p:nvSpPr>
        <p:spPr>
          <a:xfrm>
            <a:off x="518160" y="4725035"/>
            <a:ext cx="7560945"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黑体" panose="02010609060101010101" pitchFamily="49" charset="-122"/>
              </a:rPr>
              <a:t>（</a:t>
            </a:r>
            <a:r>
              <a:rPr lang="en-US" altLang="zh-CN" sz="2800" b="1" dirty="0">
                <a:latin typeface="Times New Roman" panose="02020603050405020304" pitchFamily="18" charset="0"/>
                <a:ea typeface="黑体" panose="02010609060101010101" pitchFamily="49" charset="-122"/>
              </a:rPr>
              <a:t>2</a:t>
            </a:r>
            <a:r>
              <a:rPr lang="zh-CN" altLang="en-US" sz="2800" b="1" dirty="0">
                <a:latin typeface="Times New Roman" panose="02020603050405020304" pitchFamily="18" charset="0"/>
                <a:ea typeface="黑体" panose="02010609060101010101" pitchFamily="49" charset="-122"/>
              </a:rPr>
              <a:t>）若 </a:t>
            </a:r>
            <a:r>
              <a:rPr lang="en-US" altLang="zh-CN" sz="2800" b="1" i="1" dirty="0">
                <a:latin typeface="Times New Roman" panose="02020603050405020304" pitchFamily="18" charset="0"/>
                <a:ea typeface="黑体" panose="02010609060101010101" pitchFamily="49" charset="-122"/>
              </a:rPr>
              <a:t>A</a:t>
            </a:r>
            <a:r>
              <a:rPr lang="en-US" altLang="zh-CN" sz="2800" b="1" dirty="0">
                <a:latin typeface="Times New Roman" panose="02020603050405020304" pitchFamily="18" charset="0"/>
                <a:ea typeface="黑体" panose="02010609060101010101" pitchFamily="49" charset="-122"/>
              </a:rPr>
              <a:t> </a:t>
            </a:r>
            <a:r>
              <a:rPr lang="zh-CN" altLang="en-US" sz="2800" b="1" dirty="0">
                <a:latin typeface="Times New Roman" panose="02020603050405020304" pitchFamily="18" charset="0"/>
                <a:ea typeface="黑体" panose="02010609060101010101" pitchFamily="49" charset="-122"/>
              </a:rPr>
              <a:t>中所有 </a:t>
            </a:r>
            <a:r>
              <a:rPr lang="en-US" altLang="zh-CN" sz="2800" b="1" i="1" dirty="0">
                <a:latin typeface="Times New Roman" panose="02020603050405020304" pitchFamily="18" charset="0"/>
                <a:ea typeface="黑体" panose="02010609060101010101" pitchFamily="49" charset="-122"/>
              </a:rPr>
              <a:t>t</a:t>
            </a:r>
            <a:r>
              <a:rPr lang="en-US" altLang="zh-CN" sz="2800" b="1" dirty="0">
                <a:latin typeface="Times New Roman" panose="02020603050405020304" pitchFamily="18" charset="0"/>
                <a:ea typeface="黑体" panose="02010609060101010101" pitchFamily="49" charset="-122"/>
              </a:rPr>
              <a:t> </a:t>
            </a:r>
            <a:r>
              <a:rPr lang="zh-CN" altLang="en-US" sz="2800" b="1" dirty="0">
                <a:latin typeface="Times New Roman" panose="02020603050405020304" pitchFamily="18" charset="0"/>
                <a:ea typeface="黑体" panose="02010609060101010101" pitchFamily="49" charset="-122"/>
              </a:rPr>
              <a:t>阶子式全为 </a:t>
            </a:r>
            <a:r>
              <a:rPr lang="en-US" altLang="zh-CN" sz="2800" b="1" dirty="0">
                <a:latin typeface="Times New Roman" panose="02020603050405020304" pitchFamily="18" charset="0"/>
                <a:ea typeface="黑体" panose="02010609060101010101" pitchFamily="49" charset="-122"/>
              </a:rPr>
              <a:t>0</a:t>
            </a:r>
            <a:r>
              <a:rPr lang="zh-CN" altLang="en-US" sz="2800" b="1" dirty="0">
                <a:latin typeface="Times New Roman" panose="02020603050405020304" pitchFamily="18" charset="0"/>
                <a:ea typeface="黑体" panose="02010609060101010101" pitchFamily="49" charset="-122"/>
              </a:rPr>
              <a:t>，则</a:t>
            </a:r>
            <a:r>
              <a:rPr lang="en-US" altLang="zh-CN" sz="2800" b="1" i="1" dirty="0">
                <a:latin typeface="Times New Roman" panose="02020603050405020304" pitchFamily="18" charset="0"/>
                <a:ea typeface="黑体" panose="02010609060101010101" pitchFamily="49" charset="-122"/>
              </a:rPr>
              <a:t>R</a:t>
            </a:r>
            <a:r>
              <a:rPr lang="en-US" altLang="zh-CN" sz="2800" b="1" dirty="0">
                <a:latin typeface="Times New Roman" panose="02020603050405020304" pitchFamily="18" charset="0"/>
                <a:ea typeface="黑体" panose="02010609060101010101" pitchFamily="49" charset="-122"/>
              </a:rPr>
              <a:t>(</a:t>
            </a:r>
            <a:r>
              <a:rPr lang="en-US" altLang="zh-CN" sz="2800" b="1" i="1" dirty="0">
                <a:latin typeface="Times New Roman" panose="02020603050405020304" pitchFamily="18" charset="0"/>
                <a:ea typeface="黑体" panose="02010609060101010101" pitchFamily="49" charset="-122"/>
              </a:rPr>
              <a:t>A</a:t>
            </a:r>
            <a:r>
              <a:rPr lang="en-US" altLang="zh-CN" sz="2800" b="1" dirty="0">
                <a:latin typeface="Times New Roman" panose="02020603050405020304" pitchFamily="18" charset="0"/>
                <a:ea typeface="黑体" panose="02010609060101010101" pitchFamily="49" charset="-122"/>
              </a:rPr>
              <a:t>) </a:t>
            </a:r>
            <a:r>
              <a:rPr lang="en-US" altLang="zh-CN" sz="2800" b="1" dirty="0">
                <a:latin typeface="Times New Roman" panose="02020603050405020304" pitchFamily="18" charset="0"/>
                <a:ea typeface="黑体" panose="02010609060101010101" pitchFamily="49" charset="-122"/>
                <a:sym typeface="Symbol" panose="05050102010706020507" pitchFamily="18" charset="2"/>
              </a:rPr>
              <a:t>&lt; </a:t>
            </a:r>
            <a:r>
              <a:rPr lang="en-US" altLang="zh-CN" sz="2800" b="1" i="1" dirty="0">
                <a:latin typeface="Times New Roman" panose="02020603050405020304" pitchFamily="18" charset="0"/>
                <a:ea typeface="黑体" panose="02010609060101010101" pitchFamily="49" charset="-122"/>
                <a:sym typeface="Symbol" panose="05050102010706020507" pitchFamily="18" charset="2"/>
              </a:rPr>
              <a:t>t</a:t>
            </a:r>
            <a:r>
              <a:rPr lang="en-US" altLang="zh-CN" sz="2800" b="1" dirty="0">
                <a:latin typeface="Times New Roman" panose="02020603050405020304" pitchFamily="18" charset="0"/>
                <a:ea typeface="黑体" panose="02010609060101010101" pitchFamily="49" charset="-122"/>
                <a:sym typeface="Symbol" panose="05050102010706020507" pitchFamily="18" charset="2"/>
              </a:rPr>
              <a:t>.</a:t>
            </a:r>
          </a:p>
        </p:txBody>
      </p:sp>
      <p:sp>
        <p:nvSpPr>
          <p:cNvPr id="4" name="Text Box 4"/>
          <p:cNvSpPr txBox="1"/>
          <p:nvPr>
            <p:custDataLst>
              <p:tags r:id="rId4"/>
            </p:custDataLst>
          </p:nvPr>
        </p:nvSpPr>
        <p:spPr>
          <a:xfrm>
            <a:off x="517843" y="2781300"/>
            <a:ext cx="7561262" cy="52197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2800" b="1" dirty="0">
                <a:solidFill>
                  <a:srgbClr val="C00000"/>
                </a:solidFill>
                <a:latin typeface="Times New Roman" panose="02020603050405020304" pitchFamily="18" charset="0"/>
                <a:ea typeface="黑体" panose="02010609060101010101" pitchFamily="49" charset="-122"/>
              </a:rPr>
              <a:t>注：</a:t>
            </a:r>
            <a:r>
              <a:rPr sz="2800" b="1" dirty="0">
                <a:latin typeface="Times New Roman" panose="02020603050405020304" pitchFamily="18" charset="0"/>
                <a:ea typeface="黑体" panose="02010609060101010101" pitchFamily="49" charset="-122"/>
              </a:rPr>
              <a:t>矩阵的最高阶非零子式可能不</a:t>
            </a:r>
            <a:r>
              <a:rPr lang="zh-CN" sz="2800" b="1" dirty="0">
                <a:latin typeface="Times New Roman" panose="02020603050405020304" pitchFamily="18" charset="0"/>
                <a:ea typeface="黑体" panose="02010609060101010101" pitchFamily="49" charset="-122"/>
              </a:rPr>
              <a:t>唯一</a:t>
            </a:r>
            <a:r>
              <a:rPr lang="en-US" altLang="zh-CN" sz="2800" b="1" dirty="0">
                <a:latin typeface="Times New Roman" panose="02020603050405020304" pitchFamily="18" charset="0"/>
                <a:ea typeface="黑体" panose="02010609060101010101" pitchFamily="49" charset="-122"/>
              </a:rPr>
              <a:t>.</a:t>
            </a:r>
          </a:p>
        </p:txBody>
      </p:sp>
      <p:sp>
        <p:nvSpPr>
          <p:cNvPr id="5" name="Text Box 6"/>
          <p:cNvSpPr txBox="1"/>
          <p:nvPr>
            <p:custDataLst>
              <p:tags r:id="rId5"/>
            </p:custDataLst>
          </p:nvPr>
        </p:nvSpPr>
        <p:spPr>
          <a:xfrm>
            <a:off x="518160" y="5407025"/>
            <a:ext cx="7560945"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黑体" panose="02010609060101010101" pitchFamily="49" charset="-122"/>
              </a:rPr>
              <a:t>（</a:t>
            </a:r>
            <a:r>
              <a:rPr lang="en-US" altLang="zh-CN" sz="2800" b="1" dirty="0">
                <a:latin typeface="Times New Roman" panose="02020603050405020304" pitchFamily="18" charset="0"/>
                <a:ea typeface="黑体" panose="02010609060101010101" pitchFamily="49" charset="-122"/>
              </a:rPr>
              <a:t>3</a:t>
            </a:r>
            <a:r>
              <a:rPr lang="zh-CN" altLang="en-US" sz="2800" b="1" dirty="0">
                <a:latin typeface="Times New Roman" panose="02020603050405020304" pitchFamily="18" charset="0"/>
                <a:ea typeface="黑体" panose="02010609060101010101" pitchFamily="49" charset="-122"/>
              </a:rPr>
              <a:t>）</a:t>
            </a:r>
            <a:r>
              <a:rPr lang="en-US" altLang="zh-CN" sz="2800" b="1" i="1" dirty="0">
                <a:latin typeface="Times New Roman" panose="02020603050405020304" pitchFamily="18" charset="0"/>
                <a:ea typeface="黑体" panose="02010609060101010101" pitchFamily="49" charset="-122"/>
                <a:sym typeface="+mn-ea"/>
              </a:rPr>
              <a:t>r</a:t>
            </a:r>
            <a:r>
              <a:rPr lang="en-US" altLang="zh-CN" sz="2800" b="1" dirty="0">
                <a:latin typeface="Times New Roman" panose="02020603050405020304" pitchFamily="18" charset="0"/>
                <a:ea typeface="黑体" panose="02010609060101010101" pitchFamily="49" charset="-122"/>
                <a:sym typeface="+mn-ea"/>
              </a:rPr>
              <a:t>(</a:t>
            </a:r>
            <a:r>
              <a:rPr lang="en-US" altLang="zh-CN" sz="2800" b="1" i="1" dirty="0">
                <a:latin typeface="Times New Roman" panose="02020603050405020304" pitchFamily="18" charset="0"/>
                <a:ea typeface="黑体" panose="02010609060101010101" pitchFamily="49" charset="-122"/>
                <a:sym typeface="+mn-ea"/>
              </a:rPr>
              <a:t>A</a:t>
            </a:r>
            <a:r>
              <a:rPr lang="en-US" altLang="zh-CN" sz="2800" b="1" dirty="0">
                <a:latin typeface="Times New Roman" panose="02020603050405020304" pitchFamily="18" charset="0"/>
                <a:ea typeface="黑体" panose="02010609060101010101" pitchFamily="49" charset="-122"/>
                <a:sym typeface="+mn-ea"/>
              </a:rPr>
              <a:t>) </a:t>
            </a:r>
            <a:r>
              <a:rPr lang="en-US" altLang="zh-CN" sz="2800" b="1" dirty="0">
                <a:latin typeface="Symbol" panose="05050102010706020507" pitchFamily="18" charset="2"/>
                <a:ea typeface="黑体" panose="02010609060101010101" pitchFamily="49" charset="-122"/>
                <a:sym typeface="+mn-ea"/>
              </a:rPr>
              <a:t>= </a:t>
            </a:r>
            <a:r>
              <a:rPr lang="en-US" altLang="zh-CN" sz="2800" b="1" i="1" dirty="0">
                <a:latin typeface="Times New Roman" panose="02020603050405020304" pitchFamily="18" charset="0"/>
                <a:ea typeface="黑体" panose="02010609060101010101" pitchFamily="49" charset="-122"/>
                <a:sym typeface="+mn-ea"/>
              </a:rPr>
              <a:t>r</a:t>
            </a:r>
            <a:r>
              <a:rPr lang="en-US" altLang="zh-CN" sz="2800" b="1" dirty="0">
                <a:latin typeface="Times New Roman" panose="02020603050405020304" pitchFamily="18" charset="0"/>
                <a:ea typeface="黑体" panose="02010609060101010101" pitchFamily="49" charset="-122"/>
                <a:sym typeface="+mn-ea"/>
              </a:rPr>
              <a:t>(</a:t>
            </a:r>
            <a:r>
              <a:rPr lang="en-US" altLang="zh-CN" sz="2800" b="1" i="1" dirty="0">
                <a:latin typeface="Times New Roman" panose="02020603050405020304" pitchFamily="18" charset="0"/>
                <a:ea typeface="黑体" panose="02010609060101010101" pitchFamily="49" charset="-122"/>
                <a:sym typeface="+mn-ea"/>
              </a:rPr>
              <a:t>A</a:t>
            </a:r>
            <a:r>
              <a:rPr lang="en-US" altLang="zh-CN" sz="2800" b="1" i="1" baseline="30000" dirty="0">
                <a:latin typeface="Times New Roman" panose="02020603050405020304" pitchFamily="18" charset="0"/>
                <a:ea typeface="黑体" panose="02010609060101010101" pitchFamily="49" charset="-122"/>
                <a:sym typeface="+mn-ea"/>
              </a:rPr>
              <a:t>T</a:t>
            </a:r>
            <a:r>
              <a:rPr lang="en-US" altLang="zh-CN" sz="2800" b="1" dirty="0">
                <a:latin typeface="Times New Roman" panose="02020603050405020304" pitchFamily="18" charset="0"/>
                <a:ea typeface="黑体" panose="02010609060101010101" pitchFamily="49" charset="-122"/>
                <a:sym typeface="+mn-ea"/>
              </a:rPr>
              <a:t>)</a:t>
            </a:r>
            <a:endParaRPr lang="en-US" altLang="zh-CN" sz="28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6" name="Text Box 6"/>
          <p:cNvSpPr txBox="1"/>
          <p:nvPr>
            <p:custDataLst>
              <p:tags r:id="rId6"/>
            </p:custDataLst>
          </p:nvPr>
        </p:nvSpPr>
        <p:spPr>
          <a:xfrm>
            <a:off x="518160" y="6021705"/>
            <a:ext cx="7560945"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黑体" panose="02010609060101010101" pitchFamily="49" charset="-122"/>
              </a:rPr>
              <a:t>（</a:t>
            </a:r>
            <a:r>
              <a:rPr lang="en-US" altLang="zh-CN" sz="2800" b="1" dirty="0">
                <a:latin typeface="Times New Roman" panose="02020603050405020304" pitchFamily="18" charset="0"/>
                <a:ea typeface="黑体" panose="02010609060101010101" pitchFamily="49" charset="-122"/>
              </a:rPr>
              <a:t>4</a:t>
            </a:r>
            <a:r>
              <a:rPr lang="zh-CN" altLang="en-US" sz="2800" b="1" dirty="0">
                <a:latin typeface="Times New Roman" panose="02020603050405020304" pitchFamily="18" charset="0"/>
                <a:ea typeface="黑体" panose="02010609060101010101" pitchFamily="49" charset="-122"/>
              </a:rPr>
              <a:t>）</a:t>
            </a:r>
            <a:r>
              <a:rPr lang="en-US" altLang="zh-CN" sz="2800" b="1" dirty="0">
                <a:latin typeface="Times New Roman" panose="02020603050405020304" pitchFamily="18" charset="0"/>
                <a:ea typeface="黑体" panose="02010609060101010101" pitchFamily="49" charset="-122"/>
                <a:sym typeface="+mn-ea"/>
              </a:rPr>
              <a:t>0 </a:t>
            </a:r>
            <a:r>
              <a:rPr lang="en-US" altLang="zh-CN" sz="2800" b="1" dirty="0">
                <a:latin typeface="Times New Roman" panose="02020603050405020304" pitchFamily="18" charset="0"/>
                <a:ea typeface="黑体" panose="02010609060101010101" pitchFamily="49" charset="-122"/>
                <a:sym typeface="Symbol" panose="05050102010706020507" pitchFamily="18" charset="2"/>
              </a:rPr>
              <a:t> </a:t>
            </a:r>
            <a:r>
              <a:rPr lang="en-US" altLang="zh-CN" sz="2800" b="1" i="1" dirty="0">
                <a:latin typeface="Times New Roman" panose="02020603050405020304" pitchFamily="18" charset="0"/>
                <a:ea typeface="黑体" panose="02010609060101010101" pitchFamily="49" charset="-122"/>
                <a:sym typeface="+mn-ea"/>
              </a:rPr>
              <a:t>r </a:t>
            </a:r>
            <a:r>
              <a:rPr lang="en-US" altLang="zh-CN" sz="2800" b="1" dirty="0">
                <a:latin typeface="Times New Roman" panose="02020603050405020304" pitchFamily="18" charset="0"/>
                <a:ea typeface="黑体" panose="02010609060101010101" pitchFamily="49" charset="-122"/>
                <a:sym typeface="Symbol" panose="05050102010706020507" pitchFamily="18" charset="2"/>
              </a:rPr>
              <a:t> </a:t>
            </a:r>
            <a:r>
              <a:rPr lang="en-US" altLang="zh-CN" sz="2800" b="1" dirty="0">
                <a:latin typeface="Times New Roman" panose="02020603050405020304" pitchFamily="18" charset="0"/>
                <a:ea typeface="黑体" panose="02010609060101010101" pitchFamily="49" charset="-122"/>
                <a:sym typeface="+mn-ea"/>
              </a:rPr>
              <a:t>min(</a:t>
            </a:r>
            <a:r>
              <a:rPr lang="en-US" altLang="zh-CN" sz="2800" b="1" i="1" dirty="0">
                <a:latin typeface="Times New Roman" panose="02020603050405020304" pitchFamily="18" charset="0"/>
                <a:ea typeface="黑体" panose="02010609060101010101" pitchFamily="49" charset="-122"/>
                <a:sym typeface="+mn-ea"/>
              </a:rPr>
              <a:t>m</a:t>
            </a:r>
            <a:r>
              <a:rPr lang="en-US" altLang="zh-CN" sz="2800" b="1" dirty="0">
                <a:latin typeface="Times New Roman" panose="02020603050405020304" pitchFamily="18" charset="0"/>
                <a:ea typeface="黑体" panose="02010609060101010101" pitchFamily="49" charset="-122"/>
                <a:sym typeface="+mn-ea"/>
              </a:rPr>
              <a:t>, </a:t>
            </a:r>
            <a:r>
              <a:rPr lang="en-US" altLang="zh-CN" sz="2800" b="1" i="1" dirty="0">
                <a:latin typeface="Times New Roman" panose="02020603050405020304" pitchFamily="18" charset="0"/>
                <a:ea typeface="黑体" panose="02010609060101010101" pitchFamily="49" charset="-122"/>
                <a:sym typeface="+mn-ea"/>
              </a:rPr>
              <a:t>n</a:t>
            </a:r>
            <a:r>
              <a:rPr lang="en-US" altLang="zh-CN" sz="2800" b="1" dirty="0">
                <a:latin typeface="Times New Roman" panose="02020603050405020304" pitchFamily="18" charset="0"/>
                <a:ea typeface="黑体" panose="02010609060101010101" pitchFamily="49" charset="-122"/>
                <a:sym typeface="+mn-ea"/>
              </a:rPr>
              <a:t>)</a:t>
            </a:r>
            <a:endParaRPr lang="en-US" altLang="zh-CN" sz="28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7" name="矩形 6"/>
          <p:cNvSpPr>
            <a:spLocks noChangeArrowheads="1"/>
          </p:cNvSpPr>
          <p:nvPr>
            <p:custDataLst>
              <p:tags r:id="rId7"/>
            </p:custDataLst>
          </p:nvPr>
        </p:nvSpPr>
        <p:spPr bwMode="auto">
          <a:xfrm>
            <a:off x="612140" y="744855"/>
            <a:ext cx="2819400"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定义</a:t>
            </a:r>
            <a:r>
              <a:rPr kumimoji="1" lang="en-US" altLang="zh-CN"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2.19</a:t>
            </a:r>
          </a:p>
        </p:txBody>
      </p:sp>
      <p:sp>
        <p:nvSpPr>
          <p:cNvPr id="8" name="Text Box 13"/>
          <p:cNvSpPr txBox="1">
            <a:spLocks noChangeArrowheads="1"/>
          </p:cNvSpPr>
          <p:nvPr>
            <p:custDataLst>
              <p:tags r:id="rId8"/>
            </p:custDataLst>
          </p:nvPr>
        </p:nvSpPr>
        <p:spPr bwMode="auto">
          <a:xfrm>
            <a:off x="163830" y="681990"/>
            <a:ext cx="8444230" cy="2232025"/>
          </a:xfrm>
          <a:prstGeom prst="rect">
            <a:avLst/>
          </a:prstGeom>
          <a:noFill/>
          <a:ln w="9525">
            <a:noFill/>
            <a:miter lim="800000"/>
          </a:ln>
          <a:effectLst/>
        </p:spPr>
        <p:txBody>
          <a:bodyPr wrap="square">
            <a:spAutoFit/>
          </a:bodyPr>
          <a:lstStyle/>
          <a:p>
            <a:pPr marL="0" lvl="0" indent="0" algn="just" eaLnBrk="1" hangingPunct="1">
              <a:lnSpc>
                <a:spcPct val="120000"/>
              </a:lnSpc>
              <a:spcBef>
                <a:spcPct val="0"/>
              </a:spcBef>
              <a:buClrTx/>
              <a:buSzTx/>
              <a:buFontTx/>
              <a:buNone/>
            </a:pPr>
            <a:r>
              <a:rPr kumimoji="1" lang="zh-CN" altLang="en-US" sz="3200" b="1" kern="1200" cap="none" spc="0" normalizeH="0" baseline="0" noProof="0"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 </a:t>
            </a:r>
            <a:r>
              <a:rPr kumimoji="1" lang="en-US" altLang="zh-CN" sz="3200" b="1" kern="1200" cap="none" spc="0" normalizeH="0" baseline="0" noProof="0"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                    </a:t>
            </a:r>
            <a:r>
              <a:rPr lang="zh-CN" altLang="en-US" b="1" dirty="0">
                <a:solidFill>
                  <a:schemeClr val="tx1"/>
                </a:solidFill>
                <a:latin typeface="华文中宋" panose="02010600040101010101" pitchFamily="2" charset="-122"/>
                <a:ea typeface="华文中宋" panose="02010600040101010101" pitchFamily="2" charset="-122"/>
                <a:sym typeface="+mn-ea"/>
              </a:rPr>
              <a:t>设</a:t>
            </a:r>
            <a:r>
              <a:rPr lang="en-US" altLang="zh-CN" b="1" i="1" dirty="0">
                <a:ea typeface="黑体" panose="02010609060101010101" pitchFamily="49" charset="-122"/>
                <a:sym typeface="+mn-ea"/>
              </a:rPr>
              <a:t>A</a:t>
            </a:r>
            <a:r>
              <a:rPr lang="zh-CN" altLang="en-US" b="1" dirty="0">
                <a:solidFill>
                  <a:schemeClr val="tx1"/>
                </a:solidFill>
                <a:latin typeface="华文中宋" panose="02010600040101010101" pitchFamily="2" charset="-122"/>
                <a:ea typeface="华文中宋" panose="02010600040101010101" pitchFamily="2" charset="-122"/>
                <a:sym typeface="+mn-ea"/>
              </a:rPr>
              <a:t>为</a:t>
            </a:r>
            <a:r>
              <a:rPr lang="en-US" altLang="zh-CN" b="1" i="1" dirty="0">
                <a:ea typeface="黑体" panose="02010609060101010101" pitchFamily="49" charset="-122"/>
                <a:sym typeface="+mn-ea"/>
              </a:rPr>
              <a:t>m</a:t>
            </a:r>
            <a:r>
              <a:rPr lang="en-US" altLang="zh-CN" b="1" dirty="0">
                <a:ea typeface="黑体" panose="02010609060101010101" pitchFamily="49" charset="-122"/>
                <a:sym typeface="Symbol" panose="05050102010706020507" pitchFamily="18" charset="2"/>
              </a:rPr>
              <a:t></a:t>
            </a:r>
            <a:r>
              <a:rPr lang="en-US" altLang="zh-CN" b="1" i="1" dirty="0">
                <a:ea typeface="黑体" panose="02010609060101010101" pitchFamily="49" charset="-122"/>
                <a:sym typeface="+mn-ea"/>
              </a:rPr>
              <a:t>n</a:t>
            </a:r>
            <a:r>
              <a:rPr lang="zh-CN" altLang="en-US" b="1" dirty="0">
                <a:solidFill>
                  <a:schemeClr val="tx1"/>
                </a:solidFill>
                <a:latin typeface="华文中宋" panose="02010600040101010101" pitchFamily="2" charset="-122"/>
                <a:ea typeface="华文中宋" panose="02010600040101010101" pitchFamily="2" charset="-122"/>
                <a:sym typeface="+mn-ea"/>
              </a:rPr>
              <a:t>矩阵，如果</a:t>
            </a:r>
            <a:r>
              <a:rPr lang="en-US" altLang="zh-CN" b="1" i="1" dirty="0">
                <a:ea typeface="黑体" panose="02010609060101010101" pitchFamily="49" charset="-122"/>
                <a:sym typeface="+mn-ea"/>
              </a:rPr>
              <a:t>A</a:t>
            </a:r>
            <a:r>
              <a:rPr lang="zh-CN" altLang="en-US" b="1" dirty="0">
                <a:solidFill>
                  <a:schemeClr val="tx1"/>
                </a:solidFill>
                <a:latin typeface="华文中宋" panose="02010600040101010101" pitchFamily="2" charset="-122"/>
                <a:ea typeface="华文中宋" panose="02010600040101010101" pitchFamily="2" charset="-122"/>
                <a:sym typeface="+mn-ea"/>
              </a:rPr>
              <a:t>中不为零的子式最高阶数为</a:t>
            </a:r>
            <a:r>
              <a:rPr lang="en-US" altLang="zh-CN" b="1" i="1" dirty="0">
                <a:ea typeface="黑体" panose="02010609060101010101" pitchFamily="49" charset="-122"/>
                <a:sym typeface="+mn-ea"/>
              </a:rPr>
              <a:t>r</a:t>
            </a:r>
            <a:r>
              <a:rPr lang="zh-CN" altLang="en-US" b="1" dirty="0">
                <a:solidFill>
                  <a:schemeClr val="tx1"/>
                </a:solidFill>
                <a:latin typeface="华文中宋" panose="02010600040101010101" pitchFamily="2" charset="-122"/>
                <a:ea typeface="华文中宋" panose="02010600040101010101" pitchFamily="2" charset="-122"/>
                <a:sym typeface="+mn-ea"/>
              </a:rPr>
              <a:t>，即存在</a:t>
            </a:r>
            <a:r>
              <a:rPr lang="en-US" altLang="zh-CN" b="1" i="1" dirty="0">
                <a:ea typeface="黑体" panose="02010609060101010101" pitchFamily="49" charset="-122"/>
                <a:sym typeface="+mn-ea"/>
              </a:rPr>
              <a:t>r</a:t>
            </a:r>
            <a:r>
              <a:rPr lang="zh-CN" altLang="en-US" b="1" dirty="0">
                <a:solidFill>
                  <a:schemeClr val="tx1"/>
                </a:solidFill>
                <a:latin typeface="华文中宋" panose="02010600040101010101" pitchFamily="2" charset="-122"/>
                <a:ea typeface="华文中宋" panose="02010600040101010101" pitchFamily="2" charset="-122"/>
                <a:sym typeface="+mn-ea"/>
              </a:rPr>
              <a:t>阶子式不为零，而任何</a:t>
            </a:r>
            <a:r>
              <a:rPr lang="en-US" altLang="zh-CN" b="1" i="1" dirty="0">
                <a:ea typeface="黑体" panose="02010609060101010101" pitchFamily="49" charset="-122"/>
                <a:sym typeface="+mn-ea"/>
              </a:rPr>
              <a:t>r</a:t>
            </a:r>
            <a:r>
              <a:rPr lang="en-US" altLang="zh-CN" b="1" dirty="0">
                <a:latin typeface="Symbol" panose="05050102010706020507" pitchFamily="18" charset="2"/>
                <a:ea typeface="黑体" panose="02010609060101010101" pitchFamily="49" charset="-122"/>
                <a:sym typeface="+mn-ea"/>
              </a:rPr>
              <a:t>+</a:t>
            </a:r>
            <a:r>
              <a:rPr lang="en-US" altLang="zh-CN" b="1" dirty="0">
                <a:ea typeface="黑体" panose="02010609060101010101" pitchFamily="49" charset="-122"/>
                <a:sym typeface="+mn-ea"/>
              </a:rPr>
              <a:t>1</a:t>
            </a:r>
            <a:r>
              <a:rPr lang="zh-CN" altLang="en-US" b="1" dirty="0">
                <a:solidFill>
                  <a:schemeClr val="tx1"/>
                </a:solidFill>
                <a:latin typeface="华文中宋" panose="02010600040101010101" pitchFamily="2" charset="-122"/>
                <a:ea typeface="华文中宋" panose="02010600040101010101" pitchFamily="2" charset="-122"/>
                <a:sym typeface="+mn-ea"/>
              </a:rPr>
              <a:t>阶子式皆为零，则称</a:t>
            </a:r>
            <a:r>
              <a:rPr lang="en-US" altLang="zh-CN" b="1" i="1" dirty="0">
                <a:ea typeface="黑体" panose="02010609060101010101" pitchFamily="49" charset="-122"/>
                <a:sym typeface="+mn-ea"/>
              </a:rPr>
              <a:t>r</a:t>
            </a:r>
            <a:r>
              <a:rPr lang="zh-CN" altLang="en-US" b="1" dirty="0">
                <a:solidFill>
                  <a:schemeClr val="tx1"/>
                </a:solidFill>
                <a:latin typeface="华文中宋" panose="02010600040101010101" pitchFamily="2" charset="-122"/>
                <a:ea typeface="华文中宋" panose="02010600040101010101" pitchFamily="2" charset="-122"/>
                <a:sym typeface="+mn-ea"/>
              </a:rPr>
              <a:t>为矩阵</a:t>
            </a:r>
            <a:r>
              <a:rPr lang="en-US" altLang="zh-CN" b="1" i="1" dirty="0">
                <a:ea typeface="黑体" panose="02010609060101010101" pitchFamily="49" charset="-122"/>
                <a:sym typeface="+mn-ea"/>
              </a:rPr>
              <a:t>A</a:t>
            </a:r>
            <a:r>
              <a:rPr lang="zh-CN" altLang="en-US" b="1" dirty="0">
                <a:solidFill>
                  <a:schemeClr val="tx1"/>
                </a:solidFill>
                <a:latin typeface="华文中宋" panose="02010600040101010101" pitchFamily="2" charset="-122"/>
                <a:ea typeface="华文中宋" panose="02010600040101010101" pitchFamily="2" charset="-122"/>
                <a:sym typeface="+mn-ea"/>
              </a:rPr>
              <a:t>的秩，记作秩</a:t>
            </a:r>
            <a:r>
              <a:rPr lang="en-US" altLang="zh-CN" b="1" dirty="0">
                <a:ea typeface="黑体" panose="02010609060101010101" pitchFamily="49" charset="-122"/>
                <a:sym typeface="+mn-ea"/>
              </a:rPr>
              <a:t>(</a:t>
            </a:r>
            <a:r>
              <a:rPr lang="en-US" altLang="zh-CN" b="1" i="1" dirty="0">
                <a:ea typeface="黑体" panose="02010609060101010101" pitchFamily="49" charset="-122"/>
                <a:sym typeface="+mn-ea"/>
              </a:rPr>
              <a:t>A</a:t>
            </a:r>
            <a:r>
              <a:rPr lang="en-US" altLang="zh-CN" b="1" dirty="0">
                <a:ea typeface="黑体" panose="02010609060101010101" pitchFamily="49" charset="-122"/>
                <a:sym typeface="+mn-ea"/>
              </a:rPr>
              <a:t>)</a:t>
            </a:r>
            <a:r>
              <a:rPr lang="en-US" altLang="zh-CN" b="1" dirty="0">
                <a:latin typeface="Symbol" panose="05050102010706020507" pitchFamily="18" charset="2"/>
                <a:ea typeface="黑体" panose="02010609060101010101" pitchFamily="49" charset="-122"/>
                <a:sym typeface="+mn-ea"/>
              </a:rPr>
              <a:t>=</a:t>
            </a:r>
            <a:r>
              <a:rPr lang="en-US" altLang="zh-CN" b="1" i="1" dirty="0">
                <a:ea typeface="黑体" panose="02010609060101010101" pitchFamily="49" charset="-122"/>
                <a:sym typeface="+mn-ea"/>
              </a:rPr>
              <a:t>r</a:t>
            </a:r>
            <a:r>
              <a:rPr lang="zh-CN" altLang="en-US" b="1" dirty="0">
                <a:solidFill>
                  <a:schemeClr val="tx1"/>
                </a:solidFill>
                <a:latin typeface="华文中宋" panose="02010600040101010101" pitchFamily="2" charset="-122"/>
                <a:ea typeface="华文中宋" panose="02010600040101010101" pitchFamily="2" charset="-122"/>
                <a:sym typeface="+mn-ea"/>
              </a:rPr>
              <a:t>或</a:t>
            </a:r>
            <a:r>
              <a:rPr lang="en-US" altLang="zh-CN" b="1" i="1" dirty="0">
                <a:ea typeface="黑体" panose="02010609060101010101" pitchFamily="49" charset="-122"/>
                <a:sym typeface="+mn-ea"/>
              </a:rPr>
              <a:t>r</a:t>
            </a:r>
            <a:r>
              <a:rPr lang="en-US" altLang="zh-CN" b="1" dirty="0">
                <a:ea typeface="黑体" panose="02010609060101010101" pitchFamily="49" charset="-122"/>
                <a:sym typeface="+mn-ea"/>
              </a:rPr>
              <a:t>(</a:t>
            </a:r>
            <a:r>
              <a:rPr lang="en-US" altLang="zh-CN" b="1" i="1" dirty="0">
                <a:ea typeface="黑体" panose="02010609060101010101" pitchFamily="49" charset="-122"/>
                <a:sym typeface="+mn-ea"/>
              </a:rPr>
              <a:t>A</a:t>
            </a:r>
            <a:r>
              <a:rPr lang="en-US" altLang="zh-CN" b="1" dirty="0">
                <a:ea typeface="黑体" panose="02010609060101010101" pitchFamily="49" charset="-122"/>
                <a:sym typeface="+mn-ea"/>
              </a:rPr>
              <a:t>)</a:t>
            </a:r>
            <a:r>
              <a:rPr lang="en-US" altLang="zh-CN" b="1" dirty="0">
                <a:latin typeface="Symbol" panose="05050102010706020507" pitchFamily="18" charset="2"/>
                <a:ea typeface="黑体" panose="02010609060101010101" pitchFamily="49" charset="-122"/>
                <a:sym typeface="+mn-ea"/>
              </a:rPr>
              <a:t>=</a:t>
            </a:r>
            <a:r>
              <a:rPr lang="en-US" altLang="zh-CN" b="1" i="1" dirty="0">
                <a:ea typeface="黑体" panose="02010609060101010101" pitchFamily="49" charset="-122"/>
                <a:sym typeface="+mn-ea"/>
              </a:rPr>
              <a:t>r</a:t>
            </a:r>
            <a:r>
              <a:rPr lang="zh-CN" altLang="en-US" b="1" dirty="0">
                <a:ea typeface="黑体" panose="02010609060101010101" pitchFamily="49" charset="-122"/>
                <a:sym typeface="+mn-ea"/>
              </a:rPr>
              <a:t>。</a:t>
            </a:r>
            <a:endParaRPr kumimoji="1" lang="zh-CN" altLang="zh-CN" sz="2800" b="1" kern="1200" cap="none" spc="0" normalizeH="0" baseline="0" noProof="0" dirty="0">
              <a:latin typeface="Times New Roman" panose="02020603050405020304" pitchFamily="18" charset="0"/>
              <a:ea typeface="黑体" panose="02010609060101010101" pitchFamily="49"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5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964">
                                            <p:txEl>
                                              <p:pRg st="0" end="0"/>
                                            </p:txEl>
                                          </p:spTgt>
                                        </p:tgtEl>
                                        <p:attrNameLst>
                                          <p:attrName>style.visibility</p:attrName>
                                        </p:attrNameLst>
                                      </p:cBhvr>
                                      <p:to>
                                        <p:strVal val="visible"/>
                                      </p:to>
                                    </p:set>
                                    <p:animEffect transition="in" filter="wipe(left)">
                                      <p:cBhvr>
                                        <p:cTn id="12" dur="500"/>
                                        <p:tgtEl>
                                          <p:spTgt spid="40964">
                                            <p:txEl>
                                              <p:pRg st="0" end="0"/>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40965">
                                            <p:txEl>
                                              <p:pRg st="0" end="0"/>
                                            </p:txEl>
                                          </p:spTgt>
                                        </p:tgtEl>
                                        <p:attrNameLst>
                                          <p:attrName>style.visibility</p:attrName>
                                        </p:attrNameLst>
                                      </p:cBhvr>
                                      <p:to>
                                        <p:strVal val="visible"/>
                                      </p:to>
                                    </p:set>
                                    <p:animEffect transition="in" filter="wipe(left)">
                                      <p:cBhvr>
                                        <p:cTn id="16" dur="500"/>
                                        <p:tgtEl>
                                          <p:spTgt spid="40965">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0966">
                                            <p:txEl>
                                              <p:pRg st="0" end="0"/>
                                            </p:txEl>
                                          </p:spTgt>
                                        </p:tgtEl>
                                        <p:attrNameLst>
                                          <p:attrName>style.visibility</p:attrName>
                                        </p:attrNameLst>
                                      </p:cBhvr>
                                      <p:to>
                                        <p:strVal val="visible"/>
                                      </p:to>
                                    </p:set>
                                    <p:animEffect transition="in" filter="wipe(left)">
                                      <p:cBhvr>
                                        <p:cTn id="21" dur="500"/>
                                        <p:tgtEl>
                                          <p:spTgt spid="40966">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
                                            <p:txEl>
                                              <p:pRg st="0" end="0"/>
                                            </p:txEl>
                                          </p:spTgt>
                                        </p:tgtEl>
                                        <p:attrNameLst>
                                          <p:attrName>style.visibility</p:attrName>
                                        </p:attrNameLst>
                                      </p:cBhvr>
                                      <p:to>
                                        <p:strVal val="visible"/>
                                      </p:to>
                                    </p:set>
                                    <p:animEffect transition="in" filter="wipe(left)">
                                      <p:cBhvr>
                                        <p:cTn id="26" dur="500"/>
                                        <p:tgtEl>
                                          <p:spTgt spid="5">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animEffect transition="in" filter="wipe(left)">
                                      <p:cBhvr>
                                        <p:cTn id="3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build="p"/>
      <p:bldP spid="40965" grpId="0" build="p" advAuto="1000"/>
      <p:bldP spid="40966" grpId="0" build="p"/>
      <p:bldP spid="4" grpId="0" build="p"/>
      <p:bldP spid="5" grpId="0" build="p"/>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0">
            <a:hlinkClick r:id="rId10" action="ppaction://hlinksldjump"/>
          </p:cNvPr>
          <p:cNvSpPr>
            <a:spLocks noChangeArrowheads="1"/>
          </p:cNvSpPr>
          <p:nvPr/>
        </p:nvSpPr>
        <p:spPr bwMode="auto">
          <a:xfrm>
            <a:off x="450850" y="393700"/>
            <a:ext cx="40322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Gulim" panose="020B0600000101010101" pitchFamily="34" charset="-127"/>
              <a:cs typeface="Times New Roman" panose="02020603050405020304" pitchFamily="18" charset="0"/>
            </a:endParaRPr>
          </a:p>
        </p:txBody>
      </p:sp>
      <p:grpSp>
        <p:nvGrpSpPr>
          <p:cNvPr id="45059" name="Group 31"/>
          <p:cNvGrpSpPr/>
          <p:nvPr/>
        </p:nvGrpSpPr>
        <p:grpSpPr bwMode="auto">
          <a:xfrm>
            <a:off x="0" y="0"/>
            <a:ext cx="6371219" cy="825500"/>
            <a:chOff x="51" y="0"/>
            <a:chExt cx="3023" cy="246"/>
          </a:xfrm>
        </p:grpSpPr>
        <p:sp>
          <p:nvSpPr>
            <p:cNvPr id="23" name="Line 32"/>
            <p:cNvSpPr>
              <a:spLocks noChangeShapeType="1"/>
            </p:cNvSpPr>
            <p:nvPr/>
          </p:nvSpPr>
          <p:spPr bwMode="auto">
            <a:xfrm flipV="1">
              <a:off x="96" y="202"/>
              <a:ext cx="2978" cy="0"/>
            </a:xfrm>
            <a:prstGeom prst="line">
              <a:avLst/>
            </a:prstGeom>
            <a:noFill/>
            <a:ln w="28575">
              <a:solidFill>
                <a:srgbClr val="0000FF"/>
              </a:solidFill>
              <a:round/>
            </a:ln>
            <a:effectLst>
              <a:glow rad="63500">
                <a:schemeClr val="accent3">
                  <a:satMod val="175000"/>
                  <a:alpha val="40000"/>
                </a:schemeClr>
              </a:glo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5076" name="Picture 33" descr="BD10263_"/>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 y="0"/>
              <a:ext cx="24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060" name="Rectangle 30"/>
          <p:cNvSpPr>
            <a:spLocks noChangeArrowheads="1"/>
          </p:cNvSpPr>
          <p:nvPr/>
        </p:nvSpPr>
        <p:spPr bwMode="auto">
          <a:xfrm>
            <a:off x="518465" y="163830"/>
            <a:ext cx="653732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重点问题</a:t>
            </a:r>
            <a:r>
              <a:rPr kumimoji="1" lang="en-US" altLang="zh-CN"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矩阵的秩</a:t>
            </a:r>
            <a:r>
              <a:rPr lang="zh-CN" altLang="en-US" sz="2600" b="1" noProof="0" dirty="0">
                <a:ln>
                  <a:noFill/>
                </a:ln>
                <a:solidFill>
                  <a:srgbClr val="C00000"/>
                </a:solidFill>
                <a:effectLst/>
                <a:uLnTx/>
                <a:uFillTx/>
                <a:latin typeface="华文中宋" panose="02010600040101010101" pitchFamily="2" charset="-122"/>
                <a:ea typeface="华文中宋" panose="02010600040101010101" pitchFamily="2" charset="-122"/>
                <a:cs typeface="Times New Roman" panose="02020603050405020304" pitchFamily="18" charset="0"/>
                <a:sym typeface="+mn-ea"/>
              </a:rPr>
              <a:t>的定义</a:t>
            </a:r>
            <a:endParaRPr kumimoji="1" lang="zh-CN" altLang="en-US" sz="26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62466" name="Text Box 2"/>
          <p:cNvSpPr txBox="1">
            <a:spLocks noChangeArrowheads="1"/>
          </p:cNvSpPr>
          <p:nvPr>
            <p:custDataLst>
              <p:tags r:id="rId1"/>
            </p:custDataLst>
          </p:nvPr>
        </p:nvSpPr>
        <p:spPr bwMode="auto">
          <a:xfrm>
            <a:off x="681355" y="1010285"/>
            <a:ext cx="8208963" cy="521970"/>
          </a:xfrm>
          <a:prstGeom prst="rect">
            <a:avLst/>
          </a:prstGeom>
          <a:noFill/>
          <a:ln>
            <a:noFill/>
          </a:ln>
          <a:effectLst/>
        </p:spPr>
        <p:txBody>
          <a:bodyPr>
            <a:spAutoFit/>
          </a:bodyPr>
          <a:lstStyle/>
          <a:p>
            <a:pPr marR="0" defTabSz="914400" eaLnBrk="1" hangingPunct="1">
              <a:spcBef>
                <a:spcPct val="50000"/>
              </a:spcBef>
              <a:buClrTx/>
              <a:buSzTx/>
              <a:buFontTx/>
              <a:buNone/>
              <a:defRPr/>
            </a:pPr>
            <a:r>
              <a:rPr kumimoji="1" lang="en-US" altLang="zh-CN" sz="2800" b="1" kern="1200" cap="none" spc="0" normalizeH="0" baseline="0" noProof="0"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        </a:t>
            </a:r>
            <a:r>
              <a:rPr lang="zh-CN" altLang="en-US" b="1" dirty="0">
                <a:solidFill>
                  <a:schemeClr val="tx1"/>
                </a:solidFill>
                <a:latin typeface="华文中宋" panose="02010600040101010101" pitchFamily="2" charset="-122"/>
                <a:ea typeface="华文中宋" panose="02010600040101010101" pitchFamily="2" charset="-122"/>
              </a:rPr>
              <a:t>设</a:t>
            </a:r>
            <a:r>
              <a:rPr kumimoji="1" lang="zh-CN" altLang="en-US" sz="2800" b="1" kern="1200" cap="none" spc="0" normalizeH="0" baseline="0" noProof="0" dirty="0">
                <a:latin typeface="Times New Roman" panose="02020603050405020304" pitchFamily="18" charset="0"/>
                <a:ea typeface="黑体" panose="02010609060101010101" pitchFamily="49" charset="-122"/>
                <a:cs typeface="+mn-cs"/>
              </a:rPr>
              <a:t> </a:t>
            </a:r>
            <a:r>
              <a:rPr kumimoji="1" lang="en-US" altLang="zh-CN" sz="2800" b="1" i="1" kern="1200" cap="none" spc="0" normalizeH="0" baseline="0" noProof="0" dirty="0">
                <a:latin typeface="Times New Roman" panose="02020603050405020304" pitchFamily="18" charset="0"/>
                <a:ea typeface="黑体" panose="02010609060101010101" pitchFamily="49" charset="-122"/>
                <a:cs typeface="+mn-cs"/>
              </a:rPr>
              <a:t>A</a:t>
            </a:r>
            <a:r>
              <a:rPr kumimoji="1" lang="en-US" altLang="zh-CN" sz="2800" b="1" kern="1200" cap="none" spc="0" normalizeH="0" baseline="0" noProof="0" dirty="0">
                <a:latin typeface="Times New Roman" panose="02020603050405020304" pitchFamily="18" charset="0"/>
                <a:ea typeface="黑体" panose="02010609060101010101" pitchFamily="49" charset="-122"/>
                <a:cs typeface="+mn-cs"/>
              </a:rPr>
              <a:t> </a:t>
            </a:r>
            <a:r>
              <a:rPr lang="zh-CN" altLang="en-US" b="1" dirty="0">
                <a:solidFill>
                  <a:schemeClr val="tx1"/>
                </a:solidFill>
                <a:latin typeface="华文中宋" panose="02010600040101010101" pitchFamily="2" charset="-122"/>
                <a:ea typeface="华文中宋" panose="02010600040101010101" pitchFamily="2" charset="-122"/>
              </a:rPr>
              <a:t>为 </a:t>
            </a:r>
            <a:r>
              <a:rPr kumimoji="1" lang="en-US" altLang="zh-CN" sz="2800" b="1" i="1" kern="1200" cap="none" spc="0" normalizeH="0" baseline="0" noProof="0" dirty="0">
                <a:latin typeface="Times New Roman" panose="02020603050405020304" pitchFamily="18" charset="0"/>
                <a:ea typeface="黑体" panose="02010609060101010101" pitchFamily="49" charset="-122"/>
                <a:cs typeface="+mn-cs"/>
              </a:rPr>
              <a:t>n </a:t>
            </a:r>
            <a:r>
              <a:rPr lang="zh-CN" altLang="en-US" b="1" dirty="0">
                <a:solidFill>
                  <a:schemeClr val="tx1"/>
                </a:solidFill>
                <a:latin typeface="华文中宋" panose="02010600040101010101" pitchFamily="2" charset="-122"/>
                <a:ea typeface="华文中宋" panose="02010600040101010101" pitchFamily="2" charset="-122"/>
              </a:rPr>
              <a:t>矩阵，则当</a:t>
            </a:r>
            <a:r>
              <a:rPr kumimoji="1" lang="zh-CN" altLang="en-US" sz="2800" b="1" kern="1200" cap="none" spc="0" normalizeH="0" baseline="0" noProof="0" dirty="0">
                <a:latin typeface="Times New Roman" panose="02020603050405020304" pitchFamily="18" charset="0"/>
                <a:ea typeface="黑体" panose="02010609060101010101" pitchFamily="49" charset="-122"/>
                <a:cs typeface="+mn-cs"/>
              </a:rPr>
              <a:t> </a:t>
            </a:r>
            <a:r>
              <a:rPr kumimoji="1" lang="en-US" altLang="zh-CN" sz="2800" b="1" kern="1200" cap="none" spc="0" normalizeH="0" baseline="0" noProof="0" dirty="0">
                <a:latin typeface="Times New Roman" panose="02020603050405020304" pitchFamily="18" charset="0"/>
                <a:ea typeface="黑体" panose="02010609060101010101" pitchFamily="49" charset="-122"/>
                <a:cs typeface="+mn-cs"/>
              </a:rPr>
              <a:t>| </a:t>
            </a:r>
            <a:r>
              <a:rPr kumimoji="1" lang="en-US" altLang="zh-CN" sz="2800" b="1" i="1" kern="1200" cap="none" spc="0" normalizeH="0" baseline="0" noProof="0" dirty="0">
                <a:latin typeface="Times New Roman" panose="02020603050405020304" pitchFamily="18" charset="0"/>
                <a:ea typeface="黑体" panose="02010609060101010101" pitchFamily="49" charset="-122"/>
                <a:cs typeface="+mn-cs"/>
              </a:rPr>
              <a:t>A</a:t>
            </a:r>
            <a:r>
              <a:rPr kumimoji="1" lang="en-US" altLang="zh-CN" sz="2800" b="1" kern="1200" cap="none" spc="0" normalizeH="0" baseline="0" noProof="0" dirty="0">
                <a:latin typeface="Times New Roman" panose="02020603050405020304" pitchFamily="18" charset="0"/>
                <a:ea typeface="黑体" panose="02010609060101010101" pitchFamily="49" charset="-122"/>
                <a:cs typeface="+mn-cs"/>
              </a:rPr>
              <a:t> | </a:t>
            </a:r>
            <a:r>
              <a:rPr kumimoji="1" lang="en-US" altLang="zh-CN" sz="2800" b="1" kern="1200" cap="none" spc="0" normalizeH="0" baseline="0" noProof="0" dirty="0">
                <a:latin typeface="Times New Roman" panose="02020603050405020304" pitchFamily="18" charset="0"/>
                <a:ea typeface="黑体" panose="02010609060101010101" pitchFamily="49" charset="-122"/>
                <a:cs typeface="+mn-cs"/>
                <a:sym typeface="Symbol" panose="05050102010706020507" pitchFamily="18" charset="2"/>
              </a:rPr>
              <a:t> 0 </a:t>
            </a:r>
            <a:r>
              <a:rPr lang="zh-CN" altLang="en-US" b="1" dirty="0">
                <a:solidFill>
                  <a:schemeClr val="tx1"/>
                </a:solidFill>
                <a:latin typeface="华文中宋" panose="02010600040101010101" pitchFamily="2" charset="-122"/>
                <a:ea typeface="华文中宋" panose="02010600040101010101" pitchFamily="2" charset="-122"/>
                <a:sym typeface="Symbol" panose="05050102010706020507" pitchFamily="18" charset="2"/>
              </a:rPr>
              <a:t>时</a:t>
            </a:r>
            <a:r>
              <a:rPr kumimoji="1" lang="zh-CN" altLang="en-US" sz="2800" b="1" kern="1200" cap="none" spc="0" normalizeH="0" baseline="0" noProof="0" dirty="0">
                <a:latin typeface="Times New Roman" panose="02020603050405020304" pitchFamily="18" charset="0"/>
                <a:ea typeface="黑体" panose="02010609060101010101" pitchFamily="49" charset="-122"/>
                <a:cs typeface="+mn-cs"/>
                <a:sym typeface="Symbol" panose="05050102010706020507" pitchFamily="18" charset="2"/>
              </a:rPr>
              <a:t> </a:t>
            </a:r>
            <a:r>
              <a:rPr kumimoji="1" lang="en-US" altLang="zh-CN" sz="2800" b="1" i="1" kern="1200" cap="none" spc="0" normalizeH="0" baseline="0" noProof="0" dirty="0">
                <a:latin typeface="Times New Roman" panose="02020603050405020304" pitchFamily="18" charset="0"/>
                <a:ea typeface="黑体" panose="02010609060101010101" pitchFamily="49" charset="-122"/>
                <a:cs typeface="+mn-cs"/>
              </a:rPr>
              <a:t>R</a:t>
            </a:r>
            <a:r>
              <a:rPr kumimoji="1" lang="en-US" altLang="zh-CN" sz="2800" b="1" kern="1200" cap="none" spc="0" normalizeH="0" baseline="0" noProof="0" dirty="0">
                <a:latin typeface="Times New Roman" panose="02020603050405020304" pitchFamily="18" charset="0"/>
                <a:ea typeface="黑体" panose="02010609060101010101" pitchFamily="49" charset="-122"/>
                <a:cs typeface="+mn-cs"/>
              </a:rPr>
              <a:t>(</a:t>
            </a:r>
            <a:r>
              <a:rPr kumimoji="1" lang="en-US" altLang="zh-CN" sz="2800" b="1" i="1" kern="1200" cap="none" spc="0" normalizeH="0" baseline="0" noProof="0" dirty="0">
                <a:latin typeface="Times New Roman" panose="02020603050405020304" pitchFamily="18" charset="0"/>
                <a:ea typeface="黑体" panose="02010609060101010101" pitchFamily="49" charset="-122"/>
                <a:cs typeface="+mn-cs"/>
              </a:rPr>
              <a:t>A</a:t>
            </a:r>
            <a:r>
              <a:rPr kumimoji="1" lang="en-US" altLang="zh-CN" sz="2800" b="1" kern="1200" cap="none" spc="0" normalizeH="0" baseline="0" noProof="0" dirty="0">
                <a:latin typeface="Times New Roman" panose="02020603050405020304" pitchFamily="18" charset="0"/>
                <a:ea typeface="黑体" panose="02010609060101010101" pitchFamily="49" charset="-122"/>
                <a:cs typeface="+mn-cs"/>
              </a:rPr>
              <a:t>) </a:t>
            </a:r>
            <a:r>
              <a:rPr kumimoji="1" lang="en-US" altLang="zh-CN" sz="2800" b="1" kern="1200" cap="none" spc="0" normalizeH="0" baseline="0" noProof="0" dirty="0">
                <a:latin typeface="Times New Roman" panose="02020603050405020304" pitchFamily="18" charset="0"/>
                <a:ea typeface="黑体" panose="02010609060101010101" pitchFamily="49" charset="-122"/>
                <a:cs typeface="+mn-cs"/>
                <a:sym typeface="Symbol" panose="05050102010706020507" pitchFamily="18" charset="2"/>
              </a:rPr>
              <a:t>= </a:t>
            </a:r>
          </a:p>
        </p:txBody>
      </p:sp>
      <p:sp>
        <p:nvSpPr>
          <p:cNvPr id="62467" name="Rectangle 3"/>
          <p:cNvSpPr/>
          <p:nvPr>
            <p:custDataLst>
              <p:tags r:id="rId2"/>
            </p:custDataLst>
          </p:nvPr>
        </p:nvSpPr>
        <p:spPr>
          <a:xfrm>
            <a:off x="467678" y="1743710"/>
            <a:ext cx="3834765" cy="52197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l" eaLnBrk="1" hangingPunct="1">
              <a:spcBef>
                <a:spcPct val="50000"/>
              </a:spcBef>
              <a:buClrTx/>
              <a:buSzTx/>
              <a:buFontTx/>
              <a:buNone/>
            </a:pPr>
            <a:r>
              <a:rPr lang="zh-CN" altLang="en-US" sz="2800" b="1" dirty="0">
                <a:latin typeface="华文中宋" panose="02010600040101010101" pitchFamily="2" charset="-122"/>
                <a:ea typeface="华文中宋" panose="02010600040101010101" pitchFamily="2" charset="-122"/>
              </a:rPr>
              <a:t>当 </a:t>
            </a:r>
            <a:r>
              <a:rPr lang="en-US" altLang="zh-CN" sz="2800" b="1" dirty="0">
                <a:latin typeface="Times New Roman" panose="02020603050405020304" pitchFamily="18" charset="0"/>
                <a:ea typeface="黑体" panose="02010609060101010101" pitchFamily="49" charset="-122"/>
              </a:rPr>
              <a:t>| </a:t>
            </a:r>
            <a:r>
              <a:rPr lang="en-US" altLang="zh-CN" sz="2800" b="1" i="1" dirty="0">
                <a:latin typeface="Times New Roman" panose="02020603050405020304" pitchFamily="18" charset="0"/>
                <a:ea typeface="黑体" panose="02010609060101010101" pitchFamily="49" charset="-122"/>
              </a:rPr>
              <a:t>A</a:t>
            </a:r>
            <a:r>
              <a:rPr lang="en-US" altLang="zh-CN" sz="2800" b="1" dirty="0">
                <a:latin typeface="Times New Roman" panose="02020603050405020304" pitchFamily="18" charset="0"/>
                <a:ea typeface="黑体" panose="02010609060101010101" pitchFamily="49" charset="-122"/>
              </a:rPr>
              <a:t> | </a:t>
            </a:r>
            <a:r>
              <a:rPr lang="en-US" altLang="zh-CN" sz="2800" b="1" dirty="0">
                <a:latin typeface="Times New Roman" panose="02020603050405020304" pitchFamily="18" charset="0"/>
                <a:ea typeface="黑体" panose="02010609060101010101" pitchFamily="49" charset="-122"/>
                <a:sym typeface="Symbol" panose="05050102010706020507" pitchFamily="18" charset="2"/>
              </a:rPr>
              <a:t>= 0 </a:t>
            </a:r>
            <a:r>
              <a:rPr lang="zh-CN" altLang="en-US" sz="2800" b="1" dirty="0">
                <a:latin typeface="华文中宋" panose="02010600040101010101" pitchFamily="2" charset="-122"/>
                <a:ea typeface="华文中宋" panose="02010600040101010101" pitchFamily="2" charset="-122"/>
                <a:sym typeface="Symbol" panose="05050102010706020507" pitchFamily="18" charset="2"/>
              </a:rPr>
              <a:t>时</a:t>
            </a:r>
            <a:r>
              <a:rPr lang="zh-CN" altLang="en-US" sz="2800" b="1" dirty="0">
                <a:latin typeface="Times New Roman" panose="02020603050405020304" pitchFamily="18" charset="0"/>
                <a:ea typeface="黑体" panose="02010609060101010101" pitchFamily="49" charset="-122"/>
                <a:sym typeface="Symbol" panose="05050102010706020507" pitchFamily="18" charset="2"/>
              </a:rPr>
              <a:t> </a:t>
            </a:r>
            <a:r>
              <a:rPr lang="en-US" altLang="zh-CN" sz="2800" b="1" i="1" dirty="0">
                <a:latin typeface="Times New Roman" panose="02020603050405020304" pitchFamily="18" charset="0"/>
                <a:ea typeface="黑体" panose="02010609060101010101" pitchFamily="49" charset="-122"/>
              </a:rPr>
              <a:t>R</a:t>
            </a:r>
            <a:r>
              <a:rPr lang="en-US" altLang="zh-CN" sz="2800" b="1" dirty="0">
                <a:latin typeface="Times New Roman" panose="02020603050405020304" pitchFamily="18" charset="0"/>
                <a:ea typeface="黑体" panose="02010609060101010101" pitchFamily="49" charset="-122"/>
              </a:rPr>
              <a:t>(</a:t>
            </a:r>
            <a:r>
              <a:rPr lang="en-US" altLang="zh-CN" sz="2800" b="1" i="1" dirty="0">
                <a:latin typeface="Times New Roman" panose="02020603050405020304" pitchFamily="18" charset="0"/>
                <a:ea typeface="黑体" panose="02010609060101010101" pitchFamily="49" charset="-122"/>
              </a:rPr>
              <a:t>A</a:t>
            </a:r>
            <a:r>
              <a:rPr lang="en-US" altLang="zh-CN" sz="2800" b="1" dirty="0">
                <a:latin typeface="Times New Roman" panose="02020603050405020304" pitchFamily="18" charset="0"/>
                <a:ea typeface="黑体" panose="02010609060101010101" pitchFamily="49" charset="-122"/>
              </a:rPr>
              <a:t>) </a:t>
            </a:r>
            <a:r>
              <a:rPr lang="en-US" altLang="zh-CN" sz="2800" b="1" dirty="0">
                <a:latin typeface="Times New Roman" panose="02020603050405020304" pitchFamily="18" charset="0"/>
                <a:ea typeface="黑体" panose="02010609060101010101" pitchFamily="49" charset="-122"/>
                <a:sym typeface="Symbol" panose="05050102010706020507" pitchFamily="18" charset="2"/>
              </a:rPr>
              <a:t>&lt; </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n</a:t>
            </a:r>
            <a:r>
              <a:rPr lang="en-US" altLang="zh-CN" sz="2800" b="1" dirty="0">
                <a:latin typeface="华文中宋" panose="02010600040101010101" pitchFamily="2" charset="-122"/>
                <a:ea typeface="华文中宋" panose="02010600040101010101" pitchFamily="2" charset="-122"/>
                <a:sym typeface="Symbol" panose="05050102010706020507" pitchFamily="18" charset="2"/>
              </a:rPr>
              <a:t> .</a:t>
            </a:r>
          </a:p>
        </p:txBody>
      </p:sp>
      <p:sp>
        <p:nvSpPr>
          <p:cNvPr id="62468" name="Text Box 4"/>
          <p:cNvSpPr txBox="1"/>
          <p:nvPr>
            <p:custDataLst>
              <p:tags r:id="rId3"/>
            </p:custDataLst>
          </p:nvPr>
        </p:nvSpPr>
        <p:spPr>
          <a:xfrm>
            <a:off x="4277678" y="1723073"/>
            <a:ext cx="43434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2800" b="1" dirty="0">
                <a:latin typeface="华文中宋" panose="02010600040101010101" pitchFamily="2" charset="-122"/>
                <a:ea typeface="华文中宋" panose="02010600040101010101" pitchFamily="2" charset="-122"/>
              </a:rPr>
              <a:t>可见可逆矩阵的秩等于矩</a:t>
            </a:r>
          </a:p>
        </p:txBody>
      </p:sp>
      <p:sp>
        <p:nvSpPr>
          <p:cNvPr id="62469" name="Text Box 5"/>
          <p:cNvSpPr txBox="1"/>
          <p:nvPr>
            <p:custDataLst>
              <p:tags r:id="rId4"/>
            </p:custDataLst>
          </p:nvPr>
        </p:nvSpPr>
        <p:spPr>
          <a:xfrm>
            <a:off x="467678" y="2408873"/>
            <a:ext cx="71628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2800" b="1" dirty="0">
                <a:latin typeface="华文中宋" panose="02010600040101010101" pitchFamily="2" charset="-122"/>
                <a:ea typeface="华文中宋" panose="02010600040101010101" pitchFamily="2" charset="-122"/>
              </a:rPr>
              <a:t>阵的阶数，不可逆矩阵的秩小于矩阵的阶数</a:t>
            </a:r>
            <a:r>
              <a:rPr lang="en-US" altLang="zh-CN" sz="2800" b="1" dirty="0">
                <a:latin typeface="华文中宋" panose="02010600040101010101" pitchFamily="2" charset="-122"/>
                <a:ea typeface="华文中宋" panose="02010600040101010101" pitchFamily="2" charset="-122"/>
              </a:rPr>
              <a:t>.</a:t>
            </a:r>
          </a:p>
        </p:txBody>
      </p:sp>
      <p:sp>
        <p:nvSpPr>
          <p:cNvPr id="62470" name="Rectangle 6"/>
          <p:cNvSpPr>
            <a:spLocks noChangeArrowheads="1"/>
          </p:cNvSpPr>
          <p:nvPr>
            <p:custDataLst>
              <p:tags r:id="rId5"/>
            </p:custDataLst>
          </p:nvPr>
        </p:nvSpPr>
        <p:spPr bwMode="auto">
          <a:xfrm>
            <a:off x="467678" y="3067685"/>
            <a:ext cx="8208963" cy="525785"/>
          </a:xfrm>
          <a:prstGeom prst="rect">
            <a:avLst/>
          </a:prstGeom>
          <a:noFill/>
          <a:ln>
            <a:noFill/>
          </a:ln>
          <a:effectLst/>
        </p:spPr>
        <p:txBody>
          <a:bodyPr lIns="0" tIns="0" rIns="0" bIns="0">
            <a:spAutoFit/>
          </a:bodyPr>
          <a:lstStyle/>
          <a:p>
            <a:pPr marL="0" marR="0" lvl="0" indent="0" algn="just" defTabSz="914400" rtl="0" eaLnBrk="1" fontAlgn="base" latinLnBrk="0" hangingPunct="1">
              <a:lnSpc>
                <a:spcPct val="120000"/>
              </a:lnSpc>
              <a:spcBef>
                <a:spcPct val="0"/>
              </a:spcBef>
              <a:spcAft>
                <a:spcPct val="0"/>
              </a:spcAft>
              <a:buClrTx/>
              <a:buSzTx/>
              <a:buFontTx/>
              <a:buNone/>
              <a:defRPr/>
            </a:pPr>
            <a:r>
              <a:rPr lang="zh-CN" altLang="en-US" b="1" dirty="0">
                <a:solidFill>
                  <a:schemeClr val="tx1"/>
                </a:solidFill>
                <a:latin typeface="华文中宋" panose="02010600040101010101" pitchFamily="2" charset="-122"/>
                <a:ea typeface="华文中宋" panose="02010600040101010101" pitchFamily="2" charset="-122"/>
              </a:rPr>
              <a:t>当</a:t>
            </a:r>
            <a:r>
              <a:rPr kumimoji="1"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a:t>
            </a:r>
            <a:r>
              <a:rPr lang="zh-CN" altLang="en-US" b="1" dirty="0">
                <a:solidFill>
                  <a:schemeClr val="tx1"/>
                </a:solidFill>
                <a:latin typeface="华文中宋" panose="02010600040101010101" pitchFamily="2" charset="-122"/>
                <a:ea typeface="华文中宋" panose="02010600040101010101" pitchFamily="2" charset="-122"/>
              </a:rPr>
              <a:t>为</a:t>
            </a:r>
            <a:r>
              <a:rPr kumimoji="1"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n</a:t>
            </a:r>
            <a:r>
              <a:rPr lang="zh-CN" altLang="en-US" b="1" dirty="0">
                <a:solidFill>
                  <a:schemeClr val="tx1"/>
                </a:solidFill>
                <a:latin typeface="华文中宋" panose="02010600040101010101" pitchFamily="2" charset="-122"/>
                <a:ea typeface="华文中宋" panose="02010600040101010101" pitchFamily="2" charset="-122"/>
              </a:rPr>
              <a:t>阶矩阵，且</a:t>
            </a:r>
            <a:r>
              <a:rPr kumimoji="1"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r</a:t>
            </a: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a:t>
            </a: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800" b="1" i="0" u="none" strike="noStrike" kern="1200" cap="none" spc="0" normalizeH="0" baseline="0" noProof="0" dirty="0">
                <a:ln>
                  <a:noFill/>
                </a:ln>
                <a:solidFill>
                  <a:schemeClr val="tx1"/>
                </a:solidFill>
                <a:effectLst/>
                <a:uLnTx/>
                <a:uFillTx/>
                <a:latin typeface="Symbol" panose="05050102010706020507" pitchFamily="18" charset="2"/>
                <a:ea typeface="黑体" panose="02010609060101010101" pitchFamily="49" charset="-122"/>
                <a:cs typeface="+mn-cs"/>
              </a:rPr>
              <a:t>=</a:t>
            </a:r>
            <a:r>
              <a:rPr kumimoji="1"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n</a:t>
            </a:r>
            <a:r>
              <a:rPr lang="zh-CN" altLang="en-US" b="1" dirty="0">
                <a:solidFill>
                  <a:schemeClr val="tx1"/>
                </a:solidFill>
                <a:latin typeface="华文中宋" panose="02010600040101010101" pitchFamily="2" charset="-122"/>
                <a:ea typeface="华文中宋" panose="02010600040101010101" pitchFamily="2" charset="-122"/>
              </a:rPr>
              <a:t>时，称矩阵</a:t>
            </a:r>
            <a:r>
              <a:rPr kumimoji="1"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a:t>
            </a:r>
            <a:r>
              <a:rPr lang="zh-CN" altLang="en-US" b="1" dirty="0">
                <a:solidFill>
                  <a:schemeClr val="tx1"/>
                </a:solidFill>
                <a:latin typeface="华文中宋" panose="02010600040101010101" pitchFamily="2" charset="-122"/>
                <a:ea typeface="华文中宋" panose="02010600040101010101" pitchFamily="2" charset="-122"/>
              </a:rPr>
              <a:t>为</a:t>
            </a:r>
            <a:r>
              <a:rPr kumimoji="1" lang="zh-CN" altLang="en-US" sz="32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mn-cs"/>
              </a:rPr>
              <a:t>满秩矩阵</a:t>
            </a:r>
            <a:r>
              <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p>
        </p:txBody>
      </p:sp>
      <p:sp>
        <p:nvSpPr>
          <p:cNvPr id="62471" name="Text Box 7"/>
          <p:cNvSpPr txBox="1">
            <a:spLocks noChangeArrowheads="1"/>
          </p:cNvSpPr>
          <p:nvPr>
            <p:custDataLst>
              <p:tags r:id="rId6"/>
            </p:custDataLst>
          </p:nvPr>
        </p:nvSpPr>
        <p:spPr bwMode="auto">
          <a:xfrm>
            <a:off x="1356678" y="3823335"/>
            <a:ext cx="7110413" cy="579438"/>
          </a:xfrm>
          <a:prstGeom prst="rect">
            <a:avLst/>
          </a:prstGeom>
          <a:noFill/>
          <a:ln>
            <a:noFill/>
          </a:ln>
          <a:effectLst/>
        </p:spPr>
        <p:txBody>
          <a:bodyPr>
            <a:spAutoFit/>
          </a:bodyPr>
          <a:lstStyle/>
          <a:p>
            <a:pPr marR="0" defTabSz="914400" eaLnBrk="1" hangingPunct="1">
              <a:spcBef>
                <a:spcPct val="50000"/>
              </a:spcBef>
              <a:buClrTx/>
              <a:buSzTx/>
              <a:buFontTx/>
              <a:buNone/>
              <a:defRPr/>
            </a:pPr>
            <a:r>
              <a:rPr lang="zh-CN" altLang="en-US" b="1" dirty="0">
                <a:solidFill>
                  <a:schemeClr val="tx1"/>
                </a:solidFill>
                <a:latin typeface="华文中宋" panose="02010600040101010101" pitchFamily="2" charset="-122"/>
                <a:ea typeface="华文中宋" panose="02010600040101010101" pitchFamily="2" charset="-122"/>
              </a:rPr>
              <a:t>因此，可逆矩阵又称</a:t>
            </a:r>
            <a:r>
              <a:rPr kumimoji="1" lang="zh-CN" altLang="en-US" sz="3200" b="1" kern="1200" cap="none" spc="0" normalizeH="0" baseline="0" noProof="0"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满秩矩阵</a:t>
            </a:r>
            <a:r>
              <a:rPr lang="zh-CN" altLang="en-US" b="1" dirty="0">
                <a:solidFill>
                  <a:schemeClr val="tx1"/>
                </a:solidFill>
                <a:latin typeface="华文中宋" panose="02010600040101010101" pitchFamily="2" charset="-122"/>
                <a:ea typeface="华文中宋" panose="02010600040101010101" pitchFamily="2" charset="-122"/>
              </a:rPr>
              <a:t>，不可逆</a:t>
            </a:r>
          </a:p>
        </p:txBody>
      </p:sp>
      <p:sp>
        <p:nvSpPr>
          <p:cNvPr id="62472" name="Text Box 8"/>
          <p:cNvSpPr txBox="1">
            <a:spLocks noChangeArrowheads="1"/>
          </p:cNvSpPr>
          <p:nvPr>
            <p:custDataLst>
              <p:tags r:id="rId7"/>
            </p:custDataLst>
          </p:nvPr>
        </p:nvSpPr>
        <p:spPr bwMode="auto">
          <a:xfrm>
            <a:off x="324803" y="4504373"/>
            <a:ext cx="8001000" cy="579438"/>
          </a:xfrm>
          <a:prstGeom prst="rect">
            <a:avLst/>
          </a:prstGeom>
          <a:noFill/>
          <a:ln>
            <a:noFill/>
          </a:ln>
          <a:effectLst/>
        </p:spPr>
        <p:txBody>
          <a:bodyPr>
            <a:spAutoFit/>
          </a:bodyPr>
          <a:lstStyle/>
          <a:p>
            <a:pPr marR="0" defTabSz="914400" eaLnBrk="1" hangingPunct="1">
              <a:spcBef>
                <a:spcPct val="50000"/>
              </a:spcBef>
              <a:buClrTx/>
              <a:buSzTx/>
              <a:buFontTx/>
              <a:buNone/>
              <a:defRPr/>
            </a:pPr>
            <a:r>
              <a:rPr lang="zh-CN" altLang="en-US" b="1" dirty="0">
                <a:solidFill>
                  <a:schemeClr val="tx1"/>
                </a:solidFill>
                <a:latin typeface="华文中宋" panose="02010600040101010101" pitchFamily="2" charset="-122"/>
                <a:ea typeface="华文中宋" panose="02010600040101010101" pitchFamily="2" charset="-122"/>
              </a:rPr>
              <a:t>矩阵 </a:t>
            </a:r>
            <a:r>
              <a:rPr lang="en-US" altLang="zh-CN" b="1" dirty="0">
                <a:solidFill>
                  <a:schemeClr val="tx1"/>
                </a:solidFill>
                <a:latin typeface="华文中宋" panose="02010600040101010101" pitchFamily="2" charset="-122"/>
                <a:ea typeface="华文中宋" panose="02010600040101010101" pitchFamily="2" charset="-122"/>
              </a:rPr>
              <a:t>(</a:t>
            </a:r>
            <a:r>
              <a:rPr lang="zh-CN" altLang="en-US" b="1" dirty="0">
                <a:solidFill>
                  <a:schemeClr val="tx1"/>
                </a:solidFill>
                <a:latin typeface="华文中宋" panose="02010600040101010101" pitchFamily="2" charset="-122"/>
                <a:ea typeface="华文中宋" panose="02010600040101010101" pitchFamily="2" charset="-122"/>
              </a:rPr>
              <a:t>奇异矩阵</a:t>
            </a:r>
            <a:r>
              <a:rPr lang="en-US" altLang="zh-CN" b="1" dirty="0">
                <a:solidFill>
                  <a:schemeClr val="tx1"/>
                </a:solidFill>
                <a:latin typeface="华文中宋" panose="02010600040101010101" pitchFamily="2" charset="-122"/>
                <a:ea typeface="华文中宋" panose="02010600040101010101" pitchFamily="2" charset="-122"/>
              </a:rPr>
              <a:t>)</a:t>
            </a:r>
            <a:r>
              <a:rPr lang="zh-CN" altLang="en-US" b="1" dirty="0">
                <a:solidFill>
                  <a:schemeClr val="tx1"/>
                </a:solidFill>
                <a:latin typeface="华文中宋" panose="02010600040101010101" pitchFamily="2" charset="-122"/>
                <a:ea typeface="华文中宋" panose="02010600040101010101" pitchFamily="2" charset="-122"/>
              </a:rPr>
              <a:t>，又称</a:t>
            </a:r>
            <a:r>
              <a:rPr kumimoji="1" lang="zh-CN" altLang="en-US" sz="3200" b="1" kern="1200" cap="none" spc="0" normalizeH="0" baseline="0" noProof="0"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降秩矩阵</a:t>
            </a:r>
            <a:r>
              <a:rPr kumimoji="1" lang="en-US" altLang="zh-CN" sz="2800" b="1" kern="1200" cap="none" spc="0" normalizeH="0" baseline="0" noProof="0" dirty="0">
                <a:latin typeface="Times New Roman" panose="02020603050405020304" pitchFamily="18" charset="0"/>
                <a:ea typeface="黑体" panose="02010609060101010101" pitchFamily="49" charset="-122"/>
                <a:cs typeface="+mn-cs"/>
              </a:rPr>
              <a:t>.</a:t>
            </a:r>
          </a:p>
        </p:txBody>
      </p:sp>
      <p:sp>
        <p:nvSpPr>
          <p:cNvPr id="62473" name="Text Box 9"/>
          <p:cNvSpPr txBox="1"/>
          <p:nvPr>
            <p:custDataLst>
              <p:tags r:id="rId8"/>
            </p:custDataLst>
          </p:nvPr>
        </p:nvSpPr>
        <p:spPr>
          <a:xfrm>
            <a:off x="7598728" y="1035685"/>
            <a:ext cx="85725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800" b="1" i="1" dirty="0">
                <a:latin typeface="Times New Roman" panose="02020603050405020304" pitchFamily="18" charset="0"/>
                <a:ea typeface="黑体" panose="02010609060101010101" pitchFamily="49" charset="-122"/>
                <a:sym typeface="Symbol" panose="05050102010706020507" pitchFamily="18" charset="2"/>
              </a:rPr>
              <a:t>n </a:t>
            </a:r>
            <a:r>
              <a:rPr lang="en-US" altLang="zh-CN" sz="2800" b="1" dirty="0">
                <a:latin typeface="华文中宋" panose="02010600040101010101" pitchFamily="2" charset="-122"/>
                <a:ea typeface="华文中宋" panose="02010600040101010101" pitchFamily="2" charset="-122"/>
                <a:sym typeface="Symbol" panose="05050102010706020507" pitchFamily="18" charset="2"/>
              </a:rPr>
              <a:t>,</a:t>
            </a:r>
          </a:p>
        </p:txBody>
      </p:sp>
    </p:spTree>
  </p:cSld>
  <p:clrMapOvr>
    <a:masterClrMapping/>
  </p:clrMapOvr>
  <mc:AlternateContent xmlns:mc="http://schemas.openxmlformats.org/markup-compatibility/2006" xmlns:p14="http://schemas.microsoft.com/office/powerpoint/2010/main">
    <mc:Choice Requires="p14">
      <p:transition spd="slow" p14:dur="125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66">
                                            <p:txEl>
                                              <p:pRg st="0" end="0"/>
                                            </p:txEl>
                                          </p:spTgt>
                                        </p:tgtEl>
                                        <p:attrNameLst>
                                          <p:attrName>style.visibility</p:attrName>
                                        </p:attrNameLst>
                                      </p:cBhvr>
                                      <p:to>
                                        <p:strVal val="visible"/>
                                      </p:to>
                                    </p:set>
                                    <p:animEffect transition="in" filter="wipe(left)">
                                      <p:cBhvr>
                                        <p:cTn id="7" dur="500"/>
                                        <p:tgtEl>
                                          <p:spTgt spid="6246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473">
                                            <p:txEl>
                                              <p:pRg st="0" end="0"/>
                                            </p:txEl>
                                          </p:spTgt>
                                        </p:tgtEl>
                                        <p:attrNameLst>
                                          <p:attrName>style.visibility</p:attrName>
                                        </p:attrNameLst>
                                      </p:cBhvr>
                                      <p:to>
                                        <p:strVal val="visible"/>
                                      </p:to>
                                    </p:set>
                                    <p:animEffect transition="in" filter="wipe(left)">
                                      <p:cBhvr>
                                        <p:cTn id="12" dur="500"/>
                                        <p:tgtEl>
                                          <p:spTgt spid="6247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467">
                                            <p:txEl>
                                              <p:pRg st="0" end="0"/>
                                            </p:txEl>
                                          </p:spTgt>
                                        </p:tgtEl>
                                        <p:attrNameLst>
                                          <p:attrName>style.visibility</p:attrName>
                                        </p:attrNameLst>
                                      </p:cBhvr>
                                      <p:to>
                                        <p:strVal val="visible"/>
                                      </p:to>
                                    </p:set>
                                    <p:animEffect transition="in" filter="wipe(left)">
                                      <p:cBhvr>
                                        <p:cTn id="17" dur="500"/>
                                        <p:tgtEl>
                                          <p:spTgt spid="6246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2468">
                                            <p:txEl>
                                              <p:pRg st="0" end="0"/>
                                            </p:txEl>
                                          </p:spTgt>
                                        </p:tgtEl>
                                        <p:attrNameLst>
                                          <p:attrName>style.visibility</p:attrName>
                                        </p:attrNameLst>
                                      </p:cBhvr>
                                      <p:to>
                                        <p:strVal val="visible"/>
                                      </p:to>
                                    </p:set>
                                    <p:animEffect transition="in" filter="wipe(left)">
                                      <p:cBhvr>
                                        <p:cTn id="22" dur="500"/>
                                        <p:tgtEl>
                                          <p:spTgt spid="62468">
                                            <p:txEl>
                                              <p:pRg st="0" end="0"/>
                                            </p:txEl>
                                          </p:spTgt>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62469">
                                            <p:txEl>
                                              <p:pRg st="0" end="0"/>
                                            </p:txEl>
                                          </p:spTgt>
                                        </p:tgtEl>
                                        <p:attrNameLst>
                                          <p:attrName>style.visibility</p:attrName>
                                        </p:attrNameLst>
                                      </p:cBhvr>
                                      <p:to>
                                        <p:strVal val="visible"/>
                                      </p:to>
                                    </p:set>
                                    <p:animEffect transition="in" filter="wipe(left)">
                                      <p:cBhvr>
                                        <p:cTn id="26" dur="500"/>
                                        <p:tgtEl>
                                          <p:spTgt spid="62469">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62470">
                                            <p:txEl>
                                              <p:pRg st="0" end="0"/>
                                            </p:txEl>
                                          </p:spTgt>
                                        </p:tgtEl>
                                        <p:attrNameLst>
                                          <p:attrName>style.visibility</p:attrName>
                                        </p:attrNameLst>
                                      </p:cBhvr>
                                      <p:to>
                                        <p:strVal val="visible"/>
                                      </p:to>
                                    </p:set>
                                    <p:animEffect transition="in" filter="wipe(left)">
                                      <p:cBhvr>
                                        <p:cTn id="31" dur="500"/>
                                        <p:tgtEl>
                                          <p:spTgt spid="62470">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62471">
                                            <p:txEl>
                                              <p:pRg st="0" end="0"/>
                                            </p:txEl>
                                          </p:spTgt>
                                        </p:tgtEl>
                                        <p:attrNameLst>
                                          <p:attrName>style.visibility</p:attrName>
                                        </p:attrNameLst>
                                      </p:cBhvr>
                                      <p:to>
                                        <p:strVal val="visible"/>
                                      </p:to>
                                    </p:set>
                                    <p:animEffect transition="in" filter="wipe(left)">
                                      <p:cBhvr>
                                        <p:cTn id="36" dur="500"/>
                                        <p:tgtEl>
                                          <p:spTgt spid="62471">
                                            <p:txEl>
                                              <p:pRg st="0" end="0"/>
                                            </p:txEl>
                                          </p:spTgt>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62472">
                                            <p:txEl>
                                              <p:pRg st="0" end="0"/>
                                            </p:txEl>
                                          </p:spTgt>
                                        </p:tgtEl>
                                        <p:attrNameLst>
                                          <p:attrName>style.visibility</p:attrName>
                                        </p:attrNameLst>
                                      </p:cBhvr>
                                      <p:to>
                                        <p:strVal val="visible"/>
                                      </p:to>
                                    </p:set>
                                    <p:animEffect transition="in" filter="wipe(left)">
                                      <p:cBhvr>
                                        <p:cTn id="40" dur="500"/>
                                        <p:tgtEl>
                                          <p:spTgt spid="6247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build="p"/>
      <p:bldP spid="62467" grpId="0" build="p"/>
      <p:bldP spid="62468" grpId="0" build="p"/>
      <p:bldP spid="62469" grpId="0" build="p" advAuto="1000"/>
      <p:bldP spid="62470" grpId="0" build="p"/>
      <p:bldP spid="62471" grpId="0" build="p"/>
      <p:bldP spid="62472" grpId="0" build="p" advAuto="1000"/>
      <p:bldP spid="6247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0">
            <a:hlinkClick r:id="rId10" action="ppaction://hlinksldjump"/>
          </p:cNvPr>
          <p:cNvSpPr>
            <a:spLocks noChangeArrowheads="1"/>
          </p:cNvSpPr>
          <p:nvPr/>
        </p:nvSpPr>
        <p:spPr bwMode="auto">
          <a:xfrm>
            <a:off x="450850" y="250190"/>
            <a:ext cx="40322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Gulim" panose="020B0600000101010101" pitchFamily="34" charset="-127"/>
              <a:cs typeface="Times New Roman" panose="02020603050405020304" pitchFamily="18" charset="0"/>
            </a:endParaRPr>
          </a:p>
        </p:txBody>
      </p:sp>
      <p:grpSp>
        <p:nvGrpSpPr>
          <p:cNvPr id="45059" name="Group 31"/>
          <p:cNvGrpSpPr/>
          <p:nvPr/>
        </p:nvGrpSpPr>
        <p:grpSpPr bwMode="auto">
          <a:xfrm>
            <a:off x="0" y="0"/>
            <a:ext cx="6371219" cy="825500"/>
            <a:chOff x="51" y="0"/>
            <a:chExt cx="3023" cy="246"/>
          </a:xfrm>
        </p:grpSpPr>
        <p:sp>
          <p:nvSpPr>
            <p:cNvPr id="23" name="Line 32"/>
            <p:cNvSpPr>
              <a:spLocks noChangeShapeType="1"/>
            </p:cNvSpPr>
            <p:nvPr/>
          </p:nvSpPr>
          <p:spPr bwMode="auto">
            <a:xfrm flipV="1">
              <a:off x="96" y="202"/>
              <a:ext cx="2978" cy="0"/>
            </a:xfrm>
            <a:prstGeom prst="line">
              <a:avLst/>
            </a:prstGeom>
            <a:noFill/>
            <a:ln w="28575">
              <a:solidFill>
                <a:srgbClr val="0000FF"/>
              </a:solidFill>
              <a:round/>
            </a:ln>
            <a:effectLst>
              <a:glow rad="63500">
                <a:schemeClr val="accent3">
                  <a:satMod val="175000"/>
                  <a:alpha val="40000"/>
                </a:schemeClr>
              </a:glo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5076" name="Picture 33" descr="BD10263_"/>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 y="0"/>
              <a:ext cx="24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060" name="Rectangle 30"/>
          <p:cNvSpPr>
            <a:spLocks noChangeArrowheads="1"/>
          </p:cNvSpPr>
          <p:nvPr/>
        </p:nvSpPr>
        <p:spPr bwMode="auto">
          <a:xfrm>
            <a:off x="518465" y="163830"/>
            <a:ext cx="653732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难点问题</a:t>
            </a:r>
            <a:r>
              <a:rPr kumimoji="1" lang="en-US" altLang="zh-CN"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矩阵的秩的计算理论</a:t>
            </a:r>
          </a:p>
        </p:txBody>
      </p:sp>
      <p:sp>
        <p:nvSpPr>
          <p:cNvPr id="33" name="矩形 32"/>
          <p:cNvSpPr>
            <a:spLocks noChangeArrowheads="1"/>
          </p:cNvSpPr>
          <p:nvPr>
            <p:custDataLst>
              <p:tags r:id="rId1"/>
            </p:custDataLst>
          </p:nvPr>
        </p:nvSpPr>
        <p:spPr bwMode="auto">
          <a:xfrm>
            <a:off x="755650" y="888365"/>
            <a:ext cx="1567815"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定理</a:t>
            </a:r>
            <a:r>
              <a:rPr kumimoji="1" lang="en-US" altLang="zh-CN"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2.4</a:t>
            </a:r>
          </a:p>
        </p:txBody>
      </p:sp>
      <p:sp>
        <p:nvSpPr>
          <p:cNvPr id="48130" name="Rectangle 2"/>
          <p:cNvSpPr/>
          <p:nvPr>
            <p:custDataLst>
              <p:tags r:id="rId2"/>
            </p:custDataLst>
          </p:nvPr>
        </p:nvSpPr>
        <p:spPr>
          <a:xfrm>
            <a:off x="2153920" y="974090"/>
            <a:ext cx="5709920"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algn="l" eaLnBrk="1" hangingPunct="1">
              <a:spcBef>
                <a:spcPct val="50000"/>
              </a:spcBef>
              <a:buClrTx/>
              <a:buSzTx/>
              <a:buFontTx/>
              <a:buNone/>
            </a:pPr>
            <a:r>
              <a:rPr lang="zh-CN" altLang="en-US" sz="2800" b="1" dirty="0">
                <a:latin typeface="华文中宋" panose="02010600040101010101" pitchFamily="2" charset="-122"/>
                <a:ea typeface="华文中宋" panose="02010600040101010101" pitchFamily="2" charset="-122"/>
              </a:rPr>
              <a:t>矩阵</a:t>
            </a:r>
            <a:r>
              <a:rPr lang="zh-CN" altLang="en-US" sz="2800" b="1" dirty="0">
                <a:latin typeface="Times New Roman" panose="02020603050405020304" pitchFamily="18" charset="0"/>
                <a:ea typeface="黑体" panose="02010609060101010101" pitchFamily="49" charset="-122"/>
              </a:rPr>
              <a:t> </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A</a:t>
            </a:r>
            <a:r>
              <a:rPr lang="zh-CN" altLang="en-US" sz="2800" b="1" dirty="0">
                <a:latin typeface="Times New Roman" panose="02020603050405020304" pitchFamily="18" charset="0"/>
                <a:ea typeface="黑体" panose="02010609060101010101" pitchFamily="49" charset="-122"/>
              </a:rPr>
              <a:t> </a:t>
            </a:r>
            <a:r>
              <a:rPr lang="zh-CN" altLang="en-US" sz="2800" b="1" dirty="0">
                <a:latin typeface="华文中宋" panose="02010600040101010101" pitchFamily="2" charset="-122"/>
                <a:ea typeface="华文中宋" panose="02010600040101010101" pitchFamily="2" charset="-122"/>
              </a:rPr>
              <a:t>经初等变换后，其秩不变.</a:t>
            </a:r>
          </a:p>
        </p:txBody>
      </p:sp>
      <p:sp>
        <p:nvSpPr>
          <p:cNvPr id="2" name="矩形 1"/>
          <p:cNvSpPr>
            <a:spLocks noChangeArrowheads="1"/>
          </p:cNvSpPr>
          <p:nvPr>
            <p:custDataLst>
              <p:tags r:id="rId3"/>
            </p:custDataLst>
          </p:nvPr>
        </p:nvSpPr>
        <p:spPr bwMode="auto">
          <a:xfrm>
            <a:off x="755650" y="1496060"/>
            <a:ext cx="1225550"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证明</a:t>
            </a:r>
          </a:p>
        </p:txBody>
      </p:sp>
      <p:sp>
        <p:nvSpPr>
          <p:cNvPr id="48131" name="Rectangle 3"/>
          <p:cNvSpPr>
            <a:spLocks noChangeArrowheads="1"/>
          </p:cNvSpPr>
          <p:nvPr>
            <p:custDataLst>
              <p:tags r:id="rId4"/>
            </p:custDataLst>
          </p:nvPr>
        </p:nvSpPr>
        <p:spPr bwMode="auto">
          <a:xfrm>
            <a:off x="756285" y="1562735"/>
            <a:ext cx="7945120" cy="583565"/>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zh-CN" sz="32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mn-cs"/>
              </a:rPr>
              <a:t>         </a:t>
            </a:r>
            <a:r>
              <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a:t>
            </a:r>
            <a:r>
              <a:rPr lang="zh-CN" altLang="en-US" b="1" dirty="0">
                <a:solidFill>
                  <a:schemeClr val="tx1"/>
                </a:solidFill>
                <a:latin typeface="华文中宋" panose="02010600040101010101" pitchFamily="2" charset="-122"/>
                <a:ea typeface="华文中宋" panose="02010600040101010101" pitchFamily="2" charset="-122"/>
              </a:rPr>
              <a:t>设</a:t>
            </a:r>
            <a:r>
              <a:rPr kumimoji="1"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R</a:t>
            </a: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a:t>
            </a: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 r</a:t>
            </a:r>
            <a:r>
              <a:rPr lang="zh-CN" altLang="en-US" b="1" dirty="0">
                <a:solidFill>
                  <a:schemeClr val="tx1"/>
                </a:solidFill>
                <a:latin typeface="华文中宋" panose="02010600040101010101" pitchFamily="2" charset="-122"/>
                <a:ea typeface="华文中宋" panose="02010600040101010101" pitchFamily="2" charset="-122"/>
              </a:rPr>
              <a:t>，故只需证明经过初等变</a:t>
            </a:r>
            <a:r>
              <a:rPr lang="zh-CN" altLang="en-US" b="1" dirty="0">
                <a:solidFill>
                  <a:schemeClr val="tx1"/>
                </a:solidFill>
                <a:latin typeface="华文中宋" panose="02010600040101010101" pitchFamily="2" charset="-122"/>
                <a:ea typeface="华文中宋" panose="02010600040101010101" pitchFamily="2" charset="-122"/>
                <a:sym typeface="+mn-ea"/>
              </a:rPr>
              <a:t>换后，</a:t>
            </a:r>
            <a:endParaRPr lang="zh-CN" altLang="en-US" b="1" dirty="0">
              <a:solidFill>
                <a:schemeClr val="tx1"/>
              </a:solidFill>
              <a:latin typeface="华文中宋" panose="02010600040101010101" pitchFamily="2" charset="-122"/>
              <a:ea typeface="华文中宋" panose="02010600040101010101" pitchFamily="2" charset="-122"/>
            </a:endParaRPr>
          </a:p>
        </p:txBody>
      </p:sp>
      <p:sp>
        <p:nvSpPr>
          <p:cNvPr id="48132" name="Rectangle 4"/>
          <p:cNvSpPr/>
          <p:nvPr>
            <p:custDataLst>
              <p:tags r:id="rId5"/>
            </p:custDataLst>
          </p:nvPr>
        </p:nvSpPr>
        <p:spPr>
          <a:xfrm>
            <a:off x="519430" y="2146935"/>
            <a:ext cx="7416800" cy="52197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2800" b="1" dirty="0">
                <a:latin typeface="华文中宋" panose="02010600040101010101" pitchFamily="2" charset="-122"/>
                <a:ea typeface="华文中宋" panose="02010600040101010101" pitchFamily="2" charset="-122"/>
              </a:rPr>
              <a:t>不会使</a:t>
            </a:r>
            <a:r>
              <a:rPr lang="en-US" altLang="zh-CN" sz="2800" b="1" dirty="0">
                <a:latin typeface="Times New Roman" panose="02020603050405020304" pitchFamily="18" charset="0"/>
                <a:ea typeface="黑体" panose="02010609060101010101" pitchFamily="49" charset="-122"/>
              </a:rPr>
              <a:t>|</a:t>
            </a:r>
            <a:r>
              <a:rPr lang="en-US" altLang="zh-CN" sz="2800" b="1" i="1" dirty="0">
                <a:latin typeface="Times New Roman" panose="02020603050405020304" pitchFamily="18" charset="0"/>
                <a:ea typeface="黑体" panose="02010609060101010101" pitchFamily="49" charset="-122"/>
              </a:rPr>
              <a:t>D</a:t>
            </a:r>
            <a:r>
              <a:rPr lang="en-US" altLang="zh-CN" sz="2800" b="1" i="1" baseline="-25000" dirty="0">
                <a:latin typeface="Times New Roman" panose="02020603050405020304" pitchFamily="18" charset="0"/>
                <a:ea typeface="黑体" panose="02010609060101010101" pitchFamily="49" charset="-122"/>
              </a:rPr>
              <a:t>r</a:t>
            </a:r>
            <a:r>
              <a:rPr lang="en-US" altLang="zh-CN" sz="2800" b="1" dirty="0">
                <a:latin typeface="Times New Roman" panose="02020603050405020304" pitchFamily="18" charset="0"/>
                <a:ea typeface="黑体" panose="02010609060101010101" pitchFamily="49" charset="-122"/>
              </a:rPr>
              <a:t>|≠0 </a:t>
            </a:r>
            <a:r>
              <a:rPr lang="zh-CN" altLang="en-US" sz="2800" b="1" dirty="0">
                <a:latin typeface="华文中宋" panose="02010600040101010101" pitchFamily="2" charset="-122"/>
                <a:ea typeface="华文中宋" panose="02010600040101010101" pitchFamily="2" charset="-122"/>
              </a:rPr>
              <a:t>及 </a:t>
            </a:r>
            <a:r>
              <a:rPr lang="en-US" altLang="zh-CN" sz="2800" b="1" dirty="0">
                <a:latin typeface="Times New Roman" panose="02020603050405020304" pitchFamily="18" charset="0"/>
                <a:ea typeface="黑体" panose="02010609060101010101" pitchFamily="49" charset="-122"/>
              </a:rPr>
              <a:t>|</a:t>
            </a:r>
            <a:r>
              <a:rPr lang="en-US" altLang="zh-CN" sz="2800" b="1" i="1" dirty="0">
                <a:latin typeface="Times New Roman" panose="02020603050405020304" pitchFamily="18" charset="0"/>
                <a:ea typeface="黑体" panose="02010609060101010101" pitchFamily="49" charset="-122"/>
              </a:rPr>
              <a:t>D</a:t>
            </a:r>
            <a:r>
              <a:rPr lang="en-US" altLang="zh-CN" sz="2800" b="1" i="1" baseline="-25000" dirty="0">
                <a:latin typeface="Times New Roman" panose="02020603050405020304" pitchFamily="18" charset="0"/>
                <a:ea typeface="黑体" panose="02010609060101010101" pitchFamily="49" charset="-122"/>
              </a:rPr>
              <a:t>r</a:t>
            </a:r>
            <a:r>
              <a:rPr lang="en-US" altLang="zh-CN" sz="2800" b="1" baseline="-25000" dirty="0">
                <a:latin typeface="Times New Roman" panose="02020603050405020304" pitchFamily="18" charset="0"/>
                <a:ea typeface="黑体" panose="02010609060101010101" pitchFamily="49" charset="-122"/>
              </a:rPr>
              <a:t>+1</a:t>
            </a:r>
            <a:r>
              <a:rPr lang="en-US" altLang="zh-CN" sz="2800" b="1" dirty="0">
                <a:latin typeface="Times New Roman" panose="02020603050405020304" pitchFamily="18" charset="0"/>
                <a:ea typeface="黑体" panose="02010609060101010101" pitchFamily="49" charset="-122"/>
              </a:rPr>
              <a:t>|=0</a:t>
            </a:r>
            <a:r>
              <a:rPr lang="zh-CN" altLang="en-US" sz="2800" b="1" dirty="0">
                <a:latin typeface="华文中宋" panose="02010600040101010101" pitchFamily="2" charset="-122"/>
                <a:ea typeface="华文中宋" panose="02010600040101010101" pitchFamily="2" charset="-122"/>
              </a:rPr>
              <a:t>发生改变。</a:t>
            </a:r>
          </a:p>
        </p:txBody>
      </p:sp>
      <p:sp>
        <p:nvSpPr>
          <p:cNvPr id="48133" name="Rectangle 5"/>
          <p:cNvSpPr/>
          <p:nvPr>
            <p:custDataLst>
              <p:tags r:id="rId6"/>
            </p:custDataLst>
          </p:nvPr>
        </p:nvSpPr>
        <p:spPr>
          <a:xfrm>
            <a:off x="539750" y="2780665"/>
            <a:ext cx="7416800" cy="52197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2800" b="1" dirty="0">
                <a:latin typeface="华文中宋" panose="02010600040101010101" pitchFamily="2" charset="-122"/>
                <a:ea typeface="华文中宋" panose="02010600040101010101" pitchFamily="2" charset="-122"/>
              </a:rPr>
              <a:t>具体分三种初等变换</a:t>
            </a:r>
            <a:r>
              <a:rPr lang="zh-CN" altLang="en-US" sz="2800" b="1" dirty="0">
                <a:latin typeface="华文中宋" panose="02010600040101010101" pitchFamily="2" charset="-122"/>
                <a:ea typeface="华文中宋" panose="02010600040101010101" pitchFamily="2" charset="-122"/>
                <a:sym typeface="+mn-ea"/>
              </a:rPr>
              <a:t>考察</a:t>
            </a:r>
            <a:r>
              <a:rPr lang="zh-CN" altLang="en-US" sz="2800" b="1" dirty="0">
                <a:latin typeface="华文中宋" panose="02010600040101010101" pitchFamily="2" charset="-122"/>
                <a:ea typeface="华文中宋" panose="02010600040101010101" pitchFamily="2" charset="-122"/>
              </a:rPr>
              <a:t>：</a:t>
            </a:r>
          </a:p>
        </p:txBody>
      </p:sp>
      <p:sp>
        <p:nvSpPr>
          <p:cNvPr id="48134" name="Rectangle 6"/>
          <p:cNvSpPr/>
          <p:nvPr>
            <p:custDataLst>
              <p:tags r:id="rId7"/>
            </p:custDataLst>
          </p:nvPr>
        </p:nvSpPr>
        <p:spPr>
          <a:xfrm>
            <a:off x="539750" y="3384233"/>
            <a:ext cx="7777163" cy="1641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latinLnBrk="0" hangingPunct="1">
              <a:lnSpc>
                <a:spcPct val="120000"/>
              </a:lnSpc>
              <a:spcBef>
                <a:spcPts val="0"/>
              </a:spcBef>
              <a:buClrTx/>
              <a:buSzTx/>
              <a:buFontTx/>
              <a:buNone/>
            </a:pPr>
            <a:r>
              <a:rPr lang="en-US" altLang="zh-CN" sz="2800" b="1" dirty="0">
                <a:latin typeface="Times New Roman" panose="02020603050405020304" pitchFamily="18" charset="0"/>
                <a:ea typeface="黑体" panose="02010609060101010101" pitchFamily="49" charset="-122"/>
              </a:rPr>
              <a:t>1</a:t>
            </a:r>
            <a:r>
              <a:rPr lang="zh-CN" altLang="en-US" sz="2800" b="1" dirty="0">
                <a:latin typeface="Times New Roman" panose="02020603050405020304" pitchFamily="18" charset="0"/>
                <a:ea typeface="黑体" panose="02010609060101010101" pitchFamily="49" charset="-122"/>
              </a:rPr>
              <a:t>、</a:t>
            </a:r>
            <a:r>
              <a:rPr lang="zh-CN" altLang="en-US" sz="2800" b="1" dirty="0">
                <a:latin typeface="华文中宋" panose="02010600040101010101" pitchFamily="2" charset="-122"/>
                <a:ea typeface="华文中宋" panose="02010600040101010101" pitchFamily="2" charset="-122"/>
              </a:rPr>
              <a:t>将矩阵</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A</a:t>
            </a:r>
            <a:r>
              <a:rPr lang="zh-CN" altLang="en-US" sz="2800" b="1" dirty="0">
                <a:latin typeface="华文中宋" panose="02010600040101010101" pitchFamily="2" charset="-122"/>
                <a:ea typeface="华文中宋" panose="02010600040101010101" pitchFamily="2" charset="-122"/>
              </a:rPr>
              <a:t>的行互换后,得到矩阵</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B</a:t>
            </a:r>
            <a:r>
              <a:rPr lang="zh-CN" altLang="en-US" sz="2800" b="1" dirty="0">
                <a:latin typeface="华文中宋" panose="02010600040101010101" pitchFamily="2" charset="-122"/>
                <a:ea typeface="华文中宋" panose="02010600040101010101" pitchFamily="2" charset="-122"/>
              </a:rPr>
              <a:t>,则对应</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B</a:t>
            </a:r>
            <a:r>
              <a:rPr lang="zh-CN" altLang="en-US" sz="2800" b="1" dirty="0">
                <a:latin typeface="华文中宋" panose="02010600040101010101" pitchFamily="2" charset="-122"/>
                <a:ea typeface="华文中宋" panose="02010600040101010101" pitchFamily="2" charset="-122"/>
              </a:rPr>
              <a:t>的每个子式，都存在一个与</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A</a:t>
            </a:r>
            <a:r>
              <a:rPr lang="zh-CN" altLang="en-US" sz="2800" b="1" dirty="0">
                <a:latin typeface="华文中宋" panose="02010600040101010101" pitchFamily="2" charset="-122"/>
                <a:ea typeface="华文中宋" panose="02010600040101010101" pitchFamily="2" charset="-122"/>
              </a:rPr>
              <a:t>的子式相等或互为相反数,</a:t>
            </a:r>
            <a:r>
              <a:rPr lang="en-US" altLang="zh-CN" sz="2800" b="1" dirty="0">
                <a:latin typeface="华文中宋" panose="02010600040101010101" pitchFamily="2" charset="-122"/>
                <a:ea typeface="华文中宋" panose="02010600040101010101" pitchFamily="2" charset="-122"/>
              </a:rPr>
              <a:t> </a:t>
            </a:r>
            <a:r>
              <a:rPr lang="zh-CN" altLang="en-US" sz="2800" b="1" dirty="0">
                <a:latin typeface="华文中宋" panose="02010600040101010101" pitchFamily="2" charset="-122"/>
                <a:ea typeface="华文中宋" panose="02010600040101010101" pitchFamily="2" charset="-122"/>
              </a:rPr>
              <a:t>故有</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R</a:t>
            </a:r>
            <a:r>
              <a:rPr lang="en-US" altLang="zh-CN" sz="2800" b="1" noProof="0" dirty="0">
                <a:ln>
                  <a:noFill/>
                </a:ln>
                <a:effectLst/>
                <a:uLnTx/>
                <a:uFillTx/>
                <a:latin typeface="Times New Roman" panose="02020603050405020304" pitchFamily="18" charset="0"/>
                <a:ea typeface="黑体" panose="02010609060101010101" pitchFamily="49" charset="-122"/>
                <a:sym typeface="+mn-ea"/>
              </a:rPr>
              <a:t>(</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A</a:t>
            </a:r>
            <a:r>
              <a:rPr lang="en-US" altLang="zh-CN" sz="2800" b="1" noProof="0" dirty="0">
                <a:ln>
                  <a:noFill/>
                </a:ln>
                <a:effectLst/>
                <a:uLnTx/>
                <a:uFillTx/>
                <a:latin typeface="Times New Roman" panose="02020603050405020304" pitchFamily="18" charset="0"/>
                <a:ea typeface="黑体" panose="02010609060101010101" pitchFamily="49" charset="-122"/>
                <a:sym typeface="+mn-ea"/>
              </a:rPr>
              <a:t>)=</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R</a:t>
            </a:r>
            <a:r>
              <a:rPr lang="en-US" altLang="zh-CN" sz="2800" b="1" noProof="0" dirty="0">
                <a:ln>
                  <a:noFill/>
                </a:ln>
                <a:effectLst/>
                <a:uLnTx/>
                <a:uFillTx/>
                <a:latin typeface="Times New Roman" panose="02020603050405020304" pitchFamily="18" charset="0"/>
                <a:ea typeface="黑体" panose="02010609060101010101" pitchFamily="49" charset="-122"/>
                <a:sym typeface="+mn-ea"/>
              </a:rPr>
              <a:t>(</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B</a:t>
            </a:r>
            <a:r>
              <a:rPr lang="en-US" altLang="zh-CN" sz="2800" b="1" noProof="0" dirty="0">
                <a:ln>
                  <a:noFill/>
                </a:ln>
                <a:effectLst/>
                <a:uLnTx/>
                <a:uFillTx/>
                <a:latin typeface="Times New Roman" panose="02020603050405020304" pitchFamily="18" charset="0"/>
                <a:ea typeface="黑体" panose="02010609060101010101" pitchFamily="49" charset="-122"/>
                <a:sym typeface="+mn-ea"/>
              </a:rPr>
              <a:t>)</a:t>
            </a:r>
            <a:r>
              <a:rPr lang="zh-CN" altLang="en-US" sz="2800" b="1" dirty="0">
                <a:latin typeface="华文中宋" panose="02010600040101010101" pitchFamily="2" charset="-122"/>
                <a:ea typeface="华文中宋" panose="02010600040101010101" pitchFamily="2" charset="-122"/>
              </a:rPr>
              <a:t>成立</a:t>
            </a:r>
          </a:p>
        </p:txBody>
      </p:sp>
      <p:sp>
        <p:nvSpPr>
          <p:cNvPr id="48135" name="Rectangle 7"/>
          <p:cNvSpPr/>
          <p:nvPr>
            <p:custDataLst>
              <p:tags r:id="rId8"/>
            </p:custDataLst>
          </p:nvPr>
        </p:nvSpPr>
        <p:spPr>
          <a:xfrm>
            <a:off x="395605" y="5026025"/>
            <a:ext cx="8413115" cy="16414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algn="l" eaLnBrk="1" hangingPunct="1">
              <a:lnSpc>
                <a:spcPct val="120000"/>
              </a:lnSpc>
              <a:spcBef>
                <a:spcPts val="0"/>
              </a:spcBef>
              <a:buClrTx/>
              <a:buSzTx/>
              <a:buFontTx/>
              <a:buNone/>
            </a:pPr>
            <a:r>
              <a:rPr lang="en-US" altLang="zh-CN" sz="2800" b="1" dirty="0">
                <a:latin typeface="Times New Roman" panose="02020603050405020304" pitchFamily="18" charset="0"/>
                <a:ea typeface="黑体" panose="02010609060101010101" pitchFamily="49" charset="-122"/>
              </a:rPr>
              <a:t>2</a:t>
            </a:r>
            <a:r>
              <a:rPr lang="zh-CN" altLang="en-US" sz="2800" b="1" dirty="0">
                <a:latin typeface="Times New Roman" panose="02020603050405020304" pitchFamily="18" charset="0"/>
                <a:ea typeface="黑体" panose="02010609060101010101" pitchFamily="49" charset="-122"/>
              </a:rPr>
              <a:t>、</a:t>
            </a:r>
            <a:r>
              <a:rPr lang="zh-CN" altLang="en-US" sz="2800" b="1" dirty="0">
                <a:latin typeface="华文中宋" panose="02010600040101010101" pitchFamily="2" charset="-122"/>
                <a:ea typeface="华文中宋" panose="02010600040101010101" pitchFamily="2" charset="-122"/>
              </a:rPr>
              <a:t>将矩阵</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A</a:t>
            </a:r>
            <a:r>
              <a:rPr lang="zh-CN" altLang="en-US" sz="2800" b="1" dirty="0">
                <a:latin typeface="华文中宋" panose="02010600040101010101" pitchFamily="2" charset="-122"/>
                <a:ea typeface="华文中宋" panose="02010600040101010101" pitchFamily="2" charset="-122"/>
              </a:rPr>
              <a:t>的第</a:t>
            </a:r>
            <a:r>
              <a:rPr lang="en-US" altLang="zh-CN" sz="2800" b="1" i="1" noProof="0" dirty="0" err="1">
                <a:ln>
                  <a:noFill/>
                </a:ln>
                <a:effectLst/>
                <a:uLnTx/>
                <a:uFillTx/>
                <a:latin typeface="Times New Roman" panose="02020603050405020304" pitchFamily="18" charset="0"/>
                <a:ea typeface="黑体" panose="02010609060101010101" pitchFamily="49" charset="-122"/>
                <a:sym typeface="+mn-ea"/>
              </a:rPr>
              <a:t>i</a:t>
            </a:r>
            <a:r>
              <a:rPr lang="zh-CN" altLang="en-US" sz="2800" b="1" dirty="0">
                <a:latin typeface="华文中宋" panose="02010600040101010101" pitchFamily="2" charset="-122"/>
                <a:ea typeface="华文中宋" panose="02010600040101010101" pitchFamily="2" charset="-122"/>
              </a:rPr>
              <a:t>行乘以</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k</a:t>
            </a:r>
            <a:r>
              <a:rPr lang="zh-CN" altLang="en-US" sz="2800" b="1" dirty="0">
                <a:latin typeface="Times New Roman" panose="02020603050405020304" pitchFamily="18" charset="0"/>
                <a:ea typeface="黑体" panose="02010609060101010101" pitchFamily="49" charset="-122"/>
              </a:rPr>
              <a:t>（</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k</a:t>
            </a:r>
            <a:r>
              <a:rPr lang="en-US" altLang="zh-CN" sz="2800" b="1" dirty="0">
                <a:latin typeface="Times New Roman" panose="02020603050405020304" pitchFamily="18" charset="0"/>
                <a:ea typeface="黑体" panose="02010609060101010101" pitchFamily="49" charset="-122"/>
                <a:sym typeface="+mn-ea"/>
              </a:rPr>
              <a:t>≠0</a:t>
            </a:r>
            <a:r>
              <a:rPr lang="zh-CN" altLang="en-US" sz="2800" b="1" dirty="0">
                <a:latin typeface="Times New Roman" panose="02020603050405020304" pitchFamily="18" charset="0"/>
                <a:ea typeface="黑体" panose="02010609060101010101" pitchFamily="49" charset="-122"/>
              </a:rPr>
              <a:t>）</a:t>
            </a:r>
            <a:r>
              <a:rPr lang="zh-CN" altLang="en-US" sz="2800" b="1" dirty="0">
                <a:latin typeface="华文中宋" panose="02010600040101010101" pitchFamily="2" charset="-122"/>
                <a:ea typeface="华文中宋" panose="02010600040101010101" pitchFamily="2" charset="-122"/>
              </a:rPr>
              <a:t>得到矩阵</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B</a:t>
            </a:r>
            <a:r>
              <a:rPr lang="zh-CN" altLang="en-US" sz="2800" b="1" dirty="0">
                <a:latin typeface="华文中宋" panose="02010600040101010101" pitchFamily="2" charset="-122"/>
                <a:ea typeface="华文中宋" panose="02010600040101010101" pitchFamily="2" charset="-122"/>
              </a:rPr>
              <a:t>,则</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B</a:t>
            </a:r>
            <a:r>
              <a:rPr lang="zh-CN" altLang="en-US" sz="2800" b="1" dirty="0">
                <a:latin typeface="华文中宋" panose="02010600040101010101" pitchFamily="2" charset="-122"/>
                <a:ea typeface="华文中宋" panose="02010600040101010101" pitchFamily="2" charset="-122"/>
              </a:rPr>
              <a:t>中含有第</a:t>
            </a:r>
            <a:r>
              <a:rPr lang="en-US" altLang="zh-CN" sz="2800" b="1" i="1" noProof="0" dirty="0" err="1">
                <a:ln>
                  <a:noFill/>
                </a:ln>
                <a:effectLst/>
                <a:uLnTx/>
                <a:uFillTx/>
                <a:latin typeface="Times New Roman" panose="02020603050405020304" pitchFamily="18" charset="0"/>
                <a:ea typeface="黑体" panose="02010609060101010101" pitchFamily="49" charset="-122"/>
                <a:sym typeface="+mn-ea"/>
              </a:rPr>
              <a:t>i</a:t>
            </a:r>
            <a:r>
              <a:rPr lang="zh-CN" altLang="en-US" sz="2800" b="1" dirty="0">
                <a:latin typeface="华文中宋" panose="02010600040101010101" pitchFamily="2" charset="-122"/>
                <a:ea typeface="华文中宋" panose="02010600040101010101" pitchFamily="2" charset="-122"/>
              </a:rPr>
              <a:t>行的子式是</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A</a:t>
            </a:r>
            <a:r>
              <a:rPr lang="zh-CN" altLang="en-US" sz="2800" b="1" dirty="0">
                <a:latin typeface="华文中宋" panose="02010600040101010101" pitchFamily="2" charset="-122"/>
                <a:ea typeface="华文中宋" panose="02010600040101010101" pitchFamily="2" charset="-122"/>
              </a:rPr>
              <a:t>中相应子式的</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k</a:t>
            </a:r>
            <a:r>
              <a:rPr lang="zh-CN" altLang="en-US" sz="2800" b="1" dirty="0">
                <a:latin typeface="华文中宋" panose="02010600040101010101" pitchFamily="2" charset="-122"/>
                <a:ea typeface="华文中宋" panose="02010600040101010101" pitchFamily="2" charset="-122"/>
              </a:rPr>
              <a:t>倍, </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B</a:t>
            </a:r>
            <a:r>
              <a:rPr lang="zh-CN" altLang="en-US" sz="2800" b="1" dirty="0">
                <a:latin typeface="华文中宋" panose="02010600040101010101" pitchFamily="2" charset="-122"/>
                <a:ea typeface="华文中宋" panose="02010600040101010101" pitchFamily="2" charset="-122"/>
              </a:rPr>
              <a:t>中不含第</a:t>
            </a:r>
            <a:r>
              <a:rPr lang="en-US" altLang="zh-CN" sz="2800" b="1" i="1" noProof="0" dirty="0" err="1">
                <a:ln>
                  <a:noFill/>
                </a:ln>
                <a:effectLst/>
                <a:uLnTx/>
                <a:uFillTx/>
                <a:latin typeface="Times New Roman" panose="02020603050405020304" pitchFamily="18" charset="0"/>
                <a:ea typeface="黑体" panose="02010609060101010101" pitchFamily="49" charset="-122"/>
                <a:sym typeface="+mn-ea"/>
              </a:rPr>
              <a:t>i</a:t>
            </a:r>
            <a:r>
              <a:rPr lang="zh-CN" altLang="en-US" sz="2800" b="1" dirty="0">
                <a:latin typeface="华文中宋" panose="02010600040101010101" pitchFamily="2" charset="-122"/>
                <a:ea typeface="华文中宋" panose="02010600040101010101" pitchFamily="2" charset="-122"/>
              </a:rPr>
              <a:t>行的子式与</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A</a:t>
            </a:r>
            <a:r>
              <a:rPr lang="zh-CN" altLang="en-US" sz="2800" b="1" dirty="0">
                <a:latin typeface="华文中宋" panose="02010600040101010101" pitchFamily="2" charset="-122"/>
                <a:ea typeface="华文中宋" panose="02010600040101010101" pitchFamily="2" charset="-122"/>
              </a:rPr>
              <a:t>中相应的子式相等,故有</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R</a:t>
            </a:r>
            <a:r>
              <a:rPr lang="en-US" altLang="zh-CN" sz="2800" b="1" noProof="0" dirty="0">
                <a:ln>
                  <a:noFill/>
                </a:ln>
                <a:effectLst/>
                <a:uLnTx/>
                <a:uFillTx/>
                <a:latin typeface="Times New Roman" panose="02020603050405020304" pitchFamily="18" charset="0"/>
                <a:ea typeface="黑体" panose="02010609060101010101" pitchFamily="49" charset="-122"/>
                <a:sym typeface="+mn-ea"/>
              </a:rPr>
              <a:t>(</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A</a:t>
            </a:r>
            <a:r>
              <a:rPr lang="en-US" altLang="zh-CN" sz="2800" b="1" noProof="0" dirty="0">
                <a:ln>
                  <a:noFill/>
                </a:ln>
                <a:effectLst/>
                <a:uLnTx/>
                <a:uFillTx/>
                <a:latin typeface="Times New Roman" panose="02020603050405020304" pitchFamily="18" charset="0"/>
                <a:ea typeface="黑体" panose="02010609060101010101" pitchFamily="49" charset="-122"/>
                <a:sym typeface="+mn-ea"/>
              </a:rPr>
              <a:t>)=</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R</a:t>
            </a:r>
            <a:r>
              <a:rPr lang="en-US" altLang="zh-CN" sz="2800" b="1" noProof="0" dirty="0">
                <a:ln>
                  <a:noFill/>
                </a:ln>
                <a:effectLst/>
                <a:uLnTx/>
                <a:uFillTx/>
                <a:latin typeface="Times New Roman" panose="02020603050405020304" pitchFamily="18" charset="0"/>
                <a:ea typeface="黑体" panose="02010609060101010101" pitchFamily="49" charset="-122"/>
                <a:sym typeface="+mn-ea"/>
              </a:rPr>
              <a:t>(</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B</a:t>
            </a:r>
            <a:r>
              <a:rPr lang="en-US" altLang="zh-CN" sz="2800" b="1" noProof="0" dirty="0">
                <a:ln>
                  <a:noFill/>
                </a:ln>
                <a:effectLst/>
                <a:uLnTx/>
                <a:uFillTx/>
                <a:latin typeface="Times New Roman" panose="02020603050405020304" pitchFamily="18" charset="0"/>
                <a:ea typeface="黑体" panose="02010609060101010101" pitchFamily="49" charset="-122"/>
                <a:sym typeface="+mn-ea"/>
              </a:rPr>
              <a:t>)</a:t>
            </a:r>
            <a:r>
              <a:rPr lang="zh-CN" altLang="en-US" sz="2800" b="1" dirty="0">
                <a:latin typeface="华文中宋" panose="02010600040101010101" pitchFamily="2" charset="-122"/>
                <a:ea typeface="华文中宋" panose="02010600040101010101" pitchFamily="2" charset="-122"/>
              </a:rPr>
              <a:t>成立.</a:t>
            </a:r>
          </a:p>
        </p:txBody>
      </p:sp>
    </p:spTree>
  </p:cSld>
  <p:clrMapOvr>
    <a:masterClrMapping/>
  </p:clrMapOvr>
  <mc:AlternateContent xmlns:mc="http://schemas.openxmlformats.org/markup-compatibility/2006" xmlns:p14="http://schemas.microsoft.com/office/powerpoint/2010/main">
    <mc:Choice Requires="p14">
      <p:transition spd="slow" p14:dur="125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10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8130">
                                            <p:txEl>
                                              <p:pRg st="0" end="0"/>
                                            </p:txEl>
                                          </p:spTgt>
                                        </p:tgtEl>
                                        <p:attrNameLst>
                                          <p:attrName>style.visibility</p:attrName>
                                        </p:attrNameLst>
                                      </p:cBhvr>
                                      <p:to>
                                        <p:strVal val="visible"/>
                                      </p:to>
                                    </p:set>
                                    <p:animEffect transition="in" filter="wipe(left)">
                                      <p:cBhvr>
                                        <p:cTn id="12" dur="500"/>
                                        <p:tgtEl>
                                          <p:spTgt spid="4813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1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8131">
                                            <p:txEl>
                                              <p:pRg st="0" end="0"/>
                                            </p:txEl>
                                          </p:spTgt>
                                        </p:tgtEl>
                                        <p:attrNameLst>
                                          <p:attrName>style.visibility</p:attrName>
                                        </p:attrNameLst>
                                      </p:cBhvr>
                                      <p:to>
                                        <p:strVal val="visible"/>
                                      </p:to>
                                    </p:set>
                                    <p:animEffect transition="in" filter="wipe(left)">
                                      <p:cBhvr>
                                        <p:cTn id="22" dur="500"/>
                                        <p:tgtEl>
                                          <p:spTgt spid="48131">
                                            <p:txEl>
                                              <p:pRg st="0" end="0"/>
                                            </p:txEl>
                                          </p:spTgt>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48132">
                                            <p:txEl>
                                              <p:pRg st="0" end="0"/>
                                            </p:txEl>
                                          </p:spTgt>
                                        </p:tgtEl>
                                        <p:attrNameLst>
                                          <p:attrName>style.visibility</p:attrName>
                                        </p:attrNameLst>
                                      </p:cBhvr>
                                      <p:to>
                                        <p:strVal val="visible"/>
                                      </p:to>
                                    </p:set>
                                    <p:animEffect transition="in" filter="wipe(left)">
                                      <p:cBhvr>
                                        <p:cTn id="26" dur="500"/>
                                        <p:tgtEl>
                                          <p:spTgt spid="48132">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8133">
                                            <p:txEl>
                                              <p:pRg st="0" end="0"/>
                                            </p:txEl>
                                          </p:spTgt>
                                        </p:tgtEl>
                                        <p:attrNameLst>
                                          <p:attrName>style.visibility</p:attrName>
                                        </p:attrNameLst>
                                      </p:cBhvr>
                                      <p:to>
                                        <p:strVal val="visible"/>
                                      </p:to>
                                    </p:set>
                                    <p:animEffect transition="in" filter="wipe(left)">
                                      <p:cBhvr>
                                        <p:cTn id="31" dur="500"/>
                                        <p:tgtEl>
                                          <p:spTgt spid="48133">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8134">
                                            <p:txEl>
                                              <p:pRg st="0" end="0"/>
                                            </p:txEl>
                                          </p:spTgt>
                                        </p:tgtEl>
                                        <p:attrNameLst>
                                          <p:attrName>style.visibility</p:attrName>
                                        </p:attrNameLst>
                                      </p:cBhvr>
                                      <p:to>
                                        <p:strVal val="visible"/>
                                      </p:to>
                                    </p:set>
                                    <p:animEffect transition="in" filter="wipe(left)">
                                      <p:cBhvr>
                                        <p:cTn id="36" dur="500"/>
                                        <p:tgtEl>
                                          <p:spTgt spid="48134">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48135">
                                            <p:txEl>
                                              <p:pRg st="0" end="0"/>
                                            </p:txEl>
                                          </p:spTgt>
                                        </p:tgtEl>
                                        <p:attrNameLst>
                                          <p:attrName>style.visibility</p:attrName>
                                        </p:attrNameLst>
                                      </p:cBhvr>
                                      <p:to>
                                        <p:strVal val="visible"/>
                                      </p:to>
                                    </p:set>
                                    <p:animEffect transition="in" filter="wipe(left)">
                                      <p:cBhvr>
                                        <p:cTn id="41" dur="500"/>
                                        <p:tgtEl>
                                          <p:spTgt spid="481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build="p"/>
      <p:bldP spid="48131" grpId="0" build="p"/>
      <p:bldP spid="48132" grpId="0" build="p"/>
      <p:bldP spid="48133" grpId="0" build="p"/>
      <p:bldP spid="48134" grpId="0" build="p"/>
      <p:bldP spid="4813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0">
            <a:hlinkClick r:id="rId8" action="ppaction://hlinksldjump"/>
          </p:cNvPr>
          <p:cNvSpPr>
            <a:spLocks noChangeArrowheads="1"/>
          </p:cNvSpPr>
          <p:nvPr/>
        </p:nvSpPr>
        <p:spPr bwMode="auto">
          <a:xfrm>
            <a:off x="450850" y="250190"/>
            <a:ext cx="40322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Gulim" panose="020B0600000101010101" pitchFamily="34" charset="-127"/>
              <a:cs typeface="Times New Roman" panose="02020603050405020304" pitchFamily="18" charset="0"/>
            </a:endParaRPr>
          </a:p>
        </p:txBody>
      </p:sp>
      <p:grpSp>
        <p:nvGrpSpPr>
          <p:cNvPr id="45059" name="Group 31"/>
          <p:cNvGrpSpPr/>
          <p:nvPr/>
        </p:nvGrpSpPr>
        <p:grpSpPr bwMode="auto">
          <a:xfrm>
            <a:off x="0" y="0"/>
            <a:ext cx="6371219" cy="825500"/>
            <a:chOff x="51" y="0"/>
            <a:chExt cx="3023" cy="246"/>
          </a:xfrm>
        </p:grpSpPr>
        <p:sp>
          <p:nvSpPr>
            <p:cNvPr id="23" name="Line 32"/>
            <p:cNvSpPr>
              <a:spLocks noChangeShapeType="1"/>
            </p:cNvSpPr>
            <p:nvPr/>
          </p:nvSpPr>
          <p:spPr bwMode="auto">
            <a:xfrm flipV="1">
              <a:off x="96" y="202"/>
              <a:ext cx="2978" cy="0"/>
            </a:xfrm>
            <a:prstGeom prst="line">
              <a:avLst/>
            </a:prstGeom>
            <a:noFill/>
            <a:ln w="28575">
              <a:solidFill>
                <a:srgbClr val="0000FF"/>
              </a:solidFill>
              <a:round/>
            </a:ln>
            <a:effectLst>
              <a:glow rad="63500">
                <a:schemeClr val="accent3">
                  <a:satMod val="175000"/>
                  <a:alpha val="40000"/>
                </a:schemeClr>
              </a:glo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5076" name="Picture 33" descr="BD10263_"/>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 y="0"/>
              <a:ext cx="24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060" name="Rectangle 30"/>
          <p:cNvSpPr>
            <a:spLocks noChangeArrowheads="1"/>
          </p:cNvSpPr>
          <p:nvPr/>
        </p:nvSpPr>
        <p:spPr bwMode="auto">
          <a:xfrm>
            <a:off x="518465" y="163830"/>
            <a:ext cx="653732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难点问题</a:t>
            </a:r>
            <a:r>
              <a:rPr kumimoji="1" lang="en-US" altLang="zh-CN"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矩阵的秩的计算理论</a:t>
            </a:r>
          </a:p>
        </p:txBody>
      </p:sp>
      <p:sp>
        <p:nvSpPr>
          <p:cNvPr id="33" name="矩形 32"/>
          <p:cNvSpPr>
            <a:spLocks noChangeArrowheads="1"/>
          </p:cNvSpPr>
          <p:nvPr>
            <p:custDataLst>
              <p:tags r:id="rId1"/>
            </p:custDataLst>
          </p:nvPr>
        </p:nvSpPr>
        <p:spPr bwMode="auto">
          <a:xfrm>
            <a:off x="755650" y="888365"/>
            <a:ext cx="1689100"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定理</a:t>
            </a:r>
            <a:r>
              <a:rPr kumimoji="1" lang="en-US" altLang="zh-CN"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2.4</a:t>
            </a:r>
          </a:p>
        </p:txBody>
      </p:sp>
      <p:sp>
        <p:nvSpPr>
          <p:cNvPr id="48130" name="Rectangle 2"/>
          <p:cNvSpPr/>
          <p:nvPr>
            <p:custDataLst>
              <p:tags r:id="rId2"/>
            </p:custDataLst>
          </p:nvPr>
        </p:nvSpPr>
        <p:spPr>
          <a:xfrm>
            <a:off x="2153920" y="974090"/>
            <a:ext cx="5709920"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algn="l" eaLnBrk="1" hangingPunct="1">
              <a:spcBef>
                <a:spcPct val="50000"/>
              </a:spcBef>
              <a:buClrTx/>
              <a:buSzTx/>
              <a:buFontTx/>
              <a:buNone/>
            </a:pPr>
            <a:r>
              <a:rPr lang="zh-CN" altLang="en-US" sz="2800" b="1" dirty="0">
                <a:latin typeface="华文中宋" panose="02010600040101010101" pitchFamily="2" charset="-122"/>
                <a:ea typeface="华文中宋" panose="02010600040101010101" pitchFamily="2" charset="-122"/>
              </a:rPr>
              <a:t>矩阵</a:t>
            </a:r>
            <a:r>
              <a:rPr lang="zh-CN" altLang="en-US" sz="2800" b="1" dirty="0">
                <a:latin typeface="Times New Roman" panose="02020603050405020304" pitchFamily="18" charset="0"/>
                <a:ea typeface="黑体" panose="02010609060101010101" pitchFamily="49" charset="-122"/>
              </a:rPr>
              <a:t> </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A</a:t>
            </a:r>
            <a:r>
              <a:rPr lang="zh-CN" altLang="en-US" sz="2800" b="1" dirty="0">
                <a:latin typeface="Times New Roman" panose="02020603050405020304" pitchFamily="18" charset="0"/>
                <a:ea typeface="黑体" panose="02010609060101010101" pitchFamily="49" charset="-122"/>
              </a:rPr>
              <a:t> </a:t>
            </a:r>
            <a:r>
              <a:rPr lang="zh-CN" altLang="en-US" sz="2800" b="1" dirty="0">
                <a:latin typeface="华文中宋" panose="02010600040101010101" pitchFamily="2" charset="-122"/>
                <a:ea typeface="华文中宋" panose="02010600040101010101" pitchFamily="2" charset="-122"/>
              </a:rPr>
              <a:t>经初等变换后，其秩不变.</a:t>
            </a:r>
          </a:p>
        </p:txBody>
      </p:sp>
      <p:sp>
        <p:nvSpPr>
          <p:cNvPr id="3" name="Rectangle 7"/>
          <p:cNvSpPr/>
          <p:nvPr>
            <p:custDataLst>
              <p:tags r:id="rId3"/>
            </p:custDataLst>
          </p:nvPr>
        </p:nvSpPr>
        <p:spPr>
          <a:xfrm>
            <a:off x="365125" y="1628775"/>
            <a:ext cx="8413115" cy="5607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algn="l" eaLnBrk="1" hangingPunct="1">
              <a:lnSpc>
                <a:spcPct val="120000"/>
              </a:lnSpc>
              <a:spcBef>
                <a:spcPts val="0"/>
              </a:spcBef>
              <a:buClrTx/>
              <a:buSzTx/>
              <a:buFontTx/>
              <a:buNone/>
            </a:pPr>
            <a:r>
              <a:rPr lang="en-US" altLang="zh-CN" sz="2800" b="1" dirty="0">
                <a:latin typeface="Times New Roman" panose="02020603050405020304" pitchFamily="18" charset="0"/>
                <a:ea typeface="黑体" panose="02010609060101010101" pitchFamily="49" charset="-122"/>
              </a:rPr>
              <a:t>3</a:t>
            </a:r>
            <a:r>
              <a:rPr lang="zh-CN" altLang="en-US" sz="2800" b="1" dirty="0">
                <a:latin typeface="Times New Roman" panose="02020603050405020304" pitchFamily="18" charset="0"/>
                <a:ea typeface="黑体" panose="02010609060101010101" pitchFamily="49" charset="-122"/>
              </a:rPr>
              <a:t>、</a:t>
            </a:r>
            <a:r>
              <a:rPr lang="zh-CN" altLang="en-US" sz="2800" b="1" dirty="0">
                <a:latin typeface="华文中宋" panose="02010600040101010101" pitchFamily="2" charset="-122"/>
                <a:ea typeface="华文中宋" panose="02010600040101010101" pitchFamily="2" charset="-122"/>
              </a:rPr>
              <a:t>将矩阵</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A</a:t>
            </a:r>
            <a:r>
              <a:rPr lang="zh-CN" altLang="en-US" sz="2800" b="1" dirty="0">
                <a:latin typeface="华文中宋" panose="02010600040101010101" pitchFamily="2" charset="-122"/>
                <a:ea typeface="华文中宋" panose="02010600040101010101" pitchFamily="2" charset="-122"/>
              </a:rPr>
              <a:t>的第</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j</a:t>
            </a:r>
            <a:r>
              <a:rPr lang="zh-CN" altLang="en-US" sz="2800" b="1" dirty="0">
                <a:latin typeface="华文中宋" panose="02010600040101010101" pitchFamily="2" charset="-122"/>
                <a:ea typeface="华文中宋" panose="02010600040101010101" pitchFamily="2" charset="-122"/>
              </a:rPr>
              <a:t>行的</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k</a:t>
            </a:r>
            <a:r>
              <a:rPr lang="zh-CN" altLang="en-US" sz="2800" b="1" dirty="0">
                <a:latin typeface="华文中宋" panose="02010600040101010101" pitchFamily="2" charset="-122"/>
                <a:ea typeface="华文中宋" panose="02010600040101010101" pitchFamily="2" charset="-122"/>
              </a:rPr>
              <a:t>倍加到第</a:t>
            </a:r>
            <a:r>
              <a:rPr lang="en-US" altLang="zh-CN" sz="2800" b="1" i="1" noProof="0" dirty="0" err="1">
                <a:ln>
                  <a:noFill/>
                </a:ln>
                <a:effectLst/>
                <a:uLnTx/>
                <a:uFillTx/>
                <a:latin typeface="Times New Roman" panose="02020603050405020304" pitchFamily="18" charset="0"/>
                <a:ea typeface="黑体" panose="02010609060101010101" pitchFamily="49" charset="-122"/>
                <a:sym typeface="+mn-ea"/>
              </a:rPr>
              <a:t>i</a:t>
            </a:r>
            <a:r>
              <a:rPr lang="zh-CN" altLang="en-US" sz="2800" b="1" dirty="0">
                <a:latin typeface="华文中宋" panose="02010600040101010101" pitchFamily="2" charset="-122"/>
                <a:ea typeface="华文中宋" panose="02010600040101010101" pitchFamily="2" charset="-122"/>
              </a:rPr>
              <a:t>行上,得到矩阵</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B</a:t>
            </a:r>
            <a:r>
              <a:rPr lang="zh-CN" altLang="en-US" sz="2800" b="1" dirty="0">
                <a:latin typeface="华文中宋" panose="02010600040101010101" pitchFamily="2" charset="-122"/>
                <a:ea typeface="华文中宋" panose="02010600040101010101" pitchFamily="2" charset="-122"/>
              </a:rPr>
              <a:t>.</a:t>
            </a:r>
          </a:p>
        </p:txBody>
      </p:sp>
      <p:sp>
        <p:nvSpPr>
          <p:cNvPr id="4" name="Rectangle 7"/>
          <p:cNvSpPr/>
          <p:nvPr>
            <p:custDataLst>
              <p:tags r:id="rId4"/>
            </p:custDataLst>
          </p:nvPr>
        </p:nvSpPr>
        <p:spPr>
          <a:xfrm>
            <a:off x="365125" y="2277110"/>
            <a:ext cx="8413115" cy="1076961"/>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algn="l" eaLnBrk="1" hangingPunct="1">
              <a:lnSpc>
                <a:spcPct val="120000"/>
              </a:lnSpc>
              <a:spcBef>
                <a:spcPts val="0"/>
              </a:spcBef>
              <a:buClrTx/>
              <a:buSzTx/>
              <a:buFontTx/>
              <a:buNone/>
            </a:pPr>
            <a:r>
              <a:rPr lang="zh-CN" altLang="en-US" sz="2800" b="1" dirty="0">
                <a:latin typeface="华文中宋" panose="02010600040101010101" pitchFamily="2" charset="-122"/>
                <a:ea typeface="华文中宋" panose="02010600040101010101" pitchFamily="2" charset="-122"/>
              </a:rPr>
              <a:t>下证：若</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A</a:t>
            </a:r>
            <a:r>
              <a:rPr lang="zh-CN" altLang="en-US" sz="2800" b="1" dirty="0">
                <a:latin typeface="华文中宋" panose="02010600040101010101" pitchFamily="2" charset="-122"/>
                <a:ea typeface="华文中宋" panose="02010600040101010101" pitchFamily="2" charset="-122"/>
              </a:rPr>
              <a:t>矩阵的秩为</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r</a:t>
            </a:r>
            <a:r>
              <a:rPr lang="zh-CN" altLang="en-US" sz="2800" b="1" dirty="0">
                <a:latin typeface="华文中宋" panose="02010600040101010101" pitchFamily="2" charset="-122"/>
                <a:ea typeface="华文中宋" panose="02010600040101010101" pitchFamily="2" charset="-122"/>
              </a:rPr>
              <a:t>,那么矩阵</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B</a:t>
            </a:r>
            <a:r>
              <a:rPr lang="zh-CN" altLang="en-US" sz="2800" b="1" dirty="0">
                <a:latin typeface="华文中宋" panose="02010600040101010101" pitchFamily="2" charset="-122"/>
                <a:ea typeface="华文中宋" panose="02010600040101010101" pitchFamily="2" charset="-122"/>
              </a:rPr>
              <a:t>中的任一</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r+</a:t>
            </a:r>
            <a:r>
              <a:rPr lang="en-US" altLang="zh-CN" sz="2800" b="1" noProof="0" dirty="0">
                <a:ln>
                  <a:noFill/>
                </a:ln>
                <a:effectLst/>
                <a:uLnTx/>
                <a:uFillTx/>
                <a:latin typeface="Times New Roman" panose="02020603050405020304" pitchFamily="18" charset="0"/>
                <a:ea typeface="黑体" panose="02010609060101010101" pitchFamily="49" charset="-122"/>
                <a:sym typeface="+mn-ea"/>
              </a:rPr>
              <a:t>1</a:t>
            </a:r>
            <a:r>
              <a:rPr lang="zh-CN" altLang="en-US" sz="2800" b="1" dirty="0">
                <a:latin typeface="华文中宋" panose="02010600040101010101" pitchFamily="2" charset="-122"/>
                <a:ea typeface="华文中宋" panose="02010600040101010101" pitchFamily="2" charset="-122"/>
              </a:rPr>
              <a:t>阶子式均为</a:t>
            </a:r>
            <a:r>
              <a:rPr lang="en-US" altLang="zh-CN" sz="2800" b="1" dirty="0">
                <a:latin typeface="Times New Roman" panose="02020603050405020304" pitchFamily="18" charset="0"/>
                <a:ea typeface="黑体" panose="02010609060101010101" pitchFamily="49" charset="-122"/>
              </a:rPr>
              <a:t>0</a:t>
            </a:r>
            <a:r>
              <a:rPr lang="en-US" altLang="zh-CN" sz="2800" b="1" dirty="0">
                <a:latin typeface="华文中宋" panose="02010600040101010101" pitchFamily="2" charset="-122"/>
                <a:ea typeface="华文中宋" panose="02010600040101010101" pitchFamily="2" charset="-122"/>
              </a:rPr>
              <a:t>.</a:t>
            </a:r>
            <a:r>
              <a:rPr lang="zh-CN" altLang="en-US" sz="2800" b="1" dirty="0">
                <a:latin typeface="华文中宋" panose="02010600040101010101" pitchFamily="2" charset="-122"/>
                <a:ea typeface="华文中宋" panose="02010600040101010101" pitchFamily="2" charset="-122"/>
              </a:rPr>
              <a:t>分类讨论：</a:t>
            </a:r>
          </a:p>
        </p:txBody>
      </p:sp>
      <p:sp>
        <p:nvSpPr>
          <p:cNvPr id="5" name="Rectangle 7"/>
          <p:cNvSpPr/>
          <p:nvPr>
            <p:custDataLst>
              <p:tags r:id="rId5"/>
            </p:custDataLst>
          </p:nvPr>
        </p:nvSpPr>
        <p:spPr>
          <a:xfrm>
            <a:off x="395605" y="3501390"/>
            <a:ext cx="8413115" cy="1076961"/>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algn="l" eaLnBrk="1" hangingPunct="1">
              <a:lnSpc>
                <a:spcPct val="120000"/>
              </a:lnSpc>
              <a:spcBef>
                <a:spcPts val="0"/>
              </a:spcBef>
              <a:buClrTx/>
              <a:buSzTx/>
              <a:buFontTx/>
              <a:buNone/>
            </a:pPr>
            <a:r>
              <a:rPr lang="zh-CN" altLang="en-US" sz="2800" b="1" dirty="0">
                <a:latin typeface="Times New Roman" panose="02020603050405020304" pitchFamily="18" charset="0"/>
                <a:ea typeface="黑体" panose="02010609060101010101" pitchFamily="49" charset="-122"/>
              </a:rPr>
              <a:t>（</a:t>
            </a:r>
            <a:r>
              <a:rPr lang="en-US" altLang="zh-CN" sz="2800" b="1" dirty="0">
                <a:latin typeface="Times New Roman" panose="02020603050405020304" pitchFamily="18" charset="0"/>
                <a:ea typeface="黑体" panose="02010609060101010101" pitchFamily="49" charset="-122"/>
              </a:rPr>
              <a:t>1</a:t>
            </a:r>
            <a:r>
              <a:rPr lang="zh-CN" altLang="en-US" sz="2800" b="1" dirty="0">
                <a:latin typeface="Times New Roman" panose="02020603050405020304" pitchFamily="18" charset="0"/>
                <a:ea typeface="黑体" panose="02010609060101010101" pitchFamily="49" charset="-122"/>
              </a:rPr>
              <a:t>）</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B</a:t>
            </a:r>
            <a:r>
              <a:rPr lang="zh-CN" altLang="en-US" sz="2800" b="1" dirty="0">
                <a:latin typeface="华文中宋" panose="02010600040101010101" pitchFamily="2" charset="-122"/>
                <a:ea typeface="华文中宋" panose="02010600040101010101" pitchFamily="2" charset="-122"/>
              </a:rPr>
              <a:t>不含第</a:t>
            </a:r>
            <a:r>
              <a:rPr lang="en-US" altLang="zh-CN" sz="2800" b="1" i="1" noProof="0" dirty="0" err="1">
                <a:ln>
                  <a:noFill/>
                </a:ln>
                <a:effectLst/>
                <a:uLnTx/>
                <a:uFillTx/>
                <a:latin typeface="Times New Roman" panose="02020603050405020304" pitchFamily="18" charset="0"/>
                <a:ea typeface="黑体" panose="02010609060101010101" pitchFamily="49" charset="-122"/>
                <a:sym typeface="+mn-ea"/>
              </a:rPr>
              <a:t>i</a:t>
            </a:r>
            <a:r>
              <a:rPr lang="zh-CN" altLang="en-US" sz="2800" b="1" dirty="0">
                <a:latin typeface="华文中宋" panose="02010600040101010101" pitchFamily="2" charset="-122"/>
                <a:ea typeface="华文中宋" panose="02010600040101010101" pitchFamily="2" charset="-122"/>
              </a:rPr>
              <a:t>行的</a:t>
            </a:r>
            <a:r>
              <a:rPr lang="en-US" altLang="zh-CN" sz="2800" b="1" dirty="0">
                <a:latin typeface="Times New Roman" panose="02020603050405020304" pitchFamily="18" charset="0"/>
                <a:ea typeface="黑体" panose="02010609060101010101" pitchFamily="49" charset="-122"/>
                <a:sym typeface="+mn-ea"/>
              </a:rPr>
              <a:t>r+</a:t>
            </a:r>
            <a:r>
              <a:rPr lang="en-US" altLang="zh-CN" sz="2800" b="1" noProof="0" dirty="0">
                <a:ln>
                  <a:noFill/>
                </a:ln>
                <a:effectLst/>
                <a:uLnTx/>
                <a:uFillTx/>
                <a:latin typeface="Times New Roman" panose="02020603050405020304" pitchFamily="18" charset="0"/>
                <a:ea typeface="黑体" panose="02010609060101010101" pitchFamily="49" charset="-122"/>
                <a:sym typeface="+mn-ea"/>
              </a:rPr>
              <a:t>1</a:t>
            </a:r>
            <a:r>
              <a:rPr lang="zh-CN" altLang="en-US" sz="2800" b="1" dirty="0">
                <a:latin typeface="华文中宋" panose="02010600040101010101" pitchFamily="2" charset="-122"/>
                <a:ea typeface="华文中宋" panose="02010600040101010101" pitchFamily="2" charset="-122"/>
              </a:rPr>
              <a:t>阶子式</a:t>
            </a:r>
            <a:r>
              <a:rPr lang="en-US" altLang="zh-CN" sz="2800" b="1" i="1" dirty="0">
                <a:latin typeface="Times New Roman" panose="02020603050405020304" pitchFamily="18" charset="0"/>
                <a:ea typeface="黑体" panose="02010609060101010101" pitchFamily="49" charset="-122"/>
                <a:sym typeface="+mn-ea"/>
              </a:rPr>
              <a:t>D</a:t>
            </a:r>
            <a:r>
              <a:rPr lang="en-US" altLang="zh-CN" sz="2800" b="1" i="1" baseline="-25000" dirty="0">
                <a:latin typeface="Times New Roman" panose="02020603050405020304" pitchFamily="18" charset="0"/>
                <a:ea typeface="黑体" panose="02010609060101010101" pitchFamily="49" charset="-122"/>
                <a:sym typeface="+mn-ea"/>
              </a:rPr>
              <a:t>r</a:t>
            </a:r>
            <a:r>
              <a:rPr lang="en-US" altLang="zh-CN" sz="2800" b="1" baseline="-25000" dirty="0">
                <a:latin typeface="Times New Roman" panose="02020603050405020304" pitchFamily="18" charset="0"/>
                <a:ea typeface="黑体" panose="02010609060101010101" pitchFamily="49" charset="-122"/>
                <a:sym typeface="+mn-ea"/>
              </a:rPr>
              <a:t>+1</a:t>
            </a:r>
            <a:r>
              <a:rPr lang="zh-CN" altLang="en-US" sz="2800" b="1" dirty="0">
                <a:latin typeface="华文中宋" panose="02010600040101010101" pitchFamily="2" charset="-122"/>
                <a:ea typeface="华文中宋" panose="02010600040101010101" pitchFamily="2" charset="-122"/>
              </a:rPr>
              <a:t>,也是</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A</a:t>
            </a:r>
            <a:r>
              <a:rPr lang="zh-CN" altLang="en-US" sz="2800" b="1" dirty="0">
                <a:latin typeface="华文中宋" panose="02010600040101010101" pitchFamily="2" charset="-122"/>
                <a:ea typeface="华文中宋" panose="02010600040101010101" pitchFamily="2" charset="-122"/>
              </a:rPr>
              <a:t>中的</a:t>
            </a:r>
            <a:r>
              <a:rPr lang="en-US" altLang="zh-CN" sz="2800" b="1" dirty="0">
                <a:latin typeface="Times New Roman" panose="02020603050405020304" pitchFamily="18" charset="0"/>
                <a:ea typeface="黑体" panose="02010609060101010101" pitchFamily="49" charset="-122"/>
                <a:sym typeface="+mn-ea"/>
              </a:rPr>
              <a:t>r+</a:t>
            </a:r>
            <a:r>
              <a:rPr lang="en-US" altLang="zh-CN" sz="2800" b="1" noProof="0" dirty="0">
                <a:ln>
                  <a:noFill/>
                </a:ln>
                <a:effectLst/>
                <a:uLnTx/>
                <a:uFillTx/>
                <a:latin typeface="Times New Roman" panose="02020603050405020304" pitchFamily="18" charset="0"/>
                <a:ea typeface="黑体" panose="02010609060101010101" pitchFamily="49" charset="-122"/>
                <a:sym typeface="+mn-ea"/>
              </a:rPr>
              <a:t>1</a:t>
            </a:r>
            <a:r>
              <a:rPr lang="zh-CN" altLang="en-US" sz="2800" b="1" dirty="0">
                <a:latin typeface="华文中宋" panose="02010600040101010101" pitchFamily="2" charset="-122"/>
                <a:ea typeface="华文中宋" panose="02010600040101010101" pitchFamily="2" charset="-122"/>
              </a:rPr>
              <a:t>阶子式,故有</a:t>
            </a:r>
            <a:r>
              <a:rPr lang="en-US" altLang="zh-CN" sz="2800" b="1" i="1" dirty="0">
                <a:latin typeface="Times New Roman" panose="02020603050405020304" pitchFamily="18" charset="0"/>
                <a:ea typeface="黑体" panose="02010609060101010101" pitchFamily="49" charset="-122"/>
                <a:sym typeface="+mn-ea"/>
              </a:rPr>
              <a:t>D</a:t>
            </a:r>
            <a:r>
              <a:rPr lang="en-US" altLang="zh-CN" sz="2800" b="1" i="1" baseline="-25000" dirty="0">
                <a:latin typeface="Times New Roman" panose="02020603050405020304" pitchFamily="18" charset="0"/>
                <a:ea typeface="黑体" panose="02010609060101010101" pitchFamily="49" charset="-122"/>
                <a:sym typeface="+mn-ea"/>
              </a:rPr>
              <a:t>r</a:t>
            </a:r>
            <a:r>
              <a:rPr lang="en-US" altLang="zh-CN" sz="2800" b="1" baseline="-25000" dirty="0">
                <a:latin typeface="Times New Roman" panose="02020603050405020304" pitchFamily="18" charset="0"/>
                <a:ea typeface="黑体" panose="02010609060101010101" pitchFamily="49" charset="-122"/>
                <a:sym typeface="+mn-ea"/>
              </a:rPr>
              <a:t>+1</a:t>
            </a:r>
            <a:r>
              <a:rPr lang="en-US" altLang="zh-CN" sz="2800" b="1" dirty="0">
                <a:latin typeface="Times New Roman" panose="02020603050405020304" pitchFamily="18" charset="0"/>
                <a:ea typeface="黑体" panose="02010609060101010101" pitchFamily="49" charset="-122"/>
              </a:rPr>
              <a:t>=0</a:t>
            </a:r>
            <a:r>
              <a:rPr lang="zh-CN" altLang="en-US" sz="2800" b="1" dirty="0">
                <a:latin typeface="华文中宋" panose="02010600040101010101" pitchFamily="2" charset="-122"/>
                <a:ea typeface="华文中宋" panose="02010600040101010101" pitchFamily="2" charset="-122"/>
              </a:rPr>
              <a:t>；</a:t>
            </a:r>
          </a:p>
        </p:txBody>
      </p:sp>
      <p:sp>
        <p:nvSpPr>
          <p:cNvPr id="6" name="Rectangle 7"/>
          <p:cNvSpPr/>
          <p:nvPr>
            <p:custDataLst>
              <p:tags r:id="rId6"/>
            </p:custDataLst>
          </p:nvPr>
        </p:nvSpPr>
        <p:spPr>
          <a:xfrm>
            <a:off x="395605" y="4725670"/>
            <a:ext cx="8413115" cy="1076961"/>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algn="l" eaLnBrk="1" hangingPunct="1">
              <a:lnSpc>
                <a:spcPct val="120000"/>
              </a:lnSpc>
              <a:spcBef>
                <a:spcPts val="0"/>
              </a:spcBef>
              <a:buClrTx/>
              <a:buSzTx/>
              <a:buFontTx/>
              <a:buNone/>
            </a:pPr>
            <a:r>
              <a:rPr lang="zh-CN" altLang="en-US" sz="2800" b="1" dirty="0">
                <a:latin typeface="Times New Roman" panose="02020603050405020304" pitchFamily="18" charset="0"/>
                <a:ea typeface="黑体" panose="02010609060101010101" pitchFamily="49" charset="-122"/>
              </a:rPr>
              <a:t>（</a:t>
            </a:r>
            <a:r>
              <a:rPr lang="en-US" altLang="zh-CN" sz="2800" b="1" dirty="0">
                <a:latin typeface="Times New Roman" panose="02020603050405020304" pitchFamily="18" charset="0"/>
                <a:ea typeface="黑体" panose="02010609060101010101" pitchFamily="49" charset="-122"/>
              </a:rPr>
              <a:t>2</a:t>
            </a:r>
            <a:r>
              <a:rPr lang="zh-CN" altLang="en-US" sz="2800" b="1" dirty="0">
                <a:latin typeface="Times New Roman" panose="02020603050405020304" pitchFamily="18" charset="0"/>
                <a:ea typeface="黑体" panose="02010609060101010101" pitchFamily="49" charset="-122"/>
              </a:rPr>
              <a:t>）</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B</a:t>
            </a:r>
            <a:r>
              <a:rPr lang="zh-CN" altLang="en-US" sz="2800" b="1" dirty="0">
                <a:latin typeface="华文中宋" panose="02010600040101010101" pitchFamily="2" charset="-122"/>
                <a:ea typeface="华文中宋" panose="02010600040101010101" pitchFamily="2" charset="-122"/>
              </a:rPr>
              <a:t>含第</a:t>
            </a:r>
            <a:r>
              <a:rPr lang="en-US" altLang="zh-CN" sz="2800" b="1" i="1" noProof="0" dirty="0" err="1">
                <a:ln>
                  <a:noFill/>
                </a:ln>
                <a:effectLst/>
                <a:uLnTx/>
                <a:uFillTx/>
                <a:latin typeface="Times New Roman" panose="02020603050405020304" pitchFamily="18" charset="0"/>
                <a:ea typeface="黑体" panose="02010609060101010101" pitchFamily="49" charset="-122"/>
                <a:sym typeface="+mn-ea"/>
              </a:rPr>
              <a:t>i</a:t>
            </a:r>
            <a:r>
              <a:rPr lang="zh-CN" altLang="en-US" sz="2800" b="1" dirty="0">
                <a:latin typeface="华文中宋" panose="02010600040101010101" pitchFamily="2" charset="-122"/>
                <a:ea typeface="华文中宋" panose="02010600040101010101" pitchFamily="2" charset="-122"/>
              </a:rPr>
              <a:t>行，同时也含第</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j</a:t>
            </a:r>
            <a:r>
              <a:rPr lang="zh-CN" altLang="en-US" sz="2800" b="1" dirty="0">
                <a:latin typeface="华文中宋" panose="02010600040101010101" pitchFamily="2" charset="-122"/>
                <a:ea typeface="华文中宋" panose="02010600040101010101" pitchFamily="2" charset="-122"/>
              </a:rPr>
              <a:t>行的</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r+</a:t>
            </a:r>
            <a:r>
              <a:rPr lang="en-US" altLang="zh-CN" sz="2800" b="1" noProof="0" dirty="0">
                <a:ln>
                  <a:noFill/>
                </a:ln>
                <a:effectLst/>
                <a:uLnTx/>
                <a:uFillTx/>
                <a:latin typeface="Times New Roman" panose="02020603050405020304" pitchFamily="18" charset="0"/>
                <a:ea typeface="黑体" panose="02010609060101010101" pitchFamily="49" charset="-122"/>
                <a:sym typeface="+mn-ea"/>
              </a:rPr>
              <a:t>1</a:t>
            </a:r>
            <a:r>
              <a:rPr lang="zh-CN" altLang="en-US" sz="2800" b="1" dirty="0">
                <a:latin typeface="华文中宋" panose="02010600040101010101" pitchFamily="2" charset="-122"/>
                <a:ea typeface="华文中宋" panose="02010600040101010101" pitchFamily="2" charset="-122"/>
              </a:rPr>
              <a:t>阶子式</a:t>
            </a:r>
            <a:r>
              <a:rPr lang="en-US" altLang="zh-CN" sz="2800" b="1" i="1" dirty="0">
                <a:latin typeface="Times New Roman" panose="02020603050405020304" pitchFamily="18" charset="0"/>
                <a:ea typeface="黑体" panose="02010609060101010101" pitchFamily="49" charset="-122"/>
                <a:sym typeface="+mn-ea"/>
              </a:rPr>
              <a:t>D</a:t>
            </a:r>
            <a:r>
              <a:rPr lang="en-US" altLang="zh-CN" sz="2800" b="1" i="1" baseline="-25000" dirty="0">
                <a:latin typeface="Times New Roman" panose="02020603050405020304" pitchFamily="18" charset="0"/>
                <a:ea typeface="黑体" panose="02010609060101010101" pitchFamily="49" charset="-122"/>
                <a:sym typeface="+mn-ea"/>
              </a:rPr>
              <a:t>r</a:t>
            </a:r>
            <a:r>
              <a:rPr lang="en-US" altLang="zh-CN" sz="2800" b="1" baseline="-25000" dirty="0">
                <a:latin typeface="Times New Roman" panose="02020603050405020304" pitchFamily="18" charset="0"/>
                <a:ea typeface="黑体" panose="02010609060101010101" pitchFamily="49" charset="-122"/>
                <a:sym typeface="+mn-ea"/>
              </a:rPr>
              <a:t>+1</a:t>
            </a:r>
            <a:r>
              <a:rPr lang="zh-CN" altLang="en-US" sz="2800" b="1" dirty="0">
                <a:latin typeface="华文中宋" panose="02010600040101010101" pitchFamily="2" charset="-122"/>
                <a:ea typeface="华文中宋" panose="02010600040101010101" pitchFamily="2" charset="-122"/>
              </a:rPr>
              <a:t>,</a:t>
            </a:r>
            <a:r>
              <a:rPr sz="2800" b="1" dirty="0">
                <a:latin typeface="华文中宋" panose="02010600040101010101" pitchFamily="2" charset="-122"/>
                <a:ea typeface="华文中宋" panose="02010600040101010101" pitchFamily="2" charset="-122"/>
              </a:rPr>
              <a:t>根据行列式性质,可知</a:t>
            </a:r>
            <a:r>
              <a:rPr lang="en-US" altLang="zh-CN" sz="2800" b="1" i="1" dirty="0">
                <a:latin typeface="Times New Roman" panose="02020603050405020304" pitchFamily="18" charset="0"/>
                <a:ea typeface="黑体" panose="02010609060101010101" pitchFamily="49" charset="-122"/>
                <a:sym typeface="+mn-ea"/>
              </a:rPr>
              <a:t>D</a:t>
            </a:r>
            <a:r>
              <a:rPr lang="en-US" altLang="zh-CN" sz="2800" b="1" i="1" baseline="-25000" dirty="0">
                <a:latin typeface="Times New Roman" panose="02020603050405020304" pitchFamily="18" charset="0"/>
                <a:ea typeface="黑体" panose="02010609060101010101" pitchFamily="49" charset="-122"/>
                <a:sym typeface="+mn-ea"/>
              </a:rPr>
              <a:t>r</a:t>
            </a:r>
            <a:r>
              <a:rPr lang="en-US" altLang="zh-CN" sz="2800" b="1" baseline="-25000" dirty="0">
                <a:latin typeface="Times New Roman" panose="02020603050405020304" pitchFamily="18" charset="0"/>
                <a:ea typeface="黑体" panose="02010609060101010101" pitchFamily="49" charset="-122"/>
                <a:sym typeface="+mn-ea"/>
              </a:rPr>
              <a:t>+1</a:t>
            </a:r>
            <a:r>
              <a:rPr lang="en-US" altLang="zh-CN" sz="2800" b="1" dirty="0">
                <a:latin typeface="Times New Roman" panose="02020603050405020304" pitchFamily="18" charset="0"/>
                <a:ea typeface="黑体" panose="02010609060101010101" pitchFamily="49" charset="-122"/>
              </a:rPr>
              <a:t>=0</a:t>
            </a:r>
            <a:r>
              <a:rPr lang="zh-CN" altLang="en-US" sz="2800" b="1" dirty="0">
                <a:latin typeface="华文中宋" panose="02010600040101010101" pitchFamily="2" charset="-122"/>
                <a:ea typeface="华文中宋" panose="02010600040101010101" pitchFamily="2" charset="-122"/>
              </a:rPr>
              <a:t>；</a:t>
            </a:r>
          </a:p>
        </p:txBody>
      </p:sp>
    </p:spTree>
  </p:cSld>
  <p:clrMapOvr>
    <a:masterClrMapping/>
  </p:clrMapOvr>
  <mc:AlternateContent xmlns:mc="http://schemas.openxmlformats.org/markup-compatibility/2006" xmlns:p14="http://schemas.microsoft.com/office/powerpoint/2010/main">
    <mc:Choice Requires="p14">
      <p:transition spd="slow" p14:dur="125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ipe(left)">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wipe(left)">
                                      <p:cBhvr>
                                        <p:cTn id="22"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build="p"/>
      <p:bldP spid="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0">
            <a:hlinkClick r:id="rId8" action="ppaction://hlinksldjump"/>
          </p:cNvPr>
          <p:cNvSpPr>
            <a:spLocks noChangeArrowheads="1"/>
          </p:cNvSpPr>
          <p:nvPr/>
        </p:nvSpPr>
        <p:spPr bwMode="auto">
          <a:xfrm>
            <a:off x="450850" y="250190"/>
            <a:ext cx="40322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Gulim" panose="020B0600000101010101" pitchFamily="34" charset="-127"/>
              <a:cs typeface="Times New Roman" panose="02020603050405020304" pitchFamily="18" charset="0"/>
            </a:endParaRPr>
          </a:p>
        </p:txBody>
      </p:sp>
      <p:grpSp>
        <p:nvGrpSpPr>
          <p:cNvPr id="45059" name="Group 31"/>
          <p:cNvGrpSpPr/>
          <p:nvPr/>
        </p:nvGrpSpPr>
        <p:grpSpPr bwMode="auto">
          <a:xfrm>
            <a:off x="0" y="0"/>
            <a:ext cx="6371219" cy="825500"/>
            <a:chOff x="51" y="0"/>
            <a:chExt cx="3023" cy="246"/>
          </a:xfrm>
        </p:grpSpPr>
        <p:sp>
          <p:nvSpPr>
            <p:cNvPr id="23" name="Line 32"/>
            <p:cNvSpPr>
              <a:spLocks noChangeShapeType="1"/>
            </p:cNvSpPr>
            <p:nvPr/>
          </p:nvSpPr>
          <p:spPr bwMode="auto">
            <a:xfrm flipV="1">
              <a:off x="96" y="202"/>
              <a:ext cx="2978" cy="0"/>
            </a:xfrm>
            <a:prstGeom prst="line">
              <a:avLst/>
            </a:prstGeom>
            <a:noFill/>
            <a:ln w="28575">
              <a:solidFill>
                <a:srgbClr val="0000FF"/>
              </a:solidFill>
              <a:round/>
            </a:ln>
            <a:effectLst>
              <a:glow rad="63500">
                <a:schemeClr val="accent3">
                  <a:satMod val="175000"/>
                  <a:alpha val="40000"/>
                </a:schemeClr>
              </a:glo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5076" name="Picture 33" descr="BD10263_"/>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 y="0"/>
              <a:ext cx="24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060" name="Rectangle 30"/>
          <p:cNvSpPr>
            <a:spLocks noChangeArrowheads="1"/>
          </p:cNvSpPr>
          <p:nvPr/>
        </p:nvSpPr>
        <p:spPr bwMode="auto">
          <a:xfrm>
            <a:off x="518465" y="163830"/>
            <a:ext cx="653732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难点问题</a:t>
            </a:r>
            <a:r>
              <a:rPr kumimoji="1" lang="en-US" altLang="zh-CN"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矩阵的秩的计算理论</a:t>
            </a:r>
          </a:p>
        </p:txBody>
      </p:sp>
      <p:sp>
        <p:nvSpPr>
          <p:cNvPr id="33" name="矩形 32"/>
          <p:cNvSpPr>
            <a:spLocks noChangeArrowheads="1"/>
          </p:cNvSpPr>
          <p:nvPr>
            <p:custDataLst>
              <p:tags r:id="rId2"/>
            </p:custDataLst>
          </p:nvPr>
        </p:nvSpPr>
        <p:spPr bwMode="auto">
          <a:xfrm>
            <a:off x="755650" y="888365"/>
            <a:ext cx="2208530"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定理</a:t>
            </a:r>
            <a:r>
              <a:rPr kumimoji="1" lang="en-US" altLang="zh-CN"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2.4</a:t>
            </a:r>
          </a:p>
        </p:txBody>
      </p:sp>
      <p:sp>
        <p:nvSpPr>
          <p:cNvPr id="48130" name="Rectangle 2"/>
          <p:cNvSpPr/>
          <p:nvPr>
            <p:custDataLst>
              <p:tags r:id="rId3"/>
            </p:custDataLst>
          </p:nvPr>
        </p:nvSpPr>
        <p:spPr>
          <a:xfrm>
            <a:off x="2225675" y="974090"/>
            <a:ext cx="5709920"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algn="l" eaLnBrk="1" hangingPunct="1">
              <a:spcBef>
                <a:spcPct val="50000"/>
              </a:spcBef>
              <a:buClrTx/>
              <a:buSzTx/>
              <a:buFontTx/>
              <a:buNone/>
            </a:pPr>
            <a:r>
              <a:rPr lang="zh-CN" altLang="en-US" sz="2800" b="1" dirty="0">
                <a:latin typeface="华文中宋" panose="02010600040101010101" pitchFamily="2" charset="-122"/>
                <a:ea typeface="华文中宋" panose="02010600040101010101" pitchFamily="2" charset="-122"/>
              </a:rPr>
              <a:t>矩阵 </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A</a:t>
            </a:r>
            <a:r>
              <a:rPr lang="zh-CN" altLang="en-US" sz="2800" b="1" dirty="0">
                <a:latin typeface="Times New Roman" panose="02020603050405020304" pitchFamily="18" charset="0"/>
                <a:ea typeface="黑体" panose="02010609060101010101" pitchFamily="49" charset="-122"/>
              </a:rPr>
              <a:t> </a:t>
            </a:r>
            <a:r>
              <a:rPr lang="zh-CN" altLang="en-US" sz="2800" b="1" dirty="0">
                <a:latin typeface="华文中宋" panose="02010600040101010101" pitchFamily="2" charset="-122"/>
                <a:ea typeface="华文中宋" panose="02010600040101010101" pitchFamily="2" charset="-122"/>
              </a:rPr>
              <a:t>经初等变换后，其秩不变.</a:t>
            </a:r>
          </a:p>
        </p:txBody>
      </p:sp>
      <p:sp>
        <p:nvSpPr>
          <p:cNvPr id="6" name="Rectangle 7"/>
          <p:cNvSpPr/>
          <p:nvPr>
            <p:custDataLst>
              <p:tags r:id="rId4"/>
            </p:custDataLst>
          </p:nvPr>
        </p:nvSpPr>
        <p:spPr>
          <a:xfrm>
            <a:off x="395605" y="1640205"/>
            <a:ext cx="8413115" cy="1076961"/>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algn="l" eaLnBrk="1" hangingPunct="1">
              <a:lnSpc>
                <a:spcPct val="120000"/>
              </a:lnSpc>
              <a:spcBef>
                <a:spcPts val="0"/>
              </a:spcBef>
              <a:buClrTx/>
              <a:buSzTx/>
              <a:buFontTx/>
              <a:buNone/>
            </a:pPr>
            <a:r>
              <a:rPr lang="zh-CN" altLang="en-US" sz="2800" b="1" dirty="0">
                <a:latin typeface="Times New Roman" panose="02020603050405020304" pitchFamily="18" charset="0"/>
                <a:ea typeface="黑体" panose="02010609060101010101" pitchFamily="49" charset="-122"/>
              </a:rPr>
              <a:t>（</a:t>
            </a:r>
            <a:r>
              <a:rPr lang="en-US" altLang="zh-CN" sz="2800" b="1" dirty="0">
                <a:latin typeface="Times New Roman" panose="02020603050405020304" pitchFamily="18" charset="0"/>
                <a:ea typeface="黑体" panose="02010609060101010101" pitchFamily="49" charset="-122"/>
              </a:rPr>
              <a:t>3</a:t>
            </a:r>
            <a:r>
              <a:rPr lang="zh-CN" altLang="en-US" sz="2800" b="1" dirty="0">
                <a:latin typeface="Times New Roman" panose="02020603050405020304" pitchFamily="18" charset="0"/>
                <a:ea typeface="黑体" panose="02010609060101010101" pitchFamily="49" charset="-122"/>
              </a:rPr>
              <a:t>）</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B</a:t>
            </a:r>
            <a:r>
              <a:rPr lang="zh-CN" altLang="en-US" sz="2800" b="1" dirty="0">
                <a:latin typeface="华文中宋" panose="02010600040101010101" pitchFamily="2" charset="-122"/>
                <a:ea typeface="华文中宋" panose="02010600040101010101" pitchFamily="2" charset="-122"/>
              </a:rPr>
              <a:t>含第</a:t>
            </a:r>
            <a:r>
              <a:rPr lang="en-US" altLang="zh-CN" sz="2800" b="1" i="1" noProof="0" dirty="0" err="1">
                <a:ln>
                  <a:noFill/>
                </a:ln>
                <a:effectLst/>
                <a:uLnTx/>
                <a:uFillTx/>
                <a:latin typeface="Times New Roman" panose="02020603050405020304" pitchFamily="18" charset="0"/>
                <a:ea typeface="黑体" panose="02010609060101010101" pitchFamily="49" charset="-122"/>
                <a:sym typeface="+mn-ea"/>
              </a:rPr>
              <a:t>i</a:t>
            </a:r>
            <a:r>
              <a:rPr lang="zh-CN" altLang="en-US" sz="2800" b="1" dirty="0">
                <a:latin typeface="华文中宋" panose="02010600040101010101" pitchFamily="2" charset="-122"/>
                <a:ea typeface="华文中宋" panose="02010600040101010101" pitchFamily="2" charset="-122"/>
              </a:rPr>
              <a:t>行，但不含第</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j</a:t>
            </a:r>
            <a:r>
              <a:rPr lang="zh-CN" altLang="en-US" sz="2800" b="1" dirty="0">
                <a:latin typeface="华文中宋" panose="02010600040101010101" pitchFamily="2" charset="-122"/>
                <a:ea typeface="华文中宋" panose="02010600040101010101" pitchFamily="2" charset="-122"/>
              </a:rPr>
              <a:t>行的</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r+</a:t>
            </a:r>
            <a:r>
              <a:rPr lang="en-US" altLang="zh-CN" sz="2800" b="1" noProof="0" dirty="0">
                <a:ln>
                  <a:noFill/>
                </a:ln>
                <a:effectLst/>
                <a:uLnTx/>
                <a:uFillTx/>
                <a:latin typeface="Times New Roman" panose="02020603050405020304" pitchFamily="18" charset="0"/>
                <a:ea typeface="黑体" panose="02010609060101010101" pitchFamily="49" charset="-122"/>
                <a:sym typeface="+mn-ea"/>
              </a:rPr>
              <a:t>1</a:t>
            </a:r>
            <a:r>
              <a:rPr lang="zh-CN" altLang="en-US" sz="2800" b="1" dirty="0">
                <a:latin typeface="华文中宋" panose="02010600040101010101" pitchFamily="2" charset="-122"/>
                <a:ea typeface="华文中宋" panose="02010600040101010101" pitchFamily="2" charset="-122"/>
              </a:rPr>
              <a:t>阶子式</a:t>
            </a:r>
            <a:r>
              <a:rPr lang="en-US" altLang="zh-CN" sz="2800" b="1" i="1" dirty="0">
                <a:latin typeface="Times New Roman" panose="02020603050405020304" pitchFamily="18" charset="0"/>
                <a:ea typeface="黑体" panose="02010609060101010101" pitchFamily="49" charset="-122"/>
                <a:sym typeface="+mn-ea"/>
              </a:rPr>
              <a:t>D</a:t>
            </a:r>
            <a:r>
              <a:rPr lang="en-US" altLang="zh-CN" sz="2800" b="1" i="1" baseline="-25000" dirty="0">
                <a:latin typeface="Times New Roman" panose="02020603050405020304" pitchFamily="18" charset="0"/>
                <a:ea typeface="黑体" panose="02010609060101010101" pitchFamily="49" charset="-122"/>
                <a:sym typeface="+mn-ea"/>
              </a:rPr>
              <a:t>r</a:t>
            </a:r>
            <a:r>
              <a:rPr lang="en-US" altLang="zh-CN" sz="2800" b="1" baseline="-25000" dirty="0">
                <a:latin typeface="Times New Roman" panose="02020603050405020304" pitchFamily="18" charset="0"/>
                <a:ea typeface="黑体" panose="02010609060101010101" pitchFamily="49" charset="-122"/>
                <a:sym typeface="+mn-ea"/>
              </a:rPr>
              <a:t>+1</a:t>
            </a:r>
            <a:r>
              <a:rPr lang="zh-CN" altLang="en-US" sz="2800" b="1" dirty="0">
                <a:latin typeface="华文中宋" panose="02010600040101010101" pitchFamily="2" charset="-122"/>
                <a:ea typeface="华文中宋" panose="02010600040101010101" pitchFamily="2" charset="-122"/>
              </a:rPr>
              <a:t>,</a:t>
            </a:r>
            <a:r>
              <a:rPr sz="2800" b="1" dirty="0">
                <a:latin typeface="华文中宋" panose="02010600040101010101" pitchFamily="2" charset="-122"/>
                <a:ea typeface="华文中宋" panose="02010600040101010101" pitchFamily="2" charset="-122"/>
              </a:rPr>
              <a:t>根据行列式性质,可知</a:t>
            </a:r>
            <a:r>
              <a:rPr lang="en-US" altLang="zh-CN" sz="2800" b="1" i="1" dirty="0">
                <a:latin typeface="Times New Roman" panose="02020603050405020304" pitchFamily="18" charset="0"/>
                <a:ea typeface="黑体" panose="02010609060101010101" pitchFamily="49" charset="-122"/>
                <a:sym typeface="+mn-ea"/>
              </a:rPr>
              <a:t>D</a:t>
            </a:r>
            <a:r>
              <a:rPr lang="en-US" altLang="zh-CN" sz="2800" b="1" i="1" baseline="-25000" dirty="0">
                <a:latin typeface="Times New Roman" panose="02020603050405020304" pitchFamily="18" charset="0"/>
                <a:ea typeface="黑体" panose="02010609060101010101" pitchFamily="49" charset="-122"/>
                <a:sym typeface="+mn-ea"/>
              </a:rPr>
              <a:t>r</a:t>
            </a:r>
            <a:r>
              <a:rPr lang="en-US" altLang="zh-CN" sz="2800" b="1" baseline="-25000" dirty="0">
                <a:latin typeface="Times New Roman" panose="02020603050405020304" pitchFamily="18" charset="0"/>
                <a:ea typeface="黑体" panose="02010609060101010101" pitchFamily="49" charset="-122"/>
                <a:sym typeface="+mn-ea"/>
              </a:rPr>
              <a:t>+1</a:t>
            </a:r>
            <a:r>
              <a:rPr lang="en-US" altLang="zh-CN" sz="2800" b="1" dirty="0">
                <a:latin typeface="Times New Roman" panose="02020603050405020304" pitchFamily="18" charset="0"/>
                <a:ea typeface="黑体" panose="02010609060101010101" pitchFamily="49" charset="-122"/>
              </a:rPr>
              <a:t>=0</a:t>
            </a:r>
            <a:r>
              <a:rPr lang="zh-CN" altLang="en-US" sz="2800" b="1" dirty="0">
                <a:latin typeface="华文中宋" panose="02010600040101010101" pitchFamily="2" charset="-122"/>
                <a:ea typeface="华文中宋" panose="02010600040101010101" pitchFamily="2" charset="-122"/>
              </a:rPr>
              <a:t>；</a:t>
            </a:r>
          </a:p>
        </p:txBody>
      </p:sp>
      <p:graphicFrame>
        <p:nvGraphicFramePr>
          <p:cNvPr id="8" name="对象 -2147481676"/>
          <p:cNvGraphicFramePr>
            <a:graphicFrameLocks noChangeAspect="1"/>
          </p:cNvGraphicFramePr>
          <p:nvPr/>
        </p:nvGraphicFramePr>
        <p:xfrm>
          <a:off x="434975" y="2693988"/>
          <a:ext cx="8451850" cy="1525587"/>
        </p:xfrm>
        <a:graphic>
          <a:graphicData uri="http://schemas.openxmlformats.org/presentationml/2006/ole">
            <mc:AlternateContent xmlns:mc="http://schemas.openxmlformats.org/markup-compatibility/2006">
              <mc:Choice xmlns:v="urn:schemas-microsoft-com:vml" Requires="v">
                <p:oleObj spid="_x0000_s2061" name="Equation" r:id="rId10" imgW="88392000" imgH="18288000" progId="Equation.DSMT4">
                  <p:embed/>
                </p:oleObj>
              </mc:Choice>
              <mc:Fallback>
                <p:oleObj name="Equation" r:id="rId10" imgW="88392000" imgH="18288000" progId="Equation.DSMT4">
                  <p:embed/>
                  <p:pic>
                    <p:nvPicPr>
                      <p:cNvPr id="0" name="图片 3075"/>
                      <p:cNvPicPr/>
                      <p:nvPr/>
                    </p:nvPicPr>
                    <p:blipFill>
                      <a:blip r:embed="rId11"/>
                      <a:stretch>
                        <a:fillRect/>
                      </a:stretch>
                    </p:blipFill>
                    <p:spPr>
                      <a:xfrm>
                        <a:off x="434975" y="2693988"/>
                        <a:ext cx="8451850" cy="1525587"/>
                      </a:xfrm>
                      <a:prstGeom prst="rect">
                        <a:avLst/>
                      </a:prstGeom>
                      <a:noFill/>
                      <a:ln w="38100">
                        <a:noFill/>
                        <a:miter/>
                      </a:ln>
                    </p:spPr>
                  </p:pic>
                </p:oleObj>
              </mc:Fallback>
            </mc:AlternateContent>
          </a:graphicData>
        </a:graphic>
      </p:graphicFrame>
      <p:sp>
        <p:nvSpPr>
          <p:cNvPr id="10" name="Rectangle 7"/>
          <p:cNvSpPr/>
          <p:nvPr>
            <p:custDataLst>
              <p:tags r:id="rId5"/>
            </p:custDataLst>
          </p:nvPr>
        </p:nvSpPr>
        <p:spPr>
          <a:xfrm>
            <a:off x="518160" y="4509135"/>
            <a:ext cx="1090930" cy="565411"/>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algn="l" eaLnBrk="1" hangingPunct="1">
              <a:lnSpc>
                <a:spcPct val="120000"/>
              </a:lnSpc>
              <a:spcBef>
                <a:spcPts val="0"/>
              </a:spcBef>
              <a:buClrTx/>
              <a:buSzTx/>
              <a:buFontTx/>
              <a:buNone/>
            </a:pPr>
            <a:r>
              <a:rPr lang="zh-CN" altLang="en-US" sz="2800" b="1" dirty="0">
                <a:latin typeface="华文中宋" panose="02010600040101010101" pitchFamily="2" charset="-122"/>
                <a:ea typeface="华文中宋" panose="02010600040101010101" pitchFamily="2" charset="-122"/>
              </a:rPr>
              <a:t>其中</a:t>
            </a:r>
          </a:p>
        </p:txBody>
      </p:sp>
      <p:graphicFrame>
        <p:nvGraphicFramePr>
          <p:cNvPr id="2" name="对象 -2147481675"/>
          <p:cNvGraphicFramePr>
            <a:graphicFrameLocks noChangeAspect="1"/>
          </p:cNvGraphicFramePr>
          <p:nvPr/>
        </p:nvGraphicFramePr>
        <p:xfrm>
          <a:off x="1455738" y="4097338"/>
          <a:ext cx="6869112" cy="1597025"/>
        </p:xfrm>
        <a:graphic>
          <a:graphicData uri="http://schemas.openxmlformats.org/presentationml/2006/ole">
            <mc:AlternateContent xmlns:mc="http://schemas.openxmlformats.org/markup-compatibility/2006">
              <mc:Choice xmlns:v="urn:schemas-microsoft-com:vml" Requires="v">
                <p:oleObj spid="_x0000_s2062" name="Equation" r:id="rId12" imgW="79552800" imgH="18288000" progId="Equation.DSMT4">
                  <p:embed/>
                </p:oleObj>
              </mc:Choice>
              <mc:Fallback>
                <p:oleObj name="Equation" r:id="rId12" imgW="79552800" imgH="18288000" progId="Equation.DSMT4">
                  <p:embed/>
                  <p:pic>
                    <p:nvPicPr>
                      <p:cNvPr id="0" name="图片 10"/>
                      <p:cNvPicPr/>
                      <p:nvPr/>
                    </p:nvPicPr>
                    <p:blipFill>
                      <a:blip r:embed="rId13"/>
                      <a:stretch>
                        <a:fillRect/>
                      </a:stretch>
                    </p:blipFill>
                    <p:spPr>
                      <a:xfrm>
                        <a:off x="1455738" y="4097338"/>
                        <a:ext cx="6869112" cy="1597025"/>
                      </a:xfrm>
                      <a:prstGeom prst="rect">
                        <a:avLst/>
                      </a:prstGeom>
                      <a:noFill/>
                      <a:ln w="38100">
                        <a:noFill/>
                        <a:miter/>
                      </a:ln>
                    </p:spPr>
                  </p:pic>
                </p:oleObj>
              </mc:Fallback>
            </mc:AlternateContent>
          </a:graphicData>
        </a:graphic>
      </p:graphicFrame>
      <p:sp>
        <p:nvSpPr>
          <p:cNvPr id="12" name="Rectangle 7"/>
          <p:cNvSpPr/>
          <p:nvPr>
            <p:custDataLst>
              <p:tags r:id="rId6"/>
            </p:custDataLst>
          </p:nvPr>
        </p:nvSpPr>
        <p:spPr>
          <a:xfrm>
            <a:off x="539750" y="5683885"/>
            <a:ext cx="8146415" cy="1076961"/>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algn="l" eaLnBrk="1" hangingPunct="1">
              <a:lnSpc>
                <a:spcPct val="120000"/>
              </a:lnSpc>
              <a:spcBef>
                <a:spcPts val="0"/>
              </a:spcBef>
              <a:buClrTx/>
              <a:buSzTx/>
              <a:buFontTx/>
              <a:buNone/>
            </a:pPr>
            <a:r>
              <a:rPr lang="zh-CN" altLang="en-US" sz="2800" b="1" dirty="0">
                <a:latin typeface="华文中宋" panose="02010600040101010101" pitchFamily="2" charset="-122"/>
                <a:ea typeface="华文中宋" panose="02010600040101010101" pitchFamily="2" charset="-122"/>
              </a:rPr>
              <a:t>其中</a:t>
            </a:r>
            <a:r>
              <a:rPr lang="en-US" altLang="zh-CN" sz="2800" b="1" i="1" dirty="0">
                <a:latin typeface="Times New Roman" panose="02020603050405020304" pitchFamily="18" charset="0"/>
                <a:ea typeface="黑体" panose="02010609060101010101" pitchFamily="49" charset="-122"/>
                <a:sym typeface="+mn-ea"/>
              </a:rPr>
              <a:t>D</a:t>
            </a:r>
            <a:r>
              <a:rPr lang="en-US" altLang="zh-CN" sz="2800" b="1" baseline="-25000" dirty="0">
                <a:latin typeface="Times New Roman" panose="02020603050405020304" pitchFamily="18" charset="0"/>
                <a:ea typeface="黑体" panose="02010609060101010101" pitchFamily="49" charset="-122"/>
                <a:sym typeface="+mn-ea"/>
              </a:rPr>
              <a:t>1</a:t>
            </a:r>
            <a:r>
              <a:rPr lang="zh-CN" altLang="en-US" sz="2800" b="1" dirty="0">
                <a:latin typeface="华文中宋" panose="02010600040101010101" pitchFamily="2" charset="-122"/>
                <a:ea typeface="华文中宋" panose="02010600040101010101" pitchFamily="2" charset="-122"/>
                <a:sym typeface="+mn-ea"/>
              </a:rPr>
              <a:t>也是</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A</a:t>
            </a:r>
            <a:r>
              <a:rPr lang="zh-CN" altLang="en-US" sz="2800" b="1" dirty="0">
                <a:latin typeface="华文中宋" panose="02010600040101010101" pitchFamily="2" charset="-122"/>
                <a:ea typeface="华文中宋" panose="02010600040101010101" pitchFamily="2" charset="-122"/>
                <a:sym typeface="+mn-ea"/>
              </a:rPr>
              <a:t>中的</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r+</a:t>
            </a:r>
            <a:r>
              <a:rPr lang="en-US" altLang="zh-CN" sz="2800" b="1" noProof="0" dirty="0">
                <a:ln>
                  <a:noFill/>
                </a:ln>
                <a:effectLst/>
                <a:uLnTx/>
                <a:uFillTx/>
                <a:latin typeface="Times New Roman" panose="02020603050405020304" pitchFamily="18" charset="0"/>
                <a:ea typeface="黑体" panose="02010609060101010101" pitchFamily="49" charset="-122"/>
                <a:sym typeface="+mn-ea"/>
              </a:rPr>
              <a:t>1</a:t>
            </a:r>
            <a:r>
              <a:rPr lang="zh-CN" altLang="en-US" sz="2800" b="1" dirty="0">
                <a:latin typeface="华文中宋" panose="02010600040101010101" pitchFamily="2" charset="-122"/>
                <a:ea typeface="华文中宋" panose="02010600040101010101" pitchFamily="2" charset="-122"/>
                <a:sym typeface="+mn-ea"/>
              </a:rPr>
              <a:t>阶子式,</a:t>
            </a:r>
            <a:r>
              <a:rPr lang="en-US" altLang="zh-CN" sz="2800" b="1" dirty="0">
                <a:latin typeface="华文中宋" panose="02010600040101010101" pitchFamily="2" charset="-122"/>
                <a:ea typeface="华文中宋" panose="02010600040101010101" pitchFamily="2" charset="-122"/>
                <a:sym typeface="+mn-ea"/>
              </a:rPr>
              <a:t> </a:t>
            </a:r>
            <a:r>
              <a:rPr lang="en-US" altLang="zh-CN" sz="2800" b="1" i="1" dirty="0">
                <a:latin typeface="Times New Roman" panose="02020603050405020304" pitchFamily="18" charset="0"/>
                <a:ea typeface="黑体" panose="02010609060101010101" pitchFamily="49" charset="-122"/>
                <a:sym typeface="+mn-ea"/>
              </a:rPr>
              <a:t>D</a:t>
            </a:r>
            <a:r>
              <a:rPr lang="en-US" altLang="zh-CN" sz="2800" b="1" baseline="-25000" dirty="0">
                <a:latin typeface="Times New Roman" panose="02020603050405020304" pitchFamily="18" charset="0"/>
                <a:ea typeface="黑体" panose="02010609060101010101" pitchFamily="49" charset="-122"/>
                <a:sym typeface="+mn-ea"/>
              </a:rPr>
              <a:t>2</a:t>
            </a:r>
            <a:r>
              <a:rPr lang="zh-CN" altLang="en-US" sz="2800" b="1" dirty="0">
                <a:latin typeface="华文中宋" panose="02010600040101010101" pitchFamily="2" charset="-122"/>
                <a:ea typeface="华文中宋" panose="02010600040101010101" pitchFamily="2" charset="-122"/>
              </a:rPr>
              <a:t>也可由</a:t>
            </a:r>
            <a:r>
              <a:rPr lang="zh-CN" altLang="en-US" sz="2800" b="1" dirty="0">
                <a:latin typeface="华文中宋" panose="02010600040101010101" pitchFamily="2" charset="-122"/>
                <a:ea typeface="华文中宋" panose="02010600040101010101" pitchFamily="2" charset="-122"/>
                <a:sym typeface="+mn-ea"/>
              </a:rPr>
              <a:t>是</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A</a:t>
            </a:r>
            <a:r>
              <a:rPr lang="zh-CN" altLang="en-US" sz="2800" b="1" dirty="0">
                <a:latin typeface="华文中宋" panose="02010600040101010101" pitchFamily="2" charset="-122"/>
                <a:ea typeface="华文中宋" panose="02010600040101010101" pitchFamily="2" charset="-122"/>
                <a:sym typeface="+mn-ea"/>
              </a:rPr>
              <a:t>中的</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r+</a:t>
            </a:r>
            <a:r>
              <a:rPr lang="en-US" altLang="zh-CN" sz="2800" b="1" noProof="0" dirty="0">
                <a:ln>
                  <a:noFill/>
                </a:ln>
                <a:effectLst/>
                <a:uLnTx/>
                <a:uFillTx/>
                <a:latin typeface="Times New Roman" panose="02020603050405020304" pitchFamily="18" charset="0"/>
                <a:ea typeface="黑体" panose="02010609060101010101" pitchFamily="49" charset="-122"/>
                <a:sym typeface="+mn-ea"/>
              </a:rPr>
              <a:t>1</a:t>
            </a:r>
            <a:r>
              <a:rPr lang="zh-CN" altLang="en-US" sz="2800" b="1" dirty="0">
                <a:latin typeface="华文中宋" panose="02010600040101010101" pitchFamily="2" charset="-122"/>
                <a:ea typeface="华文中宋" panose="02010600040101010101" pitchFamily="2" charset="-122"/>
                <a:sym typeface="+mn-ea"/>
              </a:rPr>
              <a:t>阶子式</a:t>
            </a:r>
            <a:r>
              <a:rPr lang="zh-CN" altLang="en-US" sz="2800" b="1" dirty="0">
                <a:latin typeface="华文中宋" panose="02010600040101010101" pitchFamily="2" charset="-122"/>
                <a:ea typeface="华文中宋" panose="02010600040101010101" pitchFamily="2" charset="-122"/>
              </a:rPr>
              <a:t>通过交换行得到,</a:t>
            </a:r>
            <a:r>
              <a:rPr lang="en-US" altLang="zh-CN" sz="2800" b="1" dirty="0">
                <a:latin typeface="华文中宋" panose="02010600040101010101" pitchFamily="2" charset="-122"/>
                <a:ea typeface="华文中宋" panose="02010600040101010101" pitchFamily="2" charset="-122"/>
              </a:rPr>
              <a:t> </a:t>
            </a:r>
            <a:r>
              <a:rPr lang="zh-CN" altLang="en-US" sz="2800" b="1" dirty="0">
                <a:latin typeface="华文中宋" panose="02010600040101010101" pitchFamily="2" charset="-122"/>
                <a:ea typeface="华文中宋" panose="02010600040101010101" pitchFamily="2" charset="-122"/>
              </a:rPr>
              <a:t>因此</a:t>
            </a:r>
            <a:r>
              <a:rPr lang="en-US" altLang="zh-CN" sz="2800" b="1" i="1" dirty="0">
                <a:latin typeface="Times New Roman" panose="02020603050405020304" pitchFamily="18" charset="0"/>
                <a:ea typeface="黑体" panose="02010609060101010101" pitchFamily="49" charset="-122"/>
                <a:sym typeface="+mn-ea"/>
              </a:rPr>
              <a:t>D</a:t>
            </a:r>
            <a:r>
              <a:rPr lang="en-US" altLang="zh-CN" sz="2800" b="1" baseline="-25000" dirty="0">
                <a:latin typeface="Times New Roman" panose="02020603050405020304" pitchFamily="18" charset="0"/>
                <a:ea typeface="黑体" panose="02010609060101010101" pitchFamily="49" charset="-122"/>
                <a:sym typeface="+mn-ea"/>
              </a:rPr>
              <a:t>1</a:t>
            </a:r>
            <a:r>
              <a:rPr lang="en-US" altLang="zh-CN" sz="2800" b="1" dirty="0">
                <a:latin typeface="Times New Roman" panose="02020603050405020304" pitchFamily="18" charset="0"/>
                <a:ea typeface="黑体" panose="02010609060101010101" pitchFamily="49" charset="-122"/>
              </a:rPr>
              <a:t>=0</a:t>
            </a:r>
            <a:r>
              <a:rPr lang="zh-CN" altLang="en-US" sz="2800" b="1" dirty="0">
                <a:latin typeface="华文中宋" panose="02010600040101010101" pitchFamily="2" charset="-122"/>
                <a:ea typeface="华文中宋" panose="02010600040101010101" pitchFamily="2" charset="-122"/>
              </a:rPr>
              <a:t>，</a:t>
            </a:r>
            <a:r>
              <a:rPr lang="en-US" altLang="zh-CN" sz="2800" b="1" i="1" dirty="0">
                <a:latin typeface="Times New Roman" panose="02020603050405020304" pitchFamily="18" charset="0"/>
                <a:ea typeface="黑体" panose="02010609060101010101" pitchFamily="49" charset="-122"/>
                <a:sym typeface="+mn-ea"/>
              </a:rPr>
              <a:t>D</a:t>
            </a:r>
            <a:r>
              <a:rPr lang="en-US" altLang="zh-CN" sz="2800" b="1" baseline="-25000" dirty="0">
                <a:latin typeface="Times New Roman" panose="02020603050405020304" pitchFamily="18" charset="0"/>
                <a:ea typeface="黑体" panose="02010609060101010101" pitchFamily="49" charset="-122"/>
                <a:sym typeface="+mn-ea"/>
              </a:rPr>
              <a:t>2</a:t>
            </a:r>
            <a:r>
              <a:rPr lang="en-US" altLang="zh-CN" sz="2800" b="1" dirty="0">
                <a:latin typeface="Times New Roman" panose="02020603050405020304" pitchFamily="18" charset="0"/>
                <a:ea typeface="黑体" panose="02010609060101010101" pitchFamily="49" charset="-122"/>
              </a:rPr>
              <a:t>=0</a:t>
            </a:r>
          </a:p>
        </p:txBody>
      </p:sp>
    </p:spTree>
  </p:cSld>
  <p:clrMapOvr>
    <a:masterClrMapping/>
  </p:clrMapOvr>
  <mc:AlternateContent xmlns:mc="http://schemas.openxmlformats.org/markup-compatibility/2006" xmlns:p14="http://schemas.microsoft.com/office/powerpoint/2010/main">
    <mc:Choice Requires="p14">
      <p:transition spd="slow" p14:dur="125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10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8130">
                                            <p:txEl>
                                              <p:pRg st="0" end="0"/>
                                            </p:txEl>
                                          </p:spTgt>
                                        </p:tgtEl>
                                        <p:attrNameLst>
                                          <p:attrName>style.visibility</p:attrName>
                                        </p:attrNameLst>
                                      </p:cBhvr>
                                      <p:to>
                                        <p:strVal val="visible"/>
                                      </p:to>
                                    </p:set>
                                    <p:animEffect transition="in" filter="wipe(left)">
                                      <p:cBhvr>
                                        <p:cTn id="12" dur="500"/>
                                        <p:tgtEl>
                                          <p:spTgt spid="4813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wipe(left)">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animEffect transition="in" filter="wipe(left)">
                                      <p:cBhvr>
                                        <p:cTn id="27" dur="500"/>
                                        <p:tgtEl>
                                          <p:spTgt spid="10">
                                            <p:txEl>
                                              <p:pRg st="0" end="0"/>
                                            </p:txEl>
                                          </p:spTgt>
                                        </p:tgtEl>
                                      </p:cBhvr>
                                    </p:animEffect>
                                  </p:childTnLst>
                                </p:cTn>
                              </p:par>
                              <p:par>
                                <p:cTn id="28" presetID="22" presetClass="entr" presetSubtype="8" fill="hold" nodeType="with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left)">
                                      <p:cBhvr>
                                        <p:cTn id="30" dur="500"/>
                                        <p:tgtEl>
                                          <p:spTgt spid="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animEffect transition="in" filter="wipe(left)">
                                      <p:cBhvr>
                                        <p:cTn id="35"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build="p"/>
      <p:bldP spid="6" grpId="0" build="p"/>
      <p:bldP spid="10" grpId="0" build="p"/>
      <p:bldP spid="1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0">
            <a:hlinkClick r:id="rId8" action="ppaction://hlinksldjump"/>
          </p:cNvPr>
          <p:cNvSpPr>
            <a:spLocks noChangeArrowheads="1"/>
          </p:cNvSpPr>
          <p:nvPr/>
        </p:nvSpPr>
        <p:spPr bwMode="auto">
          <a:xfrm>
            <a:off x="450850" y="250190"/>
            <a:ext cx="40322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Gulim" panose="020B0600000101010101" pitchFamily="34" charset="-127"/>
              <a:cs typeface="Times New Roman" panose="02020603050405020304" pitchFamily="18" charset="0"/>
            </a:endParaRPr>
          </a:p>
        </p:txBody>
      </p:sp>
      <p:grpSp>
        <p:nvGrpSpPr>
          <p:cNvPr id="45059" name="Group 31"/>
          <p:cNvGrpSpPr/>
          <p:nvPr/>
        </p:nvGrpSpPr>
        <p:grpSpPr bwMode="auto">
          <a:xfrm>
            <a:off x="0" y="0"/>
            <a:ext cx="6371219" cy="825500"/>
            <a:chOff x="51" y="0"/>
            <a:chExt cx="3023" cy="246"/>
          </a:xfrm>
        </p:grpSpPr>
        <p:sp>
          <p:nvSpPr>
            <p:cNvPr id="23" name="Line 32"/>
            <p:cNvSpPr>
              <a:spLocks noChangeShapeType="1"/>
            </p:cNvSpPr>
            <p:nvPr/>
          </p:nvSpPr>
          <p:spPr bwMode="auto">
            <a:xfrm flipV="1">
              <a:off x="96" y="202"/>
              <a:ext cx="2978" cy="0"/>
            </a:xfrm>
            <a:prstGeom prst="line">
              <a:avLst/>
            </a:prstGeom>
            <a:noFill/>
            <a:ln w="28575">
              <a:solidFill>
                <a:srgbClr val="0000FF"/>
              </a:solidFill>
              <a:round/>
            </a:ln>
            <a:effectLst>
              <a:glow rad="63500">
                <a:schemeClr val="accent3">
                  <a:satMod val="175000"/>
                  <a:alpha val="40000"/>
                </a:schemeClr>
              </a:glo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5076" name="Picture 33" descr="BD10263_"/>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 y="0"/>
              <a:ext cx="24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060" name="Rectangle 30"/>
          <p:cNvSpPr>
            <a:spLocks noChangeArrowheads="1"/>
          </p:cNvSpPr>
          <p:nvPr/>
        </p:nvSpPr>
        <p:spPr bwMode="auto">
          <a:xfrm>
            <a:off x="518465" y="163830"/>
            <a:ext cx="653732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难点问题</a:t>
            </a:r>
            <a:r>
              <a:rPr kumimoji="1" lang="en-US" altLang="zh-CN"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矩阵的秩的计算理论</a:t>
            </a:r>
          </a:p>
        </p:txBody>
      </p:sp>
      <p:sp>
        <p:nvSpPr>
          <p:cNvPr id="33" name="矩形 32"/>
          <p:cNvSpPr>
            <a:spLocks noChangeArrowheads="1"/>
          </p:cNvSpPr>
          <p:nvPr>
            <p:custDataLst>
              <p:tags r:id="rId1"/>
            </p:custDataLst>
          </p:nvPr>
        </p:nvSpPr>
        <p:spPr bwMode="auto">
          <a:xfrm>
            <a:off x="755650" y="888365"/>
            <a:ext cx="1821180"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定理</a:t>
            </a:r>
            <a:r>
              <a:rPr kumimoji="1" lang="en-US" altLang="zh-CN"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2.4</a:t>
            </a:r>
          </a:p>
        </p:txBody>
      </p:sp>
      <p:sp>
        <p:nvSpPr>
          <p:cNvPr id="48130" name="Rectangle 2"/>
          <p:cNvSpPr/>
          <p:nvPr>
            <p:custDataLst>
              <p:tags r:id="rId2"/>
            </p:custDataLst>
          </p:nvPr>
        </p:nvSpPr>
        <p:spPr>
          <a:xfrm>
            <a:off x="2153920" y="974090"/>
            <a:ext cx="5709920"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algn="l" eaLnBrk="1" hangingPunct="1">
              <a:spcBef>
                <a:spcPct val="50000"/>
              </a:spcBef>
              <a:buClrTx/>
              <a:buSzTx/>
              <a:buFontTx/>
              <a:buNone/>
            </a:pPr>
            <a:r>
              <a:rPr lang="zh-CN" altLang="en-US" sz="2800" b="1" dirty="0">
                <a:latin typeface="华文中宋" panose="02010600040101010101" pitchFamily="2" charset="-122"/>
                <a:ea typeface="华文中宋" panose="02010600040101010101" pitchFamily="2" charset="-122"/>
              </a:rPr>
              <a:t>矩阵 </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A</a:t>
            </a:r>
            <a:r>
              <a:rPr lang="zh-CN" altLang="en-US" sz="2800" b="1" dirty="0">
                <a:latin typeface="Times New Roman" panose="02020603050405020304" pitchFamily="18" charset="0"/>
                <a:ea typeface="黑体" panose="02010609060101010101" pitchFamily="49" charset="-122"/>
              </a:rPr>
              <a:t> </a:t>
            </a:r>
            <a:r>
              <a:rPr lang="zh-CN" altLang="en-US" sz="2800" b="1" dirty="0">
                <a:latin typeface="华文中宋" panose="02010600040101010101" pitchFamily="2" charset="-122"/>
                <a:ea typeface="华文中宋" panose="02010600040101010101" pitchFamily="2" charset="-122"/>
              </a:rPr>
              <a:t>经初等变换后，其秩不变.</a:t>
            </a:r>
          </a:p>
        </p:txBody>
      </p:sp>
      <p:sp>
        <p:nvSpPr>
          <p:cNvPr id="3" name="Rectangle 7"/>
          <p:cNvSpPr/>
          <p:nvPr>
            <p:custDataLst>
              <p:tags r:id="rId3"/>
            </p:custDataLst>
          </p:nvPr>
        </p:nvSpPr>
        <p:spPr>
          <a:xfrm>
            <a:off x="539750" y="1665605"/>
            <a:ext cx="8146415" cy="1081322"/>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algn="l" eaLnBrk="1" hangingPunct="1">
              <a:lnSpc>
                <a:spcPct val="120000"/>
              </a:lnSpc>
              <a:spcBef>
                <a:spcPts val="0"/>
              </a:spcBef>
              <a:buClrTx/>
              <a:buSzTx/>
              <a:buFontTx/>
              <a:buNone/>
            </a:pPr>
            <a:r>
              <a:rPr lang="zh-CN" sz="2800" b="1" dirty="0">
                <a:latin typeface="华文中宋" panose="02010600040101010101" pitchFamily="2" charset="-122"/>
                <a:ea typeface="华文中宋" panose="02010600040101010101" pitchFamily="2" charset="-122"/>
                <a:sym typeface="+mn-ea"/>
              </a:rPr>
              <a:t>即</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B</a:t>
            </a:r>
            <a:r>
              <a:rPr sz="2800" b="1" dirty="0" err="1">
                <a:latin typeface="华文中宋" panose="02010600040101010101" pitchFamily="2" charset="-122"/>
                <a:ea typeface="华文中宋" panose="02010600040101010101" pitchFamily="2" charset="-122"/>
              </a:rPr>
              <a:t>中所有</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r+</a:t>
            </a:r>
            <a:r>
              <a:rPr lang="en-US" altLang="zh-CN" sz="2800" b="1" noProof="0" dirty="0">
                <a:ln>
                  <a:noFill/>
                </a:ln>
                <a:effectLst/>
                <a:uLnTx/>
                <a:uFillTx/>
                <a:latin typeface="Times New Roman" panose="02020603050405020304" pitchFamily="18" charset="0"/>
                <a:ea typeface="黑体" panose="02010609060101010101" pitchFamily="49" charset="-122"/>
                <a:sym typeface="+mn-ea"/>
              </a:rPr>
              <a:t>1</a:t>
            </a:r>
            <a:r>
              <a:rPr sz="2800" b="1" dirty="0">
                <a:latin typeface="华文中宋" panose="02010600040101010101" pitchFamily="2" charset="-122"/>
                <a:ea typeface="华文中宋" panose="02010600040101010101" pitchFamily="2" charset="-122"/>
              </a:rPr>
              <a:t>阶子式为</a:t>
            </a:r>
            <a:r>
              <a:rPr sz="2800" b="1" dirty="0">
                <a:latin typeface="Times New Roman" panose="02020603050405020304" pitchFamily="18" charset="0"/>
                <a:ea typeface="黑体" panose="02010609060101010101" pitchFamily="49" charset="-122"/>
              </a:rPr>
              <a:t>0</a:t>
            </a:r>
            <a:r>
              <a:rPr sz="2800" b="1" dirty="0">
                <a:latin typeface="华文中宋" panose="02010600040101010101" pitchFamily="2" charset="-122"/>
                <a:ea typeface="华文中宋" panose="02010600040101010101" pitchFamily="2" charset="-122"/>
              </a:rPr>
              <a:t>,可知</a:t>
            </a:r>
            <a:r>
              <a:rPr lang="en-US" altLang="zh-CN" sz="2800" b="1" i="1" dirty="0">
                <a:latin typeface="Times New Roman" panose="02020603050405020304" pitchFamily="18" charset="0"/>
                <a:ea typeface="黑体" panose="02010609060101010101" pitchFamily="49" charset="-122"/>
                <a:sym typeface="+mn-ea"/>
              </a:rPr>
              <a:t>R</a:t>
            </a:r>
            <a:r>
              <a:rPr lang="en-US" altLang="zh-CN" sz="2800" b="1" dirty="0">
                <a:latin typeface="Times New Roman" panose="02020603050405020304" pitchFamily="18" charset="0"/>
                <a:ea typeface="黑体" panose="02010609060101010101" pitchFamily="49" charset="-122"/>
                <a:sym typeface="+mn-ea"/>
              </a:rPr>
              <a:t>(</a:t>
            </a:r>
            <a:r>
              <a:rPr lang="en-US" altLang="zh-CN" sz="2800" b="1" i="1" dirty="0">
                <a:latin typeface="Times New Roman" panose="02020603050405020304" pitchFamily="18" charset="0"/>
                <a:ea typeface="黑体" panose="02010609060101010101" pitchFamily="49" charset="-122"/>
                <a:sym typeface="+mn-ea"/>
              </a:rPr>
              <a:t>B</a:t>
            </a:r>
            <a:r>
              <a:rPr lang="en-US" altLang="zh-CN" sz="2800" b="1" dirty="0">
                <a:latin typeface="Times New Roman" panose="02020603050405020304" pitchFamily="18" charset="0"/>
                <a:ea typeface="黑体" panose="02010609060101010101" pitchFamily="49" charset="-122"/>
                <a:sym typeface="+mn-ea"/>
              </a:rPr>
              <a:t>)</a:t>
            </a:r>
            <a:r>
              <a:rPr lang="en-US" altLang="zh-CN" sz="2800" b="1" dirty="0">
                <a:latin typeface="Times New Roman" panose="02020603050405020304" pitchFamily="18" charset="0"/>
                <a:ea typeface="黑体" panose="02010609060101010101" pitchFamily="49" charset="-122"/>
                <a:sym typeface="Symbol" panose="05050102010706020507" pitchFamily="18" charset="2"/>
              </a:rPr>
              <a:t></a:t>
            </a:r>
            <a:r>
              <a:rPr lang="en-US" altLang="zh-CN" sz="2800" b="1" i="1" dirty="0">
                <a:latin typeface="Times New Roman" panose="02020603050405020304" pitchFamily="18" charset="0"/>
                <a:ea typeface="黑体" panose="02010609060101010101" pitchFamily="49" charset="-122"/>
                <a:sym typeface="Symbol" panose="05050102010706020507" pitchFamily="18" charset="2"/>
              </a:rPr>
              <a:t>R</a:t>
            </a:r>
            <a:r>
              <a:rPr lang="en-US" altLang="zh-CN" sz="2800" b="1" dirty="0">
                <a:latin typeface="Times New Roman" panose="02020603050405020304" pitchFamily="18" charset="0"/>
                <a:ea typeface="黑体" panose="02010609060101010101" pitchFamily="49" charset="-122"/>
                <a:sym typeface="Symbol" panose="05050102010706020507" pitchFamily="18" charset="2"/>
              </a:rPr>
              <a:t>(</a:t>
            </a:r>
            <a:r>
              <a:rPr lang="en-US" altLang="zh-CN" sz="2800" b="1" i="1" dirty="0">
                <a:latin typeface="Times New Roman" panose="02020603050405020304" pitchFamily="18" charset="0"/>
                <a:ea typeface="黑体" panose="02010609060101010101" pitchFamily="49" charset="-122"/>
                <a:sym typeface="Symbol" panose="05050102010706020507" pitchFamily="18" charset="2"/>
              </a:rPr>
              <a:t>A)</a:t>
            </a:r>
            <a:r>
              <a:rPr lang="en-US" altLang="zh-CN" sz="2800" b="1" dirty="0">
                <a:latin typeface="Times New Roman" panose="02020603050405020304" pitchFamily="18" charset="0"/>
                <a:ea typeface="黑体" panose="02010609060101010101" pitchFamily="49" charset="-122"/>
                <a:sym typeface="Symbol" panose="05050102010706020507" pitchFamily="18" charset="2"/>
              </a:rPr>
              <a:t>=r</a:t>
            </a:r>
            <a:endParaRPr lang="zh-CN" altLang="en-US" sz="2800" b="1" dirty="0">
              <a:latin typeface="Times New Roman" panose="02020603050405020304" pitchFamily="18" charset="0"/>
              <a:ea typeface="黑体" panose="02010609060101010101" pitchFamily="49" charset="-122"/>
            </a:endParaRPr>
          </a:p>
          <a:p>
            <a:pPr marL="0" lvl="0" algn="l" eaLnBrk="1" hangingPunct="1">
              <a:lnSpc>
                <a:spcPct val="120000"/>
              </a:lnSpc>
              <a:spcBef>
                <a:spcPts val="0"/>
              </a:spcBef>
              <a:buClrTx/>
              <a:buSzTx/>
              <a:buFontTx/>
              <a:buNone/>
            </a:pPr>
            <a:endParaRPr sz="2800" b="1" dirty="0">
              <a:latin typeface="Times New Roman" panose="02020603050405020304" pitchFamily="18" charset="0"/>
              <a:ea typeface="黑体" panose="02010609060101010101" pitchFamily="49" charset="-122"/>
            </a:endParaRPr>
          </a:p>
        </p:txBody>
      </p:sp>
      <p:sp>
        <p:nvSpPr>
          <p:cNvPr id="4" name="Rectangle 11"/>
          <p:cNvSpPr/>
          <p:nvPr>
            <p:custDataLst>
              <p:tags r:id="rId4"/>
            </p:custDataLst>
          </p:nvPr>
        </p:nvSpPr>
        <p:spPr>
          <a:xfrm>
            <a:off x="395288" y="2526030"/>
            <a:ext cx="8569325" cy="95313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2800" b="1" dirty="0">
                <a:latin typeface="华文中宋" panose="02010600040101010101" pitchFamily="2" charset="-122"/>
                <a:ea typeface="华文中宋" panose="02010600040101010101" pitchFamily="2" charset="-122"/>
              </a:rPr>
              <a:t>同理，可以把矩阵</a:t>
            </a:r>
            <a:r>
              <a:rPr lang="en-US" altLang="zh-CN" sz="2800" b="1" i="1" dirty="0">
                <a:latin typeface="Times New Roman" panose="02020603050405020304" pitchFamily="18" charset="0"/>
                <a:ea typeface="黑体" panose="02010609060101010101" pitchFamily="49" charset="-122"/>
              </a:rPr>
              <a:t>A</a:t>
            </a:r>
            <a:r>
              <a:rPr lang="zh-CN" altLang="en-US" sz="2800" b="1" dirty="0">
                <a:latin typeface="华文中宋" panose="02010600040101010101" pitchFamily="2" charset="-122"/>
                <a:ea typeface="华文中宋" panose="02010600040101010101" pitchFamily="2" charset="-122"/>
              </a:rPr>
              <a:t>看作是新矩阵</a:t>
            </a:r>
            <a:r>
              <a:rPr lang="en-US" altLang="zh-CN" sz="2800" b="1" i="1" dirty="0">
                <a:latin typeface="Times New Roman" panose="02020603050405020304" pitchFamily="18" charset="0"/>
                <a:ea typeface="黑体" panose="02010609060101010101" pitchFamily="49" charset="-122"/>
              </a:rPr>
              <a:t>B</a:t>
            </a:r>
            <a:r>
              <a:rPr lang="zh-CN" altLang="en-US" sz="2800" b="1" dirty="0">
                <a:latin typeface="华文中宋" panose="02010600040101010101" pitchFamily="2" charset="-122"/>
                <a:ea typeface="华文中宋" panose="02010600040101010101" pitchFamily="2" charset="-122"/>
              </a:rPr>
              <a:t>经过第</a:t>
            </a:r>
            <a:r>
              <a:rPr lang="en-US" altLang="zh-CN" sz="2800" b="1" i="1" dirty="0">
                <a:latin typeface="Times New Roman" panose="02020603050405020304" pitchFamily="18" charset="0"/>
                <a:ea typeface="黑体" panose="02010609060101010101" pitchFamily="49" charset="-122"/>
              </a:rPr>
              <a:t>i</a:t>
            </a:r>
            <a:r>
              <a:rPr lang="zh-CN" altLang="en-US" sz="2800" b="1" dirty="0">
                <a:latin typeface="华文中宋" panose="02010600040101010101" pitchFamily="2" charset="-122"/>
                <a:ea typeface="华文中宋" panose="02010600040101010101" pitchFamily="2" charset="-122"/>
              </a:rPr>
              <a:t>行乘以</a:t>
            </a:r>
            <a:r>
              <a:rPr lang="en-US" altLang="zh-CN" sz="2800" b="1" dirty="0">
                <a:latin typeface="Times New Roman" panose="02020603050405020304" pitchFamily="18" charset="0"/>
                <a:ea typeface="黑体" panose="02010609060101010101" pitchFamily="49" charset="-122"/>
              </a:rPr>
              <a:t>(</a:t>
            </a:r>
            <a:r>
              <a:rPr lang="en-US" altLang="zh-CN" sz="2800" b="1" i="1" dirty="0">
                <a:latin typeface="Times New Roman" panose="02020603050405020304" pitchFamily="18" charset="0"/>
                <a:ea typeface="黑体" panose="02010609060101010101" pitchFamily="49" charset="-122"/>
              </a:rPr>
              <a:t>-k</a:t>
            </a:r>
            <a:r>
              <a:rPr lang="en-US" altLang="zh-CN" sz="2800" b="1" dirty="0">
                <a:latin typeface="Times New Roman" panose="02020603050405020304" pitchFamily="18" charset="0"/>
                <a:ea typeface="黑体" panose="02010609060101010101" pitchFamily="49" charset="-122"/>
              </a:rPr>
              <a:t>)</a:t>
            </a:r>
            <a:r>
              <a:rPr lang="zh-CN" altLang="en-US" sz="2800" b="1" dirty="0">
                <a:latin typeface="华文中宋" panose="02010600040101010101" pitchFamily="2" charset="-122"/>
                <a:ea typeface="华文中宋" panose="02010600040101010101" pitchFamily="2" charset="-122"/>
              </a:rPr>
              <a:t>加到第</a:t>
            </a:r>
            <a:r>
              <a:rPr lang="en-US" altLang="zh-CN" sz="2800" b="1" i="1" dirty="0">
                <a:latin typeface="Times New Roman" panose="02020603050405020304" pitchFamily="18" charset="0"/>
                <a:ea typeface="黑体" panose="02010609060101010101" pitchFamily="49" charset="-122"/>
              </a:rPr>
              <a:t>j</a:t>
            </a:r>
            <a:r>
              <a:rPr lang="zh-CN" altLang="en-US" sz="2800" b="1" dirty="0">
                <a:latin typeface="华文中宋" panose="02010600040101010101" pitchFamily="2" charset="-122"/>
                <a:ea typeface="华文中宋" panose="02010600040101010101" pitchFamily="2" charset="-122"/>
              </a:rPr>
              <a:t>行所得到的，故</a:t>
            </a:r>
            <a:r>
              <a:rPr lang="en-US" altLang="zh-CN" sz="2800" b="1" i="1" dirty="0">
                <a:latin typeface="Times New Roman" panose="02020603050405020304" pitchFamily="18" charset="0"/>
                <a:ea typeface="黑体" panose="02010609060101010101" pitchFamily="49" charset="-122"/>
                <a:sym typeface="+mn-ea"/>
              </a:rPr>
              <a:t>R</a:t>
            </a:r>
            <a:r>
              <a:rPr lang="en-US" altLang="zh-CN" sz="2800" b="1" dirty="0">
                <a:latin typeface="Times New Roman" panose="02020603050405020304" pitchFamily="18" charset="0"/>
                <a:ea typeface="黑体" panose="02010609060101010101" pitchFamily="49" charset="-122"/>
                <a:sym typeface="+mn-ea"/>
              </a:rPr>
              <a:t>(</a:t>
            </a:r>
            <a:r>
              <a:rPr lang="en-US" altLang="zh-CN" sz="2800" b="1" i="1" dirty="0">
                <a:latin typeface="Times New Roman" panose="02020603050405020304" pitchFamily="18" charset="0"/>
                <a:ea typeface="黑体" panose="02010609060101010101" pitchFamily="49" charset="-122"/>
                <a:sym typeface="+mn-ea"/>
              </a:rPr>
              <a:t>A</a:t>
            </a:r>
            <a:r>
              <a:rPr lang="en-US" altLang="zh-CN" sz="2800" b="1" dirty="0">
                <a:latin typeface="Times New Roman" panose="02020603050405020304" pitchFamily="18" charset="0"/>
                <a:ea typeface="黑体" panose="02010609060101010101" pitchFamily="49" charset="-122"/>
                <a:sym typeface="+mn-ea"/>
              </a:rPr>
              <a:t>)</a:t>
            </a:r>
            <a:r>
              <a:rPr lang="en-US" altLang="zh-CN" sz="2800" b="1" dirty="0">
                <a:latin typeface="Times New Roman" panose="02020603050405020304" pitchFamily="18" charset="0"/>
                <a:ea typeface="黑体" panose="02010609060101010101" pitchFamily="49" charset="-122"/>
                <a:sym typeface="Symbol" panose="05050102010706020507" pitchFamily="18" charset="2"/>
              </a:rPr>
              <a:t></a:t>
            </a:r>
            <a:r>
              <a:rPr lang="en-US" altLang="zh-CN" sz="2800" b="1" i="1" dirty="0">
                <a:latin typeface="Times New Roman" panose="02020603050405020304" pitchFamily="18" charset="0"/>
                <a:ea typeface="黑体" panose="02010609060101010101" pitchFamily="49" charset="-122"/>
                <a:sym typeface="Symbol" panose="05050102010706020507" pitchFamily="18" charset="2"/>
              </a:rPr>
              <a:t>R</a:t>
            </a:r>
            <a:r>
              <a:rPr lang="en-US" altLang="zh-CN" sz="2800" b="1" dirty="0">
                <a:latin typeface="Times New Roman" panose="02020603050405020304" pitchFamily="18" charset="0"/>
                <a:ea typeface="黑体" panose="02010609060101010101" pitchFamily="49" charset="-122"/>
                <a:sym typeface="Symbol" panose="05050102010706020507" pitchFamily="18" charset="2"/>
              </a:rPr>
              <a:t>(</a:t>
            </a:r>
            <a:r>
              <a:rPr lang="en-US" altLang="zh-CN" sz="2800" b="1" i="1" dirty="0">
                <a:latin typeface="Times New Roman" panose="02020603050405020304" pitchFamily="18" charset="0"/>
                <a:ea typeface="黑体" panose="02010609060101010101" pitchFamily="49" charset="-122"/>
                <a:sym typeface="Symbol" panose="05050102010706020507" pitchFamily="18" charset="2"/>
              </a:rPr>
              <a:t>B)</a:t>
            </a:r>
            <a:endParaRPr lang="zh-CN" altLang="en-US" sz="2800" b="1" dirty="0">
              <a:latin typeface="Times New Roman" panose="02020603050405020304" pitchFamily="18" charset="0"/>
              <a:ea typeface="黑体" panose="02010609060101010101" pitchFamily="49" charset="-122"/>
            </a:endParaRPr>
          </a:p>
        </p:txBody>
      </p:sp>
      <p:sp>
        <p:nvSpPr>
          <p:cNvPr id="7" name="Rectangle 11"/>
          <p:cNvSpPr/>
          <p:nvPr>
            <p:custDataLst>
              <p:tags r:id="rId5"/>
            </p:custDataLst>
          </p:nvPr>
        </p:nvSpPr>
        <p:spPr>
          <a:xfrm>
            <a:off x="395288" y="3562668"/>
            <a:ext cx="8569325" cy="52197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2800" b="1" dirty="0">
                <a:latin typeface="华文中宋" panose="02010600040101010101" pitchFamily="2" charset="-122"/>
                <a:ea typeface="华文中宋" panose="02010600040101010101" pitchFamily="2" charset="-122"/>
              </a:rPr>
              <a:t>即</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R</a:t>
            </a:r>
            <a:r>
              <a:rPr lang="en-US" altLang="zh-CN" sz="2800" b="1" noProof="0" dirty="0">
                <a:ln>
                  <a:noFill/>
                </a:ln>
                <a:effectLst/>
                <a:uLnTx/>
                <a:uFillTx/>
                <a:latin typeface="Times New Roman" panose="02020603050405020304" pitchFamily="18" charset="0"/>
                <a:ea typeface="黑体" panose="02010609060101010101" pitchFamily="49" charset="-122"/>
                <a:sym typeface="+mn-ea"/>
              </a:rPr>
              <a:t>(</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A</a:t>
            </a:r>
            <a:r>
              <a:rPr lang="en-US" altLang="zh-CN" sz="2800" b="1" noProof="0" dirty="0">
                <a:ln>
                  <a:noFill/>
                </a:ln>
                <a:effectLst/>
                <a:uLnTx/>
                <a:uFillTx/>
                <a:latin typeface="Times New Roman" panose="02020603050405020304" pitchFamily="18" charset="0"/>
                <a:ea typeface="黑体" panose="02010609060101010101" pitchFamily="49" charset="-122"/>
                <a:sym typeface="+mn-ea"/>
              </a:rPr>
              <a:t>)=</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R</a:t>
            </a:r>
            <a:r>
              <a:rPr lang="en-US" altLang="zh-CN" sz="2800" b="1" noProof="0" dirty="0">
                <a:ln>
                  <a:noFill/>
                </a:ln>
                <a:effectLst/>
                <a:uLnTx/>
                <a:uFillTx/>
                <a:latin typeface="Times New Roman" panose="02020603050405020304" pitchFamily="18" charset="0"/>
                <a:ea typeface="黑体" panose="02010609060101010101" pitchFamily="49" charset="-122"/>
                <a:sym typeface="+mn-ea"/>
              </a:rPr>
              <a:t>(</a:t>
            </a:r>
            <a:r>
              <a:rPr lang="en-US" altLang="zh-CN" sz="2800" b="1" i="1" noProof="0" dirty="0">
                <a:ln>
                  <a:noFill/>
                </a:ln>
                <a:effectLst/>
                <a:uLnTx/>
                <a:uFillTx/>
                <a:latin typeface="Times New Roman" panose="02020603050405020304" pitchFamily="18" charset="0"/>
                <a:ea typeface="黑体" panose="02010609060101010101" pitchFamily="49" charset="-122"/>
                <a:sym typeface="+mn-ea"/>
              </a:rPr>
              <a:t>B</a:t>
            </a:r>
            <a:r>
              <a:rPr lang="en-US" altLang="zh-CN" sz="2800" b="1" noProof="0" dirty="0">
                <a:ln>
                  <a:noFill/>
                </a:ln>
                <a:effectLst/>
                <a:uLnTx/>
                <a:uFillTx/>
                <a:latin typeface="Times New Roman" panose="02020603050405020304" pitchFamily="18" charset="0"/>
                <a:ea typeface="黑体" panose="02010609060101010101" pitchFamily="49" charset="-122"/>
                <a:sym typeface="+mn-ea"/>
              </a:rPr>
              <a:t>)</a:t>
            </a:r>
            <a:r>
              <a:rPr lang="en-US" altLang="zh-CN" sz="2800" b="1" dirty="0">
                <a:latin typeface="Times New Roman" panose="02020603050405020304" pitchFamily="18" charset="0"/>
                <a:ea typeface="黑体" panose="02010609060101010101" pitchFamily="49" charset="-122"/>
                <a:sym typeface="Symbol" panose="05050102010706020507" pitchFamily="18" charset="2"/>
              </a:rPr>
              <a:t>=r</a:t>
            </a:r>
            <a:r>
              <a:rPr lang="zh-CN" altLang="en-US" sz="2800" b="1" dirty="0">
                <a:latin typeface="华文中宋" panose="02010600040101010101" pitchFamily="2" charset="-122"/>
                <a:ea typeface="华文中宋" panose="02010600040101010101" pitchFamily="2" charset="-122"/>
                <a:sym typeface="Symbol" panose="05050102010706020507" pitchFamily="18" charset="2"/>
              </a:rPr>
              <a:t>，</a:t>
            </a:r>
            <a:r>
              <a:rPr sz="2800" b="1" dirty="0" err="1">
                <a:latin typeface="华文中宋" panose="02010600040101010101" pitchFamily="2" charset="-122"/>
                <a:ea typeface="华文中宋" panose="02010600040101010101" pitchFamily="2" charset="-122"/>
                <a:sym typeface="+mn-ea"/>
              </a:rPr>
              <a:t>初等</a:t>
            </a:r>
            <a:r>
              <a:rPr lang="zh-CN" sz="2800" b="1" dirty="0">
                <a:latin typeface="华文中宋" panose="02010600040101010101" pitchFamily="2" charset="-122"/>
                <a:ea typeface="华文中宋" panose="02010600040101010101" pitchFamily="2" charset="-122"/>
                <a:sym typeface="+mn-ea"/>
              </a:rPr>
              <a:t>行</a:t>
            </a:r>
            <a:r>
              <a:rPr sz="2800" b="1" dirty="0" err="1">
                <a:latin typeface="华文中宋" panose="02010600040101010101" pitchFamily="2" charset="-122"/>
                <a:ea typeface="华文中宋" panose="02010600040101010101" pitchFamily="2" charset="-122"/>
                <a:sym typeface="+mn-ea"/>
              </a:rPr>
              <a:t>变换不改变矩阵的秩</a:t>
            </a:r>
            <a:endParaRPr lang="zh-CN" altLang="en-US" sz="2800" b="1" dirty="0">
              <a:latin typeface="华文中宋" panose="02010600040101010101" pitchFamily="2" charset="-122"/>
              <a:ea typeface="华文中宋" panose="02010600040101010101" pitchFamily="2" charset="-122"/>
            </a:endParaRPr>
          </a:p>
        </p:txBody>
      </p:sp>
      <p:sp>
        <p:nvSpPr>
          <p:cNvPr id="5" name="Rectangle 11"/>
          <p:cNvSpPr/>
          <p:nvPr>
            <p:custDataLst>
              <p:tags r:id="rId6"/>
            </p:custDataLst>
          </p:nvPr>
        </p:nvSpPr>
        <p:spPr>
          <a:xfrm>
            <a:off x="398145" y="4255135"/>
            <a:ext cx="8133715"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sz="2800" b="1" dirty="0" err="1">
                <a:latin typeface="华文中宋" panose="02010600040101010101" pitchFamily="2" charset="-122"/>
                <a:ea typeface="华文中宋" panose="02010600040101010101" pitchFamily="2" charset="-122"/>
              </a:rPr>
              <a:t>同样可以证明三种初等列变换也不改变矩阵的秩</a:t>
            </a:r>
            <a:endParaRPr sz="2800" b="1" dirty="0">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25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wipe(left)">
                                      <p:cBhvr>
                                        <p:cTn id="17" dur="5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wipe(left)">
                                      <p:cBhvr>
                                        <p:cTn id="22"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7" grpId="0" build="p"/>
      <p:bldP spid="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0">
            <a:hlinkClick r:id="rId7" action="ppaction://hlinksldjump"/>
          </p:cNvPr>
          <p:cNvSpPr>
            <a:spLocks noChangeArrowheads="1"/>
          </p:cNvSpPr>
          <p:nvPr/>
        </p:nvSpPr>
        <p:spPr bwMode="auto">
          <a:xfrm>
            <a:off x="450850" y="393700"/>
            <a:ext cx="40322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Gulim" panose="020B0600000101010101" pitchFamily="34" charset="-127"/>
              <a:cs typeface="Times New Roman" panose="02020603050405020304" pitchFamily="18" charset="0"/>
            </a:endParaRPr>
          </a:p>
        </p:txBody>
      </p:sp>
      <p:grpSp>
        <p:nvGrpSpPr>
          <p:cNvPr id="45059" name="Group 31"/>
          <p:cNvGrpSpPr/>
          <p:nvPr/>
        </p:nvGrpSpPr>
        <p:grpSpPr bwMode="auto">
          <a:xfrm>
            <a:off x="0" y="0"/>
            <a:ext cx="6371219" cy="825500"/>
            <a:chOff x="51" y="0"/>
            <a:chExt cx="3023" cy="246"/>
          </a:xfrm>
        </p:grpSpPr>
        <p:sp>
          <p:nvSpPr>
            <p:cNvPr id="23" name="Line 32"/>
            <p:cNvSpPr>
              <a:spLocks noChangeShapeType="1"/>
            </p:cNvSpPr>
            <p:nvPr/>
          </p:nvSpPr>
          <p:spPr bwMode="auto">
            <a:xfrm flipV="1">
              <a:off x="96" y="202"/>
              <a:ext cx="2978" cy="0"/>
            </a:xfrm>
            <a:prstGeom prst="line">
              <a:avLst/>
            </a:prstGeom>
            <a:noFill/>
            <a:ln w="28575">
              <a:solidFill>
                <a:srgbClr val="0000FF"/>
              </a:solidFill>
              <a:round/>
            </a:ln>
            <a:effectLst>
              <a:glow rad="63500">
                <a:schemeClr val="accent3">
                  <a:satMod val="175000"/>
                  <a:alpha val="40000"/>
                </a:schemeClr>
              </a:glo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5076" name="Picture 33" descr="BD10263_"/>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 y="0"/>
              <a:ext cx="24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060" name="Rectangle 30"/>
          <p:cNvSpPr>
            <a:spLocks noChangeArrowheads="1"/>
          </p:cNvSpPr>
          <p:nvPr/>
        </p:nvSpPr>
        <p:spPr bwMode="auto">
          <a:xfrm>
            <a:off x="518465" y="163830"/>
            <a:ext cx="653732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难点问题</a:t>
            </a:r>
            <a:r>
              <a:rPr kumimoji="1" lang="en-US" altLang="zh-CN"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矩阵的秩的计算理论</a:t>
            </a:r>
          </a:p>
        </p:txBody>
      </p:sp>
      <p:sp>
        <p:nvSpPr>
          <p:cNvPr id="51202" name="Text Box 2"/>
          <p:cNvSpPr txBox="1">
            <a:spLocks noChangeArrowheads="1"/>
          </p:cNvSpPr>
          <p:nvPr>
            <p:custDataLst>
              <p:tags r:id="rId1"/>
            </p:custDataLst>
          </p:nvPr>
        </p:nvSpPr>
        <p:spPr bwMode="auto">
          <a:xfrm>
            <a:off x="773113" y="2030413"/>
            <a:ext cx="7543800" cy="1811338"/>
          </a:xfrm>
          <a:prstGeom prst="rect">
            <a:avLst/>
          </a:prstGeom>
          <a:noFill/>
          <a:ln w="9525">
            <a:solidFill>
              <a:srgbClr val="006600"/>
            </a:solidFill>
            <a:miter lim="800000"/>
          </a:ln>
          <a:effectLst/>
        </p:spPr>
        <p:txBody>
          <a:bodyPr>
            <a:spAutoFit/>
          </a:bodyPr>
          <a:lstStyle/>
          <a:p>
            <a:pPr marR="0" algn="dist" defTabSz="914400" eaLnBrk="1" hangingPunct="1">
              <a:spcBef>
                <a:spcPct val="50000"/>
              </a:spcBef>
              <a:buClrTx/>
              <a:buSzTx/>
              <a:buFontTx/>
              <a:buNone/>
              <a:defRPr/>
            </a:pPr>
            <a:r>
              <a:rPr kumimoji="1" lang="en-US" altLang="zh-CN" sz="2800" b="1" kern="1200" cap="none" spc="0" normalizeH="0" baseline="0" noProof="0" dirty="0">
                <a:solidFill>
                  <a:srgbClr val="FF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        </a:t>
            </a:r>
            <a:r>
              <a:rPr kumimoji="1" lang="zh-CN" altLang="en-US" sz="2800" b="1" kern="1200" cap="none" spc="0" normalizeH="0" baseline="0" noProof="0" dirty="0">
                <a:solidFill>
                  <a:srgbClr val="0066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根据这一定理</a:t>
            </a:r>
            <a:r>
              <a:rPr kumimoji="1" lang="en-US" altLang="zh-CN" sz="2800" b="1" kern="1200" cap="none" spc="0" normalizeH="0" baseline="0" noProof="0" dirty="0">
                <a:solidFill>
                  <a:srgbClr val="0066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 </a:t>
            </a:r>
            <a:r>
              <a:rPr kumimoji="1" lang="zh-CN" altLang="en-US" sz="2800" b="1" kern="1200" cap="none" spc="0" normalizeH="0" baseline="0" noProof="0" dirty="0">
                <a:solidFill>
                  <a:srgbClr val="0066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为求矩阵的秩</a:t>
            </a:r>
            <a:r>
              <a:rPr kumimoji="1" lang="en-US" altLang="zh-CN" sz="2800" b="1" kern="1200" cap="none" spc="0" normalizeH="0" baseline="0" noProof="0" dirty="0">
                <a:solidFill>
                  <a:srgbClr val="0066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 </a:t>
            </a:r>
            <a:r>
              <a:rPr kumimoji="1" lang="zh-CN" altLang="en-US" sz="2800" b="1" kern="1200" cap="none" spc="0" normalizeH="0" baseline="0" noProof="0" dirty="0">
                <a:solidFill>
                  <a:srgbClr val="0066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只要把矩阵</a:t>
            </a:r>
          </a:p>
          <a:p>
            <a:pPr marR="0" algn="dist" defTabSz="914400" eaLnBrk="1" hangingPunct="1">
              <a:spcBef>
                <a:spcPct val="50000"/>
              </a:spcBef>
              <a:buClrTx/>
              <a:buSzTx/>
              <a:buFontTx/>
              <a:buNone/>
              <a:defRPr/>
            </a:pPr>
            <a:r>
              <a:rPr kumimoji="1" lang="zh-CN" altLang="en-US" sz="2800" b="1" kern="1200" cap="none" spc="0" normalizeH="0" baseline="0" noProof="0" dirty="0">
                <a:solidFill>
                  <a:srgbClr val="0066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用初等变换变成行阶梯矩阵</a:t>
            </a:r>
            <a:r>
              <a:rPr kumimoji="1" lang="en-US" altLang="zh-CN" sz="2800" b="1" kern="1200" cap="none" spc="0" normalizeH="0" baseline="0" noProof="0" dirty="0">
                <a:solidFill>
                  <a:srgbClr val="0066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 </a:t>
            </a:r>
            <a:r>
              <a:rPr kumimoji="1" lang="zh-CN" altLang="en-US" sz="2800" b="1" kern="1200" cap="none" spc="0" normalizeH="0" baseline="0" noProof="0" dirty="0">
                <a:solidFill>
                  <a:srgbClr val="0066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行阶梯形矩阵</a:t>
            </a:r>
          </a:p>
          <a:p>
            <a:pPr marR="0" defTabSz="914400" eaLnBrk="1" hangingPunct="1">
              <a:spcBef>
                <a:spcPct val="50000"/>
              </a:spcBef>
              <a:buClrTx/>
              <a:buSzTx/>
              <a:buFontTx/>
              <a:buNone/>
              <a:defRPr/>
            </a:pPr>
            <a:r>
              <a:rPr kumimoji="1" lang="zh-CN" altLang="en-US" sz="2800" b="1" kern="1200" cap="none" spc="0" normalizeH="0" baseline="0" noProof="0" dirty="0">
                <a:solidFill>
                  <a:srgbClr val="0066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中非零行的行数即是该矩阵的秩</a:t>
            </a:r>
            <a:r>
              <a:rPr kumimoji="1" lang="en-US" altLang="zh-CN" sz="2800" b="1" kern="1200" cap="none" spc="0" normalizeH="0" baseline="0" noProof="0" dirty="0">
                <a:solidFill>
                  <a:srgbClr val="0066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a:t>
            </a:r>
          </a:p>
        </p:txBody>
      </p:sp>
      <p:sp>
        <p:nvSpPr>
          <p:cNvPr id="51203" name="Rectangle 3"/>
          <p:cNvSpPr/>
          <p:nvPr>
            <p:custDataLst>
              <p:tags r:id="rId2"/>
            </p:custDataLst>
          </p:nvPr>
        </p:nvSpPr>
        <p:spPr>
          <a:xfrm>
            <a:off x="773113" y="2030413"/>
            <a:ext cx="7543800" cy="1828800"/>
          </a:xfrm>
          <a:prstGeom prst="rect">
            <a:avLst/>
          </a:prstGeom>
          <a:noFill/>
          <a:ln w="1905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51204" name="Text Box 4"/>
          <p:cNvSpPr txBox="1"/>
          <p:nvPr>
            <p:custDataLst>
              <p:tags r:id="rId3"/>
            </p:custDataLst>
          </p:nvPr>
        </p:nvSpPr>
        <p:spPr>
          <a:xfrm>
            <a:off x="755650" y="1050925"/>
            <a:ext cx="1223963"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2800" b="1" dirty="0">
                <a:solidFill>
                  <a:srgbClr val="C00000"/>
                </a:solidFill>
                <a:latin typeface="Times New Roman" panose="02020603050405020304" pitchFamily="18" charset="0"/>
                <a:ea typeface="黑体" panose="02010609060101010101" pitchFamily="49" charset="-122"/>
              </a:rPr>
              <a:t>启示：</a:t>
            </a:r>
          </a:p>
        </p:txBody>
      </p:sp>
      <p:sp>
        <p:nvSpPr>
          <p:cNvPr id="51205" name="Rectangle 5"/>
          <p:cNvSpPr/>
          <p:nvPr>
            <p:custDataLst>
              <p:tags r:id="rId4"/>
            </p:custDataLst>
          </p:nvPr>
        </p:nvSpPr>
        <p:spPr>
          <a:xfrm>
            <a:off x="684213" y="4349750"/>
            <a:ext cx="7416800" cy="52197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黑体" panose="02010609060101010101" pitchFamily="49" charset="-122"/>
              </a:rPr>
              <a:t>  </a:t>
            </a:r>
            <a:r>
              <a:rPr lang="zh-CN" altLang="en-US" sz="2800" b="1" dirty="0">
                <a:solidFill>
                  <a:srgbClr val="008000"/>
                </a:solidFill>
                <a:latin typeface="Times New Roman" panose="02020603050405020304" pitchFamily="18" charset="0"/>
                <a:ea typeface="黑体" panose="02010609060101010101" pitchFamily="49" charset="-122"/>
              </a:rPr>
              <a:t>矩阵 </a:t>
            </a:r>
            <a:r>
              <a:rPr lang="en-US" altLang="zh-CN" sz="2800" b="1" dirty="0">
                <a:solidFill>
                  <a:srgbClr val="008000"/>
                </a:solidFill>
                <a:latin typeface="Times New Roman" panose="02020603050405020304" pitchFamily="18" charset="0"/>
                <a:ea typeface="黑体" panose="02010609060101010101" pitchFamily="49" charset="-122"/>
              </a:rPr>
              <a:t>A </a:t>
            </a:r>
            <a:r>
              <a:rPr lang="zh-CN" altLang="en-US" sz="2800" b="1" dirty="0">
                <a:solidFill>
                  <a:srgbClr val="008000"/>
                </a:solidFill>
                <a:latin typeface="Times New Roman" panose="02020603050405020304" pitchFamily="18" charset="0"/>
                <a:ea typeface="黑体" panose="02010609060101010101" pitchFamily="49" charset="-122"/>
              </a:rPr>
              <a:t>的秩等于其行阶梯形矩阵的</a:t>
            </a:r>
            <a:r>
              <a:rPr lang="zh-CN" altLang="en-US" sz="2800" b="1" dirty="0">
                <a:solidFill>
                  <a:srgbClr val="008000"/>
                </a:solidFill>
                <a:latin typeface="Times New Roman" panose="02020603050405020304" pitchFamily="18" charset="0"/>
                <a:ea typeface="黑体" panose="02010609060101010101" pitchFamily="49" charset="-122"/>
                <a:sym typeface="+mn-ea"/>
              </a:rPr>
              <a:t>阶梯个数</a:t>
            </a:r>
            <a:endParaRPr lang="zh-CN" altLang="en-US" sz="2800" b="1" dirty="0">
              <a:solidFill>
                <a:srgbClr val="008000"/>
              </a:solidFill>
              <a:latin typeface="Times New Roman" panose="02020603050405020304" pitchFamily="18" charset="0"/>
              <a:ea typeface="黑体" panose="02010609060101010101" pitchFamily="49" charset="-122"/>
            </a:endParaRPr>
          </a:p>
        </p:txBody>
      </p:sp>
      <p:sp>
        <p:nvSpPr>
          <p:cNvPr id="51206" name="Rectangle 6"/>
          <p:cNvSpPr/>
          <p:nvPr>
            <p:custDataLst>
              <p:tags r:id="rId5"/>
            </p:custDataLst>
          </p:nvPr>
        </p:nvSpPr>
        <p:spPr>
          <a:xfrm>
            <a:off x="971550" y="4997450"/>
            <a:ext cx="5761038" cy="52197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2800" b="1" dirty="0">
                <a:solidFill>
                  <a:srgbClr val="008000"/>
                </a:solidFill>
                <a:latin typeface="Times New Roman" panose="02020603050405020304" pitchFamily="18" charset="0"/>
                <a:ea typeface="黑体" panose="02010609060101010101" pitchFamily="49" charset="-122"/>
              </a:rPr>
              <a:t>（即非零行行数）</a:t>
            </a:r>
            <a:r>
              <a:rPr lang="en-US" altLang="zh-CN" sz="2800" b="1" dirty="0">
                <a:solidFill>
                  <a:srgbClr val="008000"/>
                </a:solidFill>
                <a:latin typeface="Times New Roman" panose="02020603050405020304" pitchFamily="18" charset="0"/>
                <a:ea typeface="黑体" panose="02010609060101010101" pitchFamily="49" charset="-122"/>
              </a:rPr>
              <a:t>.</a:t>
            </a:r>
          </a:p>
        </p:txBody>
      </p:sp>
    </p:spTree>
  </p:cSld>
  <p:clrMapOvr>
    <a:masterClrMapping/>
  </p:clrMapOvr>
  <mc:AlternateContent xmlns:mc="http://schemas.openxmlformats.org/markup-compatibility/2006" xmlns:p14="http://schemas.microsoft.com/office/powerpoint/2010/main">
    <mc:Choice Requires="p14">
      <p:transition spd="slow" p14:dur="125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04">
                                            <p:txEl>
                                              <p:pRg st="0" end="0"/>
                                            </p:txEl>
                                          </p:spTgt>
                                        </p:tgtEl>
                                        <p:attrNameLst>
                                          <p:attrName>style.visibility</p:attrName>
                                        </p:attrNameLst>
                                      </p:cBhvr>
                                      <p:to>
                                        <p:strVal val="visible"/>
                                      </p:to>
                                    </p:set>
                                    <p:animEffect transition="in" filter="wipe(left)">
                                      <p:cBhvr>
                                        <p:cTn id="7" dur="500"/>
                                        <p:tgtEl>
                                          <p:spTgt spid="5120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202"/>
                                        </p:tgtEl>
                                        <p:attrNameLst>
                                          <p:attrName>style.visibility</p:attrName>
                                        </p:attrNameLst>
                                      </p:cBhvr>
                                      <p:to>
                                        <p:strVal val="visible"/>
                                      </p:to>
                                    </p:set>
                                    <p:animEffect transition="in" filter="wipe(left)">
                                      <p:cBhvr>
                                        <p:cTn id="12" dur="500"/>
                                        <p:tgtEl>
                                          <p:spTgt spid="51202"/>
                                        </p:tgtEl>
                                      </p:cBhvr>
                                    </p:animEffect>
                                  </p:childTnLst>
                                </p:cTn>
                              </p:par>
                            </p:childTnLst>
                          </p:cTn>
                        </p:par>
                        <p:par>
                          <p:cTn id="13" fill="hold">
                            <p:stCondLst>
                              <p:cond delay="500"/>
                            </p:stCondLst>
                            <p:childTnLst>
                              <p:par>
                                <p:cTn id="14" presetID="16" presetClass="entr" presetSubtype="37" fill="hold" nodeType="afterEffect">
                                  <p:stCondLst>
                                    <p:cond delay="1000"/>
                                  </p:stCondLst>
                                  <p:childTnLst>
                                    <p:set>
                                      <p:cBhvr>
                                        <p:cTn id="15" dur="1" fill="hold">
                                          <p:stCondLst>
                                            <p:cond delay="0"/>
                                          </p:stCondLst>
                                        </p:cTn>
                                        <p:tgtEl>
                                          <p:spTgt spid="51203"/>
                                        </p:tgtEl>
                                        <p:attrNameLst>
                                          <p:attrName>style.visibility</p:attrName>
                                        </p:attrNameLst>
                                      </p:cBhvr>
                                      <p:to>
                                        <p:strVal val="visible"/>
                                      </p:to>
                                    </p:set>
                                    <p:animEffect transition="in" filter="barn(outVertical)">
                                      <p:cBhvr>
                                        <p:cTn id="16" dur="500"/>
                                        <p:tgtEl>
                                          <p:spTgt spid="5120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1205">
                                            <p:txEl>
                                              <p:pRg st="0" end="0"/>
                                            </p:txEl>
                                          </p:spTgt>
                                        </p:tgtEl>
                                        <p:attrNameLst>
                                          <p:attrName>style.visibility</p:attrName>
                                        </p:attrNameLst>
                                      </p:cBhvr>
                                      <p:to>
                                        <p:strVal val="visible"/>
                                      </p:to>
                                    </p:set>
                                    <p:animEffect transition="in" filter="wipe(left)">
                                      <p:cBhvr>
                                        <p:cTn id="21" dur="500"/>
                                        <p:tgtEl>
                                          <p:spTgt spid="51205">
                                            <p:txEl>
                                              <p:pRg st="0" end="0"/>
                                            </p:txEl>
                                          </p:spTgt>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51206">
                                            <p:txEl>
                                              <p:pRg st="0" end="0"/>
                                            </p:txEl>
                                          </p:spTgt>
                                        </p:tgtEl>
                                        <p:attrNameLst>
                                          <p:attrName>style.visibility</p:attrName>
                                        </p:attrNameLst>
                                      </p:cBhvr>
                                      <p:to>
                                        <p:strVal val="visible"/>
                                      </p:to>
                                    </p:set>
                                    <p:animEffect transition="in" filter="wipe(left)">
                                      <p:cBhvr>
                                        <p:cTn id="25" dur="500"/>
                                        <p:tgtEl>
                                          <p:spTgt spid="5120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bldLvl="0" animBg="1"/>
      <p:bldP spid="51204" grpId="0" build="p"/>
      <p:bldP spid="51205" grpId="0" build="p"/>
      <p:bldP spid="51206"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BABA"/>
        </a:solidFill>
        <a:effectLst/>
      </p:bgPr>
    </p:bg>
    <p:spTree>
      <p:nvGrpSpPr>
        <p:cNvPr id="1" name=""/>
        <p:cNvGrpSpPr/>
        <p:nvPr/>
      </p:nvGrpSpPr>
      <p:grpSpPr>
        <a:xfrm>
          <a:off x="0" y="0"/>
          <a:ext cx="0" cy="0"/>
          <a:chOff x="0" y="0"/>
          <a:chExt cx="0" cy="0"/>
        </a:xfrm>
      </p:grpSpPr>
      <p:sp>
        <p:nvSpPr>
          <p:cNvPr id="11" name="Rectangle 2">
            <a:extLst>
              <a:ext uri="{FF2B5EF4-FFF2-40B4-BE49-F238E27FC236}">
                <a16:creationId xmlns:a16="http://schemas.microsoft.com/office/drawing/2014/main" id="{93DC184F-70E3-3148-A20D-FB0CDB1D8966}"/>
              </a:ext>
            </a:extLst>
          </p:cNvPr>
          <p:cNvSpPr>
            <a:spLocks noChangeArrowheads="1"/>
          </p:cNvSpPr>
          <p:nvPr/>
        </p:nvSpPr>
        <p:spPr bwMode="auto">
          <a:xfrm>
            <a:off x="609600" y="3048000"/>
            <a:ext cx="79248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eaLnBrk="1" hangingPunct="1">
              <a:spcBef>
                <a:spcPct val="0"/>
              </a:spcBef>
            </a:pPr>
            <a:r>
              <a:rPr kumimoji="0" lang="zh-CN" altLang="en-US" b="1" dirty="0">
                <a:solidFill>
                  <a:srgbClr val="FF0000"/>
                </a:solidFill>
                <a:latin typeface="宋体" panose="02010600030101010101" pitchFamily="2" charset="-122"/>
                <a:ea typeface="宋体" panose="02010600030101010101" pitchFamily="2" charset="-122"/>
              </a:rPr>
              <a:t>生活解释</a:t>
            </a:r>
            <a:r>
              <a:rPr kumimoji="0" lang="zh-CN" altLang="en-US" dirty="0">
                <a:solidFill>
                  <a:schemeClr val="accent5">
                    <a:lumMod val="25000"/>
                  </a:schemeClr>
                </a:solidFill>
                <a:latin typeface="华文新魏" panose="02010800040101010101" pitchFamily="2" charset="-122"/>
                <a:ea typeface="华文新魏" panose="02010800040101010101" pitchFamily="2" charset="-122"/>
              </a:rPr>
              <a:t>：医生给患者拍         光片作为诊断手段，能准确地进行诊断．而我们观看         光片时，也很容易知道它是人体某部位的骨架，不会误认为它是其他动物的骨架．类似地，现在我们对矩阵作初等变换可化为等价标准形，就是在去除矩阵的</a:t>
            </a:r>
            <a:r>
              <a:rPr kumimoji="0" lang="zh-CN" altLang="en-US" dirty="0">
                <a:solidFill>
                  <a:schemeClr val="accent5">
                    <a:lumMod val="25000"/>
                  </a:schemeClr>
                </a:solidFill>
                <a:latin typeface="华文细黑" panose="02010600040101010101" pitchFamily="2" charset="-122"/>
                <a:ea typeface="华文新魏" panose="02010800040101010101" pitchFamily="2" charset="-122"/>
              </a:rPr>
              <a:t>“</a:t>
            </a:r>
            <a:r>
              <a:rPr kumimoji="0" lang="zh-CN" altLang="en-US" dirty="0">
                <a:solidFill>
                  <a:schemeClr val="accent5">
                    <a:lumMod val="25000"/>
                  </a:schemeClr>
                </a:solidFill>
                <a:latin typeface="华文新魏" panose="02010800040101010101" pitchFamily="2" charset="-122"/>
                <a:ea typeface="华文新魏" panose="02010800040101010101" pitchFamily="2" charset="-122"/>
              </a:rPr>
              <a:t>血</a:t>
            </a:r>
            <a:r>
              <a:rPr kumimoji="0" lang="zh-CN" altLang="en-US" dirty="0">
                <a:solidFill>
                  <a:schemeClr val="accent5">
                    <a:lumMod val="25000"/>
                  </a:schemeClr>
                </a:solidFill>
                <a:latin typeface="华文细黑" panose="02010600040101010101" pitchFamily="2" charset="-122"/>
                <a:ea typeface="华文新魏" panose="02010800040101010101" pitchFamily="2" charset="-122"/>
              </a:rPr>
              <a:t>”“</a:t>
            </a:r>
            <a:r>
              <a:rPr kumimoji="0" lang="zh-CN" altLang="en-US" dirty="0">
                <a:solidFill>
                  <a:schemeClr val="accent5">
                    <a:lumMod val="25000"/>
                  </a:schemeClr>
                </a:solidFill>
                <a:latin typeface="华文新魏" panose="02010800040101010101" pitchFamily="2" charset="-122"/>
                <a:ea typeface="华文新魏" panose="02010800040101010101" pitchFamily="2" charset="-122"/>
              </a:rPr>
              <a:t>肉</a:t>
            </a:r>
            <a:r>
              <a:rPr kumimoji="0" lang="zh-CN" altLang="en-US" dirty="0">
                <a:solidFill>
                  <a:schemeClr val="accent5">
                    <a:lumMod val="25000"/>
                  </a:schemeClr>
                </a:solidFill>
                <a:latin typeface="华文细黑" panose="02010600040101010101" pitchFamily="2" charset="-122"/>
                <a:ea typeface="华文新魏" panose="02010800040101010101" pitchFamily="2" charset="-122"/>
              </a:rPr>
              <a:t>”</a:t>
            </a:r>
            <a:r>
              <a:rPr kumimoji="0" lang="zh-CN" altLang="en-US" dirty="0">
                <a:solidFill>
                  <a:schemeClr val="accent5">
                    <a:lumMod val="25000"/>
                  </a:schemeClr>
                </a:solidFill>
                <a:latin typeface="华文新魏" panose="02010800040101010101" pitchFamily="2" charset="-122"/>
                <a:ea typeface="华文新魏" panose="02010800040101010101" pitchFamily="2" charset="-122"/>
              </a:rPr>
              <a:t>，留下它的</a:t>
            </a:r>
            <a:r>
              <a:rPr kumimoji="0" lang="zh-CN" altLang="en-US" dirty="0">
                <a:solidFill>
                  <a:schemeClr val="accent5">
                    <a:lumMod val="25000"/>
                  </a:schemeClr>
                </a:solidFill>
                <a:latin typeface="华文细黑" panose="02010600040101010101" pitchFamily="2" charset="-122"/>
                <a:ea typeface="华文新魏" panose="02010800040101010101" pitchFamily="2" charset="-122"/>
              </a:rPr>
              <a:t>“</a:t>
            </a:r>
            <a:r>
              <a:rPr kumimoji="0" lang="zh-CN" altLang="en-US" dirty="0">
                <a:solidFill>
                  <a:schemeClr val="accent5">
                    <a:lumMod val="25000"/>
                  </a:schemeClr>
                </a:solidFill>
                <a:latin typeface="华文新魏" panose="02010800040101010101" pitchFamily="2" charset="-122"/>
                <a:ea typeface="华文新魏" panose="02010800040101010101" pitchFamily="2" charset="-122"/>
              </a:rPr>
              <a:t>骨架</a:t>
            </a:r>
            <a:r>
              <a:rPr kumimoji="0" lang="zh-CN" altLang="en-US" dirty="0">
                <a:solidFill>
                  <a:schemeClr val="accent5">
                    <a:lumMod val="25000"/>
                  </a:schemeClr>
                </a:solidFill>
                <a:latin typeface="华文细黑" panose="02010600040101010101" pitchFamily="2" charset="-122"/>
                <a:ea typeface="华文新魏" panose="02010800040101010101" pitchFamily="2" charset="-122"/>
              </a:rPr>
              <a:t>”</a:t>
            </a:r>
            <a:r>
              <a:rPr kumimoji="0" lang="zh-CN" altLang="en-US" dirty="0">
                <a:solidFill>
                  <a:schemeClr val="accent5">
                    <a:lumMod val="25000"/>
                  </a:schemeClr>
                </a:solidFill>
                <a:latin typeface="华文新魏" panose="02010800040101010101" pitchFamily="2" charset="-122"/>
                <a:ea typeface="华文新魏" panose="02010800040101010101" pitchFamily="2" charset="-122"/>
              </a:rPr>
              <a:t>，让我们更本质地理解矩阵．实际上，这里</a:t>
            </a:r>
            <a:r>
              <a:rPr kumimoji="0" lang="zh-CN" altLang="en-US" dirty="0">
                <a:solidFill>
                  <a:schemeClr val="accent5">
                    <a:lumMod val="25000"/>
                  </a:schemeClr>
                </a:solidFill>
                <a:latin typeface="华文细黑" panose="02010600040101010101" pitchFamily="2" charset="-122"/>
                <a:ea typeface="华文新魏" panose="02010800040101010101" pitchFamily="2" charset="-122"/>
              </a:rPr>
              <a:t>“</a:t>
            </a:r>
            <a:r>
              <a:rPr kumimoji="0" lang="zh-CN" altLang="en-US" dirty="0">
                <a:solidFill>
                  <a:schemeClr val="accent5">
                    <a:lumMod val="25000"/>
                  </a:schemeClr>
                </a:solidFill>
                <a:latin typeface="华文新魏" panose="02010800040101010101" pitchFamily="2" charset="-122"/>
                <a:ea typeface="华文新魏" panose="02010800040101010101" pitchFamily="2" charset="-122"/>
              </a:rPr>
              <a:t>骨架</a:t>
            </a:r>
            <a:r>
              <a:rPr kumimoji="0" lang="zh-CN" altLang="en-US" dirty="0">
                <a:solidFill>
                  <a:schemeClr val="accent5">
                    <a:lumMod val="25000"/>
                  </a:schemeClr>
                </a:solidFill>
                <a:latin typeface="华文细黑" panose="02010600040101010101" pitchFamily="2" charset="-122"/>
                <a:ea typeface="华文新魏" panose="02010800040101010101" pitchFamily="2" charset="-122"/>
              </a:rPr>
              <a:t>”</a:t>
            </a:r>
            <a:r>
              <a:rPr kumimoji="0" lang="zh-CN" altLang="en-US" dirty="0">
                <a:solidFill>
                  <a:schemeClr val="accent5">
                    <a:lumMod val="25000"/>
                  </a:schemeClr>
                </a:solidFill>
                <a:latin typeface="华文新魏" panose="02010800040101010101" pitchFamily="2" charset="-122"/>
                <a:ea typeface="华文新魏" panose="02010800040101010101" pitchFamily="2" charset="-122"/>
              </a:rPr>
              <a:t>的</a:t>
            </a:r>
            <a:r>
              <a:rPr kumimoji="0" lang="zh-CN" altLang="en-US" dirty="0">
                <a:solidFill>
                  <a:schemeClr val="accent5">
                    <a:lumMod val="25000"/>
                  </a:schemeClr>
                </a:solidFill>
                <a:latin typeface="华文细黑" panose="02010600040101010101" pitchFamily="2" charset="-122"/>
                <a:ea typeface="华文新魏" panose="02010800040101010101" pitchFamily="2" charset="-122"/>
              </a:rPr>
              <a:t>“</a:t>
            </a:r>
            <a:r>
              <a:rPr kumimoji="0" lang="zh-CN" altLang="en-US" dirty="0">
                <a:solidFill>
                  <a:schemeClr val="accent5">
                    <a:lumMod val="25000"/>
                  </a:schemeClr>
                </a:solidFill>
                <a:latin typeface="华文新魏" panose="02010800040101010101" pitchFamily="2" charset="-122"/>
                <a:ea typeface="华文新魏" panose="02010800040101010101" pitchFamily="2" charset="-122"/>
              </a:rPr>
              <a:t>大小</a:t>
            </a:r>
            <a:r>
              <a:rPr kumimoji="0" lang="zh-CN" altLang="en-US" dirty="0">
                <a:solidFill>
                  <a:schemeClr val="accent5">
                    <a:lumMod val="25000"/>
                  </a:schemeClr>
                </a:solidFill>
                <a:latin typeface="华文细黑" panose="02010600040101010101" pitchFamily="2" charset="-122"/>
                <a:ea typeface="华文新魏" panose="02010800040101010101" pitchFamily="2" charset="-122"/>
              </a:rPr>
              <a:t>”</a:t>
            </a:r>
            <a:r>
              <a:rPr kumimoji="0" lang="zh-CN" altLang="en-US" dirty="0">
                <a:solidFill>
                  <a:schemeClr val="accent5">
                    <a:lumMod val="25000"/>
                  </a:schemeClr>
                </a:solidFill>
                <a:latin typeface="华文新魏" panose="02010800040101010101" pitchFamily="2" charset="-122"/>
                <a:ea typeface="华文新魏" panose="02010800040101010101" pitchFamily="2" charset="-122"/>
              </a:rPr>
              <a:t>即为矩阵的秩．这样就会让学生初步承认用初等变换可化矩阵为等价标准形是一件有意义的工作．</a:t>
            </a:r>
            <a:r>
              <a:rPr kumimoji="0" lang="zh-CN" altLang="en-US" dirty="0">
                <a:solidFill>
                  <a:schemeClr val="accent5">
                    <a:lumMod val="25000"/>
                  </a:schemeClr>
                </a:solidFill>
                <a:latin typeface="华文仿宋" panose="02010600040101010101" pitchFamily="2" charset="-122"/>
                <a:ea typeface="华文仿宋" panose="02010600040101010101" pitchFamily="2" charset="-122"/>
              </a:rPr>
              <a:t> </a:t>
            </a:r>
          </a:p>
        </p:txBody>
      </p:sp>
      <p:sp>
        <p:nvSpPr>
          <p:cNvPr id="12" name="Rectangle 3">
            <a:extLst>
              <a:ext uri="{FF2B5EF4-FFF2-40B4-BE49-F238E27FC236}">
                <a16:creationId xmlns:a16="http://schemas.microsoft.com/office/drawing/2014/main" id="{5F994FEF-5E7F-D04C-A1A1-0E21515840B3}"/>
              </a:ext>
            </a:extLst>
          </p:cNvPr>
          <p:cNvSpPr>
            <a:spLocks noChangeArrowheads="1"/>
          </p:cNvSpPr>
          <p:nvPr/>
        </p:nvSpPr>
        <p:spPr bwMode="auto">
          <a:xfrm>
            <a:off x="611188" y="441325"/>
            <a:ext cx="5905500" cy="65087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1" lang="zh-CN" altLang="en-US" sz="3400" b="0" i="0" u="none" strike="noStrike" kern="0" cap="none" spc="0" normalizeH="0" baseline="0" noProof="0" dirty="0">
                <a:ln>
                  <a:noFill/>
                </a:ln>
                <a:solidFill>
                  <a:srgbClr val="FF0000"/>
                </a:solidFill>
                <a:effectLst/>
                <a:uLnTx/>
                <a:uFillTx/>
                <a:latin typeface="隶书" pitchFamily="49" charset="-122"/>
                <a:ea typeface="隶书" pitchFamily="49" charset="-122"/>
              </a:rPr>
              <a:t>线性代数教学中的模式直观</a:t>
            </a:r>
            <a:r>
              <a:rPr kumimoji="1" lang="zh-CN" altLang="en-US" sz="3800" b="0" i="0" u="none" strike="noStrike" kern="0" cap="none" spc="0" normalizeH="0" baseline="0" noProof="0" dirty="0">
                <a:ln>
                  <a:noFill/>
                </a:ln>
                <a:solidFill>
                  <a:srgbClr val="FFFF00"/>
                </a:solidFill>
                <a:effectLst/>
                <a:uLnTx/>
                <a:uFillTx/>
                <a:latin typeface="Times New Roman" panose="02020603050405020304" pitchFamily="18" charset="0"/>
                <a:ea typeface="楷体_GB2312" pitchFamily="49" charset="-122"/>
              </a:rPr>
              <a:t> </a:t>
            </a:r>
          </a:p>
        </p:txBody>
      </p:sp>
      <p:sp>
        <p:nvSpPr>
          <p:cNvPr id="13" name="Rectangle 4">
            <a:extLst>
              <a:ext uri="{FF2B5EF4-FFF2-40B4-BE49-F238E27FC236}">
                <a16:creationId xmlns:a16="http://schemas.microsoft.com/office/drawing/2014/main" id="{A8DD5AAD-6090-BF48-974D-1613E167750D}"/>
              </a:ext>
            </a:extLst>
          </p:cNvPr>
          <p:cNvSpPr>
            <a:spLocks noChangeArrowheads="1"/>
          </p:cNvSpPr>
          <p:nvPr/>
        </p:nvSpPr>
        <p:spPr bwMode="auto">
          <a:xfrm>
            <a:off x="0" y="3352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endParaRPr kumimoji="1" lang="zh-CN" altLang="en-US" sz="2400" b="0" i="0" u="none" strike="noStrike" kern="0" cap="none" spc="0" normalizeH="0" baseline="0" noProof="0">
              <a:ln>
                <a:noFill/>
              </a:ln>
              <a:solidFill>
                <a:srgbClr val="ECFB7D"/>
              </a:solidFill>
              <a:effectLst/>
              <a:uLnTx/>
              <a:uFillTx/>
              <a:latin typeface="Times New Roman" panose="02020603050405020304" pitchFamily="18" charset="0"/>
              <a:ea typeface="隶书" pitchFamily="49" charset="-122"/>
            </a:endParaRPr>
          </a:p>
        </p:txBody>
      </p:sp>
      <p:sp>
        <p:nvSpPr>
          <p:cNvPr id="14" name="Text Box 5">
            <a:extLst>
              <a:ext uri="{FF2B5EF4-FFF2-40B4-BE49-F238E27FC236}">
                <a16:creationId xmlns:a16="http://schemas.microsoft.com/office/drawing/2014/main" id="{2AC9C98C-EDFB-9741-891A-380F15DE1656}"/>
              </a:ext>
            </a:extLst>
          </p:cNvPr>
          <p:cNvSpPr txBox="1">
            <a:spLocks noChangeArrowheads="1"/>
          </p:cNvSpPr>
          <p:nvPr/>
        </p:nvSpPr>
        <p:spPr bwMode="auto">
          <a:xfrm>
            <a:off x="533400" y="1447800"/>
            <a:ext cx="8153400" cy="1417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kumimoji="0" lang="en-US" altLang="zh-CN" dirty="0">
                <a:solidFill>
                  <a:schemeClr val="accent5">
                    <a:lumMod val="25000"/>
                  </a:schemeClr>
                </a:solidFill>
                <a:ea typeface="楷体_GB2312" pitchFamily="49" charset="-122"/>
              </a:rPr>
              <a:t>“</a:t>
            </a:r>
            <a:r>
              <a:rPr kumimoji="0" lang="zh-CN" altLang="en-US" b="1" dirty="0">
                <a:solidFill>
                  <a:schemeClr val="accent5">
                    <a:lumMod val="25000"/>
                  </a:schemeClr>
                </a:solidFill>
                <a:latin typeface="楷体_GB2312" pitchFamily="49" charset="-122"/>
                <a:ea typeface="楷体_GB2312" pitchFamily="49" charset="-122"/>
              </a:rPr>
              <a:t>初等变换和初等矩阵</a:t>
            </a:r>
            <a:r>
              <a:rPr kumimoji="0" lang="zh-CN" altLang="en-US" dirty="0">
                <a:solidFill>
                  <a:schemeClr val="accent5">
                    <a:lumMod val="25000"/>
                  </a:schemeClr>
                </a:solidFill>
                <a:ea typeface="楷体_GB2312" pitchFamily="49" charset="-122"/>
              </a:rPr>
              <a:t>”</a:t>
            </a:r>
            <a:r>
              <a:rPr kumimoji="0" lang="zh-CN" altLang="en-US" dirty="0">
                <a:solidFill>
                  <a:schemeClr val="accent5">
                    <a:lumMod val="25000"/>
                  </a:schemeClr>
                </a:solidFill>
                <a:latin typeface="楷体_GB2312" pitchFamily="49" charset="-122"/>
                <a:ea typeface="楷体_GB2312" pitchFamily="49" charset="-122"/>
              </a:rPr>
              <a:t> </a:t>
            </a:r>
          </a:p>
          <a:p>
            <a:r>
              <a:rPr kumimoji="0" lang="zh-CN" altLang="en-US" dirty="0">
                <a:solidFill>
                  <a:schemeClr val="accent5">
                    <a:lumMod val="25000"/>
                  </a:schemeClr>
                </a:solidFill>
                <a:latin typeface="楷体_GB2312" pitchFamily="49" charset="-122"/>
                <a:ea typeface="楷体_GB2312" pitchFamily="49" charset="-122"/>
              </a:rPr>
              <a:t>定理：任意矩阵经初等变换均可化为等价标准形</a:t>
            </a:r>
            <a:r>
              <a:rPr kumimoji="0" lang="zh-CN" altLang="en-US" sz="1800" dirty="0">
                <a:solidFill>
                  <a:schemeClr val="accent5">
                    <a:lumMod val="25000"/>
                  </a:schemeClr>
                </a:solidFill>
                <a:latin typeface="Arial" panose="020B0604020202020204" pitchFamily="34" charset="0"/>
                <a:ea typeface="宋体" panose="02010600030101010101" pitchFamily="2" charset="-122"/>
              </a:rPr>
              <a:t>         </a:t>
            </a:r>
          </a:p>
          <a:p>
            <a:endParaRPr kumimoji="0" lang="en-US" altLang="zh-CN" sz="1800" dirty="0">
              <a:solidFill>
                <a:schemeClr val="accent5">
                  <a:lumMod val="25000"/>
                </a:schemeClr>
              </a:solidFill>
              <a:latin typeface="Arial" panose="020B0604020202020204" pitchFamily="34" charset="0"/>
              <a:ea typeface="宋体" panose="02010600030101010101" pitchFamily="2" charset="-122"/>
            </a:endParaRPr>
          </a:p>
        </p:txBody>
      </p:sp>
      <p:sp>
        <p:nvSpPr>
          <p:cNvPr id="15" name="Rectangle 6">
            <a:extLst>
              <a:ext uri="{FF2B5EF4-FFF2-40B4-BE49-F238E27FC236}">
                <a16:creationId xmlns:a16="http://schemas.microsoft.com/office/drawing/2014/main" id="{EA3306CE-E67B-164E-B338-B4F6DD654496}"/>
              </a:ext>
            </a:extLst>
          </p:cNvPr>
          <p:cNvSpPr>
            <a:spLocks noChangeArrowheads="1"/>
          </p:cNvSpPr>
          <p:nvPr/>
        </p:nvSpPr>
        <p:spPr bwMode="auto">
          <a:xfrm>
            <a:off x="4119563"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endParaRPr kumimoji="1" lang="zh-CN" altLang="en-US" sz="2400" b="0" i="0" u="none" strike="noStrike" kern="0" cap="none" spc="0" normalizeH="0" baseline="0" noProof="0">
              <a:ln>
                <a:noFill/>
              </a:ln>
              <a:solidFill>
                <a:srgbClr val="ECFB7D"/>
              </a:solidFill>
              <a:effectLst/>
              <a:uLnTx/>
              <a:uFillTx/>
              <a:latin typeface="Times New Roman" panose="02020603050405020304" pitchFamily="18" charset="0"/>
              <a:ea typeface="隶书" pitchFamily="49" charset="-122"/>
            </a:endParaRPr>
          </a:p>
        </p:txBody>
      </p:sp>
      <p:graphicFrame>
        <p:nvGraphicFramePr>
          <p:cNvPr id="16" name="Object 7">
            <a:extLst>
              <a:ext uri="{FF2B5EF4-FFF2-40B4-BE49-F238E27FC236}">
                <a16:creationId xmlns:a16="http://schemas.microsoft.com/office/drawing/2014/main" id="{1D1589E2-57BD-E04F-9163-A163E67E51CB}"/>
              </a:ext>
            </a:extLst>
          </p:cNvPr>
          <p:cNvGraphicFramePr>
            <a:graphicFrameLocks noChangeAspect="1"/>
          </p:cNvGraphicFramePr>
          <p:nvPr/>
        </p:nvGraphicFramePr>
        <p:xfrm>
          <a:off x="7010400" y="1828800"/>
          <a:ext cx="1676400" cy="847725"/>
        </p:xfrm>
        <a:graphic>
          <a:graphicData uri="http://schemas.openxmlformats.org/presentationml/2006/ole">
            <mc:AlternateContent xmlns:mc="http://schemas.openxmlformats.org/markup-compatibility/2006">
              <mc:Choice xmlns:v="urn:schemas-microsoft-com:vml" Requires="v">
                <p:oleObj spid="_x0000_s10247" name="Equation" r:id="rId3" imgW="20777200" imgH="10528300" progId="Equation.DSMT4">
                  <p:embed/>
                </p:oleObj>
              </mc:Choice>
              <mc:Fallback>
                <p:oleObj name="Equation" r:id="rId3" imgW="20777200" imgH="10528300" progId="Equation.DSMT4">
                  <p:embed/>
                  <p:pic>
                    <p:nvPicPr>
                      <p:cNvPr id="16391" name="Object 7">
                        <a:extLst>
                          <a:ext uri="{FF2B5EF4-FFF2-40B4-BE49-F238E27FC236}">
                            <a16:creationId xmlns:a16="http://schemas.microsoft.com/office/drawing/2014/main" id="{169892CE-EBB8-1D42-A1B2-93ECB0963B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0400" y="1828800"/>
                        <a:ext cx="16764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8">
            <a:extLst>
              <a:ext uri="{FF2B5EF4-FFF2-40B4-BE49-F238E27FC236}">
                <a16:creationId xmlns:a16="http://schemas.microsoft.com/office/drawing/2014/main" id="{01D6C03D-975D-BD4A-8758-CFA54C9DD4D0}"/>
              </a:ext>
            </a:extLst>
          </p:cNvPr>
          <p:cNvGraphicFramePr>
            <a:graphicFrameLocks noChangeAspect="1"/>
          </p:cNvGraphicFramePr>
          <p:nvPr/>
        </p:nvGraphicFramePr>
        <p:xfrm>
          <a:off x="4103688" y="3105150"/>
          <a:ext cx="636587" cy="349250"/>
        </p:xfrm>
        <a:graphic>
          <a:graphicData uri="http://schemas.openxmlformats.org/presentationml/2006/ole">
            <mc:AlternateContent xmlns:mc="http://schemas.openxmlformats.org/markup-compatibility/2006">
              <mc:Choice xmlns:v="urn:schemas-microsoft-com:vml" Requires="v">
                <p:oleObj spid="_x0000_s10248" name="Equation" r:id="rId5" imgW="6731000" imgH="3797300" progId="Equation.DSMT4">
                  <p:embed/>
                </p:oleObj>
              </mc:Choice>
              <mc:Fallback>
                <p:oleObj name="Equation" r:id="rId5" imgW="6731000" imgH="3797300" progId="Equation.DSMT4">
                  <p:embed/>
                  <p:pic>
                    <p:nvPicPr>
                      <p:cNvPr id="16392" name="Object 8">
                        <a:extLst>
                          <a:ext uri="{FF2B5EF4-FFF2-40B4-BE49-F238E27FC236}">
                            <a16:creationId xmlns:a16="http://schemas.microsoft.com/office/drawing/2014/main" id="{24D00CA4-E4E8-7945-BFF5-4D9E885A07B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03688" y="3105150"/>
                        <a:ext cx="63658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Rectangle 9">
            <a:extLst>
              <a:ext uri="{FF2B5EF4-FFF2-40B4-BE49-F238E27FC236}">
                <a16:creationId xmlns:a16="http://schemas.microsoft.com/office/drawing/2014/main" id="{5AE69589-42F5-144E-B058-0C99916E4804}"/>
              </a:ext>
            </a:extLst>
          </p:cNvPr>
          <p:cNvSpPr>
            <a:spLocks noChangeArrowheads="1"/>
          </p:cNvSpPr>
          <p:nvPr/>
        </p:nvSpPr>
        <p:spPr bwMode="auto">
          <a:xfrm>
            <a:off x="4424363"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endParaRPr kumimoji="1" lang="zh-CN" altLang="en-US" sz="2400" b="0" i="0" u="none" strike="noStrike" kern="0" cap="none" spc="0" normalizeH="0" baseline="0" noProof="0">
              <a:ln>
                <a:noFill/>
              </a:ln>
              <a:solidFill>
                <a:srgbClr val="ECFB7D"/>
              </a:solidFill>
              <a:effectLst/>
              <a:uLnTx/>
              <a:uFillTx/>
              <a:latin typeface="Times New Roman" panose="02020603050405020304" pitchFamily="18" charset="0"/>
              <a:ea typeface="隶书" pitchFamily="49" charset="-122"/>
            </a:endParaRPr>
          </a:p>
        </p:txBody>
      </p:sp>
      <p:graphicFrame>
        <p:nvGraphicFramePr>
          <p:cNvPr id="19" name="Object 10">
            <a:extLst>
              <a:ext uri="{FF2B5EF4-FFF2-40B4-BE49-F238E27FC236}">
                <a16:creationId xmlns:a16="http://schemas.microsoft.com/office/drawing/2014/main" id="{F628306E-A5A9-A34E-A466-5DF5D9429D60}"/>
              </a:ext>
            </a:extLst>
          </p:cNvPr>
          <p:cNvGraphicFramePr>
            <a:graphicFrameLocks noChangeAspect="1"/>
          </p:cNvGraphicFramePr>
          <p:nvPr/>
        </p:nvGraphicFramePr>
        <p:xfrm>
          <a:off x="4103688" y="3465513"/>
          <a:ext cx="696912" cy="382587"/>
        </p:xfrm>
        <a:graphic>
          <a:graphicData uri="http://schemas.openxmlformats.org/presentationml/2006/ole">
            <mc:AlternateContent xmlns:mc="http://schemas.openxmlformats.org/markup-compatibility/2006">
              <mc:Choice xmlns:v="urn:schemas-microsoft-com:vml" Requires="v">
                <p:oleObj spid="_x0000_s10249" name="Equation" r:id="rId7" imgW="6731000" imgH="3797300" progId="Equation.DSMT4">
                  <p:embed/>
                </p:oleObj>
              </mc:Choice>
              <mc:Fallback>
                <p:oleObj name="Equation" r:id="rId7" imgW="6731000" imgH="3797300" progId="Equation.DSMT4">
                  <p:embed/>
                  <p:pic>
                    <p:nvPicPr>
                      <p:cNvPr id="16394" name="Object 10">
                        <a:extLst>
                          <a:ext uri="{FF2B5EF4-FFF2-40B4-BE49-F238E27FC236}">
                            <a16:creationId xmlns:a16="http://schemas.microsoft.com/office/drawing/2014/main" id="{800FD092-1C59-6A42-A1B7-B3EBB5D9619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03688" y="3465513"/>
                        <a:ext cx="696912"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662027733"/>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BABA"/>
        </a:solidFill>
        <a:effectLst/>
      </p:bgPr>
    </p:bg>
    <p:spTree>
      <p:nvGrpSpPr>
        <p:cNvPr id="1" name=""/>
        <p:cNvGrpSpPr/>
        <p:nvPr/>
      </p:nvGrpSpPr>
      <p:grpSpPr>
        <a:xfrm>
          <a:off x="0" y="0"/>
          <a:ext cx="0" cy="0"/>
          <a:chOff x="0" y="0"/>
          <a:chExt cx="0" cy="0"/>
        </a:xfrm>
      </p:grpSpPr>
      <p:sp>
        <p:nvSpPr>
          <p:cNvPr id="15" name="Rectangle 2">
            <a:extLst>
              <a:ext uri="{FF2B5EF4-FFF2-40B4-BE49-F238E27FC236}">
                <a16:creationId xmlns:a16="http://schemas.microsoft.com/office/drawing/2014/main" id="{FDE53BCE-CBBC-AE4C-99FA-EB89ED232C57}"/>
              </a:ext>
            </a:extLst>
          </p:cNvPr>
          <p:cNvSpPr>
            <a:spLocks noChangeArrowheads="1"/>
          </p:cNvSpPr>
          <p:nvPr/>
        </p:nvSpPr>
        <p:spPr bwMode="auto">
          <a:xfrm>
            <a:off x="611188" y="441325"/>
            <a:ext cx="5689600" cy="65087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1" lang="zh-CN" altLang="en-US" sz="3400" b="0" i="0" u="none" strike="noStrike" kern="0" cap="none" spc="0" normalizeH="0" baseline="0" noProof="0">
                <a:ln>
                  <a:noFill/>
                </a:ln>
                <a:solidFill>
                  <a:srgbClr val="FF0000"/>
                </a:solidFill>
                <a:effectLst/>
                <a:uLnTx/>
                <a:uFillTx/>
                <a:latin typeface="隶书" pitchFamily="49" charset="-122"/>
                <a:ea typeface="隶书" pitchFamily="49" charset="-122"/>
              </a:rPr>
              <a:t>线性代数教学中的模式直观</a:t>
            </a:r>
            <a:r>
              <a:rPr kumimoji="1" lang="zh-CN" altLang="en-US" sz="3800" b="0" i="0" u="none" strike="noStrike" kern="0" cap="none" spc="0" normalizeH="0" baseline="0" noProof="0">
                <a:ln>
                  <a:noFill/>
                </a:ln>
                <a:solidFill>
                  <a:srgbClr val="FFFF00"/>
                </a:solidFill>
                <a:effectLst/>
                <a:uLnTx/>
                <a:uFillTx/>
                <a:latin typeface="Times New Roman" panose="02020603050405020304" pitchFamily="18" charset="0"/>
                <a:ea typeface="楷体_GB2312" pitchFamily="49" charset="-122"/>
              </a:rPr>
              <a:t> </a:t>
            </a:r>
          </a:p>
        </p:txBody>
      </p:sp>
      <p:sp>
        <p:nvSpPr>
          <p:cNvPr id="16" name="Rectangle 3">
            <a:extLst>
              <a:ext uri="{FF2B5EF4-FFF2-40B4-BE49-F238E27FC236}">
                <a16:creationId xmlns:a16="http://schemas.microsoft.com/office/drawing/2014/main" id="{0247D2A5-B2FE-8B4B-BDB4-74C84D271F3C}"/>
              </a:ext>
            </a:extLst>
          </p:cNvPr>
          <p:cNvSpPr>
            <a:spLocks noChangeArrowheads="1"/>
          </p:cNvSpPr>
          <p:nvPr/>
        </p:nvSpPr>
        <p:spPr bwMode="auto">
          <a:xfrm>
            <a:off x="0" y="3352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endParaRPr kumimoji="1" lang="zh-CN" altLang="en-US" sz="2400" b="0" i="0" u="none" strike="noStrike" kern="0" cap="none" spc="0" normalizeH="0" baseline="0" noProof="0">
              <a:ln>
                <a:noFill/>
              </a:ln>
              <a:solidFill>
                <a:srgbClr val="ECFB7D"/>
              </a:solidFill>
              <a:effectLst/>
              <a:uLnTx/>
              <a:uFillTx/>
              <a:latin typeface="Times New Roman" panose="02020603050405020304" pitchFamily="18" charset="0"/>
              <a:ea typeface="隶书" pitchFamily="49" charset="-122"/>
            </a:endParaRPr>
          </a:p>
        </p:txBody>
      </p:sp>
      <p:pic>
        <p:nvPicPr>
          <p:cNvPr id="17" name="Picture 4" descr="1">
            <a:extLst>
              <a:ext uri="{FF2B5EF4-FFF2-40B4-BE49-F238E27FC236}">
                <a16:creationId xmlns:a16="http://schemas.microsoft.com/office/drawing/2014/main" id="{49509876-0D64-6B4B-84D4-0AD29F94F3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7650" y="3789363"/>
            <a:ext cx="2268538" cy="113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5" descr="2">
            <a:extLst>
              <a:ext uri="{FF2B5EF4-FFF2-40B4-BE49-F238E27FC236}">
                <a16:creationId xmlns:a16="http://schemas.microsoft.com/office/drawing/2014/main" id="{3D4D3446-C028-F44B-AA3A-26D381A307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0" y="3681413"/>
            <a:ext cx="2376488"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6">
            <a:extLst>
              <a:ext uri="{FF2B5EF4-FFF2-40B4-BE49-F238E27FC236}">
                <a16:creationId xmlns:a16="http://schemas.microsoft.com/office/drawing/2014/main" id="{95F4B2CD-3F7F-8241-984F-F70349FAD6E4}"/>
              </a:ext>
            </a:extLst>
          </p:cNvPr>
          <p:cNvSpPr txBox="1">
            <a:spLocks noChangeArrowheads="1"/>
          </p:cNvSpPr>
          <p:nvPr/>
        </p:nvSpPr>
        <p:spPr bwMode="auto">
          <a:xfrm>
            <a:off x="323850" y="5481638"/>
            <a:ext cx="8424863"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a:spcBef>
                <a:spcPct val="0"/>
              </a:spcBef>
            </a:pPr>
            <a:r>
              <a:rPr kumimoji="0" lang="en-US" altLang="zh-CN" sz="1800" dirty="0">
                <a:solidFill>
                  <a:schemeClr val="accent5">
                    <a:lumMod val="25000"/>
                  </a:schemeClr>
                </a:solidFill>
                <a:latin typeface="Arial" panose="020B0604020202020204" pitchFamily="34" charset="0"/>
                <a:ea typeface="宋体" panose="02010600030101010101" pitchFamily="2" charset="-122"/>
              </a:rPr>
              <a:t>1895</a:t>
            </a:r>
            <a:r>
              <a:rPr kumimoji="0" lang="zh-CN" altLang="en-US" sz="1800" dirty="0">
                <a:solidFill>
                  <a:schemeClr val="accent5">
                    <a:lumMod val="25000"/>
                  </a:schemeClr>
                </a:solidFill>
                <a:latin typeface="Arial" panose="020B0604020202020204" pitchFamily="34" charset="0"/>
                <a:ea typeface="宋体" panose="02010600030101010101" pitchFamily="2" charset="-122"/>
              </a:rPr>
              <a:t>年</a:t>
            </a:r>
            <a:r>
              <a:rPr kumimoji="0" lang="en-US" altLang="zh-CN" sz="1800" dirty="0">
                <a:solidFill>
                  <a:schemeClr val="accent5">
                    <a:lumMod val="25000"/>
                  </a:schemeClr>
                </a:solidFill>
                <a:latin typeface="Arial" panose="020B0604020202020204" pitchFamily="34" charset="0"/>
                <a:ea typeface="宋体" panose="02010600030101010101" pitchFamily="2" charset="-122"/>
              </a:rPr>
              <a:t>11</a:t>
            </a:r>
            <a:r>
              <a:rPr kumimoji="0" lang="zh-CN" altLang="en-US" sz="1800" dirty="0">
                <a:solidFill>
                  <a:schemeClr val="accent5">
                    <a:lumMod val="25000"/>
                  </a:schemeClr>
                </a:solidFill>
                <a:latin typeface="Arial" panose="020B0604020202020204" pitchFamily="34" charset="0"/>
                <a:ea typeface="宋体" panose="02010600030101010101" pitchFamily="2" charset="-122"/>
              </a:rPr>
              <a:t>月</a:t>
            </a:r>
            <a:r>
              <a:rPr kumimoji="0" lang="en-US" altLang="zh-CN" sz="1800" dirty="0">
                <a:solidFill>
                  <a:schemeClr val="accent5">
                    <a:lumMod val="25000"/>
                  </a:schemeClr>
                </a:solidFill>
                <a:latin typeface="Arial" panose="020B0604020202020204" pitchFamily="34" charset="0"/>
                <a:ea typeface="宋体" panose="02010600030101010101" pitchFamily="2" charset="-122"/>
              </a:rPr>
              <a:t>8 </a:t>
            </a:r>
            <a:r>
              <a:rPr kumimoji="0" lang="zh-CN" altLang="en-US" sz="1800" dirty="0">
                <a:solidFill>
                  <a:schemeClr val="accent5">
                    <a:lumMod val="25000"/>
                  </a:schemeClr>
                </a:solidFill>
                <a:latin typeface="Arial" panose="020B0604020202020204" pitchFamily="34" charset="0"/>
                <a:ea typeface="宋体" panose="02010600030101010101" pitchFamily="2" charset="-122"/>
              </a:rPr>
              <a:t>日</a:t>
            </a:r>
            <a:r>
              <a:rPr kumimoji="0" lang="en-US" altLang="zh-CN" sz="1800" dirty="0">
                <a:solidFill>
                  <a:schemeClr val="accent5">
                    <a:lumMod val="25000"/>
                  </a:schemeClr>
                </a:solidFill>
                <a:latin typeface="Arial" panose="020B0604020202020204" pitchFamily="34" charset="0"/>
                <a:ea typeface="宋体" panose="02010600030101010101" pitchFamily="2" charset="-122"/>
              </a:rPr>
              <a:t>,</a:t>
            </a:r>
            <a:r>
              <a:rPr kumimoji="0" lang="zh-CN" altLang="en-US" sz="1800" dirty="0">
                <a:solidFill>
                  <a:schemeClr val="accent5">
                    <a:lumMod val="25000"/>
                  </a:schemeClr>
                </a:solidFill>
                <a:latin typeface="Arial" panose="020B0604020202020204" pitchFamily="34" charset="0"/>
                <a:ea typeface="宋体" panose="02010600030101010101" pitchFamily="2" charset="-122"/>
              </a:rPr>
              <a:t>伦琴是德国维尔茨堡大学的教授发现</a:t>
            </a:r>
            <a:r>
              <a:rPr kumimoji="0" lang="en-US" altLang="zh-CN" sz="1800" dirty="0">
                <a:solidFill>
                  <a:schemeClr val="accent5">
                    <a:lumMod val="25000"/>
                  </a:schemeClr>
                </a:solidFill>
                <a:latin typeface="Arial" panose="020B0604020202020204" pitchFamily="34" charset="0"/>
                <a:ea typeface="宋体" panose="02010600030101010101" pitchFamily="2" charset="-122"/>
              </a:rPr>
              <a:t>X</a:t>
            </a:r>
            <a:r>
              <a:rPr kumimoji="0" lang="zh-CN" altLang="en-US" sz="1800" dirty="0">
                <a:solidFill>
                  <a:schemeClr val="accent5">
                    <a:lumMod val="25000"/>
                  </a:schemeClr>
                </a:solidFill>
                <a:latin typeface="Arial" panose="020B0604020202020204" pitchFamily="34" charset="0"/>
                <a:ea typeface="宋体" panose="02010600030101010101" pitchFamily="2" charset="-122"/>
              </a:rPr>
              <a:t>射线</a:t>
            </a:r>
            <a:r>
              <a:rPr kumimoji="0" lang="en-US" altLang="zh-CN" sz="1800" dirty="0">
                <a:solidFill>
                  <a:schemeClr val="accent5">
                    <a:lumMod val="25000"/>
                  </a:schemeClr>
                </a:solidFill>
                <a:latin typeface="Arial" panose="020B0604020202020204" pitchFamily="34" charset="0"/>
                <a:ea typeface="宋体" panose="02010600030101010101" pitchFamily="2" charset="-122"/>
              </a:rPr>
              <a:t>.</a:t>
            </a:r>
            <a:r>
              <a:rPr kumimoji="0" lang="zh-CN" altLang="en-US" sz="1800" dirty="0">
                <a:solidFill>
                  <a:schemeClr val="accent5">
                    <a:lumMod val="25000"/>
                  </a:schemeClr>
                </a:solidFill>
                <a:latin typeface="Arial" panose="020B0604020202020204" pitchFamily="34" charset="0"/>
                <a:ea typeface="宋体" panose="02010600030101010101" pitchFamily="2" charset="-122"/>
              </a:rPr>
              <a:t>这个发现成为</a:t>
            </a:r>
            <a:r>
              <a:rPr kumimoji="0" lang="en-US" altLang="zh-CN" sz="1800" dirty="0">
                <a:solidFill>
                  <a:schemeClr val="accent5">
                    <a:lumMod val="25000"/>
                  </a:schemeClr>
                </a:solidFill>
                <a:latin typeface="Arial" panose="020B0604020202020204" pitchFamily="34" charset="0"/>
                <a:ea typeface="宋体" panose="02010600030101010101" pitchFamily="2" charset="-122"/>
              </a:rPr>
              <a:t>19</a:t>
            </a:r>
            <a:r>
              <a:rPr kumimoji="0" lang="zh-CN" altLang="en-US" sz="1800" dirty="0">
                <a:solidFill>
                  <a:schemeClr val="accent5">
                    <a:lumMod val="25000"/>
                  </a:schemeClr>
                </a:solidFill>
                <a:latin typeface="Arial" panose="020B0604020202020204" pitchFamily="34" charset="0"/>
                <a:ea typeface="宋体" panose="02010600030101010101" pitchFamily="2" charset="-122"/>
              </a:rPr>
              <a:t>世纪</a:t>
            </a:r>
            <a:r>
              <a:rPr kumimoji="0" lang="en-US" altLang="zh-CN" sz="1800" dirty="0">
                <a:solidFill>
                  <a:schemeClr val="accent5">
                    <a:lumMod val="25000"/>
                  </a:schemeClr>
                </a:solidFill>
                <a:latin typeface="Arial" panose="020B0604020202020204" pitchFamily="34" charset="0"/>
                <a:ea typeface="宋体" panose="02010600030101010101" pitchFamily="2" charset="-122"/>
              </a:rPr>
              <a:t>90</a:t>
            </a:r>
            <a:r>
              <a:rPr kumimoji="0" lang="zh-CN" altLang="en-US" sz="1800" dirty="0">
                <a:solidFill>
                  <a:schemeClr val="accent5">
                    <a:lumMod val="25000"/>
                  </a:schemeClr>
                </a:solidFill>
                <a:latin typeface="Arial" panose="020B0604020202020204" pitchFamily="34" charset="0"/>
                <a:ea typeface="宋体" panose="02010600030101010101" pitchFamily="2" charset="-122"/>
              </a:rPr>
              <a:t>年代物理学上的三大发现之一，为此，伦琴于</a:t>
            </a:r>
            <a:r>
              <a:rPr kumimoji="0" lang="en-US" altLang="zh-CN" sz="1800" dirty="0">
                <a:solidFill>
                  <a:schemeClr val="accent5">
                    <a:lumMod val="25000"/>
                  </a:schemeClr>
                </a:solidFill>
                <a:latin typeface="Arial" panose="020B0604020202020204" pitchFamily="34" charset="0"/>
                <a:ea typeface="宋体" panose="02010600030101010101" pitchFamily="2" charset="-122"/>
              </a:rPr>
              <a:t>1901</a:t>
            </a:r>
            <a:r>
              <a:rPr kumimoji="0" lang="zh-CN" altLang="en-US" sz="1800" dirty="0">
                <a:solidFill>
                  <a:schemeClr val="accent5">
                    <a:lumMod val="25000"/>
                  </a:schemeClr>
                </a:solidFill>
                <a:latin typeface="Arial" panose="020B0604020202020204" pitchFamily="34" charset="0"/>
                <a:ea typeface="宋体" panose="02010600030101010101" pitchFamily="2" charset="-122"/>
              </a:rPr>
              <a:t>年荣获全世界首次颁发的诺贝尔物理学奖</a:t>
            </a:r>
            <a:r>
              <a:rPr kumimoji="0" lang="en-US" altLang="zh-CN" sz="1800" dirty="0">
                <a:solidFill>
                  <a:schemeClr val="accent5">
                    <a:lumMod val="25000"/>
                  </a:schemeClr>
                </a:solidFill>
                <a:latin typeface="Arial" panose="020B0604020202020204" pitchFamily="34" charset="0"/>
                <a:ea typeface="宋体" panose="02010600030101010101" pitchFamily="2" charset="-122"/>
              </a:rPr>
              <a:t>. </a:t>
            </a:r>
            <a:r>
              <a:rPr kumimoji="0" lang="zh-CN" altLang="en-US" sz="1800" dirty="0">
                <a:solidFill>
                  <a:schemeClr val="accent5">
                    <a:lumMod val="25000"/>
                  </a:schemeClr>
                </a:solidFill>
                <a:latin typeface="Arial" panose="020B0604020202020204" pitchFamily="34" charset="0"/>
                <a:ea typeface="宋体" panose="02010600030101010101" pitchFamily="2" charset="-122"/>
              </a:rPr>
              <a:t>手部的骨骼清晰可见 </a:t>
            </a:r>
            <a:r>
              <a:rPr kumimoji="0" lang="en-US" altLang="zh-CN" sz="1800" dirty="0">
                <a:solidFill>
                  <a:schemeClr val="accent5">
                    <a:lumMod val="25000"/>
                  </a:schemeClr>
                </a:solidFill>
                <a:latin typeface="Arial" panose="020B0604020202020204" pitchFamily="34" charset="0"/>
                <a:ea typeface="宋体" panose="02010600030101010101" pitchFamily="2" charset="-122"/>
              </a:rPr>
              <a:t>.</a:t>
            </a:r>
          </a:p>
        </p:txBody>
      </p:sp>
      <p:sp>
        <p:nvSpPr>
          <p:cNvPr id="20" name="AutoShape 7">
            <a:extLst>
              <a:ext uri="{FF2B5EF4-FFF2-40B4-BE49-F238E27FC236}">
                <a16:creationId xmlns:a16="http://schemas.microsoft.com/office/drawing/2014/main" id="{2D3873E2-F5B6-6741-845E-CD85D56BEA40}"/>
              </a:ext>
            </a:extLst>
          </p:cNvPr>
          <p:cNvSpPr>
            <a:spLocks noChangeArrowheads="1"/>
          </p:cNvSpPr>
          <p:nvPr/>
        </p:nvSpPr>
        <p:spPr bwMode="auto">
          <a:xfrm>
            <a:off x="3779838" y="4581525"/>
            <a:ext cx="1152525" cy="252413"/>
          </a:xfrm>
          <a:prstGeom prst="rightArrow">
            <a:avLst>
              <a:gd name="adj1" fmla="val 50000"/>
              <a:gd name="adj2" fmla="val 114151"/>
            </a:avLst>
          </a:prstGeom>
          <a:solidFill>
            <a:srgbClr val="FF9900"/>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endParaRPr kumimoji="1" lang="zh-CN" altLang="en-US" sz="2400" b="0" i="0" u="none" strike="noStrike" kern="0" cap="none" spc="0" normalizeH="0" baseline="0" noProof="0">
              <a:ln>
                <a:noFill/>
              </a:ln>
              <a:solidFill>
                <a:srgbClr val="ECFB7D"/>
              </a:solidFill>
              <a:effectLst/>
              <a:uLnTx/>
              <a:uFillTx/>
              <a:latin typeface="Times New Roman" panose="02020603050405020304" pitchFamily="18" charset="0"/>
              <a:ea typeface="隶书" pitchFamily="49" charset="-122"/>
            </a:endParaRPr>
          </a:p>
        </p:txBody>
      </p:sp>
      <p:sp>
        <p:nvSpPr>
          <p:cNvPr id="21" name="Rectangle 8">
            <a:extLst>
              <a:ext uri="{FF2B5EF4-FFF2-40B4-BE49-F238E27FC236}">
                <a16:creationId xmlns:a16="http://schemas.microsoft.com/office/drawing/2014/main" id="{07FA4F0D-38D2-2549-AFDA-068866923E14}"/>
              </a:ext>
            </a:extLst>
          </p:cNvPr>
          <p:cNvSpPr>
            <a:spLocks noChangeArrowheads="1"/>
          </p:cNvSpPr>
          <p:nvPr/>
        </p:nvSpPr>
        <p:spPr bwMode="auto">
          <a:xfrm>
            <a:off x="3924300" y="4076700"/>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a:spcBef>
                <a:spcPct val="0"/>
              </a:spcBef>
            </a:pPr>
            <a:r>
              <a:rPr kumimoji="0" lang="en-US" altLang="zh-CN" sz="1800">
                <a:solidFill>
                  <a:srgbClr val="FFFFFF"/>
                </a:solidFill>
                <a:latin typeface="Arial" panose="020B0604020202020204" pitchFamily="34" charset="0"/>
                <a:ea typeface="宋体" panose="02010600030101010101" pitchFamily="2" charset="-122"/>
              </a:rPr>
              <a:t>X-</a:t>
            </a:r>
            <a:r>
              <a:rPr kumimoji="0" lang="zh-CN" altLang="en-US" sz="1800">
                <a:solidFill>
                  <a:srgbClr val="FFFFFF"/>
                </a:solidFill>
                <a:latin typeface="Arial" panose="020B0604020202020204" pitchFamily="34" charset="0"/>
                <a:ea typeface="楷体_GB2312" pitchFamily="49" charset="-122"/>
              </a:rPr>
              <a:t>射线</a:t>
            </a:r>
          </a:p>
        </p:txBody>
      </p:sp>
      <p:sp>
        <p:nvSpPr>
          <p:cNvPr id="22" name="Rectangle 9">
            <a:extLst>
              <a:ext uri="{FF2B5EF4-FFF2-40B4-BE49-F238E27FC236}">
                <a16:creationId xmlns:a16="http://schemas.microsoft.com/office/drawing/2014/main" id="{BAFD5D43-CE63-CC4C-9681-7010383428B0}"/>
              </a:ext>
            </a:extLst>
          </p:cNvPr>
          <p:cNvSpPr>
            <a:spLocks noChangeArrowheads="1"/>
          </p:cNvSpPr>
          <p:nvPr/>
        </p:nvSpPr>
        <p:spPr bwMode="auto">
          <a:xfrm>
            <a:off x="0" y="2843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endParaRPr kumimoji="1" lang="zh-CN" altLang="en-US" sz="2400" b="0" i="0" u="none" strike="noStrike" kern="0" cap="none" spc="0" normalizeH="0" baseline="0" noProof="0">
              <a:ln>
                <a:noFill/>
              </a:ln>
              <a:solidFill>
                <a:srgbClr val="ECFB7D"/>
              </a:solidFill>
              <a:effectLst/>
              <a:uLnTx/>
              <a:uFillTx/>
              <a:latin typeface="Times New Roman" panose="02020603050405020304" pitchFamily="18" charset="0"/>
              <a:ea typeface="隶书" pitchFamily="49" charset="-122"/>
            </a:endParaRPr>
          </a:p>
        </p:txBody>
      </p:sp>
      <p:graphicFrame>
        <p:nvGraphicFramePr>
          <p:cNvPr id="23" name="Object 10">
            <a:extLst>
              <a:ext uri="{FF2B5EF4-FFF2-40B4-BE49-F238E27FC236}">
                <a16:creationId xmlns:a16="http://schemas.microsoft.com/office/drawing/2014/main" id="{6C759822-5BE4-7A46-9C15-ABD7AC4D2226}"/>
              </a:ext>
            </a:extLst>
          </p:cNvPr>
          <p:cNvGraphicFramePr>
            <a:graphicFrameLocks noChangeAspect="1"/>
          </p:cNvGraphicFramePr>
          <p:nvPr/>
        </p:nvGraphicFramePr>
        <p:xfrm>
          <a:off x="395288" y="1341438"/>
          <a:ext cx="3313112" cy="1922462"/>
        </p:xfrm>
        <a:graphic>
          <a:graphicData uri="http://schemas.openxmlformats.org/presentationml/2006/ole">
            <mc:AlternateContent xmlns:mc="http://schemas.openxmlformats.org/markup-compatibility/2006">
              <mc:Choice xmlns:v="urn:schemas-microsoft-com:vml" Requires="v">
                <p:oleObj spid="_x0000_s11269" name="Equation" r:id="rId5" imgW="46520100" imgH="26911300" progId="Equation.DSMT4">
                  <p:embed/>
                </p:oleObj>
              </mc:Choice>
              <mc:Fallback>
                <p:oleObj name="Equation" r:id="rId5" imgW="46520100" imgH="26911300" progId="Equation.DSMT4">
                  <p:embed/>
                  <p:pic>
                    <p:nvPicPr>
                      <p:cNvPr id="17418" name="Object 10">
                        <a:extLst>
                          <a:ext uri="{FF2B5EF4-FFF2-40B4-BE49-F238E27FC236}">
                            <a16:creationId xmlns:a16="http://schemas.microsoft.com/office/drawing/2014/main" id="{F79F45F8-F3B3-6045-AA86-8980A9FB61D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288" y="1341438"/>
                        <a:ext cx="3313112" cy="192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AutoShape 11">
            <a:extLst>
              <a:ext uri="{FF2B5EF4-FFF2-40B4-BE49-F238E27FC236}">
                <a16:creationId xmlns:a16="http://schemas.microsoft.com/office/drawing/2014/main" id="{03B7AE20-1D74-5446-ABDC-13123B8A7032}"/>
              </a:ext>
            </a:extLst>
          </p:cNvPr>
          <p:cNvSpPr>
            <a:spLocks noChangeArrowheads="1"/>
          </p:cNvSpPr>
          <p:nvPr/>
        </p:nvSpPr>
        <p:spPr bwMode="auto">
          <a:xfrm>
            <a:off x="3743325" y="2097088"/>
            <a:ext cx="1152525" cy="252412"/>
          </a:xfrm>
          <a:prstGeom prst="rightArrow">
            <a:avLst>
              <a:gd name="adj1" fmla="val 50000"/>
              <a:gd name="adj2" fmla="val 114151"/>
            </a:avLst>
          </a:prstGeom>
          <a:solidFill>
            <a:srgbClr val="FF9900"/>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endParaRPr kumimoji="1" lang="zh-CN" altLang="en-US" sz="2400" b="0" i="0" u="none" strike="noStrike" kern="0" cap="none" spc="0" normalizeH="0" baseline="0" noProof="0">
              <a:ln>
                <a:noFill/>
              </a:ln>
              <a:solidFill>
                <a:srgbClr val="ECFB7D"/>
              </a:solidFill>
              <a:effectLst/>
              <a:uLnTx/>
              <a:uFillTx/>
              <a:latin typeface="Times New Roman" panose="02020603050405020304" pitchFamily="18" charset="0"/>
              <a:ea typeface="隶书" pitchFamily="49" charset="-122"/>
            </a:endParaRPr>
          </a:p>
        </p:txBody>
      </p:sp>
      <p:sp>
        <p:nvSpPr>
          <p:cNvPr id="25" name="Text Box 12">
            <a:extLst>
              <a:ext uri="{FF2B5EF4-FFF2-40B4-BE49-F238E27FC236}">
                <a16:creationId xmlns:a16="http://schemas.microsoft.com/office/drawing/2014/main" id="{9EA1BF63-82D8-CD4B-B672-08F7B154759D}"/>
              </a:ext>
            </a:extLst>
          </p:cNvPr>
          <p:cNvSpPr txBox="1">
            <a:spLocks noChangeArrowheads="1"/>
          </p:cNvSpPr>
          <p:nvPr/>
        </p:nvSpPr>
        <p:spPr bwMode="auto">
          <a:xfrm>
            <a:off x="3724275" y="1733550"/>
            <a:ext cx="996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a:spcBef>
                <a:spcPct val="0"/>
              </a:spcBef>
            </a:pPr>
            <a:r>
              <a:rPr kumimoji="0" lang="zh-CN" altLang="en-US" sz="1600">
                <a:solidFill>
                  <a:srgbClr val="FFFFFF"/>
                </a:solidFill>
                <a:latin typeface="Arial" panose="020B0604020202020204" pitchFamily="34" charset="0"/>
                <a:ea typeface="楷体_GB2312" pitchFamily="49" charset="-122"/>
              </a:rPr>
              <a:t>初等变换</a:t>
            </a:r>
          </a:p>
        </p:txBody>
      </p:sp>
      <p:sp>
        <p:nvSpPr>
          <p:cNvPr id="26" name="Text Box 13">
            <a:extLst>
              <a:ext uri="{FF2B5EF4-FFF2-40B4-BE49-F238E27FC236}">
                <a16:creationId xmlns:a16="http://schemas.microsoft.com/office/drawing/2014/main" id="{AE3761FC-E74D-864E-A6B3-F5478976E8EA}"/>
              </a:ext>
            </a:extLst>
          </p:cNvPr>
          <p:cNvSpPr txBox="1">
            <a:spLocks noChangeArrowheads="1"/>
          </p:cNvSpPr>
          <p:nvPr/>
        </p:nvSpPr>
        <p:spPr bwMode="auto">
          <a:xfrm>
            <a:off x="3563938" y="2708275"/>
            <a:ext cx="1146175" cy="100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a:spcBef>
                <a:spcPct val="0"/>
              </a:spcBef>
            </a:pPr>
            <a:r>
              <a:rPr kumimoji="0" lang="en-US" altLang="zh-CN" sz="1800" b="1">
                <a:solidFill>
                  <a:srgbClr val="3333FF"/>
                </a:solidFill>
                <a:latin typeface="Arial" panose="020B0604020202020204" pitchFamily="34" charset="0"/>
                <a:ea typeface="宋体" panose="02010600030101010101" pitchFamily="2" charset="-122"/>
              </a:rPr>
              <a:t>  </a:t>
            </a:r>
            <a:r>
              <a:rPr kumimoji="0" lang="zh-CN" altLang="en-US" sz="1800" b="1">
                <a:solidFill>
                  <a:srgbClr val="FF0000"/>
                </a:solidFill>
                <a:latin typeface="Arial" panose="020B0604020202020204" pitchFamily="34" charset="0"/>
                <a:ea typeface="宋体" panose="02010600030101010101" pitchFamily="2" charset="-122"/>
              </a:rPr>
              <a:t>常识性</a:t>
            </a:r>
          </a:p>
          <a:p>
            <a:pPr>
              <a:spcBef>
                <a:spcPct val="0"/>
              </a:spcBef>
            </a:pPr>
            <a:r>
              <a:rPr kumimoji="0" lang="zh-CN" altLang="en-US" sz="1800" b="1">
                <a:solidFill>
                  <a:srgbClr val="FF0000"/>
                </a:solidFill>
                <a:latin typeface="Arial" panose="020B0604020202020204" pitchFamily="34" charset="0"/>
                <a:ea typeface="宋体" panose="02010600030101010101" pitchFamily="2" charset="-122"/>
              </a:rPr>
              <a:t>模式直观</a:t>
            </a:r>
          </a:p>
          <a:p>
            <a:endParaRPr kumimoji="0" lang="en-US" altLang="zh-CN" sz="1800">
              <a:solidFill>
                <a:srgbClr val="FFFFFF"/>
              </a:solidFill>
              <a:latin typeface="Arial" panose="020B0604020202020204" pitchFamily="34" charset="0"/>
              <a:ea typeface="宋体" panose="02010600030101010101" pitchFamily="2" charset="-122"/>
            </a:endParaRPr>
          </a:p>
        </p:txBody>
      </p:sp>
      <p:graphicFrame>
        <p:nvGraphicFramePr>
          <p:cNvPr id="27" name="Object 14">
            <a:extLst>
              <a:ext uri="{FF2B5EF4-FFF2-40B4-BE49-F238E27FC236}">
                <a16:creationId xmlns:a16="http://schemas.microsoft.com/office/drawing/2014/main" id="{A527EB20-F0AE-E443-82A2-EECA8C28D858}"/>
              </a:ext>
            </a:extLst>
          </p:cNvPr>
          <p:cNvGraphicFramePr>
            <a:graphicFrameLocks noChangeAspect="1"/>
          </p:cNvGraphicFramePr>
          <p:nvPr/>
        </p:nvGraphicFramePr>
        <p:xfrm>
          <a:off x="5003800" y="1341438"/>
          <a:ext cx="3600450" cy="1903412"/>
        </p:xfrm>
        <a:graphic>
          <a:graphicData uri="http://schemas.openxmlformats.org/presentationml/2006/ole">
            <mc:AlternateContent xmlns:mc="http://schemas.openxmlformats.org/markup-compatibility/2006">
              <mc:Choice xmlns:v="urn:schemas-microsoft-com:vml" Requires="v">
                <p:oleObj spid="_x0000_s11270" name="Equation" r:id="rId7" imgW="59690000" imgH="31597600" progId="Equation.DSMT4">
                  <p:embed/>
                </p:oleObj>
              </mc:Choice>
              <mc:Fallback>
                <p:oleObj name="Equation" r:id="rId7" imgW="59690000" imgH="31597600" progId="Equation.DSMT4">
                  <p:embed/>
                  <p:pic>
                    <p:nvPicPr>
                      <p:cNvPr id="17422" name="Object 14">
                        <a:extLst>
                          <a:ext uri="{FF2B5EF4-FFF2-40B4-BE49-F238E27FC236}">
                            <a16:creationId xmlns:a16="http://schemas.microsoft.com/office/drawing/2014/main" id="{E280B0E4-6FA6-1B48-AB58-5C65AA9CCB6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03800" y="1341438"/>
                        <a:ext cx="3600450" cy="190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040743079"/>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0">
            <a:hlinkClick r:id="rId4" action="ppaction://hlinksldjump"/>
          </p:cNvPr>
          <p:cNvSpPr>
            <a:spLocks noChangeArrowheads="1"/>
          </p:cNvSpPr>
          <p:nvPr/>
        </p:nvSpPr>
        <p:spPr bwMode="auto">
          <a:xfrm>
            <a:off x="450850" y="393700"/>
            <a:ext cx="40322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Gulim" panose="020B0600000101010101" pitchFamily="34" charset="-127"/>
              <a:cs typeface="Times New Roman" panose="02020603050405020304" pitchFamily="18" charset="0"/>
            </a:endParaRPr>
          </a:p>
        </p:txBody>
      </p:sp>
      <p:grpSp>
        <p:nvGrpSpPr>
          <p:cNvPr id="45059" name="Group 31"/>
          <p:cNvGrpSpPr/>
          <p:nvPr/>
        </p:nvGrpSpPr>
        <p:grpSpPr bwMode="auto">
          <a:xfrm>
            <a:off x="0" y="0"/>
            <a:ext cx="6371219" cy="825500"/>
            <a:chOff x="51" y="0"/>
            <a:chExt cx="3023" cy="246"/>
          </a:xfrm>
        </p:grpSpPr>
        <p:sp>
          <p:nvSpPr>
            <p:cNvPr id="23" name="Line 32"/>
            <p:cNvSpPr>
              <a:spLocks noChangeShapeType="1"/>
            </p:cNvSpPr>
            <p:nvPr/>
          </p:nvSpPr>
          <p:spPr bwMode="auto">
            <a:xfrm flipV="1">
              <a:off x="96" y="202"/>
              <a:ext cx="2978" cy="0"/>
            </a:xfrm>
            <a:prstGeom prst="line">
              <a:avLst/>
            </a:prstGeom>
            <a:noFill/>
            <a:ln w="28575">
              <a:solidFill>
                <a:srgbClr val="0000FF"/>
              </a:solidFill>
              <a:round/>
            </a:ln>
            <a:effectLst>
              <a:glow rad="63500">
                <a:schemeClr val="accent3">
                  <a:satMod val="175000"/>
                  <a:alpha val="40000"/>
                </a:schemeClr>
              </a:glo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5076" name="Picture 33" descr="BD10263_"/>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 y="0"/>
              <a:ext cx="24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060" name="Rectangle 30"/>
          <p:cNvSpPr>
            <a:spLocks noChangeArrowheads="1"/>
          </p:cNvSpPr>
          <p:nvPr/>
        </p:nvSpPr>
        <p:spPr bwMode="auto">
          <a:xfrm>
            <a:off x="518465" y="163830"/>
            <a:ext cx="653732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实践问题</a:t>
            </a:r>
            <a:r>
              <a:rPr kumimoji="1" lang="en-US" altLang="zh-CN"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矩阵的秩的计算</a:t>
            </a:r>
          </a:p>
        </p:txBody>
      </p:sp>
      <p:sp>
        <p:nvSpPr>
          <p:cNvPr id="2" name="矩形 1"/>
          <p:cNvSpPr>
            <a:spLocks noChangeArrowheads="1"/>
          </p:cNvSpPr>
          <p:nvPr/>
        </p:nvSpPr>
        <p:spPr bwMode="auto">
          <a:xfrm>
            <a:off x="467995" y="1412875"/>
            <a:ext cx="2305685"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例</a:t>
            </a:r>
            <a:r>
              <a:rPr kumimoji="1" lang="en-US" altLang="zh-CN"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2.18</a:t>
            </a:r>
          </a:p>
        </p:txBody>
      </p:sp>
      <p:sp>
        <p:nvSpPr>
          <p:cNvPr id="4" name="Rectangle 4"/>
          <p:cNvSpPr/>
          <p:nvPr/>
        </p:nvSpPr>
        <p:spPr>
          <a:xfrm>
            <a:off x="1762125" y="1498600"/>
            <a:ext cx="5724525"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800" b="1" dirty="0">
                <a:latin typeface="华文中宋" panose="02010600040101010101" pitchFamily="2" charset="-122"/>
                <a:ea typeface="华文中宋" panose="02010600040101010101" pitchFamily="2" charset="-122"/>
              </a:rPr>
              <a:t>求矩阵</a:t>
            </a:r>
            <a:r>
              <a:rPr lang="en-US" altLang="zh-CN" sz="2800" b="1" dirty="0">
                <a:latin typeface="Times New Roman" panose="02020603050405020304" pitchFamily="18" charset="0"/>
                <a:ea typeface="黑体" panose="02010609060101010101" pitchFamily="49" charset="-122"/>
              </a:rPr>
              <a:t>                            </a:t>
            </a:r>
            <a:r>
              <a:rPr lang="zh-CN" altLang="en-US" sz="2800" b="1" dirty="0">
                <a:latin typeface="华文中宋" panose="02010600040101010101" pitchFamily="2" charset="-122"/>
                <a:ea typeface="华文中宋" panose="02010600040101010101" pitchFamily="2" charset="-122"/>
              </a:rPr>
              <a:t>的秩</a:t>
            </a:r>
            <a:r>
              <a:rPr lang="en-US" altLang="zh-CN" sz="2800" b="1" dirty="0">
                <a:latin typeface="华文中宋" panose="02010600040101010101" pitchFamily="2" charset="-122"/>
                <a:ea typeface="华文中宋" panose="02010600040101010101" pitchFamily="2" charset="-122"/>
              </a:rPr>
              <a:t>.</a:t>
            </a:r>
          </a:p>
        </p:txBody>
      </p:sp>
      <p:graphicFrame>
        <p:nvGraphicFramePr>
          <p:cNvPr id="3" name="对象 -2147481630"/>
          <p:cNvGraphicFramePr>
            <a:graphicFrameLocks noChangeAspect="1"/>
          </p:cNvGraphicFramePr>
          <p:nvPr/>
        </p:nvGraphicFramePr>
        <p:xfrm>
          <a:off x="2878455" y="781050"/>
          <a:ext cx="2554288" cy="1984375"/>
        </p:xfrm>
        <a:graphic>
          <a:graphicData uri="http://schemas.openxmlformats.org/presentationml/2006/ole">
            <mc:AlternateContent xmlns:mc="http://schemas.openxmlformats.org/markup-compatibility/2006">
              <mc:Choice xmlns:v="urn:schemas-microsoft-com:vml" Requires="v">
                <p:oleObj spid="_x0000_s3091" name="Equation" r:id="rId6" imgW="28651200" imgH="21945600" progId="Equation.DSMT4">
                  <p:embed/>
                </p:oleObj>
              </mc:Choice>
              <mc:Fallback>
                <p:oleObj name="Equation" r:id="rId6" imgW="28651200" imgH="21945600" progId="Equation.DSMT4">
                  <p:embed/>
                  <p:pic>
                    <p:nvPicPr>
                      <p:cNvPr id="0" name="图片 3075"/>
                      <p:cNvPicPr/>
                      <p:nvPr/>
                    </p:nvPicPr>
                    <p:blipFill>
                      <a:blip r:embed="rId7"/>
                      <a:stretch>
                        <a:fillRect/>
                      </a:stretch>
                    </p:blipFill>
                    <p:spPr>
                      <a:xfrm>
                        <a:off x="2878455" y="781050"/>
                        <a:ext cx="2554288" cy="1984375"/>
                      </a:xfrm>
                      <a:prstGeom prst="rect">
                        <a:avLst/>
                      </a:prstGeom>
                      <a:noFill/>
                      <a:ln w="38100">
                        <a:noFill/>
                        <a:miter/>
                      </a:ln>
                    </p:spPr>
                  </p:pic>
                </p:oleObj>
              </mc:Fallback>
            </mc:AlternateContent>
          </a:graphicData>
        </a:graphic>
      </p:graphicFrame>
      <p:sp>
        <p:nvSpPr>
          <p:cNvPr id="13" name="矩形 12"/>
          <p:cNvSpPr>
            <a:spLocks noChangeArrowheads="1"/>
          </p:cNvSpPr>
          <p:nvPr/>
        </p:nvSpPr>
        <p:spPr bwMode="auto">
          <a:xfrm>
            <a:off x="518160" y="2708910"/>
            <a:ext cx="1225550"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解：</a:t>
            </a:r>
          </a:p>
        </p:txBody>
      </p:sp>
      <p:graphicFrame>
        <p:nvGraphicFramePr>
          <p:cNvPr id="5" name="对象 -2147481629"/>
          <p:cNvGraphicFramePr>
            <a:graphicFrameLocks noChangeAspect="1"/>
          </p:cNvGraphicFramePr>
          <p:nvPr/>
        </p:nvGraphicFramePr>
        <p:xfrm>
          <a:off x="644525" y="2925763"/>
          <a:ext cx="7856538" cy="1866900"/>
        </p:xfrm>
        <a:graphic>
          <a:graphicData uri="http://schemas.openxmlformats.org/presentationml/2006/ole">
            <mc:AlternateContent xmlns:mc="http://schemas.openxmlformats.org/markup-compatibility/2006">
              <mc:Choice xmlns:v="urn:schemas-microsoft-com:vml" Requires="v">
                <p:oleObj spid="_x0000_s3092" name="Equation" r:id="rId8" imgW="92354400" imgH="21945600" progId="Equation.DSMT4">
                  <p:embed/>
                </p:oleObj>
              </mc:Choice>
              <mc:Fallback>
                <p:oleObj name="Equation" r:id="rId8" imgW="92354400" imgH="21945600" progId="Equation.DSMT4">
                  <p:embed/>
                  <p:pic>
                    <p:nvPicPr>
                      <p:cNvPr id="0" name="图片 2"/>
                      <p:cNvPicPr/>
                      <p:nvPr/>
                    </p:nvPicPr>
                    <p:blipFill>
                      <a:blip r:embed="rId9"/>
                      <a:stretch>
                        <a:fillRect/>
                      </a:stretch>
                    </p:blipFill>
                    <p:spPr>
                      <a:xfrm>
                        <a:off x="644525" y="2925763"/>
                        <a:ext cx="7856538" cy="1866900"/>
                      </a:xfrm>
                      <a:prstGeom prst="rect">
                        <a:avLst/>
                      </a:prstGeom>
                      <a:noFill/>
                      <a:ln w="38100">
                        <a:noFill/>
                        <a:miter/>
                      </a:ln>
                    </p:spPr>
                  </p:pic>
                </p:oleObj>
              </mc:Fallback>
            </mc:AlternateContent>
          </a:graphicData>
        </a:graphic>
      </p:graphicFrame>
      <p:graphicFrame>
        <p:nvGraphicFramePr>
          <p:cNvPr id="7" name="对象 -2147481628"/>
          <p:cNvGraphicFramePr>
            <a:graphicFrameLocks noChangeAspect="1"/>
          </p:cNvGraphicFramePr>
          <p:nvPr>
            <p:custDataLst>
              <p:tags r:id="rId2"/>
            </p:custDataLst>
          </p:nvPr>
        </p:nvGraphicFramePr>
        <p:xfrm>
          <a:off x="815975" y="4868863"/>
          <a:ext cx="4532313" cy="1770062"/>
        </p:xfrm>
        <a:graphic>
          <a:graphicData uri="http://schemas.openxmlformats.org/presentationml/2006/ole">
            <mc:AlternateContent xmlns:mc="http://schemas.openxmlformats.org/markup-compatibility/2006">
              <mc:Choice xmlns:v="urn:schemas-microsoft-com:vml" Requires="v">
                <p:oleObj spid="_x0000_s3093" name="Equation" r:id="rId10" imgW="56083200" imgH="21945600" progId="Equation.DSMT4">
                  <p:embed/>
                </p:oleObj>
              </mc:Choice>
              <mc:Fallback>
                <p:oleObj name="Equation" r:id="rId10" imgW="56083200" imgH="21945600" progId="Equation.DSMT4">
                  <p:embed/>
                  <p:pic>
                    <p:nvPicPr>
                      <p:cNvPr id="0" name="图片 4"/>
                      <p:cNvPicPr/>
                      <p:nvPr/>
                    </p:nvPicPr>
                    <p:blipFill>
                      <a:blip r:embed="rId11"/>
                      <a:stretch>
                        <a:fillRect/>
                      </a:stretch>
                    </p:blipFill>
                    <p:spPr>
                      <a:xfrm>
                        <a:off x="815975" y="4868863"/>
                        <a:ext cx="4532313" cy="1770062"/>
                      </a:xfrm>
                      <a:prstGeom prst="rect">
                        <a:avLst/>
                      </a:prstGeom>
                      <a:noFill/>
                      <a:ln w="38100">
                        <a:noFill/>
                        <a:miter/>
                      </a:ln>
                    </p:spPr>
                  </p:pic>
                </p:oleObj>
              </mc:Fallback>
            </mc:AlternateContent>
          </a:graphicData>
        </a:graphic>
      </p:graphicFrame>
      <p:sp>
        <p:nvSpPr>
          <p:cNvPr id="54282" name="Text Box 10"/>
          <p:cNvSpPr txBox="1"/>
          <p:nvPr/>
        </p:nvSpPr>
        <p:spPr>
          <a:xfrm>
            <a:off x="5708015" y="5502275"/>
            <a:ext cx="1976755"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2800" b="1" dirty="0">
                <a:latin typeface="华文中宋" panose="02010600040101010101" pitchFamily="2" charset="-122"/>
                <a:ea typeface="华文中宋" panose="02010600040101010101" pitchFamily="2" charset="-122"/>
              </a:rPr>
              <a:t>故</a:t>
            </a:r>
            <a:r>
              <a:rPr lang="en-US" altLang="zh-CN" sz="2800" b="1" i="1" dirty="0">
                <a:latin typeface="Times New Roman" panose="02020603050405020304" pitchFamily="18" charset="0"/>
                <a:ea typeface="黑体" panose="02010609060101010101" pitchFamily="49" charset="-122"/>
              </a:rPr>
              <a:t>R</a:t>
            </a:r>
            <a:r>
              <a:rPr lang="en-US" altLang="zh-CN" sz="2800" b="1" dirty="0">
                <a:latin typeface="Times New Roman" panose="02020603050405020304" pitchFamily="18" charset="0"/>
                <a:ea typeface="黑体" panose="02010609060101010101" pitchFamily="49" charset="-122"/>
              </a:rPr>
              <a:t>(</a:t>
            </a:r>
            <a:r>
              <a:rPr lang="en-US" altLang="zh-CN" sz="2800" b="1" i="1" dirty="0">
                <a:latin typeface="Times New Roman" panose="02020603050405020304" pitchFamily="18" charset="0"/>
                <a:ea typeface="黑体" panose="02010609060101010101" pitchFamily="49" charset="-122"/>
              </a:rPr>
              <a:t>A</a:t>
            </a:r>
            <a:r>
              <a:rPr lang="en-US" altLang="zh-CN" sz="2800" b="1" dirty="0">
                <a:latin typeface="Times New Roman" panose="02020603050405020304" pitchFamily="18" charset="0"/>
                <a:ea typeface="黑体" panose="02010609060101010101" pitchFamily="49" charset="-122"/>
              </a:rPr>
              <a:t>) =3</a:t>
            </a:r>
          </a:p>
        </p:txBody>
      </p:sp>
    </p:spTree>
  </p:cSld>
  <p:clrMapOvr>
    <a:masterClrMapping/>
  </p:clrMapOvr>
  <mc:AlternateContent xmlns:mc="http://schemas.openxmlformats.org/markup-compatibility/2006" xmlns:p14="http://schemas.microsoft.com/office/powerpoint/2010/main">
    <mc:Choice Requires="p14">
      <p:transition spd="slow" p14:dur="125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54282"/>
                                        </p:tgtEl>
                                        <p:attrNameLst>
                                          <p:attrName>style.visibility</p:attrName>
                                        </p:attrNameLst>
                                      </p:cBhvr>
                                      <p:to>
                                        <p:strVal val="visible"/>
                                      </p:to>
                                    </p:set>
                                    <p:animEffect transition="in" filter="wipe(left)">
                                      <p:cBhvr>
                                        <p:cTn id="33" dur="500"/>
                                        <p:tgtEl>
                                          <p:spTgt spid="54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p:bldP spid="4" grpId="1"/>
      <p:bldP spid="13" grpId="0"/>
      <p:bldP spid="13" grpId="1"/>
      <p:bldP spid="54282" grpId="0"/>
      <p:bldP spid="54282"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0">
            <a:hlinkClick r:id="rId7" action="ppaction://hlinksldjump"/>
          </p:cNvPr>
          <p:cNvSpPr>
            <a:spLocks noChangeArrowheads="1"/>
          </p:cNvSpPr>
          <p:nvPr/>
        </p:nvSpPr>
        <p:spPr bwMode="auto">
          <a:xfrm>
            <a:off x="450850" y="393700"/>
            <a:ext cx="40322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Gulim" panose="020B0600000101010101" pitchFamily="34" charset="-127"/>
              <a:cs typeface="Times New Roman" panose="02020603050405020304" pitchFamily="18" charset="0"/>
            </a:endParaRPr>
          </a:p>
        </p:txBody>
      </p:sp>
      <p:grpSp>
        <p:nvGrpSpPr>
          <p:cNvPr id="45059" name="Group 31"/>
          <p:cNvGrpSpPr/>
          <p:nvPr/>
        </p:nvGrpSpPr>
        <p:grpSpPr bwMode="auto">
          <a:xfrm>
            <a:off x="0" y="0"/>
            <a:ext cx="6371219" cy="825500"/>
            <a:chOff x="51" y="0"/>
            <a:chExt cx="3023" cy="246"/>
          </a:xfrm>
        </p:grpSpPr>
        <p:sp>
          <p:nvSpPr>
            <p:cNvPr id="23" name="Line 32"/>
            <p:cNvSpPr>
              <a:spLocks noChangeShapeType="1"/>
            </p:cNvSpPr>
            <p:nvPr/>
          </p:nvSpPr>
          <p:spPr bwMode="auto">
            <a:xfrm flipV="1">
              <a:off x="96" y="202"/>
              <a:ext cx="2978" cy="0"/>
            </a:xfrm>
            <a:prstGeom prst="line">
              <a:avLst/>
            </a:prstGeom>
            <a:noFill/>
            <a:ln w="28575">
              <a:solidFill>
                <a:srgbClr val="0000FF"/>
              </a:solidFill>
              <a:round/>
            </a:ln>
            <a:effectLst>
              <a:glow rad="63500">
                <a:schemeClr val="accent3">
                  <a:satMod val="175000"/>
                  <a:alpha val="40000"/>
                </a:schemeClr>
              </a:glo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5076" name="Picture 33" descr="BD10263_"/>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 y="0"/>
              <a:ext cx="24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060" name="Rectangle 30"/>
          <p:cNvSpPr>
            <a:spLocks noChangeArrowheads="1"/>
          </p:cNvSpPr>
          <p:nvPr/>
        </p:nvSpPr>
        <p:spPr bwMode="auto">
          <a:xfrm>
            <a:off x="518465" y="163830"/>
            <a:ext cx="653732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实践问题</a:t>
            </a:r>
            <a:r>
              <a:rPr kumimoji="1" lang="en-US" altLang="zh-CN"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矩阵的秩的计算</a:t>
            </a:r>
          </a:p>
        </p:txBody>
      </p:sp>
      <p:sp>
        <p:nvSpPr>
          <p:cNvPr id="2" name="矩形 1"/>
          <p:cNvSpPr>
            <a:spLocks noChangeArrowheads="1"/>
          </p:cNvSpPr>
          <p:nvPr>
            <p:custDataLst>
              <p:tags r:id="rId2"/>
            </p:custDataLst>
          </p:nvPr>
        </p:nvSpPr>
        <p:spPr bwMode="auto">
          <a:xfrm>
            <a:off x="467995" y="1412875"/>
            <a:ext cx="1579880"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例</a:t>
            </a:r>
            <a:r>
              <a:rPr kumimoji="1" lang="en-US" altLang="zh-CN"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2.19</a:t>
            </a:r>
          </a:p>
        </p:txBody>
      </p:sp>
      <p:sp>
        <p:nvSpPr>
          <p:cNvPr id="4" name="Rectangle 4"/>
          <p:cNvSpPr/>
          <p:nvPr>
            <p:custDataLst>
              <p:tags r:id="rId3"/>
            </p:custDataLst>
          </p:nvPr>
        </p:nvSpPr>
        <p:spPr>
          <a:xfrm>
            <a:off x="1762125" y="1498600"/>
            <a:ext cx="5724525"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800" b="1" dirty="0">
                <a:latin typeface="华文中宋" panose="02010600040101010101" pitchFamily="2" charset="-122"/>
                <a:ea typeface="华文中宋" panose="02010600040101010101" pitchFamily="2" charset="-122"/>
              </a:rPr>
              <a:t>已知矩阵</a:t>
            </a:r>
            <a:r>
              <a:rPr lang="en-US" altLang="zh-CN" sz="2800" b="1" dirty="0">
                <a:latin typeface="Times New Roman" panose="02020603050405020304" pitchFamily="18" charset="0"/>
                <a:ea typeface="黑体" panose="02010609060101010101" pitchFamily="49" charset="-122"/>
              </a:rPr>
              <a:t>                   </a:t>
            </a:r>
          </a:p>
        </p:txBody>
      </p:sp>
      <p:sp>
        <p:nvSpPr>
          <p:cNvPr id="13" name="矩形 12"/>
          <p:cNvSpPr>
            <a:spLocks noChangeArrowheads="1"/>
          </p:cNvSpPr>
          <p:nvPr>
            <p:custDataLst>
              <p:tags r:id="rId4"/>
            </p:custDataLst>
          </p:nvPr>
        </p:nvSpPr>
        <p:spPr bwMode="auto">
          <a:xfrm>
            <a:off x="518160" y="3856990"/>
            <a:ext cx="1225550"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解：</a:t>
            </a:r>
          </a:p>
        </p:txBody>
      </p:sp>
      <p:graphicFrame>
        <p:nvGraphicFramePr>
          <p:cNvPr id="3" name="对象 -2147481627"/>
          <p:cNvGraphicFramePr>
            <a:graphicFrameLocks noChangeAspect="1"/>
          </p:cNvGraphicFramePr>
          <p:nvPr/>
        </p:nvGraphicFramePr>
        <p:xfrm>
          <a:off x="3368040" y="836295"/>
          <a:ext cx="4117975" cy="1802765"/>
        </p:xfrm>
        <a:graphic>
          <a:graphicData uri="http://schemas.openxmlformats.org/presentationml/2006/ole">
            <mc:AlternateContent xmlns:mc="http://schemas.openxmlformats.org/markup-compatibility/2006">
              <mc:Choice xmlns:v="urn:schemas-microsoft-com:vml" Requires="v">
                <p:oleObj spid="_x0000_s4115" name="Equation" r:id="rId9" imgW="50292000" imgH="21945600" progId="Equation.DSMT4">
                  <p:embed/>
                </p:oleObj>
              </mc:Choice>
              <mc:Fallback>
                <p:oleObj name="Equation" r:id="rId9" imgW="50292000" imgH="21945600" progId="Equation.DSMT4">
                  <p:embed/>
                  <p:pic>
                    <p:nvPicPr>
                      <p:cNvPr id="0" name="图片 8"/>
                      <p:cNvPicPr/>
                      <p:nvPr/>
                    </p:nvPicPr>
                    <p:blipFill>
                      <a:blip r:embed="rId10"/>
                      <a:stretch>
                        <a:fillRect/>
                      </a:stretch>
                    </p:blipFill>
                    <p:spPr>
                      <a:xfrm>
                        <a:off x="3368040" y="836295"/>
                        <a:ext cx="4117975" cy="1802765"/>
                      </a:xfrm>
                      <a:prstGeom prst="rect">
                        <a:avLst/>
                      </a:prstGeom>
                      <a:noFill/>
                      <a:ln w="38100">
                        <a:noFill/>
                        <a:miter/>
                      </a:ln>
                    </p:spPr>
                  </p:pic>
                </p:oleObj>
              </mc:Fallback>
            </mc:AlternateContent>
          </a:graphicData>
        </a:graphic>
      </p:graphicFrame>
      <p:graphicFrame>
        <p:nvGraphicFramePr>
          <p:cNvPr id="5" name="对象 -2147481626"/>
          <p:cNvGraphicFramePr>
            <a:graphicFrameLocks noChangeAspect="1"/>
          </p:cNvGraphicFramePr>
          <p:nvPr/>
        </p:nvGraphicFramePr>
        <p:xfrm>
          <a:off x="7738745" y="906145"/>
          <a:ext cx="1019810" cy="1748155"/>
        </p:xfrm>
        <a:graphic>
          <a:graphicData uri="http://schemas.openxmlformats.org/presentationml/2006/ole">
            <mc:AlternateContent xmlns:mc="http://schemas.openxmlformats.org/markup-compatibility/2006">
              <mc:Choice xmlns:v="urn:schemas-microsoft-com:vml" Requires="v">
                <p:oleObj spid="_x0000_s4116" name="Equation" r:id="rId11" imgW="12801600" imgH="21945600" progId="Equation.DSMT4">
                  <p:embed/>
                </p:oleObj>
              </mc:Choice>
              <mc:Fallback>
                <p:oleObj name="Equation" r:id="rId11" imgW="12801600" imgH="21945600" progId="Equation.DSMT4">
                  <p:embed/>
                  <p:pic>
                    <p:nvPicPr>
                      <p:cNvPr id="0" name="图片 9"/>
                      <p:cNvPicPr/>
                      <p:nvPr/>
                    </p:nvPicPr>
                    <p:blipFill>
                      <a:blip r:embed="rId12"/>
                      <a:stretch>
                        <a:fillRect/>
                      </a:stretch>
                    </p:blipFill>
                    <p:spPr>
                      <a:xfrm>
                        <a:off x="7738745" y="906145"/>
                        <a:ext cx="1019810" cy="1748155"/>
                      </a:xfrm>
                      <a:prstGeom prst="rect">
                        <a:avLst/>
                      </a:prstGeom>
                      <a:noFill/>
                      <a:ln w="38100">
                        <a:noFill/>
                        <a:miter/>
                      </a:ln>
                    </p:spPr>
                  </p:pic>
                </p:oleObj>
              </mc:Fallback>
            </mc:AlternateContent>
          </a:graphicData>
        </a:graphic>
      </p:graphicFrame>
      <p:sp>
        <p:nvSpPr>
          <p:cNvPr id="11" name="Rectangle 4"/>
          <p:cNvSpPr/>
          <p:nvPr>
            <p:custDataLst>
              <p:tags r:id="rId5"/>
            </p:custDataLst>
          </p:nvPr>
        </p:nvSpPr>
        <p:spPr>
          <a:xfrm>
            <a:off x="1308735" y="2708910"/>
            <a:ext cx="5724525"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800" b="1" dirty="0">
                <a:latin typeface="华文中宋" panose="02010600040101010101" pitchFamily="2" charset="-122"/>
                <a:ea typeface="华文中宋" panose="02010600040101010101" pitchFamily="2" charset="-122"/>
              </a:rPr>
              <a:t>求</a:t>
            </a:r>
            <a:r>
              <a:rPr lang="en-US" altLang="zh-CN" sz="2800" b="1" i="1" dirty="0">
                <a:latin typeface="Times New Roman" panose="02020603050405020304" pitchFamily="18" charset="0"/>
                <a:ea typeface="黑体" panose="02010609060101010101" pitchFamily="49" charset="-122"/>
                <a:sym typeface="+mn-ea"/>
              </a:rPr>
              <a:t>R</a:t>
            </a:r>
            <a:r>
              <a:rPr lang="en-US" altLang="zh-CN" sz="2800" b="1" dirty="0">
                <a:latin typeface="Times New Roman" panose="02020603050405020304" pitchFamily="18" charset="0"/>
                <a:ea typeface="黑体" panose="02010609060101010101" pitchFamily="49" charset="-122"/>
                <a:sym typeface="+mn-ea"/>
              </a:rPr>
              <a:t>(</a:t>
            </a:r>
            <a:r>
              <a:rPr lang="en-US" altLang="zh-CN" sz="2800" b="1" i="1" dirty="0">
                <a:latin typeface="Times New Roman" panose="02020603050405020304" pitchFamily="18" charset="0"/>
                <a:ea typeface="黑体" panose="02010609060101010101" pitchFamily="49" charset="-122"/>
                <a:sym typeface="+mn-ea"/>
              </a:rPr>
              <a:t>A</a:t>
            </a:r>
            <a:r>
              <a:rPr lang="en-US" altLang="zh-CN" sz="2800" b="1" dirty="0">
                <a:latin typeface="Times New Roman" panose="02020603050405020304" pitchFamily="18" charset="0"/>
                <a:ea typeface="黑体" panose="02010609060101010101" pitchFamily="49" charset="-122"/>
                <a:sym typeface="+mn-ea"/>
              </a:rPr>
              <a:t>)</a:t>
            </a:r>
            <a:r>
              <a:rPr lang="zh-CN" altLang="en-US" sz="2800" b="1" dirty="0">
                <a:latin typeface="华文中宋" panose="02010600040101010101" pitchFamily="2" charset="-122"/>
                <a:ea typeface="华文中宋" panose="02010600040101010101" pitchFamily="2" charset="-122"/>
                <a:sym typeface="+mn-ea"/>
              </a:rPr>
              <a:t>，</a:t>
            </a:r>
            <a:r>
              <a:rPr lang="en-US" altLang="zh-CN" sz="2800" b="1" i="1" dirty="0">
                <a:latin typeface="Times New Roman" panose="02020603050405020304" pitchFamily="18" charset="0"/>
                <a:ea typeface="黑体" panose="02010609060101010101" pitchFamily="49" charset="-122"/>
                <a:sym typeface="+mn-ea"/>
              </a:rPr>
              <a:t>R(A</a:t>
            </a:r>
            <a:r>
              <a:rPr lang="zh-CN" altLang="en-US" sz="2800" b="1" i="1" dirty="0">
                <a:latin typeface="Times New Roman" panose="02020603050405020304" pitchFamily="18" charset="0"/>
                <a:ea typeface="黑体" panose="02010609060101010101" pitchFamily="49" charset="-122"/>
                <a:sym typeface="+mn-ea"/>
              </a:rPr>
              <a:t>，</a:t>
            </a:r>
            <a:r>
              <a:rPr lang="en-US" altLang="zh-CN" sz="2800" b="1" i="1" dirty="0">
                <a:latin typeface="Times New Roman" panose="02020603050405020304" pitchFamily="18" charset="0"/>
                <a:ea typeface="黑体" panose="02010609060101010101" pitchFamily="49" charset="-122"/>
                <a:sym typeface="+mn-ea"/>
              </a:rPr>
              <a:t>B</a:t>
            </a:r>
            <a:r>
              <a:rPr lang="en-US" altLang="zh-CN" sz="2800" b="1" dirty="0">
                <a:latin typeface="Times New Roman" panose="02020603050405020304" pitchFamily="18" charset="0"/>
                <a:ea typeface="黑体" panose="02010609060101010101" pitchFamily="49" charset="-122"/>
                <a:sym typeface="+mn-ea"/>
              </a:rPr>
              <a:t>)</a:t>
            </a:r>
            <a:r>
              <a:rPr lang="en-US" altLang="zh-CN" sz="2800" b="1" dirty="0">
                <a:latin typeface="Times New Roman" panose="02020603050405020304" pitchFamily="18" charset="0"/>
                <a:ea typeface="黑体" panose="02010609060101010101" pitchFamily="49" charset="-122"/>
              </a:rPr>
              <a:t>                   </a:t>
            </a:r>
          </a:p>
        </p:txBody>
      </p:sp>
      <p:graphicFrame>
        <p:nvGraphicFramePr>
          <p:cNvPr id="7" name="对象 -2147481615"/>
          <p:cNvGraphicFramePr>
            <a:graphicFrameLocks noChangeAspect="1"/>
          </p:cNvGraphicFramePr>
          <p:nvPr/>
        </p:nvGraphicFramePr>
        <p:xfrm>
          <a:off x="1308100" y="3354388"/>
          <a:ext cx="6950075" cy="1731962"/>
        </p:xfrm>
        <a:graphic>
          <a:graphicData uri="http://schemas.openxmlformats.org/presentationml/2006/ole">
            <mc:AlternateContent xmlns:mc="http://schemas.openxmlformats.org/markup-compatibility/2006">
              <mc:Choice xmlns:v="urn:schemas-microsoft-com:vml" Requires="v">
                <p:oleObj spid="_x0000_s4117" name="Equation" r:id="rId13" imgW="88087200" imgH="21945600" progId="Equation.DSMT4">
                  <p:embed/>
                </p:oleObj>
              </mc:Choice>
              <mc:Fallback>
                <p:oleObj name="Equation" r:id="rId13" imgW="88087200" imgH="21945600" progId="Equation.DSMT4">
                  <p:embed/>
                  <p:pic>
                    <p:nvPicPr>
                      <p:cNvPr id="0" name="图片 11"/>
                      <p:cNvPicPr/>
                      <p:nvPr/>
                    </p:nvPicPr>
                    <p:blipFill>
                      <a:blip r:embed="rId14"/>
                      <a:stretch>
                        <a:fillRect/>
                      </a:stretch>
                    </p:blipFill>
                    <p:spPr>
                      <a:xfrm>
                        <a:off x="1308100" y="3354388"/>
                        <a:ext cx="6950075" cy="1731962"/>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125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8"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left)">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left)">
                                      <p:cBhvr>
                                        <p:cTn id="25" dur="10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0">
            <a:hlinkClick r:id="rId9" action="ppaction://hlinksldjump"/>
          </p:cNvPr>
          <p:cNvSpPr>
            <a:spLocks noChangeArrowheads="1"/>
          </p:cNvSpPr>
          <p:nvPr/>
        </p:nvSpPr>
        <p:spPr bwMode="auto">
          <a:xfrm>
            <a:off x="450850" y="393700"/>
            <a:ext cx="40322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Gulim" panose="020B0600000101010101" pitchFamily="34" charset="-127"/>
              <a:cs typeface="Times New Roman" panose="02020603050405020304" pitchFamily="18" charset="0"/>
            </a:endParaRPr>
          </a:p>
        </p:txBody>
      </p:sp>
      <p:grpSp>
        <p:nvGrpSpPr>
          <p:cNvPr id="45059" name="Group 31"/>
          <p:cNvGrpSpPr/>
          <p:nvPr/>
        </p:nvGrpSpPr>
        <p:grpSpPr bwMode="auto">
          <a:xfrm>
            <a:off x="0" y="0"/>
            <a:ext cx="6371219" cy="825500"/>
            <a:chOff x="51" y="0"/>
            <a:chExt cx="3023" cy="246"/>
          </a:xfrm>
        </p:grpSpPr>
        <p:sp>
          <p:nvSpPr>
            <p:cNvPr id="23" name="Line 32"/>
            <p:cNvSpPr>
              <a:spLocks noChangeShapeType="1"/>
            </p:cNvSpPr>
            <p:nvPr/>
          </p:nvSpPr>
          <p:spPr bwMode="auto">
            <a:xfrm flipV="1">
              <a:off x="96" y="202"/>
              <a:ext cx="2978" cy="0"/>
            </a:xfrm>
            <a:prstGeom prst="line">
              <a:avLst/>
            </a:prstGeom>
            <a:noFill/>
            <a:ln w="28575">
              <a:solidFill>
                <a:srgbClr val="0000FF"/>
              </a:solidFill>
              <a:round/>
            </a:ln>
            <a:effectLst>
              <a:glow rad="63500">
                <a:schemeClr val="accent3">
                  <a:satMod val="175000"/>
                  <a:alpha val="40000"/>
                </a:schemeClr>
              </a:glo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5076" name="Picture 33" descr="BD10263_"/>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 y="0"/>
              <a:ext cx="24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060" name="Rectangle 30"/>
          <p:cNvSpPr>
            <a:spLocks noChangeArrowheads="1"/>
          </p:cNvSpPr>
          <p:nvPr/>
        </p:nvSpPr>
        <p:spPr bwMode="auto">
          <a:xfrm>
            <a:off x="518465" y="163830"/>
            <a:ext cx="653732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实践问题</a:t>
            </a:r>
            <a:r>
              <a:rPr kumimoji="1" lang="en-US" altLang="zh-CN"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矩阵的秩的计算</a:t>
            </a:r>
          </a:p>
        </p:txBody>
      </p:sp>
      <p:sp>
        <p:nvSpPr>
          <p:cNvPr id="2" name="矩形 1"/>
          <p:cNvSpPr>
            <a:spLocks noChangeArrowheads="1"/>
          </p:cNvSpPr>
          <p:nvPr>
            <p:custDataLst>
              <p:tags r:id="rId2"/>
            </p:custDataLst>
          </p:nvPr>
        </p:nvSpPr>
        <p:spPr bwMode="auto">
          <a:xfrm>
            <a:off x="467995" y="1412875"/>
            <a:ext cx="1689735"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例</a:t>
            </a:r>
            <a:r>
              <a:rPr kumimoji="1" lang="en-US" altLang="zh-CN"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2.19</a:t>
            </a:r>
          </a:p>
        </p:txBody>
      </p:sp>
      <p:sp>
        <p:nvSpPr>
          <p:cNvPr id="4" name="Rectangle 4"/>
          <p:cNvSpPr/>
          <p:nvPr>
            <p:custDataLst>
              <p:tags r:id="rId3"/>
            </p:custDataLst>
          </p:nvPr>
        </p:nvSpPr>
        <p:spPr>
          <a:xfrm>
            <a:off x="1762125" y="1498600"/>
            <a:ext cx="5724525"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800" b="1" dirty="0">
                <a:latin typeface="华文中宋" panose="02010600040101010101" pitchFamily="2" charset="-122"/>
                <a:ea typeface="华文中宋" panose="02010600040101010101" pitchFamily="2" charset="-122"/>
              </a:rPr>
              <a:t>已知矩阵</a:t>
            </a:r>
            <a:r>
              <a:rPr lang="en-US" altLang="zh-CN" sz="2800" b="1" dirty="0">
                <a:latin typeface="华文中宋" panose="02010600040101010101" pitchFamily="2" charset="-122"/>
                <a:ea typeface="华文中宋" panose="02010600040101010101" pitchFamily="2" charset="-122"/>
              </a:rPr>
              <a:t> </a:t>
            </a:r>
            <a:r>
              <a:rPr lang="en-US" altLang="zh-CN" sz="2800" b="1" dirty="0">
                <a:latin typeface="Times New Roman" panose="02020603050405020304" pitchFamily="18" charset="0"/>
                <a:ea typeface="黑体" panose="02010609060101010101" pitchFamily="49" charset="-122"/>
              </a:rPr>
              <a:t>                  </a:t>
            </a:r>
          </a:p>
        </p:txBody>
      </p:sp>
      <p:graphicFrame>
        <p:nvGraphicFramePr>
          <p:cNvPr id="3" name="对象 -2147481627"/>
          <p:cNvGraphicFramePr>
            <a:graphicFrameLocks noChangeAspect="1"/>
          </p:cNvGraphicFramePr>
          <p:nvPr>
            <p:custDataLst>
              <p:tags r:id="rId4"/>
            </p:custDataLst>
          </p:nvPr>
        </p:nvGraphicFramePr>
        <p:xfrm>
          <a:off x="3345815" y="855345"/>
          <a:ext cx="4117975" cy="1802765"/>
        </p:xfrm>
        <a:graphic>
          <a:graphicData uri="http://schemas.openxmlformats.org/presentationml/2006/ole">
            <mc:AlternateContent xmlns:mc="http://schemas.openxmlformats.org/markup-compatibility/2006">
              <mc:Choice xmlns:v="urn:schemas-microsoft-com:vml" Requires="v">
                <p:oleObj spid="_x0000_s5139" name="Equation" r:id="rId11" imgW="50292000" imgH="21945600" progId="Equation.DSMT4">
                  <p:embed/>
                </p:oleObj>
              </mc:Choice>
              <mc:Fallback>
                <p:oleObj name="Equation" r:id="rId11" imgW="50292000" imgH="21945600" progId="Equation.DSMT4">
                  <p:embed/>
                  <p:pic>
                    <p:nvPicPr>
                      <p:cNvPr id="0" name="图片 8"/>
                      <p:cNvPicPr/>
                      <p:nvPr/>
                    </p:nvPicPr>
                    <p:blipFill>
                      <a:blip r:embed="rId12"/>
                      <a:stretch>
                        <a:fillRect/>
                      </a:stretch>
                    </p:blipFill>
                    <p:spPr>
                      <a:xfrm>
                        <a:off x="3345815" y="855345"/>
                        <a:ext cx="4117975" cy="1802765"/>
                      </a:xfrm>
                      <a:prstGeom prst="rect">
                        <a:avLst/>
                      </a:prstGeom>
                      <a:noFill/>
                      <a:ln w="38100">
                        <a:noFill/>
                        <a:miter/>
                      </a:ln>
                    </p:spPr>
                  </p:pic>
                </p:oleObj>
              </mc:Fallback>
            </mc:AlternateContent>
          </a:graphicData>
        </a:graphic>
      </p:graphicFrame>
      <p:graphicFrame>
        <p:nvGraphicFramePr>
          <p:cNvPr id="5" name="对象 -2147481626"/>
          <p:cNvGraphicFramePr>
            <a:graphicFrameLocks noChangeAspect="1"/>
          </p:cNvGraphicFramePr>
          <p:nvPr>
            <p:custDataLst>
              <p:tags r:id="rId5"/>
            </p:custDataLst>
          </p:nvPr>
        </p:nvGraphicFramePr>
        <p:xfrm>
          <a:off x="7738745" y="906145"/>
          <a:ext cx="1019810" cy="1748155"/>
        </p:xfrm>
        <a:graphic>
          <a:graphicData uri="http://schemas.openxmlformats.org/presentationml/2006/ole">
            <mc:AlternateContent xmlns:mc="http://schemas.openxmlformats.org/markup-compatibility/2006">
              <mc:Choice xmlns:v="urn:schemas-microsoft-com:vml" Requires="v">
                <p:oleObj spid="_x0000_s5140" name="Equation" r:id="rId13" imgW="12801600" imgH="21945600" progId="Equation.DSMT4">
                  <p:embed/>
                </p:oleObj>
              </mc:Choice>
              <mc:Fallback>
                <p:oleObj name="Equation" r:id="rId13" imgW="12801600" imgH="21945600" progId="Equation.DSMT4">
                  <p:embed/>
                  <p:pic>
                    <p:nvPicPr>
                      <p:cNvPr id="0" name="图片 9"/>
                      <p:cNvPicPr/>
                      <p:nvPr/>
                    </p:nvPicPr>
                    <p:blipFill>
                      <a:blip r:embed="rId14"/>
                      <a:stretch>
                        <a:fillRect/>
                      </a:stretch>
                    </p:blipFill>
                    <p:spPr>
                      <a:xfrm>
                        <a:off x="7738745" y="906145"/>
                        <a:ext cx="1019810" cy="1748155"/>
                      </a:xfrm>
                      <a:prstGeom prst="rect">
                        <a:avLst/>
                      </a:prstGeom>
                      <a:noFill/>
                      <a:ln w="38100">
                        <a:noFill/>
                        <a:miter/>
                      </a:ln>
                    </p:spPr>
                  </p:pic>
                </p:oleObj>
              </mc:Fallback>
            </mc:AlternateContent>
          </a:graphicData>
        </a:graphic>
      </p:graphicFrame>
      <p:sp>
        <p:nvSpPr>
          <p:cNvPr id="11" name="Rectangle 4"/>
          <p:cNvSpPr/>
          <p:nvPr>
            <p:custDataLst>
              <p:tags r:id="rId6"/>
            </p:custDataLst>
          </p:nvPr>
        </p:nvSpPr>
        <p:spPr>
          <a:xfrm>
            <a:off x="1308735" y="2708910"/>
            <a:ext cx="5724525"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800" b="1" dirty="0">
                <a:latin typeface="华文中宋" panose="02010600040101010101" pitchFamily="2" charset="-122"/>
                <a:ea typeface="华文中宋" panose="02010600040101010101" pitchFamily="2" charset="-122"/>
              </a:rPr>
              <a:t>求</a:t>
            </a:r>
            <a:r>
              <a:rPr lang="en-US" altLang="zh-CN" sz="2800" b="1" i="1" dirty="0">
                <a:latin typeface="Times New Roman" panose="02020603050405020304" pitchFamily="18" charset="0"/>
                <a:ea typeface="黑体" panose="02010609060101010101" pitchFamily="49" charset="-122"/>
                <a:sym typeface="+mn-ea"/>
              </a:rPr>
              <a:t>R</a:t>
            </a:r>
            <a:r>
              <a:rPr lang="en-US" altLang="zh-CN" sz="2800" b="1" dirty="0">
                <a:latin typeface="Times New Roman" panose="02020603050405020304" pitchFamily="18" charset="0"/>
                <a:ea typeface="黑体" panose="02010609060101010101" pitchFamily="49" charset="-122"/>
                <a:sym typeface="+mn-ea"/>
              </a:rPr>
              <a:t>(</a:t>
            </a:r>
            <a:r>
              <a:rPr lang="en-US" altLang="zh-CN" sz="2800" b="1" i="1" dirty="0">
                <a:latin typeface="Times New Roman" panose="02020603050405020304" pitchFamily="18" charset="0"/>
                <a:ea typeface="黑体" panose="02010609060101010101" pitchFamily="49" charset="-122"/>
                <a:sym typeface="+mn-ea"/>
              </a:rPr>
              <a:t>A</a:t>
            </a:r>
            <a:r>
              <a:rPr lang="en-US" altLang="zh-CN" sz="2800" b="1" dirty="0">
                <a:latin typeface="Times New Roman" panose="02020603050405020304" pitchFamily="18" charset="0"/>
                <a:ea typeface="黑体" panose="02010609060101010101" pitchFamily="49" charset="-122"/>
                <a:sym typeface="+mn-ea"/>
              </a:rPr>
              <a:t>)</a:t>
            </a:r>
            <a:r>
              <a:rPr lang="zh-CN" altLang="en-US" sz="2800" b="1" dirty="0">
                <a:latin typeface="华文中宋" panose="02010600040101010101" pitchFamily="2" charset="-122"/>
                <a:ea typeface="华文中宋" panose="02010600040101010101" pitchFamily="2" charset="-122"/>
                <a:sym typeface="+mn-ea"/>
              </a:rPr>
              <a:t>，</a:t>
            </a:r>
            <a:r>
              <a:rPr lang="en-US" altLang="zh-CN" sz="2800" b="1" i="1" dirty="0">
                <a:latin typeface="Times New Roman" panose="02020603050405020304" pitchFamily="18" charset="0"/>
                <a:ea typeface="黑体" panose="02010609060101010101" pitchFamily="49" charset="-122"/>
                <a:sym typeface="+mn-ea"/>
              </a:rPr>
              <a:t>R</a:t>
            </a:r>
            <a:r>
              <a:rPr lang="en-US" altLang="zh-CN" sz="2800" b="1" dirty="0">
                <a:latin typeface="Times New Roman" panose="02020603050405020304" pitchFamily="18" charset="0"/>
                <a:ea typeface="黑体" panose="02010609060101010101" pitchFamily="49" charset="-122"/>
                <a:sym typeface="+mn-ea"/>
              </a:rPr>
              <a:t>(</a:t>
            </a:r>
            <a:r>
              <a:rPr lang="en-US" altLang="zh-CN" sz="2800" b="1" i="1" dirty="0">
                <a:latin typeface="Times New Roman" panose="02020603050405020304" pitchFamily="18" charset="0"/>
                <a:ea typeface="黑体" panose="02010609060101010101" pitchFamily="49" charset="-122"/>
                <a:sym typeface="+mn-ea"/>
              </a:rPr>
              <a:t>A</a:t>
            </a:r>
            <a:r>
              <a:rPr lang="zh-CN" altLang="en-US" sz="2800" b="1" i="1" dirty="0">
                <a:latin typeface="Times New Roman" panose="02020603050405020304" pitchFamily="18" charset="0"/>
                <a:ea typeface="黑体" panose="02010609060101010101" pitchFamily="49" charset="-122"/>
                <a:sym typeface="+mn-ea"/>
              </a:rPr>
              <a:t>，</a:t>
            </a:r>
            <a:r>
              <a:rPr lang="en-US" altLang="zh-CN" sz="2800" b="1" i="1" dirty="0">
                <a:latin typeface="Times New Roman" panose="02020603050405020304" pitchFamily="18" charset="0"/>
                <a:ea typeface="黑体" panose="02010609060101010101" pitchFamily="49" charset="-122"/>
                <a:sym typeface="+mn-ea"/>
              </a:rPr>
              <a:t>B</a:t>
            </a:r>
            <a:r>
              <a:rPr lang="en-US" altLang="zh-CN" sz="2800" b="1" dirty="0">
                <a:latin typeface="Times New Roman" panose="02020603050405020304" pitchFamily="18" charset="0"/>
                <a:ea typeface="黑体" panose="02010609060101010101" pitchFamily="49" charset="-122"/>
                <a:sym typeface="+mn-ea"/>
              </a:rPr>
              <a:t>)</a:t>
            </a:r>
            <a:r>
              <a:rPr lang="en-US" altLang="zh-CN" sz="2800" b="1" dirty="0">
                <a:latin typeface="Times New Roman" panose="02020603050405020304" pitchFamily="18" charset="0"/>
                <a:ea typeface="黑体" panose="02010609060101010101" pitchFamily="49" charset="-122"/>
              </a:rPr>
              <a:t>                   </a:t>
            </a:r>
          </a:p>
        </p:txBody>
      </p:sp>
      <p:graphicFrame>
        <p:nvGraphicFramePr>
          <p:cNvPr id="7" name="对象 -2147481614"/>
          <p:cNvGraphicFramePr>
            <a:graphicFrameLocks noChangeAspect="1"/>
          </p:cNvGraphicFramePr>
          <p:nvPr/>
        </p:nvGraphicFramePr>
        <p:xfrm>
          <a:off x="1379538" y="3357563"/>
          <a:ext cx="5700712" cy="1698625"/>
        </p:xfrm>
        <a:graphic>
          <a:graphicData uri="http://schemas.openxmlformats.org/presentationml/2006/ole">
            <mc:AlternateContent xmlns:mc="http://schemas.openxmlformats.org/markup-compatibility/2006">
              <mc:Choice xmlns:v="urn:schemas-microsoft-com:vml" Requires="v">
                <p:oleObj spid="_x0000_s5141" name="Equation" r:id="rId15" imgW="73761600" imgH="21945600" progId="Equation.DSMT4">
                  <p:embed/>
                </p:oleObj>
              </mc:Choice>
              <mc:Fallback>
                <p:oleObj name="Equation" r:id="rId15" imgW="73761600" imgH="21945600" progId="Equation.DSMT4">
                  <p:embed/>
                  <p:pic>
                    <p:nvPicPr>
                      <p:cNvPr id="0" name="图片 3075"/>
                      <p:cNvPicPr/>
                      <p:nvPr/>
                    </p:nvPicPr>
                    <p:blipFill>
                      <a:blip r:embed="rId16"/>
                      <a:stretch>
                        <a:fillRect/>
                      </a:stretch>
                    </p:blipFill>
                    <p:spPr>
                      <a:xfrm>
                        <a:off x="1379538" y="3357563"/>
                        <a:ext cx="5700712" cy="1698625"/>
                      </a:xfrm>
                      <a:prstGeom prst="rect">
                        <a:avLst/>
                      </a:prstGeom>
                      <a:noFill/>
                      <a:ln w="38100">
                        <a:noFill/>
                        <a:miter/>
                      </a:ln>
                    </p:spPr>
                  </p:pic>
                </p:oleObj>
              </mc:Fallback>
            </mc:AlternateContent>
          </a:graphicData>
        </a:graphic>
      </p:graphicFrame>
      <p:sp>
        <p:nvSpPr>
          <p:cNvPr id="54282" name="Text Box 10"/>
          <p:cNvSpPr txBox="1"/>
          <p:nvPr>
            <p:custDataLst>
              <p:tags r:id="rId7"/>
            </p:custDataLst>
          </p:nvPr>
        </p:nvSpPr>
        <p:spPr>
          <a:xfrm>
            <a:off x="1115695" y="5373370"/>
            <a:ext cx="4412615"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黑体" panose="02010609060101010101" pitchFamily="49" charset="-122"/>
              </a:rPr>
              <a:t>故</a:t>
            </a:r>
            <a:r>
              <a:rPr lang="en-US" altLang="zh-CN" sz="2800" b="1" i="1" dirty="0">
                <a:latin typeface="Times New Roman" panose="02020603050405020304" pitchFamily="18" charset="0"/>
                <a:ea typeface="黑体" panose="02010609060101010101" pitchFamily="49" charset="-122"/>
              </a:rPr>
              <a:t>R</a:t>
            </a:r>
            <a:r>
              <a:rPr lang="en-US" altLang="zh-CN" sz="2800" b="1" dirty="0">
                <a:latin typeface="Times New Roman" panose="02020603050405020304" pitchFamily="18" charset="0"/>
                <a:ea typeface="黑体" panose="02010609060101010101" pitchFamily="49" charset="-122"/>
              </a:rPr>
              <a:t>(</a:t>
            </a:r>
            <a:r>
              <a:rPr lang="en-US" altLang="zh-CN" sz="2800" b="1" i="1" dirty="0">
                <a:latin typeface="Times New Roman" panose="02020603050405020304" pitchFamily="18" charset="0"/>
                <a:ea typeface="黑体" panose="02010609060101010101" pitchFamily="49" charset="-122"/>
              </a:rPr>
              <a:t>A</a:t>
            </a:r>
            <a:r>
              <a:rPr lang="en-US" altLang="zh-CN" sz="2800" b="1" dirty="0">
                <a:latin typeface="Times New Roman" panose="02020603050405020304" pitchFamily="18" charset="0"/>
                <a:ea typeface="黑体" panose="02010609060101010101" pitchFamily="49" charset="-122"/>
              </a:rPr>
              <a:t>) =2</a:t>
            </a:r>
            <a:r>
              <a:rPr lang="zh-CN" altLang="en-US" sz="2800" b="1" dirty="0">
                <a:latin typeface="Times New Roman" panose="02020603050405020304" pitchFamily="18" charset="0"/>
                <a:ea typeface="黑体" panose="02010609060101010101" pitchFamily="49" charset="-122"/>
              </a:rPr>
              <a:t>，</a:t>
            </a:r>
            <a:r>
              <a:rPr lang="en-US" altLang="zh-CN" sz="2800" b="1" i="1" dirty="0">
                <a:latin typeface="Times New Roman" panose="02020603050405020304" pitchFamily="18" charset="0"/>
                <a:ea typeface="黑体" panose="02010609060101010101" pitchFamily="49" charset="-122"/>
                <a:sym typeface="+mn-ea"/>
              </a:rPr>
              <a:t>R</a:t>
            </a:r>
            <a:r>
              <a:rPr lang="en-US" altLang="zh-CN" sz="2800" b="1" dirty="0">
                <a:latin typeface="Times New Roman" panose="02020603050405020304" pitchFamily="18" charset="0"/>
                <a:ea typeface="黑体" panose="02010609060101010101" pitchFamily="49" charset="-122"/>
                <a:sym typeface="+mn-ea"/>
              </a:rPr>
              <a:t>(</a:t>
            </a:r>
            <a:r>
              <a:rPr lang="en-US" altLang="zh-CN" sz="2800" b="1" i="1" dirty="0">
                <a:latin typeface="Times New Roman" panose="02020603050405020304" pitchFamily="18" charset="0"/>
                <a:ea typeface="黑体" panose="02010609060101010101" pitchFamily="49" charset="-122"/>
                <a:sym typeface="+mn-ea"/>
              </a:rPr>
              <a:t>A</a:t>
            </a:r>
            <a:r>
              <a:rPr lang="zh-CN" altLang="en-US" sz="2800" b="1" i="1" dirty="0">
                <a:latin typeface="Times New Roman" panose="02020603050405020304" pitchFamily="18" charset="0"/>
                <a:ea typeface="黑体" panose="02010609060101010101" pitchFamily="49" charset="-122"/>
                <a:sym typeface="+mn-ea"/>
              </a:rPr>
              <a:t>，</a:t>
            </a:r>
            <a:r>
              <a:rPr lang="en-US" altLang="zh-CN" sz="2800" b="1" i="1" dirty="0">
                <a:latin typeface="Times New Roman" panose="02020603050405020304" pitchFamily="18" charset="0"/>
                <a:ea typeface="黑体" panose="02010609060101010101" pitchFamily="49" charset="-122"/>
                <a:sym typeface="+mn-ea"/>
              </a:rPr>
              <a:t>B</a:t>
            </a:r>
            <a:r>
              <a:rPr lang="en-US" altLang="zh-CN" sz="2800" b="1" dirty="0">
                <a:latin typeface="Times New Roman" panose="02020603050405020304" pitchFamily="18" charset="0"/>
                <a:ea typeface="黑体" panose="02010609060101010101" pitchFamily="49" charset="-122"/>
                <a:sym typeface="+mn-ea"/>
              </a:rPr>
              <a:t>)  = 3</a:t>
            </a:r>
            <a:endParaRPr lang="zh-CN" altLang="en-US" sz="2800" b="1" dirty="0">
              <a:latin typeface="Times New Roman" panose="02020603050405020304" pitchFamily="18" charset="0"/>
              <a:ea typeface="黑体" panose="02010609060101010101" pitchFamily="49" charset="-122"/>
            </a:endParaRPr>
          </a:p>
        </p:txBody>
      </p:sp>
      <p:sp>
        <p:nvSpPr>
          <p:cNvPr id="6" name="TextBox 5">
            <a:extLst>
              <a:ext uri="{FF2B5EF4-FFF2-40B4-BE49-F238E27FC236}">
                <a16:creationId xmlns:a16="http://schemas.microsoft.com/office/drawing/2014/main" id="{31290D84-9054-944B-970B-1C986D4B3C59}"/>
              </a:ext>
            </a:extLst>
          </p:cNvPr>
          <p:cNvSpPr txBox="1"/>
          <p:nvPr/>
        </p:nvSpPr>
        <p:spPr>
          <a:xfrm>
            <a:off x="1187623" y="5895340"/>
            <a:ext cx="7570931" cy="523220"/>
          </a:xfrm>
          <a:prstGeom prst="rect">
            <a:avLst/>
          </a:prstGeom>
          <a:noFill/>
        </p:spPr>
        <p:txBody>
          <a:bodyPr wrap="square" rtlCol="0">
            <a:spAutoFit/>
          </a:bodyPr>
          <a:lstStyle/>
          <a:p>
            <a:r>
              <a:rPr lang="zh-TW" altLang="en-US" dirty="0"/>
              <a:t>以</a:t>
            </a:r>
            <a:r>
              <a:rPr lang="en-US" altLang="zh-CN" dirty="0"/>
              <a:t>(</a:t>
            </a:r>
            <a:r>
              <a:rPr lang="en-US" altLang="zh-TW" dirty="0"/>
              <a:t>A</a:t>
            </a:r>
            <a:r>
              <a:rPr lang="en-US" altLang="zh-CN" dirty="0"/>
              <a:t>|B)</a:t>
            </a:r>
            <a:r>
              <a:rPr lang="zh-TW" altLang="en-US" dirty="0"/>
              <a:t>为增广矩阵的线性方程组是否有解</a:t>
            </a:r>
            <a:r>
              <a:rPr lang="zh-CN" altLang="en-US" dirty="0"/>
              <a:t>？</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125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282"/>
                                        </p:tgtEl>
                                        <p:attrNameLst>
                                          <p:attrName>style.visibility</p:attrName>
                                        </p:attrNameLst>
                                      </p:cBhvr>
                                      <p:to>
                                        <p:strVal val="visible"/>
                                      </p:to>
                                    </p:set>
                                    <p:animEffect transition="in" filter="wipe(left)">
                                      <p:cBhvr>
                                        <p:cTn id="12" dur="500"/>
                                        <p:tgtEl>
                                          <p:spTgt spid="54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8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0">
            <a:hlinkClick r:id="rId9" action="ppaction://hlinksldjump"/>
          </p:cNvPr>
          <p:cNvSpPr>
            <a:spLocks noChangeArrowheads="1"/>
          </p:cNvSpPr>
          <p:nvPr/>
        </p:nvSpPr>
        <p:spPr bwMode="auto">
          <a:xfrm>
            <a:off x="450850" y="393700"/>
            <a:ext cx="40322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Gulim" panose="020B0600000101010101" pitchFamily="34" charset="-127"/>
              <a:cs typeface="Times New Roman" panose="02020603050405020304" pitchFamily="18" charset="0"/>
            </a:endParaRPr>
          </a:p>
        </p:txBody>
      </p:sp>
      <p:grpSp>
        <p:nvGrpSpPr>
          <p:cNvPr id="45059" name="Group 31"/>
          <p:cNvGrpSpPr/>
          <p:nvPr/>
        </p:nvGrpSpPr>
        <p:grpSpPr bwMode="auto">
          <a:xfrm>
            <a:off x="0" y="0"/>
            <a:ext cx="6371219" cy="825500"/>
            <a:chOff x="51" y="0"/>
            <a:chExt cx="3023" cy="246"/>
          </a:xfrm>
        </p:grpSpPr>
        <p:sp>
          <p:nvSpPr>
            <p:cNvPr id="23" name="Line 32"/>
            <p:cNvSpPr>
              <a:spLocks noChangeShapeType="1"/>
            </p:cNvSpPr>
            <p:nvPr/>
          </p:nvSpPr>
          <p:spPr bwMode="auto">
            <a:xfrm flipV="1">
              <a:off x="96" y="202"/>
              <a:ext cx="2978" cy="0"/>
            </a:xfrm>
            <a:prstGeom prst="line">
              <a:avLst/>
            </a:prstGeom>
            <a:noFill/>
            <a:ln w="28575">
              <a:solidFill>
                <a:srgbClr val="0000FF"/>
              </a:solidFill>
              <a:round/>
            </a:ln>
            <a:effectLst>
              <a:glow rad="63500">
                <a:schemeClr val="accent3">
                  <a:satMod val="175000"/>
                  <a:alpha val="40000"/>
                </a:schemeClr>
              </a:glo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5076" name="Picture 33" descr="BD10263_"/>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 y="0"/>
              <a:ext cx="24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060" name="Rectangle 30"/>
          <p:cNvSpPr>
            <a:spLocks noChangeArrowheads="1"/>
          </p:cNvSpPr>
          <p:nvPr/>
        </p:nvSpPr>
        <p:spPr bwMode="auto">
          <a:xfrm>
            <a:off x="518465" y="163830"/>
            <a:ext cx="653732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实践问题</a:t>
            </a:r>
            <a:r>
              <a:rPr kumimoji="1" lang="en-US" altLang="zh-CN"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6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矩阵的秩的计算</a:t>
            </a:r>
          </a:p>
        </p:txBody>
      </p:sp>
      <p:sp>
        <p:nvSpPr>
          <p:cNvPr id="2" name="矩形 1"/>
          <p:cNvSpPr>
            <a:spLocks noChangeArrowheads="1"/>
          </p:cNvSpPr>
          <p:nvPr>
            <p:custDataLst>
              <p:tags r:id="rId1"/>
            </p:custDataLst>
          </p:nvPr>
        </p:nvSpPr>
        <p:spPr bwMode="auto">
          <a:xfrm>
            <a:off x="467995" y="1125855"/>
            <a:ext cx="1613535"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例</a:t>
            </a:r>
            <a:r>
              <a:rPr kumimoji="1" lang="en-US" altLang="zh-CN" sz="2800" b="1" i="0" u="none" strike="noStrike" kern="1200" cap="none" spc="0" normalizeH="0" baseline="0" noProof="0">
                <a:ln>
                  <a:noFill/>
                </a:ln>
                <a:solidFill>
                  <a:srgbClr val="C00000"/>
                </a:solidFill>
                <a:effectLst/>
                <a:uLnTx/>
                <a:uFillTx/>
                <a:latin typeface="华文中宋" panose="02010600040101010101" pitchFamily="2" charset="-122"/>
                <a:ea typeface="华文中宋" panose="02010600040101010101" pitchFamily="2" charset="-122"/>
                <a:cs typeface="+mn-cs"/>
              </a:rPr>
              <a:t>2.20</a:t>
            </a:r>
          </a:p>
        </p:txBody>
      </p:sp>
      <p:sp>
        <p:nvSpPr>
          <p:cNvPr id="4" name="Rectangle 4"/>
          <p:cNvSpPr/>
          <p:nvPr>
            <p:custDataLst>
              <p:tags r:id="rId2"/>
            </p:custDataLst>
          </p:nvPr>
        </p:nvSpPr>
        <p:spPr>
          <a:xfrm>
            <a:off x="1833880" y="1211580"/>
            <a:ext cx="7256145"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800" b="1" dirty="0">
                <a:latin typeface="Times New Roman" panose="02020603050405020304" pitchFamily="18" charset="0"/>
                <a:ea typeface="黑体" panose="02010609060101010101" pitchFamily="49" charset="-122"/>
                <a:sym typeface="+mn-ea"/>
              </a:rPr>
              <a:t>证明：</a:t>
            </a:r>
            <a:r>
              <a:rPr lang="en-US" altLang="zh-CN" sz="2800" b="1" i="1" dirty="0">
                <a:latin typeface="Times New Roman" panose="02020603050405020304" pitchFamily="18" charset="0"/>
                <a:ea typeface="黑体" panose="02010609060101010101" pitchFamily="49" charset="-122"/>
                <a:sym typeface="+mn-ea"/>
              </a:rPr>
              <a:t>A </a:t>
            </a:r>
            <a:r>
              <a:rPr lang="zh-CN" altLang="en-US" sz="2800" b="1" dirty="0">
                <a:latin typeface="Times New Roman" panose="02020603050405020304" pitchFamily="18" charset="0"/>
                <a:ea typeface="黑体" panose="02010609060101010101" pitchFamily="49" charset="-122"/>
                <a:sym typeface="+mn-ea"/>
              </a:rPr>
              <a:t>为 </a:t>
            </a:r>
            <a:r>
              <a:rPr lang="en-US" altLang="zh-CN" sz="2800" b="1" i="1" dirty="0">
                <a:latin typeface="Times New Roman" panose="02020603050405020304" pitchFamily="18" charset="0"/>
                <a:ea typeface="黑体" panose="02010609060101010101" pitchFamily="49" charset="-122"/>
                <a:sym typeface="+mn-ea"/>
              </a:rPr>
              <a:t>n </a:t>
            </a:r>
            <a:r>
              <a:rPr lang="zh-CN" altLang="en-US" sz="2800" b="1" dirty="0">
                <a:latin typeface="Times New Roman" panose="02020603050405020304" pitchFamily="18" charset="0"/>
                <a:ea typeface="黑体" panose="02010609060101010101" pitchFamily="49" charset="-122"/>
                <a:sym typeface="+mn-ea"/>
              </a:rPr>
              <a:t>阶可逆矩阵，则</a:t>
            </a:r>
            <a:r>
              <a:rPr lang="en-US" altLang="zh-CN" sz="2800" b="1" i="1" dirty="0">
                <a:latin typeface="Times New Roman" panose="02020603050405020304" pitchFamily="18" charset="0"/>
                <a:ea typeface="黑体" panose="02010609060101010101" pitchFamily="49" charset="-122"/>
                <a:sym typeface="+mn-ea"/>
              </a:rPr>
              <a:t>R(AB)=R(B).</a:t>
            </a:r>
            <a:r>
              <a:rPr lang="zh-CN" altLang="en-US" sz="2800" b="1" dirty="0">
                <a:latin typeface="Times New Roman" panose="02020603050405020304" pitchFamily="18" charset="0"/>
                <a:ea typeface="黑体" panose="02010609060101010101" pitchFamily="49" charset="-122"/>
              </a:rPr>
              <a:t>         </a:t>
            </a:r>
            <a:r>
              <a:rPr lang="en-US" altLang="zh-CN" sz="2800" b="1" dirty="0">
                <a:latin typeface="Times New Roman" panose="02020603050405020304" pitchFamily="18" charset="0"/>
                <a:ea typeface="黑体" panose="02010609060101010101" pitchFamily="49" charset="-122"/>
              </a:rPr>
              <a:t>         </a:t>
            </a:r>
          </a:p>
        </p:txBody>
      </p:sp>
      <p:sp>
        <p:nvSpPr>
          <p:cNvPr id="58371" name="Rectangle 3"/>
          <p:cNvSpPr>
            <a:spLocks noChangeArrowheads="1"/>
          </p:cNvSpPr>
          <p:nvPr>
            <p:custDataLst>
              <p:tags r:id="rId3"/>
            </p:custDataLst>
          </p:nvPr>
        </p:nvSpPr>
        <p:spPr bwMode="auto">
          <a:xfrm>
            <a:off x="518160" y="1915160"/>
            <a:ext cx="7993063" cy="521970"/>
          </a:xfrm>
          <a:prstGeom prst="rect">
            <a:avLst/>
          </a:prstGeom>
          <a:noFill/>
          <a:ln>
            <a:noFill/>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i="0" u="none" strike="noStrike" kern="1200" cap="none" spc="0" normalizeH="0" baseline="0" dirty="0">
                <a:solidFill>
                  <a:srgbClr val="C00000"/>
                </a:solidFill>
                <a:latin typeface="Times New Roman" panose="02020603050405020304" pitchFamily="18" charset="0"/>
                <a:ea typeface="黑体" panose="02010609060101010101" pitchFamily="49" charset="-122"/>
                <a:cs typeface="+mn-cs"/>
              </a:rPr>
              <a:t>证明： </a:t>
            </a:r>
            <a:r>
              <a:rPr kumimoji="1" lang="en-US" altLang="zh-CN" sz="2800" b="1" i="0" u="none" strike="noStrike" kern="1200" cap="none" spc="0" normalizeH="0" baseline="0" dirty="0">
                <a:solidFill>
                  <a:srgbClr val="C00000"/>
                </a:solidFill>
                <a:latin typeface="Times New Roman" panose="02020603050405020304" pitchFamily="18" charset="0"/>
                <a:ea typeface="黑体" panose="02010609060101010101" pitchFamily="49" charset="-122"/>
                <a:cs typeface="+mn-cs"/>
              </a:rPr>
              <a:t>    </a:t>
            </a:r>
            <a:r>
              <a:rPr kumimoji="1" lang="zh-CN" altLang="en-US" sz="2800" b="1" i="0" u="none" strike="noStrike" kern="1200" cap="none" spc="0" normalizeH="0" baseline="0" dirty="0">
                <a:solidFill>
                  <a:schemeClr val="tx1"/>
                </a:solidFill>
                <a:latin typeface="Times New Roman" panose="02020603050405020304" pitchFamily="18" charset="0"/>
                <a:ea typeface="黑体" panose="02010609060101010101" pitchFamily="49" charset="-122"/>
                <a:cs typeface="+mn-cs"/>
              </a:rPr>
              <a:t> </a:t>
            </a:r>
            <a:r>
              <a:rPr kumimoji="1"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a:t>
            </a: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a:t>
            </a:r>
            <a:r>
              <a:rPr kumimoji="1" lang="zh-CN"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为 </a:t>
            </a:r>
            <a:r>
              <a:rPr lang="en-US" altLang="zh-CN" b="1" i="1" dirty="0">
                <a:ea typeface="黑体" panose="02010609060101010101" pitchFamily="49" charset="-122"/>
                <a:sym typeface="+mn-ea"/>
              </a:rPr>
              <a:t>n</a:t>
            </a:r>
            <a:r>
              <a:rPr kumimoji="1" lang="zh-CN"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阶可逆矩阵</a:t>
            </a:r>
            <a:r>
              <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，则</a:t>
            </a: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a:t>
            </a:r>
            <a:r>
              <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可用初等矩阵</a:t>
            </a:r>
          </a:p>
        </p:txBody>
      </p:sp>
      <p:sp>
        <p:nvSpPr>
          <p:cNvPr id="58372" name="Rectangle 4"/>
          <p:cNvSpPr/>
          <p:nvPr>
            <p:custDataLst>
              <p:tags r:id="rId4"/>
            </p:custDataLst>
          </p:nvPr>
        </p:nvSpPr>
        <p:spPr>
          <a:xfrm>
            <a:off x="611188" y="4005263"/>
            <a:ext cx="424815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黑体" panose="02010609060101010101" pitchFamily="49" charset="-122"/>
              </a:rPr>
              <a:t>故</a:t>
            </a:r>
            <a:r>
              <a:rPr lang="en-US" altLang="zh-CN" sz="2800" b="1" i="1" dirty="0">
                <a:latin typeface="Times New Roman" panose="02020603050405020304" pitchFamily="18" charset="0"/>
                <a:ea typeface="黑体" panose="02010609060101010101" pitchFamily="49" charset="-122"/>
              </a:rPr>
              <a:t>R</a:t>
            </a:r>
            <a:r>
              <a:rPr lang="en-US" altLang="zh-CN" sz="2800" b="1" dirty="0">
                <a:latin typeface="Times New Roman" panose="02020603050405020304" pitchFamily="18" charset="0"/>
                <a:ea typeface="黑体" panose="02010609060101010101" pitchFamily="49" charset="-122"/>
              </a:rPr>
              <a:t>(</a:t>
            </a:r>
            <a:r>
              <a:rPr lang="en-US" altLang="zh-CN" sz="2800" b="1" i="1" dirty="0">
                <a:latin typeface="Times New Roman" panose="02020603050405020304" pitchFamily="18" charset="0"/>
                <a:ea typeface="黑体" panose="02010609060101010101" pitchFamily="49" charset="-122"/>
              </a:rPr>
              <a:t>AB</a:t>
            </a:r>
            <a:r>
              <a:rPr lang="en-US" altLang="zh-CN" sz="2800" b="1" dirty="0">
                <a:latin typeface="Times New Roman" panose="02020603050405020304" pitchFamily="18" charset="0"/>
                <a:ea typeface="黑体" panose="02010609060101010101" pitchFamily="49" charset="-122"/>
              </a:rPr>
              <a:t>) = </a:t>
            </a:r>
            <a:r>
              <a:rPr lang="en-US" altLang="zh-CN" sz="2800" b="1" i="1" dirty="0">
                <a:latin typeface="Times New Roman" panose="02020603050405020304" pitchFamily="18" charset="0"/>
                <a:ea typeface="黑体" panose="02010609060101010101" pitchFamily="49" charset="-122"/>
              </a:rPr>
              <a:t>R</a:t>
            </a:r>
            <a:r>
              <a:rPr lang="en-US" altLang="zh-CN" sz="2800" b="1" dirty="0">
                <a:latin typeface="Times New Roman" panose="02020603050405020304" pitchFamily="18" charset="0"/>
                <a:ea typeface="黑体" panose="02010609060101010101" pitchFamily="49" charset="-122"/>
              </a:rPr>
              <a:t>(</a:t>
            </a:r>
            <a:r>
              <a:rPr lang="en-US" altLang="zh-CN" sz="2800" b="1" i="1" dirty="0">
                <a:latin typeface="Times New Roman" panose="02020603050405020304" pitchFamily="18" charset="0"/>
                <a:ea typeface="黑体" panose="02010609060101010101" pitchFamily="49" charset="-122"/>
              </a:rPr>
              <a:t>B </a:t>
            </a:r>
            <a:r>
              <a:rPr lang="en-US" altLang="zh-CN" sz="2800" b="1" dirty="0">
                <a:latin typeface="Times New Roman" panose="02020603050405020304" pitchFamily="18" charset="0"/>
                <a:ea typeface="黑体" panose="02010609060101010101" pitchFamily="49" charset="-122"/>
              </a:rPr>
              <a:t>)</a:t>
            </a:r>
          </a:p>
        </p:txBody>
      </p:sp>
      <p:sp>
        <p:nvSpPr>
          <p:cNvPr id="58373" name="Rectangle 5"/>
          <p:cNvSpPr>
            <a:spLocks noChangeArrowheads="1"/>
          </p:cNvSpPr>
          <p:nvPr>
            <p:custDataLst>
              <p:tags r:id="rId5"/>
            </p:custDataLst>
          </p:nvPr>
        </p:nvSpPr>
        <p:spPr bwMode="auto">
          <a:xfrm>
            <a:off x="539750" y="3281998"/>
            <a:ext cx="7920038" cy="519113"/>
          </a:xfrm>
          <a:prstGeom prst="rect">
            <a:avLst/>
          </a:prstGeom>
          <a:noFill/>
          <a:ln>
            <a:noFill/>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故 </a:t>
            </a:r>
            <a:r>
              <a:rPr kumimoji="1"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AB= </a:t>
            </a:r>
            <a:r>
              <a:rPr kumimoji="1" lang="en-US" altLang="zh-CN" sz="2800" b="1" i="1"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mn-cs"/>
              </a:rPr>
              <a:t>P</a:t>
            </a:r>
            <a:r>
              <a:rPr kumimoji="1" lang="en-US" altLang="zh-CN" sz="28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mn-cs"/>
              </a:rPr>
              <a:t>1</a:t>
            </a:r>
            <a:r>
              <a:rPr kumimoji="1" lang="en-US" altLang="zh-CN" sz="2800" b="1" i="1"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mn-cs"/>
              </a:rPr>
              <a:t>P</a:t>
            </a:r>
            <a:r>
              <a:rPr kumimoji="1" lang="en-US" altLang="zh-CN" sz="28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mn-cs"/>
              </a:rPr>
              <a:t>2</a:t>
            </a:r>
            <a:r>
              <a:rPr kumimoji="1" lang="en-US" altLang="zh-CN" sz="2800" b="1" i="1"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mn-cs"/>
              </a:rPr>
              <a:t>…</a:t>
            </a:r>
            <a:r>
              <a:rPr kumimoji="1" lang="en-US" altLang="zh-CN" sz="2800" b="1" i="1" u="none" strike="noStrike" kern="1200" cap="none" spc="0" normalizeH="0" baseline="0" noProof="0" dirty="0" err="1">
                <a:ln>
                  <a:noFill/>
                </a:ln>
                <a:solidFill>
                  <a:schemeClr val="tx1"/>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mn-cs"/>
              </a:rPr>
              <a:t>P</a:t>
            </a:r>
            <a:r>
              <a:rPr kumimoji="1" lang="en-US" altLang="zh-CN" sz="2800" b="1" i="1" u="none" strike="noStrike" kern="1200" cap="none" spc="0" normalizeH="0" baseline="-25000" noProof="0" dirty="0" err="1">
                <a:ln>
                  <a:noFill/>
                </a:ln>
                <a:solidFill>
                  <a:schemeClr val="tx1"/>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mn-cs"/>
              </a:rPr>
              <a:t>s</a:t>
            </a:r>
            <a:r>
              <a:rPr kumimoji="1" lang="en-US" altLang="zh-CN" sz="2800" b="1" i="1" u="none" strike="noStrike" kern="1200" cap="none" spc="0" normalizeH="0" baseline="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B</a:t>
            </a: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即相当于</a:t>
            </a:r>
            <a:r>
              <a:rPr kumimoji="1"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B</a:t>
            </a:r>
            <a:r>
              <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经过</a:t>
            </a: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s</a:t>
            </a:r>
            <a:r>
              <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次初等行变换</a:t>
            </a:r>
          </a:p>
        </p:txBody>
      </p:sp>
      <p:sp>
        <p:nvSpPr>
          <p:cNvPr id="58374" name="Rectangle 6"/>
          <p:cNvSpPr>
            <a:spLocks noChangeArrowheads="1"/>
          </p:cNvSpPr>
          <p:nvPr>
            <p:custDataLst>
              <p:tags r:id="rId6"/>
            </p:custDataLst>
          </p:nvPr>
        </p:nvSpPr>
        <p:spPr bwMode="auto">
          <a:xfrm>
            <a:off x="539750" y="2635885"/>
            <a:ext cx="7920038" cy="519113"/>
          </a:xfrm>
          <a:prstGeom prst="rect">
            <a:avLst/>
          </a:prstGeom>
          <a:noFill/>
          <a:ln>
            <a:noFill/>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的乘积来表示，即</a:t>
            </a:r>
            <a:r>
              <a:rPr kumimoji="1"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 </a:t>
            </a:r>
            <a:r>
              <a:rPr kumimoji="1" lang="en-US" altLang="zh-CN" sz="2800" b="1" i="1"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mn-cs"/>
              </a:rPr>
              <a:t>P</a:t>
            </a:r>
            <a:r>
              <a:rPr kumimoji="1" lang="en-US" altLang="zh-CN" sz="28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mn-cs"/>
              </a:rPr>
              <a:t>1</a:t>
            </a:r>
            <a:r>
              <a:rPr kumimoji="1" lang="en-US" altLang="zh-CN" sz="2800" b="1" i="1"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mn-cs"/>
              </a:rPr>
              <a:t>P</a:t>
            </a:r>
            <a:r>
              <a:rPr kumimoji="1" lang="en-US" altLang="zh-CN" sz="28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mn-cs"/>
              </a:rPr>
              <a:t>2</a:t>
            </a:r>
            <a:r>
              <a:rPr kumimoji="1" lang="en-US" altLang="zh-CN" sz="2800" b="1" i="1"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mn-cs"/>
              </a:rPr>
              <a:t>…P</a:t>
            </a:r>
            <a:r>
              <a:rPr kumimoji="1" lang="en-US" altLang="zh-CN" sz="28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mn-cs"/>
              </a:rPr>
              <a:t>s</a:t>
            </a:r>
          </a:p>
        </p:txBody>
      </p:sp>
      <p:sp>
        <p:nvSpPr>
          <p:cNvPr id="7" name="Rectangle 4"/>
          <p:cNvSpPr/>
          <p:nvPr>
            <p:custDataLst>
              <p:tags r:id="rId7"/>
            </p:custDataLst>
          </p:nvPr>
        </p:nvSpPr>
        <p:spPr>
          <a:xfrm>
            <a:off x="611505" y="4797425"/>
            <a:ext cx="7256145"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800" b="1" dirty="0">
                <a:solidFill>
                  <a:srgbClr val="C00000"/>
                </a:solidFill>
                <a:latin typeface="Times New Roman" panose="02020603050405020304" pitchFamily="18" charset="0"/>
                <a:ea typeface="黑体" panose="02010609060101010101" pitchFamily="49" charset="-122"/>
                <a:sym typeface="+mn-ea"/>
              </a:rPr>
              <a:t>推论：</a:t>
            </a:r>
            <a:r>
              <a:rPr lang="en-US" altLang="zh-CN" sz="2800" b="1" i="1" dirty="0">
                <a:latin typeface="Times New Roman" panose="02020603050405020304" pitchFamily="18" charset="0"/>
                <a:ea typeface="黑体" panose="02010609060101010101" pitchFamily="49" charset="-122"/>
                <a:sym typeface="+mn-ea"/>
              </a:rPr>
              <a:t>A </a:t>
            </a:r>
            <a:r>
              <a:rPr lang="zh-CN" altLang="en-US" sz="2800" b="1" dirty="0">
                <a:latin typeface="Times New Roman" panose="02020603050405020304" pitchFamily="18" charset="0"/>
                <a:ea typeface="黑体" panose="02010609060101010101" pitchFamily="49" charset="-122"/>
                <a:sym typeface="+mn-ea"/>
              </a:rPr>
              <a:t>为 </a:t>
            </a:r>
            <a:r>
              <a:rPr lang="en-US" altLang="zh-CN" sz="2800" b="1" i="1" dirty="0">
                <a:latin typeface="Times New Roman" panose="02020603050405020304" pitchFamily="18" charset="0"/>
                <a:ea typeface="黑体" panose="02010609060101010101" pitchFamily="49" charset="-122"/>
                <a:sym typeface="+mn-ea"/>
              </a:rPr>
              <a:t>n </a:t>
            </a:r>
            <a:r>
              <a:rPr lang="zh-CN" altLang="en-US" sz="2800" b="1" dirty="0">
                <a:latin typeface="Times New Roman" panose="02020603050405020304" pitchFamily="18" charset="0"/>
                <a:ea typeface="黑体" panose="02010609060101010101" pitchFamily="49" charset="-122"/>
                <a:sym typeface="+mn-ea"/>
              </a:rPr>
              <a:t>阶可逆矩阵，则</a:t>
            </a:r>
            <a:r>
              <a:rPr lang="en-US" altLang="zh-CN" sz="2800" b="1" i="1" dirty="0">
                <a:latin typeface="Times New Roman" panose="02020603050405020304" pitchFamily="18" charset="0"/>
                <a:ea typeface="黑体" panose="02010609060101010101" pitchFamily="49" charset="-122"/>
                <a:sym typeface="+mn-ea"/>
              </a:rPr>
              <a:t>R(BA)=R(B).</a:t>
            </a:r>
            <a:r>
              <a:rPr lang="zh-CN" altLang="en-US" sz="2800" b="1" dirty="0">
                <a:latin typeface="Times New Roman" panose="02020603050405020304" pitchFamily="18" charset="0"/>
                <a:ea typeface="黑体" panose="02010609060101010101" pitchFamily="49" charset="-122"/>
              </a:rPr>
              <a:t>         </a:t>
            </a:r>
            <a:r>
              <a:rPr lang="en-US" altLang="zh-CN" sz="2800" b="1" dirty="0">
                <a:latin typeface="Times New Roman" panose="02020603050405020304" pitchFamily="18" charset="0"/>
                <a:ea typeface="黑体" panose="02010609060101010101" pitchFamily="49" charset="-122"/>
              </a:rPr>
              <a:t>         </a:t>
            </a:r>
          </a:p>
        </p:txBody>
      </p:sp>
    </p:spTree>
  </p:cSld>
  <p:clrMapOvr>
    <a:masterClrMapping/>
  </p:clrMapOvr>
  <mc:AlternateContent xmlns:mc="http://schemas.openxmlformats.org/markup-compatibility/2006" xmlns:p14="http://schemas.microsoft.com/office/powerpoint/2010/main">
    <mc:Choice Requires="p14">
      <p:transition spd="slow" p14:dur="125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371">
                                            <p:txEl>
                                              <p:pRg st="0" end="0"/>
                                            </p:txEl>
                                          </p:spTgt>
                                        </p:tgtEl>
                                        <p:attrNameLst>
                                          <p:attrName>style.visibility</p:attrName>
                                        </p:attrNameLst>
                                      </p:cBhvr>
                                      <p:to>
                                        <p:strVal val="visible"/>
                                      </p:to>
                                    </p:set>
                                    <p:animEffect transition="in" filter="wipe(left)">
                                      <p:cBhvr>
                                        <p:cTn id="12" dur="500"/>
                                        <p:tgtEl>
                                          <p:spTgt spid="58371">
                                            <p:txEl>
                                              <p:pRg st="0" end="0"/>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8374">
                                            <p:txEl>
                                              <p:pRg st="0" end="0"/>
                                            </p:txEl>
                                          </p:spTgt>
                                        </p:tgtEl>
                                        <p:attrNameLst>
                                          <p:attrName>style.visibility</p:attrName>
                                        </p:attrNameLst>
                                      </p:cBhvr>
                                      <p:to>
                                        <p:strVal val="visible"/>
                                      </p:to>
                                    </p:set>
                                    <p:animEffect transition="in" filter="wipe(left)">
                                      <p:cBhvr>
                                        <p:cTn id="16" dur="500"/>
                                        <p:tgtEl>
                                          <p:spTgt spid="58374">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8373">
                                            <p:txEl>
                                              <p:pRg st="0" end="0"/>
                                            </p:txEl>
                                          </p:spTgt>
                                        </p:tgtEl>
                                        <p:attrNameLst>
                                          <p:attrName>style.visibility</p:attrName>
                                        </p:attrNameLst>
                                      </p:cBhvr>
                                      <p:to>
                                        <p:strVal val="visible"/>
                                      </p:to>
                                    </p:set>
                                    <p:animEffect transition="in" filter="wipe(left)">
                                      <p:cBhvr>
                                        <p:cTn id="21" dur="500"/>
                                        <p:tgtEl>
                                          <p:spTgt spid="58373">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8372">
                                            <p:txEl>
                                              <p:pRg st="0" end="0"/>
                                            </p:txEl>
                                          </p:spTgt>
                                        </p:tgtEl>
                                        <p:attrNameLst>
                                          <p:attrName>style.visibility</p:attrName>
                                        </p:attrNameLst>
                                      </p:cBhvr>
                                      <p:to>
                                        <p:strVal val="visible"/>
                                      </p:to>
                                    </p:set>
                                    <p:animEffect transition="in" filter="wipe(left)">
                                      <p:cBhvr>
                                        <p:cTn id="26" dur="500"/>
                                        <p:tgtEl>
                                          <p:spTgt spid="58372">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left)">
                                      <p:cBhvr>
                                        <p:cTn id="3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8371" grpId="0" build="p"/>
      <p:bldP spid="58372" grpId="0" build="p"/>
      <p:bldP spid="58373" grpId="0" build="p"/>
      <p:bldP spid="58374" grpId="0" build="p"/>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0">
            <a:hlinkClick r:id="rId4" action="ppaction://hlinksldjump"/>
          </p:cNvPr>
          <p:cNvSpPr>
            <a:spLocks noChangeArrowheads="1"/>
          </p:cNvSpPr>
          <p:nvPr/>
        </p:nvSpPr>
        <p:spPr bwMode="auto">
          <a:xfrm>
            <a:off x="450850" y="752475"/>
            <a:ext cx="40322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Gulim" panose="020B0600000101010101" pitchFamily="34" charset="-127"/>
              <a:cs typeface="Times New Roman" panose="02020603050405020304" pitchFamily="18" charset="0"/>
            </a:endParaRPr>
          </a:p>
        </p:txBody>
      </p:sp>
      <p:grpSp>
        <p:nvGrpSpPr>
          <p:cNvPr id="45059" name="Group 31"/>
          <p:cNvGrpSpPr/>
          <p:nvPr/>
        </p:nvGrpSpPr>
        <p:grpSpPr bwMode="auto">
          <a:xfrm>
            <a:off x="0" y="0"/>
            <a:ext cx="6371219" cy="825500"/>
            <a:chOff x="51" y="0"/>
            <a:chExt cx="3023" cy="246"/>
          </a:xfrm>
        </p:grpSpPr>
        <p:sp>
          <p:nvSpPr>
            <p:cNvPr id="23" name="Line 32"/>
            <p:cNvSpPr>
              <a:spLocks noChangeShapeType="1"/>
            </p:cNvSpPr>
            <p:nvPr/>
          </p:nvSpPr>
          <p:spPr bwMode="auto">
            <a:xfrm flipV="1">
              <a:off x="96" y="202"/>
              <a:ext cx="2978" cy="0"/>
            </a:xfrm>
            <a:prstGeom prst="line">
              <a:avLst/>
            </a:prstGeom>
            <a:noFill/>
            <a:ln w="28575">
              <a:solidFill>
                <a:srgbClr val="0000FF"/>
              </a:solidFill>
              <a:round/>
            </a:ln>
            <a:effectLst>
              <a:glow rad="63500">
                <a:schemeClr val="accent3">
                  <a:satMod val="175000"/>
                  <a:alpha val="40000"/>
                </a:schemeClr>
              </a:glo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5076" name="Picture 33" descr="BD10263_"/>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 y="0"/>
              <a:ext cx="24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060" name="Rectangle 30"/>
          <p:cNvSpPr>
            <a:spLocks noChangeArrowheads="1"/>
          </p:cNvSpPr>
          <p:nvPr/>
        </p:nvSpPr>
        <p:spPr bwMode="auto">
          <a:xfrm>
            <a:off x="518465" y="163830"/>
            <a:ext cx="653732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lang="zh-CN" altLang="en-US" sz="2600" b="1" kern="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sym typeface="+mn-ea"/>
              </a:rPr>
              <a:t>拓展问题</a:t>
            </a:r>
            <a:r>
              <a:rPr lang="zh-CN" sz="2600" b="1" kern="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sym typeface="+mn-ea"/>
              </a:rPr>
              <a:t>：矩阵的应用</a:t>
            </a:r>
          </a:p>
        </p:txBody>
      </p:sp>
      <p:sp>
        <p:nvSpPr>
          <p:cNvPr id="106502" name="Text Box 6"/>
          <p:cNvSpPr txBox="1"/>
          <p:nvPr>
            <p:custDataLst>
              <p:tags r:id="rId1"/>
            </p:custDataLst>
          </p:nvPr>
        </p:nvSpPr>
        <p:spPr>
          <a:xfrm>
            <a:off x="517843" y="980758"/>
            <a:ext cx="8001000" cy="52197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noProof="0">
                <a:ln>
                  <a:noFill/>
                </a:ln>
                <a:solidFill>
                  <a:srgbClr val="C00000"/>
                </a:solidFill>
                <a:effectLst/>
                <a:uLnTx/>
                <a:uFillTx/>
                <a:latin typeface="华文中宋" panose="02010600040101010101" pitchFamily="2" charset="-122"/>
                <a:ea typeface="华文中宋" panose="02010600040101010101" pitchFamily="2" charset="-122"/>
              </a:rPr>
              <a:t>拓展思考</a:t>
            </a:r>
            <a:r>
              <a:rPr lang="zh-CN" altLang="en-US" sz="2800" b="1" dirty="0">
                <a:latin typeface="Times New Roman" panose="02020603050405020304" pitchFamily="18" charset="0"/>
                <a:ea typeface="黑体" panose="02010609060101010101" pitchFamily="49" charset="-122"/>
              </a:rPr>
              <a:t>   </a:t>
            </a:r>
            <a:endParaRPr lang="zh-CN" altLang="en-US" sz="2800" b="1" dirty="0">
              <a:solidFill>
                <a:srgbClr val="006600"/>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16" name="Text Box 10"/>
          <p:cNvSpPr txBox="1">
            <a:spLocks noChangeArrowheads="1"/>
          </p:cNvSpPr>
          <p:nvPr>
            <p:custDataLst>
              <p:tags r:id="rId2"/>
            </p:custDataLst>
          </p:nvPr>
        </p:nvSpPr>
        <p:spPr bwMode="auto">
          <a:xfrm>
            <a:off x="467995" y="1628775"/>
            <a:ext cx="8114665" cy="240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50000"/>
              </a:spcBef>
              <a:buClrTx/>
              <a:buSzTx/>
              <a:buNone/>
            </a:pPr>
            <a:r>
              <a:rPr lang="en-US" altLang="zh-CN" sz="2800" b="1" dirty="0">
                <a:latin typeface="华文中宋" panose="02010600040101010101" pitchFamily="2" charset="-122"/>
                <a:ea typeface="华文中宋" panose="02010600040101010101" pitchFamily="2" charset="-122"/>
              </a:rPr>
              <a:t>       </a:t>
            </a:r>
            <a:r>
              <a:rPr lang="zh-CN" altLang="en-US" sz="2800" b="1" dirty="0">
                <a:latin typeface="华文中宋" panose="02010600040101010101" pitchFamily="2" charset="-122"/>
                <a:ea typeface="华文中宋" panose="02010600040101010101" pitchFamily="2" charset="-122"/>
              </a:rPr>
              <a:t>如何利用矩阵的秩讨论线性方程组的解？</a:t>
            </a:r>
          </a:p>
        </p:txBody>
      </p:sp>
    </p:spTree>
  </p:cSld>
  <p:clrMapOvr>
    <a:masterClrMapping/>
  </p:clrMapOvr>
  <mc:AlternateContent xmlns:mc="http://schemas.openxmlformats.org/markup-compatibility/2006" xmlns:p14="http://schemas.microsoft.com/office/powerpoint/2010/main">
    <mc:Choice Requires="p14">
      <p:transition spd="slow" p14:dur="125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6502">
                                            <p:txEl>
                                              <p:pRg st="0" end="0"/>
                                            </p:txEl>
                                          </p:spTgt>
                                        </p:tgtEl>
                                        <p:attrNameLst>
                                          <p:attrName>style.visibility</p:attrName>
                                        </p:attrNameLst>
                                      </p:cBhvr>
                                      <p:to>
                                        <p:strVal val="visible"/>
                                      </p:to>
                                    </p:set>
                                    <p:animEffect transition="in" filter="wipe(left)">
                                      <p:cBhvr>
                                        <p:cTn id="7" dur="500"/>
                                        <p:tgtEl>
                                          <p:spTgt spid="1065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wipe(left)">
                                      <p:cBhvr>
                                        <p:cTn id="12" dur="5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2" grpId="0" uiExpand="1" build="p"/>
      <p:bldP spid="16"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BABA"/>
        </a:solidFill>
        <a:effectLst/>
      </p:bgPr>
    </p:bg>
    <p:spTree>
      <p:nvGrpSpPr>
        <p:cNvPr id="1" name=""/>
        <p:cNvGrpSpPr/>
        <p:nvPr/>
      </p:nvGrpSpPr>
      <p:grpSpPr>
        <a:xfrm>
          <a:off x="0" y="0"/>
          <a:ext cx="0" cy="0"/>
          <a:chOff x="0" y="0"/>
          <a:chExt cx="0" cy="0"/>
        </a:xfrm>
      </p:grpSpPr>
      <p:sp>
        <p:nvSpPr>
          <p:cNvPr id="17" name="Text Box 2">
            <a:extLst>
              <a:ext uri="{FF2B5EF4-FFF2-40B4-BE49-F238E27FC236}">
                <a16:creationId xmlns:a16="http://schemas.microsoft.com/office/drawing/2014/main" id="{9B5736D1-365C-314A-9A03-1987769CA67A}"/>
              </a:ext>
            </a:extLst>
          </p:cNvPr>
          <p:cNvSpPr txBox="1">
            <a:spLocks noChangeArrowheads="1"/>
          </p:cNvSpPr>
          <p:nvPr/>
        </p:nvSpPr>
        <p:spPr bwMode="auto">
          <a:xfrm>
            <a:off x="250825" y="2062163"/>
            <a:ext cx="8447088" cy="5191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en-US" altLang="zh-CN" sz="2800" b="1">
                <a:solidFill>
                  <a:srgbClr val="FFFFFF"/>
                </a:solidFill>
                <a:ea typeface="楷体_GB2312" pitchFamily="49" charset="-122"/>
              </a:rPr>
              <a:t>(2)</a:t>
            </a:r>
            <a:r>
              <a:rPr lang="en-US" altLang="zh-CN" sz="2800" b="1" i="1">
                <a:solidFill>
                  <a:srgbClr val="FFFFFF"/>
                </a:solidFill>
                <a:ea typeface="宋体" panose="02010600030101010101" pitchFamily="2" charset="-122"/>
                <a:cs typeface="Times New Roman" panose="02020603050405020304" pitchFamily="18" charset="0"/>
              </a:rPr>
              <a:t>  </a:t>
            </a:r>
            <a:r>
              <a:rPr lang="en-US" altLang="zh-CN" sz="2800" b="1" i="1">
                <a:solidFill>
                  <a:srgbClr val="FFFFFF"/>
                </a:solidFill>
                <a:ea typeface="宋体" panose="02010600030101010101" pitchFamily="2" charset="-122"/>
              </a:rPr>
              <a:t>A</a:t>
            </a:r>
            <a:r>
              <a:rPr lang="zh-CN" altLang="en-US" sz="2800" b="1">
                <a:solidFill>
                  <a:srgbClr val="FFFFFF"/>
                </a:solidFill>
                <a:ea typeface="楷体_GB2312" pitchFamily="49" charset="-122"/>
              </a:rPr>
              <a:t>可逆，则</a:t>
            </a:r>
            <a:r>
              <a:rPr lang="zh-CN" altLang="en-US" sz="2800" b="1" i="1">
                <a:solidFill>
                  <a:srgbClr val="FFFFFF"/>
                </a:solidFill>
                <a:ea typeface="宋体" panose="02010600030101010101" pitchFamily="2" charset="-122"/>
              </a:rPr>
              <a:t> </a:t>
            </a:r>
            <a:r>
              <a:rPr lang="en-US" altLang="zh-CN" sz="2800" b="1" i="1">
                <a:solidFill>
                  <a:srgbClr val="FFFFFF"/>
                </a:solidFill>
                <a:ea typeface="宋体" panose="02010600030101010101" pitchFamily="2" charset="-122"/>
              </a:rPr>
              <a:t>r </a:t>
            </a:r>
            <a:r>
              <a:rPr lang="en-US" altLang="zh-CN" sz="2800" b="1">
                <a:solidFill>
                  <a:srgbClr val="FFFFFF"/>
                </a:solidFill>
                <a:ea typeface="宋体" panose="02010600030101010101" pitchFamily="2" charset="-122"/>
              </a:rPr>
              <a:t>(</a:t>
            </a:r>
            <a:r>
              <a:rPr lang="en-US" altLang="zh-CN" sz="2800" b="1" i="1">
                <a:solidFill>
                  <a:srgbClr val="FFFFFF"/>
                </a:solidFill>
                <a:ea typeface="宋体" panose="02010600030101010101" pitchFamily="2" charset="-122"/>
              </a:rPr>
              <a:t>AB</a:t>
            </a:r>
            <a:r>
              <a:rPr lang="en-US" altLang="zh-CN" sz="2800" b="1">
                <a:solidFill>
                  <a:srgbClr val="FFFFFF"/>
                </a:solidFill>
                <a:ea typeface="宋体" panose="02010600030101010101" pitchFamily="2" charset="-122"/>
              </a:rPr>
              <a:t>)</a:t>
            </a:r>
            <a:r>
              <a:rPr lang="en-US" altLang="zh-CN" sz="2800" b="1" i="1">
                <a:solidFill>
                  <a:srgbClr val="FFFFFF"/>
                </a:solidFill>
                <a:ea typeface="宋体" panose="02010600030101010101" pitchFamily="2" charset="-122"/>
              </a:rPr>
              <a:t>= r</a:t>
            </a:r>
            <a:r>
              <a:rPr lang="en-US" altLang="zh-CN" sz="2800" b="1">
                <a:solidFill>
                  <a:srgbClr val="FFFFFF"/>
                </a:solidFill>
                <a:ea typeface="宋体" panose="02010600030101010101" pitchFamily="2" charset="-122"/>
              </a:rPr>
              <a:t>(</a:t>
            </a:r>
            <a:r>
              <a:rPr lang="en-US" altLang="zh-CN" sz="2800" b="1" i="1">
                <a:solidFill>
                  <a:srgbClr val="FFFFFF"/>
                </a:solidFill>
                <a:ea typeface="宋体" panose="02010600030101010101" pitchFamily="2" charset="-122"/>
              </a:rPr>
              <a:t>B</a:t>
            </a:r>
            <a:r>
              <a:rPr lang="en-US" altLang="zh-CN" sz="2800" b="1">
                <a:solidFill>
                  <a:srgbClr val="FFFFFF"/>
                </a:solidFill>
                <a:ea typeface="宋体" panose="02010600030101010101" pitchFamily="2" charset="-122"/>
              </a:rPr>
              <a:t>)</a:t>
            </a:r>
            <a:r>
              <a:rPr lang="zh-CN" altLang="en-US" sz="2800" b="1">
                <a:solidFill>
                  <a:srgbClr val="FFFFFF"/>
                </a:solidFill>
                <a:ea typeface="宋体" panose="02010600030101010101" pitchFamily="2" charset="-122"/>
              </a:rPr>
              <a:t>；</a:t>
            </a:r>
            <a:r>
              <a:rPr lang="zh-CN" altLang="en-US" sz="2800" b="1" i="1">
                <a:solidFill>
                  <a:srgbClr val="FFFFFF"/>
                </a:solidFill>
                <a:ea typeface="宋体" panose="02010600030101010101" pitchFamily="2" charset="-122"/>
              </a:rPr>
              <a:t> </a:t>
            </a:r>
            <a:r>
              <a:rPr lang="en-US" altLang="zh-CN" sz="2800" b="1" i="1">
                <a:solidFill>
                  <a:srgbClr val="FFFFFF"/>
                </a:solidFill>
                <a:ea typeface="宋体" panose="02010600030101010101" pitchFamily="2" charset="-122"/>
              </a:rPr>
              <a:t>B</a:t>
            </a:r>
            <a:r>
              <a:rPr lang="zh-CN" altLang="en-US" sz="2800" b="1">
                <a:solidFill>
                  <a:srgbClr val="FFFFFF"/>
                </a:solidFill>
                <a:ea typeface="楷体_GB2312" pitchFamily="49" charset="-122"/>
              </a:rPr>
              <a:t>可逆，则</a:t>
            </a:r>
            <a:r>
              <a:rPr lang="zh-CN" altLang="en-US" sz="2800" b="1" i="1">
                <a:solidFill>
                  <a:srgbClr val="FFFFFF"/>
                </a:solidFill>
                <a:ea typeface="宋体" panose="02010600030101010101" pitchFamily="2" charset="-122"/>
              </a:rPr>
              <a:t> </a:t>
            </a:r>
            <a:r>
              <a:rPr lang="en-US" altLang="zh-CN" sz="2800" b="1" i="1">
                <a:solidFill>
                  <a:srgbClr val="FFFFFF"/>
                </a:solidFill>
                <a:ea typeface="宋体" panose="02010600030101010101" pitchFamily="2" charset="-122"/>
              </a:rPr>
              <a:t>r </a:t>
            </a:r>
            <a:r>
              <a:rPr lang="en-US" altLang="zh-CN" sz="2800" b="1">
                <a:solidFill>
                  <a:srgbClr val="FFFFFF"/>
                </a:solidFill>
                <a:ea typeface="宋体" panose="02010600030101010101" pitchFamily="2" charset="-122"/>
              </a:rPr>
              <a:t>(</a:t>
            </a:r>
            <a:r>
              <a:rPr lang="en-US" altLang="zh-CN" sz="2800" b="1" i="1">
                <a:solidFill>
                  <a:srgbClr val="FFFFFF"/>
                </a:solidFill>
                <a:ea typeface="宋体" panose="02010600030101010101" pitchFamily="2" charset="-122"/>
              </a:rPr>
              <a:t>AB</a:t>
            </a:r>
            <a:r>
              <a:rPr lang="en-US" altLang="zh-CN" sz="2800" b="1">
                <a:solidFill>
                  <a:srgbClr val="FFFFFF"/>
                </a:solidFill>
                <a:ea typeface="宋体" panose="02010600030101010101" pitchFamily="2" charset="-122"/>
              </a:rPr>
              <a:t>)</a:t>
            </a:r>
            <a:r>
              <a:rPr lang="en-US" altLang="zh-CN" sz="2800" b="1" i="1">
                <a:solidFill>
                  <a:srgbClr val="FFFFFF"/>
                </a:solidFill>
                <a:ea typeface="宋体" panose="02010600030101010101" pitchFamily="2" charset="-122"/>
              </a:rPr>
              <a:t>= r</a:t>
            </a:r>
            <a:r>
              <a:rPr lang="en-US" altLang="zh-CN" sz="2800" b="1">
                <a:solidFill>
                  <a:srgbClr val="FFFFFF"/>
                </a:solidFill>
                <a:ea typeface="宋体" panose="02010600030101010101" pitchFamily="2" charset="-122"/>
              </a:rPr>
              <a:t>(</a:t>
            </a:r>
            <a:r>
              <a:rPr lang="en-US" altLang="zh-CN" sz="2800" b="1" i="1">
                <a:solidFill>
                  <a:srgbClr val="FFFFFF"/>
                </a:solidFill>
                <a:ea typeface="宋体" panose="02010600030101010101" pitchFamily="2" charset="-122"/>
              </a:rPr>
              <a:t>A</a:t>
            </a:r>
            <a:r>
              <a:rPr lang="en-US" altLang="zh-CN" sz="2800" b="1">
                <a:solidFill>
                  <a:srgbClr val="FFFFFF"/>
                </a:solidFill>
                <a:ea typeface="宋体" panose="02010600030101010101" pitchFamily="2" charset="-122"/>
              </a:rPr>
              <a:t>)</a:t>
            </a:r>
            <a:r>
              <a:rPr lang="en-US" altLang="zh-CN" sz="2800" b="1" i="1">
                <a:solidFill>
                  <a:srgbClr val="FFFF00"/>
                </a:solidFill>
                <a:ea typeface="宋体" panose="02010600030101010101" pitchFamily="2" charset="-122"/>
              </a:rPr>
              <a:t> </a:t>
            </a:r>
          </a:p>
        </p:txBody>
      </p:sp>
      <p:sp>
        <p:nvSpPr>
          <p:cNvPr id="18" name="Text Box 3">
            <a:extLst>
              <a:ext uri="{FF2B5EF4-FFF2-40B4-BE49-F238E27FC236}">
                <a16:creationId xmlns:a16="http://schemas.microsoft.com/office/drawing/2014/main" id="{6CF367CF-3FAD-F440-8F65-FE3B3A1B930C}"/>
              </a:ext>
            </a:extLst>
          </p:cNvPr>
          <p:cNvSpPr txBox="1">
            <a:spLocks noChangeArrowheads="1"/>
          </p:cNvSpPr>
          <p:nvPr/>
        </p:nvSpPr>
        <p:spPr bwMode="auto">
          <a:xfrm>
            <a:off x="611188" y="2781300"/>
            <a:ext cx="3657600" cy="579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zh-CN" altLang="en-US" sz="2800" b="1">
                <a:solidFill>
                  <a:srgbClr val="FFFF00"/>
                </a:solidFill>
                <a:ea typeface="楷体_GB2312" pitchFamily="49" charset="-122"/>
              </a:rPr>
              <a:t>证：设</a:t>
            </a:r>
            <a:r>
              <a:rPr lang="en-US" altLang="zh-CN" sz="2800" b="1" i="1">
                <a:solidFill>
                  <a:srgbClr val="FFFF00"/>
                </a:solidFill>
                <a:ea typeface="宋体" panose="02010600030101010101" pitchFamily="2" charset="-122"/>
              </a:rPr>
              <a:t>A</a:t>
            </a:r>
            <a:r>
              <a:rPr lang="zh-CN" altLang="en-US" sz="2800" b="1">
                <a:solidFill>
                  <a:srgbClr val="FFFF00"/>
                </a:solidFill>
                <a:ea typeface="楷体_GB2312" pitchFamily="49" charset="-122"/>
              </a:rPr>
              <a:t>可逆，则</a:t>
            </a:r>
            <a:r>
              <a:rPr lang="zh-CN" altLang="en-US" sz="3200" b="1">
                <a:solidFill>
                  <a:srgbClr val="FFFF00"/>
                </a:solidFill>
                <a:ea typeface="宋体" panose="02010600030101010101" pitchFamily="2" charset="-122"/>
              </a:rPr>
              <a:t>  </a:t>
            </a:r>
          </a:p>
        </p:txBody>
      </p:sp>
      <p:sp>
        <p:nvSpPr>
          <p:cNvPr id="19" name="Text Box 4">
            <a:extLst>
              <a:ext uri="{FF2B5EF4-FFF2-40B4-BE49-F238E27FC236}">
                <a16:creationId xmlns:a16="http://schemas.microsoft.com/office/drawing/2014/main" id="{4A3061B2-0BFB-D640-95B1-CCBFA16F4361}"/>
              </a:ext>
            </a:extLst>
          </p:cNvPr>
          <p:cNvSpPr txBox="1">
            <a:spLocks noChangeArrowheads="1"/>
          </p:cNvSpPr>
          <p:nvPr/>
        </p:nvSpPr>
        <p:spPr bwMode="auto">
          <a:xfrm>
            <a:off x="3995738" y="3646488"/>
            <a:ext cx="4824412" cy="457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zh-CN" altLang="en-US">
                <a:solidFill>
                  <a:srgbClr val="CC0000"/>
                </a:solidFill>
                <a:ea typeface="楷体_GB2312" pitchFamily="49" charset="-122"/>
              </a:rPr>
              <a:t>（即对</a:t>
            </a:r>
            <a:r>
              <a:rPr lang="en-US" altLang="zh-CN" i="1">
                <a:solidFill>
                  <a:srgbClr val="CC0000"/>
                </a:solidFill>
                <a:ea typeface="宋体" panose="02010600030101010101" pitchFamily="2" charset="-122"/>
              </a:rPr>
              <a:t>B</a:t>
            </a:r>
            <a:r>
              <a:rPr lang="zh-CN" altLang="en-US">
                <a:solidFill>
                  <a:srgbClr val="CC0000"/>
                </a:solidFill>
                <a:ea typeface="楷体_GB2312" pitchFamily="49" charset="-122"/>
              </a:rPr>
              <a:t>作</a:t>
            </a:r>
            <a:r>
              <a:rPr lang="en-US" altLang="zh-CN" i="1">
                <a:solidFill>
                  <a:srgbClr val="CC0000"/>
                </a:solidFill>
                <a:ea typeface="宋体" panose="02010600030101010101" pitchFamily="2" charset="-122"/>
              </a:rPr>
              <a:t>s</a:t>
            </a:r>
            <a:r>
              <a:rPr lang="zh-CN" altLang="en-US">
                <a:solidFill>
                  <a:srgbClr val="CC0000"/>
                </a:solidFill>
                <a:ea typeface="楷体_GB2312" pitchFamily="49" charset="-122"/>
              </a:rPr>
              <a:t>次初等行变换可得</a:t>
            </a:r>
            <a:r>
              <a:rPr lang="en-US" altLang="zh-CN" i="1">
                <a:solidFill>
                  <a:srgbClr val="CC0000"/>
                </a:solidFill>
                <a:ea typeface="宋体" panose="02010600030101010101" pitchFamily="2" charset="-122"/>
              </a:rPr>
              <a:t>AB</a:t>
            </a:r>
            <a:r>
              <a:rPr lang="zh-CN" altLang="en-US">
                <a:solidFill>
                  <a:srgbClr val="CC0000"/>
                </a:solidFill>
                <a:ea typeface="楷体_GB2312" pitchFamily="49" charset="-122"/>
              </a:rPr>
              <a:t>）</a:t>
            </a:r>
          </a:p>
        </p:txBody>
      </p:sp>
      <p:sp>
        <p:nvSpPr>
          <p:cNvPr id="20" name="Text Box 5">
            <a:extLst>
              <a:ext uri="{FF2B5EF4-FFF2-40B4-BE49-F238E27FC236}">
                <a16:creationId xmlns:a16="http://schemas.microsoft.com/office/drawing/2014/main" id="{C1CF7669-9987-DE46-938F-7118FD617C33}"/>
              </a:ext>
            </a:extLst>
          </p:cNvPr>
          <p:cNvSpPr txBox="1">
            <a:spLocks noChangeArrowheads="1"/>
          </p:cNvSpPr>
          <p:nvPr/>
        </p:nvSpPr>
        <p:spPr bwMode="auto">
          <a:xfrm>
            <a:off x="2124075" y="4149725"/>
            <a:ext cx="3143250" cy="579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 r </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AB</a:t>
            </a:r>
            <a:r>
              <a:rPr lang="en-US" altLang="zh-CN" sz="2800" b="1">
                <a:solidFill>
                  <a:srgbClr val="FFFF00"/>
                </a:solidFill>
                <a:ea typeface="宋体" panose="02010600030101010101" pitchFamily="2" charset="-122"/>
              </a:rPr>
              <a:t>)</a:t>
            </a:r>
            <a:r>
              <a:rPr lang="zh-CN" altLang="en-US"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r </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B</a:t>
            </a:r>
            <a:r>
              <a:rPr lang="en-US" altLang="zh-CN" sz="2800" b="1">
                <a:solidFill>
                  <a:srgbClr val="FFFF00"/>
                </a:solidFill>
                <a:ea typeface="宋体" panose="02010600030101010101" pitchFamily="2" charset="-122"/>
              </a:rPr>
              <a:t>)</a:t>
            </a:r>
            <a:r>
              <a:rPr lang="en-US" altLang="zh-CN" sz="3200" b="1">
                <a:solidFill>
                  <a:srgbClr val="FFFF00"/>
                </a:solidFill>
                <a:ea typeface="宋体" panose="02010600030101010101" pitchFamily="2" charset="-122"/>
              </a:rPr>
              <a:t> </a:t>
            </a:r>
          </a:p>
        </p:txBody>
      </p:sp>
      <p:sp>
        <p:nvSpPr>
          <p:cNvPr id="21" name="Text Box 6">
            <a:extLst>
              <a:ext uri="{FF2B5EF4-FFF2-40B4-BE49-F238E27FC236}">
                <a16:creationId xmlns:a16="http://schemas.microsoft.com/office/drawing/2014/main" id="{30F44551-01C0-E74D-BFE5-8998266FB7A5}"/>
              </a:ext>
            </a:extLst>
          </p:cNvPr>
          <p:cNvSpPr txBox="1">
            <a:spLocks noChangeArrowheads="1"/>
          </p:cNvSpPr>
          <p:nvPr/>
        </p:nvSpPr>
        <p:spPr bwMode="auto">
          <a:xfrm>
            <a:off x="0" y="620713"/>
            <a:ext cx="3708400" cy="57943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zh-CN" altLang="en-US" sz="3200" b="1" dirty="0">
                <a:solidFill>
                  <a:srgbClr val="66FF66"/>
                </a:solidFill>
                <a:latin typeface="楷体_GB2312" pitchFamily="49" charset="-122"/>
                <a:ea typeface="楷体_GB2312" pitchFamily="49" charset="-122"/>
              </a:rPr>
              <a:t>三、几</a:t>
            </a:r>
            <a:r>
              <a:rPr lang="zh-CN" altLang="en-US" sz="3200" b="1" dirty="0">
                <a:solidFill>
                  <a:srgbClr val="DBF709"/>
                </a:solidFill>
                <a:latin typeface="楷体_GB2312" pitchFamily="49" charset="-122"/>
                <a:ea typeface="楷体_GB2312" pitchFamily="49" charset="-122"/>
              </a:rPr>
              <a:t>个常见结论</a:t>
            </a:r>
          </a:p>
        </p:txBody>
      </p:sp>
      <p:sp>
        <p:nvSpPr>
          <p:cNvPr id="22" name="Text Box 7">
            <a:extLst>
              <a:ext uri="{FF2B5EF4-FFF2-40B4-BE49-F238E27FC236}">
                <a16:creationId xmlns:a16="http://schemas.microsoft.com/office/drawing/2014/main" id="{D50FAD2A-C08A-3F46-AE97-ABDE13743CFD}"/>
              </a:ext>
            </a:extLst>
          </p:cNvPr>
          <p:cNvSpPr txBox="1">
            <a:spLocks noChangeArrowheads="1"/>
          </p:cNvSpPr>
          <p:nvPr/>
        </p:nvSpPr>
        <p:spPr bwMode="auto">
          <a:xfrm>
            <a:off x="250825" y="1341438"/>
            <a:ext cx="5256213" cy="57943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en-US" altLang="zh-CN" sz="2800" b="1">
                <a:solidFill>
                  <a:srgbClr val="FFFFFF"/>
                </a:solidFill>
                <a:ea typeface="宋体" panose="02010600030101010101" pitchFamily="2" charset="-122"/>
              </a:rPr>
              <a:t>(1)</a:t>
            </a:r>
            <a:r>
              <a:rPr lang="en-US" altLang="zh-CN" sz="3200" b="1">
                <a:solidFill>
                  <a:srgbClr val="FFFFFF"/>
                </a:solidFill>
                <a:ea typeface="宋体" panose="02010600030101010101" pitchFamily="2" charset="-122"/>
              </a:rPr>
              <a:t>  </a:t>
            </a:r>
            <a:r>
              <a:rPr lang="en-US" altLang="zh-CN" sz="3200" b="1" i="1" baseline="-25000">
                <a:solidFill>
                  <a:srgbClr val="FFFFFF"/>
                </a:solidFill>
                <a:ea typeface="宋体" panose="02010600030101010101" pitchFamily="2" charset="-122"/>
              </a:rPr>
              <a:t> </a:t>
            </a:r>
            <a:r>
              <a:rPr lang="en-US" altLang="zh-CN" sz="2800" b="1">
                <a:solidFill>
                  <a:srgbClr val="FFFFFF"/>
                </a:solidFill>
                <a:ea typeface="宋体" panose="02010600030101010101" pitchFamily="2" charset="-122"/>
              </a:rPr>
              <a:t>0 ≤ </a:t>
            </a:r>
            <a:r>
              <a:rPr lang="en-US" altLang="zh-CN" sz="2800" b="1" i="1">
                <a:solidFill>
                  <a:srgbClr val="FFFFFF"/>
                </a:solidFill>
                <a:ea typeface="宋体" panose="02010600030101010101" pitchFamily="2" charset="-122"/>
              </a:rPr>
              <a:t>r</a:t>
            </a:r>
            <a:r>
              <a:rPr lang="en-US" altLang="zh-CN" sz="2800" b="1">
                <a:solidFill>
                  <a:srgbClr val="FFFFFF"/>
                </a:solidFill>
                <a:ea typeface="宋体" panose="02010600030101010101" pitchFamily="2" charset="-122"/>
              </a:rPr>
              <a:t>(</a:t>
            </a:r>
            <a:r>
              <a:rPr lang="en-US" altLang="zh-CN" sz="2800" b="1" i="1">
                <a:solidFill>
                  <a:srgbClr val="FFFFFF"/>
                </a:solidFill>
                <a:ea typeface="宋体" panose="02010600030101010101" pitchFamily="2" charset="-122"/>
              </a:rPr>
              <a:t>A</a:t>
            </a:r>
            <a:r>
              <a:rPr lang="en-US" altLang="zh-CN" sz="2800" b="1" i="1" baseline="-25000">
                <a:solidFill>
                  <a:srgbClr val="FFFFFF"/>
                </a:solidFill>
                <a:ea typeface="宋体" panose="02010600030101010101" pitchFamily="2" charset="-122"/>
              </a:rPr>
              <a:t>m</a:t>
            </a:r>
            <a:r>
              <a:rPr lang="en-US" altLang="zh-CN" sz="2800" b="1" baseline="-25000">
                <a:solidFill>
                  <a:srgbClr val="FFFFFF"/>
                </a:solidFill>
                <a:ea typeface="宋体" panose="02010600030101010101" pitchFamily="2" charset="-122"/>
              </a:rPr>
              <a:t>×</a:t>
            </a:r>
            <a:r>
              <a:rPr lang="en-US" altLang="zh-CN" sz="2800" b="1" i="1" baseline="-25000">
                <a:solidFill>
                  <a:srgbClr val="FFFFFF"/>
                </a:solidFill>
                <a:ea typeface="宋体" panose="02010600030101010101" pitchFamily="2" charset="-122"/>
              </a:rPr>
              <a:t>n</a:t>
            </a:r>
            <a:r>
              <a:rPr lang="en-US" altLang="zh-CN" sz="2800" b="1">
                <a:solidFill>
                  <a:srgbClr val="FFFFFF"/>
                </a:solidFill>
                <a:ea typeface="宋体" panose="02010600030101010101" pitchFamily="2" charset="-122"/>
              </a:rPr>
              <a:t>) ≤ min{</a:t>
            </a:r>
            <a:r>
              <a:rPr lang="en-US" altLang="zh-CN" sz="2800" b="1" i="1">
                <a:solidFill>
                  <a:srgbClr val="FFFFFF"/>
                </a:solidFill>
                <a:ea typeface="宋体" panose="02010600030101010101" pitchFamily="2" charset="-122"/>
              </a:rPr>
              <a:t>m</a:t>
            </a:r>
            <a:r>
              <a:rPr lang="en-US" altLang="zh-CN" sz="2800" b="1">
                <a:solidFill>
                  <a:srgbClr val="FFFFFF"/>
                </a:solidFill>
                <a:ea typeface="宋体" panose="02010600030101010101" pitchFamily="2" charset="-122"/>
              </a:rPr>
              <a:t>, </a:t>
            </a:r>
            <a:r>
              <a:rPr lang="en-US" altLang="zh-CN" sz="2800" b="1" i="1">
                <a:solidFill>
                  <a:srgbClr val="FFFFFF"/>
                </a:solidFill>
                <a:ea typeface="宋体" panose="02010600030101010101" pitchFamily="2" charset="-122"/>
              </a:rPr>
              <a:t>n</a:t>
            </a:r>
            <a:r>
              <a:rPr lang="en-US" altLang="zh-CN" sz="2800" b="1">
                <a:solidFill>
                  <a:srgbClr val="FFFFFF"/>
                </a:solidFill>
                <a:ea typeface="宋体" panose="02010600030101010101" pitchFamily="2" charset="-122"/>
              </a:rPr>
              <a:t>}</a:t>
            </a:r>
          </a:p>
        </p:txBody>
      </p:sp>
      <p:sp>
        <p:nvSpPr>
          <p:cNvPr id="23" name="Text Box 8">
            <a:extLst>
              <a:ext uri="{FF2B5EF4-FFF2-40B4-BE49-F238E27FC236}">
                <a16:creationId xmlns:a16="http://schemas.microsoft.com/office/drawing/2014/main" id="{31008CA7-56CC-1149-BD86-EF7C2BFF8005}"/>
              </a:ext>
            </a:extLst>
          </p:cNvPr>
          <p:cNvSpPr txBox="1">
            <a:spLocks noChangeArrowheads="1"/>
          </p:cNvSpPr>
          <p:nvPr/>
        </p:nvSpPr>
        <p:spPr bwMode="auto">
          <a:xfrm>
            <a:off x="250825" y="4724400"/>
            <a:ext cx="8893175" cy="519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en-US" altLang="zh-CN" sz="2800" b="1">
                <a:solidFill>
                  <a:srgbClr val="FFFFFF"/>
                </a:solidFill>
                <a:latin typeface="楷体_GB2312" pitchFamily="49" charset="-122"/>
                <a:ea typeface="楷体_GB2312" pitchFamily="49" charset="-122"/>
              </a:rPr>
              <a:t>(3)</a:t>
            </a:r>
            <a:r>
              <a:rPr lang="en-US" altLang="zh-CN" sz="2800" b="1">
                <a:solidFill>
                  <a:srgbClr val="FFFFFF"/>
                </a:solidFill>
                <a:ea typeface="宋体" panose="02010600030101010101" pitchFamily="2" charset="-122"/>
              </a:rPr>
              <a:t> </a:t>
            </a:r>
            <a:r>
              <a:rPr lang="en-US" altLang="zh-CN" sz="2800" b="1" i="1">
                <a:solidFill>
                  <a:srgbClr val="FFFFFF"/>
                </a:solidFill>
                <a:ea typeface="宋体" panose="02010600030101010101" pitchFamily="2" charset="-122"/>
              </a:rPr>
              <a:t> r</a:t>
            </a:r>
            <a:r>
              <a:rPr lang="en-US" altLang="zh-CN" sz="2800" b="1">
                <a:solidFill>
                  <a:srgbClr val="FFFFFF"/>
                </a:solidFill>
                <a:ea typeface="宋体" panose="02010600030101010101" pitchFamily="2" charset="-122"/>
              </a:rPr>
              <a:t>(</a:t>
            </a:r>
            <a:r>
              <a:rPr lang="en-US" altLang="zh-CN" sz="2800" b="1" i="1">
                <a:solidFill>
                  <a:srgbClr val="FFFFFF"/>
                </a:solidFill>
                <a:ea typeface="宋体" panose="02010600030101010101" pitchFamily="2" charset="-122"/>
              </a:rPr>
              <a:t>A</a:t>
            </a:r>
            <a:r>
              <a:rPr lang="en-US" altLang="zh-CN" sz="2800" b="1">
                <a:solidFill>
                  <a:srgbClr val="FFFFFF"/>
                </a:solidFill>
                <a:ea typeface="宋体" panose="02010600030101010101" pitchFamily="2" charset="-122"/>
              </a:rPr>
              <a:t>)</a:t>
            </a:r>
            <a:r>
              <a:rPr lang="zh-CN" altLang="en-US" sz="2800" b="1">
                <a:solidFill>
                  <a:srgbClr val="FFFFFF"/>
                </a:solidFill>
                <a:ea typeface="宋体" panose="02010600030101010101" pitchFamily="2" charset="-122"/>
              </a:rPr>
              <a:t>＋</a:t>
            </a:r>
            <a:r>
              <a:rPr lang="en-US" altLang="zh-CN" sz="2800" b="1" i="1">
                <a:solidFill>
                  <a:srgbClr val="FFFFFF"/>
                </a:solidFill>
                <a:ea typeface="宋体" panose="02010600030101010101" pitchFamily="2" charset="-122"/>
              </a:rPr>
              <a:t>r </a:t>
            </a:r>
            <a:r>
              <a:rPr lang="en-US" altLang="zh-CN" sz="2800" b="1">
                <a:solidFill>
                  <a:srgbClr val="FFFFFF"/>
                </a:solidFill>
                <a:ea typeface="宋体" panose="02010600030101010101" pitchFamily="2" charset="-122"/>
              </a:rPr>
              <a:t>(</a:t>
            </a:r>
            <a:r>
              <a:rPr lang="en-US" altLang="zh-CN" sz="2800" b="1" i="1">
                <a:solidFill>
                  <a:srgbClr val="FFFFFF"/>
                </a:solidFill>
                <a:ea typeface="宋体" panose="02010600030101010101" pitchFamily="2" charset="-122"/>
              </a:rPr>
              <a:t>B</a:t>
            </a:r>
            <a:r>
              <a:rPr lang="en-US" altLang="zh-CN" sz="2800" b="1">
                <a:solidFill>
                  <a:srgbClr val="FFFFFF"/>
                </a:solidFill>
                <a:ea typeface="宋体" panose="02010600030101010101" pitchFamily="2" charset="-122"/>
              </a:rPr>
              <a:t>)</a:t>
            </a:r>
            <a:r>
              <a:rPr lang="zh-CN" altLang="en-US" sz="2800" b="1">
                <a:solidFill>
                  <a:srgbClr val="FFFFFF"/>
                </a:solidFill>
                <a:ea typeface="宋体" panose="02010600030101010101" pitchFamily="2" charset="-122"/>
              </a:rPr>
              <a:t>－</a:t>
            </a:r>
            <a:r>
              <a:rPr lang="en-US" altLang="zh-CN" sz="2800" b="1" i="1">
                <a:solidFill>
                  <a:srgbClr val="FFFFFF"/>
                </a:solidFill>
                <a:ea typeface="宋体" panose="02010600030101010101" pitchFamily="2" charset="-122"/>
              </a:rPr>
              <a:t>n </a:t>
            </a:r>
            <a:r>
              <a:rPr lang="en-US" altLang="zh-CN" sz="2800" b="1">
                <a:solidFill>
                  <a:srgbClr val="FFFFFF"/>
                </a:solidFill>
                <a:ea typeface="宋体" panose="02010600030101010101" pitchFamily="2" charset="-122"/>
              </a:rPr>
              <a:t>≤</a:t>
            </a:r>
            <a:r>
              <a:rPr lang="en-US" altLang="zh-CN" sz="2800" b="1" i="1">
                <a:solidFill>
                  <a:srgbClr val="FFFFFF"/>
                </a:solidFill>
                <a:ea typeface="宋体" panose="02010600030101010101" pitchFamily="2" charset="-122"/>
              </a:rPr>
              <a:t>r </a:t>
            </a:r>
            <a:r>
              <a:rPr lang="en-US" altLang="zh-CN" sz="2800" b="1">
                <a:solidFill>
                  <a:srgbClr val="FFFFFF"/>
                </a:solidFill>
                <a:ea typeface="宋体" panose="02010600030101010101" pitchFamily="2" charset="-122"/>
              </a:rPr>
              <a:t>(</a:t>
            </a:r>
            <a:r>
              <a:rPr lang="en-US" altLang="zh-CN" sz="2800" b="1" i="1">
                <a:solidFill>
                  <a:srgbClr val="FFFFFF"/>
                </a:solidFill>
                <a:ea typeface="宋体" panose="02010600030101010101" pitchFamily="2" charset="-122"/>
              </a:rPr>
              <a:t>A</a:t>
            </a:r>
            <a:r>
              <a:rPr lang="en-US" altLang="zh-CN" sz="2800" b="1" i="1" baseline="-25000">
                <a:solidFill>
                  <a:srgbClr val="FFFFFF"/>
                </a:solidFill>
                <a:ea typeface="宋体" panose="02010600030101010101" pitchFamily="2" charset="-122"/>
              </a:rPr>
              <a:t>m</a:t>
            </a:r>
            <a:r>
              <a:rPr lang="en-US" altLang="zh-CN" sz="2800" b="1" baseline="-25000">
                <a:solidFill>
                  <a:srgbClr val="FFFFFF"/>
                </a:solidFill>
                <a:ea typeface="宋体" panose="02010600030101010101" pitchFamily="2" charset="-122"/>
              </a:rPr>
              <a:t>×</a:t>
            </a:r>
            <a:r>
              <a:rPr lang="en-US" altLang="zh-CN" sz="2800" b="1" i="1" baseline="-25000">
                <a:solidFill>
                  <a:srgbClr val="FFFFFF"/>
                </a:solidFill>
                <a:ea typeface="宋体" panose="02010600030101010101" pitchFamily="2" charset="-122"/>
              </a:rPr>
              <a:t>n</a:t>
            </a:r>
            <a:r>
              <a:rPr lang="en-US" altLang="zh-CN" sz="2800" b="1" i="1">
                <a:solidFill>
                  <a:srgbClr val="FFFFFF"/>
                </a:solidFill>
                <a:ea typeface="宋体" panose="02010600030101010101" pitchFamily="2" charset="-122"/>
              </a:rPr>
              <a:t>B</a:t>
            </a:r>
            <a:r>
              <a:rPr lang="en-US" altLang="zh-CN" sz="2800" b="1" i="1" baseline="-25000">
                <a:solidFill>
                  <a:srgbClr val="FFFFFF"/>
                </a:solidFill>
                <a:ea typeface="宋体" panose="02010600030101010101" pitchFamily="2" charset="-122"/>
              </a:rPr>
              <a:t>n</a:t>
            </a:r>
            <a:r>
              <a:rPr lang="en-US" altLang="zh-CN" sz="2800" b="1" baseline="-25000">
                <a:solidFill>
                  <a:srgbClr val="FFFFFF"/>
                </a:solidFill>
                <a:ea typeface="宋体" panose="02010600030101010101" pitchFamily="2" charset="-122"/>
              </a:rPr>
              <a:t>×</a:t>
            </a:r>
            <a:r>
              <a:rPr lang="en-US" altLang="zh-CN" sz="2800" b="1" i="1" baseline="-25000">
                <a:solidFill>
                  <a:srgbClr val="FFFFFF"/>
                </a:solidFill>
                <a:ea typeface="宋体" panose="02010600030101010101" pitchFamily="2" charset="-122"/>
              </a:rPr>
              <a:t>s</a:t>
            </a:r>
            <a:r>
              <a:rPr lang="en-US" altLang="zh-CN" sz="2800" b="1">
                <a:solidFill>
                  <a:srgbClr val="FFFFFF"/>
                </a:solidFill>
                <a:ea typeface="宋体" panose="02010600030101010101" pitchFamily="2" charset="-122"/>
              </a:rPr>
              <a:t>) ≤min{</a:t>
            </a:r>
            <a:r>
              <a:rPr lang="en-US" altLang="zh-CN" sz="2800" b="1" i="1">
                <a:solidFill>
                  <a:srgbClr val="FFFFFF"/>
                </a:solidFill>
                <a:ea typeface="宋体" panose="02010600030101010101" pitchFamily="2" charset="-122"/>
              </a:rPr>
              <a:t>r </a:t>
            </a:r>
            <a:r>
              <a:rPr lang="en-US" altLang="zh-CN" sz="2800" b="1">
                <a:solidFill>
                  <a:srgbClr val="FFFFFF"/>
                </a:solidFill>
                <a:ea typeface="宋体" panose="02010600030101010101" pitchFamily="2" charset="-122"/>
              </a:rPr>
              <a:t>(</a:t>
            </a:r>
            <a:r>
              <a:rPr lang="en-US" altLang="zh-CN" sz="2800" b="1" i="1">
                <a:solidFill>
                  <a:srgbClr val="FFFFFF"/>
                </a:solidFill>
                <a:ea typeface="宋体" panose="02010600030101010101" pitchFamily="2" charset="-122"/>
              </a:rPr>
              <a:t>A</a:t>
            </a:r>
            <a:r>
              <a:rPr lang="en-US" altLang="zh-CN" sz="2800" b="1">
                <a:solidFill>
                  <a:srgbClr val="FFFFFF"/>
                </a:solidFill>
                <a:ea typeface="宋体" panose="02010600030101010101" pitchFamily="2" charset="-122"/>
              </a:rPr>
              <a:t>)</a:t>
            </a:r>
            <a:r>
              <a:rPr lang="en-US" altLang="zh-CN" sz="2800" b="1" i="1">
                <a:solidFill>
                  <a:srgbClr val="FFFFFF"/>
                </a:solidFill>
                <a:ea typeface="宋体" panose="02010600030101010101" pitchFamily="2" charset="-122"/>
              </a:rPr>
              <a:t> </a:t>
            </a:r>
            <a:r>
              <a:rPr lang="en-US" altLang="zh-CN" sz="2800" b="1">
                <a:solidFill>
                  <a:srgbClr val="FFFFFF"/>
                </a:solidFill>
                <a:ea typeface="宋体" panose="02010600030101010101" pitchFamily="2" charset="-122"/>
              </a:rPr>
              <a:t>, </a:t>
            </a:r>
            <a:r>
              <a:rPr lang="en-US" altLang="zh-CN" sz="2800" b="1" i="1">
                <a:solidFill>
                  <a:srgbClr val="FFFFFF"/>
                </a:solidFill>
                <a:ea typeface="宋体" panose="02010600030101010101" pitchFamily="2" charset="-122"/>
              </a:rPr>
              <a:t>r </a:t>
            </a:r>
            <a:r>
              <a:rPr lang="en-US" altLang="zh-CN" sz="2800" b="1">
                <a:solidFill>
                  <a:srgbClr val="FFFFFF"/>
                </a:solidFill>
                <a:ea typeface="宋体" panose="02010600030101010101" pitchFamily="2" charset="-122"/>
              </a:rPr>
              <a:t>(</a:t>
            </a:r>
            <a:r>
              <a:rPr lang="en-US" altLang="zh-CN" sz="2800" b="1" i="1">
                <a:solidFill>
                  <a:srgbClr val="FFFFFF"/>
                </a:solidFill>
                <a:ea typeface="宋体" panose="02010600030101010101" pitchFamily="2" charset="-122"/>
              </a:rPr>
              <a:t>B</a:t>
            </a:r>
            <a:r>
              <a:rPr lang="en-US" altLang="zh-CN" sz="2800" b="1">
                <a:solidFill>
                  <a:srgbClr val="FFFFFF"/>
                </a:solidFill>
                <a:ea typeface="宋体" panose="02010600030101010101" pitchFamily="2" charset="-122"/>
              </a:rPr>
              <a:t>)}</a:t>
            </a:r>
          </a:p>
        </p:txBody>
      </p:sp>
      <p:sp>
        <p:nvSpPr>
          <p:cNvPr id="24" name="Text Box 9">
            <a:extLst>
              <a:ext uri="{FF2B5EF4-FFF2-40B4-BE49-F238E27FC236}">
                <a16:creationId xmlns:a16="http://schemas.microsoft.com/office/drawing/2014/main" id="{19F01244-FFB8-CF40-8EAE-69AD73796FE0}"/>
              </a:ext>
            </a:extLst>
          </p:cNvPr>
          <p:cNvSpPr txBox="1">
            <a:spLocks noChangeArrowheads="1"/>
          </p:cNvSpPr>
          <p:nvPr/>
        </p:nvSpPr>
        <p:spPr bwMode="auto">
          <a:xfrm>
            <a:off x="3563938" y="2854325"/>
            <a:ext cx="4679950" cy="519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kumimoji="0" lang="en-US" altLang="zh-CN" sz="2800" b="1" i="1">
                <a:solidFill>
                  <a:srgbClr val="FFFF00"/>
                </a:solidFill>
                <a:ea typeface="宋体" panose="02010600030101010101" pitchFamily="2" charset="-122"/>
              </a:rPr>
              <a:t>A</a:t>
            </a:r>
            <a:r>
              <a:rPr kumimoji="0" lang="en-US" altLang="zh-CN" sz="2800" b="1">
                <a:solidFill>
                  <a:srgbClr val="FFFF00"/>
                </a:solidFill>
                <a:ea typeface="宋体" panose="02010600030101010101" pitchFamily="2" charset="-122"/>
              </a:rPr>
              <a:t>=</a:t>
            </a:r>
            <a:r>
              <a:rPr kumimoji="0" lang="en-US" altLang="zh-CN" sz="2800" b="1" i="1">
                <a:solidFill>
                  <a:srgbClr val="FFFF00"/>
                </a:solidFill>
                <a:ea typeface="宋体" panose="02010600030101010101" pitchFamily="2" charset="-122"/>
              </a:rPr>
              <a:t>P</a:t>
            </a:r>
            <a:r>
              <a:rPr kumimoji="0" lang="en-US" altLang="zh-CN" sz="2800" b="1" baseline="-25000">
                <a:solidFill>
                  <a:srgbClr val="FFFF00"/>
                </a:solidFill>
                <a:ea typeface="宋体" panose="02010600030101010101" pitchFamily="2" charset="-122"/>
              </a:rPr>
              <a:t>1</a:t>
            </a:r>
            <a:r>
              <a:rPr kumimoji="0" lang="en-US" altLang="zh-CN" sz="2800" b="1" i="1">
                <a:solidFill>
                  <a:srgbClr val="FFFF00"/>
                </a:solidFill>
                <a:ea typeface="宋体" panose="02010600030101010101" pitchFamily="2" charset="-122"/>
              </a:rPr>
              <a:t>P</a:t>
            </a:r>
            <a:r>
              <a:rPr kumimoji="0" lang="en-US" altLang="zh-CN" sz="2800" b="1" baseline="-25000">
                <a:solidFill>
                  <a:srgbClr val="FFFF00"/>
                </a:solidFill>
                <a:ea typeface="宋体" panose="02010600030101010101" pitchFamily="2" charset="-122"/>
              </a:rPr>
              <a:t>2</a:t>
            </a:r>
            <a:r>
              <a:rPr lang="en-US" altLang="zh-CN" sz="2800" b="1" baseline="18000">
                <a:solidFill>
                  <a:srgbClr val="FFFF00"/>
                </a:solidFill>
                <a:ea typeface="宋体" panose="02010600030101010101" pitchFamily="2" charset="-122"/>
              </a:rPr>
              <a:t>…</a:t>
            </a:r>
            <a:r>
              <a:rPr kumimoji="0" lang="en-US" altLang="zh-CN" sz="2800" b="1" i="1">
                <a:solidFill>
                  <a:srgbClr val="FFFF00"/>
                </a:solidFill>
                <a:ea typeface="宋体" panose="02010600030101010101" pitchFamily="2" charset="-122"/>
              </a:rPr>
              <a:t>P</a:t>
            </a:r>
            <a:r>
              <a:rPr kumimoji="0" lang="en-US" altLang="zh-CN" sz="2800" b="1" i="1" baseline="-25000">
                <a:solidFill>
                  <a:srgbClr val="FFFF00"/>
                </a:solidFill>
                <a:ea typeface="宋体" panose="02010600030101010101" pitchFamily="2" charset="-122"/>
              </a:rPr>
              <a:t>s  </a:t>
            </a:r>
            <a:r>
              <a:rPr lang="en-US" altLang="zh-CN" sz="2800" b="1">
                <a:solidFill>
                  <a:srgbClr val="FFFF00"/>
                </a:solidFill>
                <a:ea typeface="宋体" panose="02010600030101010101" pitchFamily="2" charset="-122"/>
              </a:rPr>
              <a:t>(</a:t>
            </a:r>
            <a:r>
              <a:rPr kumimoji="0" lang="en-US" altLang="zh-CN" sz="2800" b="1" i="1">
                <a:solidFill>
                  <a:srgbClr val="FFFF00"/>
                </a:solidFill>
                <a:ea typeface="宋体" panose="02010600030101010101" pitchFamily="2" charset="-122"/>
              </a:rPr>
              <a:t>P</a:t>
            </a:r>
            <a:r>
              <a:rPr kumimoji="0" lang="en-US" altLang="zh-CN" sz="2800" b="1" i="1" baseline="-25000">
                <a:solidFill>
                  <a:srgbClr val="FFFF00"/>
                </a:solidFill>
                <a:ea typeface="宋体" panose="02010600030101010101" pitchFamily="2" charset="-122"/>
              </a:rPr>
              <a:t>i</a:t>
            </a:r>
            <a:r>
              <a:rPr lang="zh-CN" altLang="en-US" sz="2800" b="1">
                <a:solidFill>
                  <a:srgbClr val="FFFF00"/>
                </a:solidFill>
                <a:ea typeface="楷体_GB2312" pitchFamily="49" charset="-122"/>
              </a:rPr>
              <a:t>为初等矩阵</a:t>
            </a:r>
            <a:r>
              <a:rPr lang="en-US" altLang="zh-CN" sz="2800" b="1">
                <a:solidFill>
                  <a:srgbClr val="FFFF00"/>
                </a:solidFill>
                <a:ea typeface="宋体" panose="02010600030101010101" pitchFamily="2" charset="-122"/>
              </a:rPr>
              <a:t>)</a:t>
            </a:r>
          </a:p>
        </p:txBody>
      </p:sp>
      <p:sp>
        <p:nvSpPr>
          <p:cNvPr id="25" name="Text Box 10">
            <a:extLst>
              <a:ext uri="{FF2B5EF4-FFF2-40B4-BE49-F238E27FC236}">
                <a16:creationId xmlns:a16="http://schemas.microsoft.com/office/drawing/2014/main" id="{45AEB97B-3EF5-7944-A054-5A6D3D69710C}"/>
              </a:ext>
            </a:extLst>
          </p:cNvPr>
          <p:cNvSpPr txBox="1">
            <a:spLocks noChangeArrowheads="1"/>
          </p:cNvSpPr>
          <p:nvPr/>
        </p:nvSpPr>
        <p:spPr bwMode="auto">
          <a:xfrm>
            <a:off x="1116013" y="3573463"/>
            <a:ext cx="3311525" cy="5191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en-US" altLang="zh-CN" sz="2800" b="1">
                <a:solidFill>
                  <a:srgbClr val="FFFF00"/>
                </a:solidFill>
                <a:ea typeface="宋体" panose="02010600030101010101" pitchFamily="2" charset="-122"/>
              </a:rPr>
              <a:t>∴</a:t>
            </a:r>
            <a:r>
              <a:rPr kumimoji="0" lang="en-US" altLang="zh-CN" sz="2800" b="1" i="1">
                <a:solidFill>
                  <a:srgbClr val="DBF709"/>
                </a:solidFill>
                <a:ea typeface="宋体" panose="02010600030101010101" pitchFamily="2" charset="-122"/>
              </a:rPr>
              <a:t>AB</a:t>
            </a:r>
            <a:r>
              <a:rPr kumimoji="0" lang="en-US" altLang="zh-CN" sz="2800" b="1">
                <a:solidFill>
                  <a:srgbClr val="DBF709"/>
                </a:solidFill>
                <a:ea typeface="宋体" panose="02010600030101010101" pitchFamily="2" charset="-122"/>
              </a:rPr>
              <a:t>=</a:t>
            </a:r>
            <a:r>
              <a:rPr kumimoji="0" lang="en-US" altLang="zh-CN" sz="2800" b="1" i="1">
                <a:solidFill>
                  <a:srgbClr val="DBF709"/>
                </a:solidFill>
                <a:ea typeface="宋体" panose="02010600030101010101" pitchFamily="2" charset="-122"/>
              </a:rPr>
              <a:t>P</a:t>
            </a:r>
            <a:r>
              <a:rPr kumimoji="0" lang="en-US" altLang="zh-CN" sz="2800" b="1" baseline="-25000">
                <a:solidFill>
                  <a:srgbClr val="DBF709"/>
                </a:solidFill>
                <a:ea typeface="宋体" panose="02010600030101010101" pitchFamily="2" charset="-122"/>
              </a:rPr>
              <a:t>1</a:t>
            </a:r>
            <a:r>
              <a:rPr kumimoji="0" lang="en-US" altLang="zh-CN" sz="2800" b="1" i="1">
                <a:solidFill>
                  <a:srgbClr val="DBF709"/>
                </a:solidFill>
                <a:ea typeface="宋体" panose="02010600030101010101" pitchFamily="2" charset="-122"/>
              </a:rPr>
              <a:t>P</a:t>
            </a:r>
            <a:r>
              <a:rPr kumimoji="0" lang="en-US" altLang="zh-CN" sz="2800" b="1" baseline="-25000">
                <a:solidFill>
                  <a:srgbClr val="DBF709"/>
                </a:solidFill>
                <a:ea typeface="宋体" panose="02010600030101010101" pitchFamily="2" charset="-122"/>
              </a:rPr>
              <a:t>2</a:t>
            </a:r>
            <a:r>
              <a:rPr lang="en-US" altLang="zh-CN" sz="2800" b="1" baseline="18000">
                <a:solidFill>
                  <a:srgbClr val="DBF709"/>
                </a:solidFill>
                <a:ea typeface="宋体" panose="02010600030101010101" pitchFamily="2" charset="-122"/>
              </a:rPr>
              <a:t>…</a:t>
            </a:r>
            <a:r>
              <a:rPr kumimoji="0" lang="en-US" altLang="zh-CN" sz="2800" b="1" i="1">
                <a:solidFill>
                  <a:srgbClr val="DBF709"/>
                </a:solidFill>
                <a:ea typeface="宋体" panose="02010600030101010101" pitchFamily="2" charset="-122"/>
              </a:rPr>
              <a:t>P</a:t>
            </a:r>
            <a:r>
              <a:rPr kumimoji="0" lang="en-US" altLang="zh-CN" sz="2800" b="1" i="1" baseline="-25000">
                <a:solidFill>
                  <a:srgbClr val="DBF709"/>
                </a:solidFill>
                <a:ea typeface="宋体" panose="02010600030101010101" pitchFamily="2" charset="-122"/>
              </a:rPr>
              <a:t>s</a:t>
            </a:r>
            <a:r>
              <a:rPr kumimoji="0" lang="en-US" altLang="zh-CN" sz="2800" b="1" i="1">
                <a:solidFill>
                  <a:srgbClr val="DBF709"/>
                </a:solidFill>
                <a:ea typeface="宋体" panose="02010600030101010101" pitchFamily="2" charset="-122"/>
              </a:rPr>
              <a:t>B</a:t>
            </a:r>
            <a:endParaRPr lang="en-US" altLang="zh-CN" sz="2800" b="1">
              <a:solidFill>
                <a:srgbClr val="DBF709"/>
              </a:solidFill>
              <a:ea typeface="宋体" panose="02010600030101010101" pitchFamily="2" charset="-122"/>
            </a:endParaRPr>
          </a:p>
        </p:txBody>
      </p:sp>
      <p:sp>
        <p:nvSpPr>
          <p:cNvPr id="26" name="AutoShape 11">
            <a:extLst>
              <a:ext uri="{FF2B5EF4-FFF2-40B4-BE49-F238E27FC236}">
                <a16:creationId xmlns:a16="http://schemas.microsoft.com/office/drawing/2014/main" id="{A18561DA-DD93-7144-9310-A283792692FB}"/>
              </a:ext>
            </a:extLst>
          </p:cNvPr>
          <p:cNvSpPr>
            <a:spLocks noChangeArrowheads="1"/>
          </p:cNvSpPr>
          <p:nvPr/>
        </p:nvSpPr>
        <p:spPr bwMode="auto">
          <a:xfrm>
            <a:off x="3132138" y="5300663"/>
            <a:ext cx="304800" cy="504825"/>
          </a:xfrm>
          <a:prstGeom prst="downArrow">
            <a:avLst>
              <a:gd name="adj1" fmla="val 50000"/>
              <a:gd name="adj2" fmla="val 41406"/>
            </a:avLst>
          </a:prstGeom>
          <a:solidFill>
            <a:srgbClr val="00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endParaRPr kumimoji="1" lang="zh-CN" altLang="en-US" sz="2400" b="0" i="0" u="none" strike="noStrike" kern="0" cap="none" spc="0" normalizeH="0" baseline="0" noProof="0">
              <a:ln>
                <a:noFill/>
              </a:ln>
              <a:solidFill>
                <a:srgbClr val="ECFB7D"/>
              </a:solidFill>
              <a:effectLst/>
              <a:uLnTx/>
              <a:uFillTx/>
              <a:latin typeface="Times New Roman" panose="02020603050405020304" pitchFamily="18" charset="0"/>
              <a:ea typeface="隶书" pitchFamily="49" charset="-122"/>
            </a:endParaRPr>
          </a:p>
        </p:txBody>
      </p:sp>
      <p:sp>
        <p:nvSpPr>
          <p:cNvPr id="27" name="Line 12">
            <a:extLst>
              <a:ext uri="{FF2B5EF4-FFF2-40B4-BE49-F238E27FC236}">
                <a16:creationId xmlns:a16="http://schemas.microsoft.com/office/drawing/2014/main" id="{FE6DD5E5-25A5-314E-8C59-A2DB58E38F92}"/>
              </a:ext>
            </a:extLst>
          </p:cNvPr>
          <p:cNvSpPr>
            <a:spLocks noChangeShapeType="1"/>
          </p:cNvSpPr>
          <p:nvPr/>
        </p:nvSpPr>
        <p:spPr bwMode="auto">
          <a:xfrm>
            <a:off x="3348038" y="5227638"/>
            <a:ext cx="4679950" cy="0"/>
          </a:xfrm>
          <a:prstGeom prst="line">
            <a:avLst/>
          </a:prstGeom>
          <a:noFill/>
          <a:ln w="349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solidFill>
                <a:srgbClr val="ECFB7D"/>
              </a:solidFill>
              <a:ea typeface="隶书" pitchFamily="49" charset="-122"/>
            </a:endParaRPr>
          </a:p>
        </p:txBody>
      </p:sp>
      <p:sp>
        <p:nvSpPr>
          <p:cNvPr id="28" name="Text Box 13">
            <a:extLst>
              <a:ext uri="{FF2B5EF4-FFF2-40B4-BE49-F238E27FC236}">
                <a16:creationId xmlns:a16="http://schemas.microsoft.com/office/drawing/2014/main" id="{5911663F-9157-CF40-8816-4F4C2099EE13}"/>
              </a:ext>
            </a:extLst>
          </p:cNvPr>
          <p:cNvSpPr txBox="1">
            <a:spLocks noChangeArrowheads="1"/>
          </p:cNvSpPr>
          <p:nvPr/>
        </p:nvSpPr>
        <p:spPr bwMode="auto">
          <a:xfrm>
            <a:off x="5219700" y="5227638"/>
            <a:ext cx="2286000" cy="457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algn="r"/>
            <a:r>
              <a:rPr lang="en-US" altLang="zh-CN" b="1">
                <a:solidFill>
                  <a:srgbClr val="CC0000"/>
                </a:solidFill>
                <a:latin typeface="楷体_GB2312" pitchFamily="49" charset="-122"/>
                <a:ea typeface="楷体_GB2312" pitchFamily="49" charset="-122"/>
              </a:rPr>
              <a:t>(</a:t>
            </a:r>
            <a:r>
              <a:rPr lang="zh-CN" altLang="en-US" b="1">
                <a:solidFill>
                  <a:srgbClr val="CC0000"/>
                </a:solidFill>
                <a:latin typeface="楷体_GB2312" pitchFamily="49" charset="-122"/>
                <a:ea typeface="楷体_GB2312" pitchFamily="49" charset="-122"/>
              </a:rPr>
              <a:t>证明见</a:t>
            </a:r>
            <a:r>
              <a:rPr lang="en-US" altLang="zh-CN" b="1">
                <a:solidFill>
                  <a:srgbClr val="CC0000"/>
                </a:solidFill>
                <a:latin typeface="楷体_GB2312" pitchFamily="49" charset="-122"/>
                <a:ea typeface="楷体_GB2312" pitchFamily="49" charset="-122"/>
              </a:rPr>
              <a:t>P81)</a:t>
            </a:r>
          </a:p>
        </p:txBody>
      </p:sp>
      <p:grpSp>
        <p:nvGrpSpPr>
          <p:cNvPr id="29" name="Group 14">
            <a:extLst>
              <a:ext uri="{FF2B5EF4-FFF2-40B4-BE49-F238E27FC236}">
                <a16:creationId xmlns:a16="http://schemas.microsoft.com/office/drawing/2014/main" id="{8F768F65-13D4-7E45-A86A-84EFD210656F}"/>
              </a:ext>
            </a:extLst>
          </p:cNvPr>
          <p:cNvGrpSpPr>
            <a:grpSpLocks/>
          </p:cNvGrpSpPr>
          <p:nvPr/>
        </p:nvGrpSpPr>
        <p:grpSpPr bwMode="auto">
          <a:xfrm>
            <a:off x="2484438" y="5805488"/>
            <a:ext cx="5521325" cy="555625"/>
            <a:chOff x="249" y="2659"/>
            <a:chExt cx="3478" cy="350"/>
          </a:xfrm>
        </p:grpSpPr>
        <p:sp>
          <p:nvSpPr>
            <p:cNvPr id="30" name="Text Box 15">
              <a:extLst>
                <a:ext uri="{FF2B5EF4-FFF2-40B4-BE49-F238E27FC236}">
                  <a16:creationId xmlns:a16="http://schemas.microsoft.com/office/drawing/2014/main" id="{6FE3C790-F5FB-DE4C-AD90-FED1BF131D4E}"/>
                </a:ext>
              </a:extLst>
            </p:cNvPr>
            <p:cNvSpPr txBox="1">
              <a:spLocks noChangeArrowheads="1"/>
            </p:cNvSpPr>
            <p:nvPr/>
          </p:nvSpPr>
          <p:spPr bwMode="auto">
            <a:xfrm>
              <a:off x="249" y="2659"/>
              <a:ext cx="3478" cy="32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 A</a:t>
              </a:r>
              <a:r>
                <a:rPr kumimoji="1" lang="en-US" altLang="zh-CN" sz="2800" b="1" i="1" u="none" strike="noStrike" kern="0" cap="none" spc="0" normalizeH="0" baseline="-25000" noProof="0">
                  <a:ln>
                    <a:noFill/>
                  </a:ln>
                  <a:solidFill>
                    <a:srgbClr val="FF0066"/>
                  </a:solidFill>
                  <a:effectLst/>
                  <a:uLnTx/>
                  <a:uFillTx/>
                  <a:latin typeface="Times New Roman" panose="02020603050405020304" pitchFamily="18" charset="0"/>
                  <a:ea typeface="宋体" panose="02010600030101010101" pitchFamily="2" charset="-122"/>
                </a:rPr>
                <a:t>m</a:t>
              </a:r>
              <a:r>
                <a:rPr kumimoji="1" lang="en-US" altLang="zh-CN" sz="2800" b="1" i="0" u="none" strike="noStrike" kern="0" cap="none" spc="0" normalizeH="0" baseline="-25000" noProof="0">
                  <a:ln>
                    <a:noFill/>
                  </a:ln>
                  <a:solidFill>
                    <a:srgbClr val="FF0066"/>
                  </a:solidFill>
                  <a:effectLst/>
                  <a:uLnTx/>
                  <a:uFillTx/>
                  <a:latin typeface="Times New Roman" panose="02020603050405020304" pitchFamily="18" charset="0"/>
                  <a:ea typeface="宋体" panose="02010600030101010101" pitchFamily="2" charset="-122"/>
                </a:rPr>
                <a:t>×</a:t>
              </a:r>
              <a:r>
                <a:rPr kumimoji="1" lang="en-US" altLang="zh-CN" sz="2800" b="1" i="1" u="none" strike="noStrike" kern="0" cap="none" spc="0" normalizeH="0" baseline="-25000" noProof="0">
                  <a:ln>
                    <a:noFill/>
                  </a:ln>
                  <a:solidFill>
                    <a:srgbClr val="FF0066"/>
                  </a:solidFill>
                  <a:effectLst/>
                  <a:uLnTx/>
                  <a:uFillTx/>
                  <a:latin typeface="Times New Roman" panose="02020603050405020304" pitchFamily="18" charset="0"/>
                  <a:ea typeface="宋体" panose="02010600030101010101" pitchFamily="2" charset="-122"/>
                </a:rPr>
                <a:t>n</a:t>
              </a:r>
              <a:r>
                <a:rPr kumimoji="1"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B</a:t>
              </a:r>
              <a:r>
                <a:rPr kumimoji="1" lang="en-US" altLang="zh-CN" sz="2800" b="1" i="1" u="none" strike="noStrike" kern="0" cap="none" spc="0" normalizeH="0" baseline="-25000" noProof="0">
                  <a:ln>
                    <a:noFill/>
                  </a:ln>
                  <a:solidFill>
                    <a:srgbClr val="FF0066"/>
                  </a:solidFill>
                  <a:effectLst/>
                  <a:uLnTx/>
                  <a:uFillTx/>
                  <a:latin typeface="Times New Roman" panose="02020603050405020304" pitchFamily="18" charset="0"/>
                  <a:ea typeface="宋体" panose="02010600030101010101" pitchFamily="2" charset="-122"/>
                </a:rPr>
                <a:t>n</a:t>
              </a:r>
              <a:r>
                <a:rPr kumimoji="1" lang="en-US" altLang="zh-CN" sz="2800" b="1" i="0" u="none" strike="noStrike" kern="0" cap="none" spc="0" normalizeH="0" baseline="-25000" noProof="0">
                  <a:ln>
                    <a:noFill/>
                  </a:ln>
                  <a:solidFill>
                    <a:srgbClr val="FF0066"/>
                  </a:solidFill>
                  <a:effectLst/>
                  <a:uLnTx/>
                  <a:uFillTx/>
                  <a:latin typeface="Times New Roman" panose="02020603050405020304" pitchFamily="18" charset="0"/>
                  <a:ea typeface="宋体" panose="02010600030101010101" pitchFamily="2" charset="-122"/>
                </a:rPr>
                <a:t>×</a:t>
              </a:r>
              <a:r>
                <a:rPr kumimoji="1" lang="en-US" altLang="zh-CN" sz="2800" b="1" i="1" u="none" strike="noStrike" kern="0" cap="none" spc="0" normalizeH="0" baseline="-25000" noProof="0">
                  <a:ln>
                    <a:noFill/>
                  </a:ln>
                  <a:solidFill>
                    <a:srgbClr val="FF0066"/>
                  </a:solidFill>
                  <a:effectLst/>
                  <a:uLnTx/>
                  <a:uFillTx/>
                  <a:latin typeface="Times New Roman" panose="02020603050405020304" pitchFamily="18" charset="0"/>
                  <a:ea typeface="宋体" panose="02010600030101010101" pitchFamily="2" charset="-122"/>
                </a:rPr>
                <a:t>s</a:t>
              </a:r>
              <a:r>
                <a:rPr kumimoji="1" lang="zh-CN" altLang="en-US" sz="28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t>
              </a:r>
              <a:r>
                <a:rPr kumimoji="1"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O        r </a:t>
              </a:r>
              <a:r>
                <a:rPr kumimoji="1" lang="en-US" altLang="zh-CN" sz="28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t>
              </a:r>
              <a:r>
                <a:rPr kumimoji="1"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a:t>
              </a:r>
              <a:r>
                <a:rPr kumimoji="1" lang="en-US" altLang="zh-CN" sz="28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t>
              </a:r>
              <a:r>
                <a:rPr kumimoji="1" lang="zh-CN" altLang="en-US" sz="28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t>
              </a:r>
              <a:r>
                <a:rPr kumimoji="1"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r </a:t>
              </a:r>
              <a:r>
                <a:rPr kumimoji="1" lang="en-US" altLang="zh-CN" sz="28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t>
              </a:r>
              <a:r>
                <a:rPr kumimoji="1"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B</a:t>
              </a:r>
              <a:r>
                <a:rPr kumimoji="1" lang="en-US" altLang="zh-CN" sz="28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a:t>
              </a:r>
              <a:r>
                <a:rPr kumimoji="1" lang="en-US" altLang="zh-CN" sz="2800" b="1" i="1"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n</a:t>
              </a:r>
              <a:endParaRPr kumimoji="1" lang="en-US" altLang="zh-CN" sz="28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endParaRPr>
            </a:p>
          </p:txBody>
        </p:sp>
        <p:graphicFrame>
          <p:nvGraphicFramePr>
            <p:cNvPr id="31" name="Object 16">
              <a:extLst>
                <a:ext uri="{FF2B5EF4-FFF2-40B4-BE49-F238E27FC236}">
                  <a16:creationId xmlns:a16="http://schemas.microsoft.com/office/drawing/2014/main" id="{9188E0EC-8C8E-BC43-8AE1-125EB66705A5}"/>
                </a:ext>
              </a:extLst>
            </p:cNvPr>
            <p:cNvGraphicFramePr>
              <a:graphicFrameLocks noChangeAspect="1"/>
            </p:cNvGraphicFramePr>
            <p:nvPr/>
          </p:nvGraphicFramePr>
          <p:xfrm>
            <a:off x="1766" y="2723"/>
            <a:ext cx="423" cy="286"/>
          </p:xfrm>
          <a:graphic>
            <a:graphicData uri="http://schemas.openxmlformats.org/presentationml/2006/ole">
              <mc:AlternateContent xmlns:mc="http://schemas.openxmlformats.org/markup-compatibility/2006">
                <mc:Choice xmlns:v="urn:schemas-microsoft-com:vml" Requires="v">
                  <p:oleObj spid="_x0000_s12291" name="Equation" r:id="rId3" imgW="4686300" imgH="3213100" progId="Equation.DSMT4">
                    <p:embed/>
                  </p:oleObj>
                </mc:Choice>
                <mc:Fallback>
                  <p:oleObj name="Equation" r:id="rId3" imgW="4686300" imgH="3213100" progId="Equation.DSMT4">
                    <p:embed/>
                    <p:pic>
                      <p:nvPicPr>
                        <p:cNvPr id="20496" name="Object 16">
                          <a:extLst>
                            <a:ext uri="{FF2B5EF4-FFF2-40B4-BE49-F238E27FC236}">
                              <a16:creationId xmlns:a16="http://schemas.microsoft.com/office/drawing/2014/main" id="{57946BB3-1800-9A40-910A-FB6CC39F39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6" y="2723"/>
                          <a:ext cx="423"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28294534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slide(fromBottom)">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left)">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left)">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left)">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wipe(left)">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left)">
                                      <p:cBhvr>
                                        <p:cTn id="47" dur="500"/>
                                        <p:tgtEl>
                                          <p:spTgt spid="27"/>
                                        </p:tgtEl>
                                      </p:cBhvr>
                                    </p:animEffect>
                                  </p:childTnLst>
                                </p:cTn>
                              </p:par>
                            </p:childTnLst>
                          </p:cTn>
                        </p:par>
                        <p:par>
                          <p:cTn id="48" fill="hold">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wipe(left)">
                                      <p:cBhvr>
                                        <p:cTn id="51" dur="500"/>
                                        <p:tgtEl>
                                          <p:spTgt spid="2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wipe(left)">
                                      <p:cBhvr>
                                        <p:cTn id="56" dur="500"/>
                                        <p:tgtEl>
                                          <p:spTgt spid="26"/>
                                        </p:tgtEl>
                                      </p:cBhvr>
                                    </p:animEffect>
                                  </p:childTnLst>
                                </p:cTn>
                              </p:par>
                            </p:childTnLst>
                          </p:cTn>
                        </p:par>
                        <p:par>
                          <p:cTn id="57" fill="hold">
                            <p:stCondLst>
                              <p:cond delay="500"/>
                            </p:stCondLst>
                            <p:childTnLst>
                              <p:par>
                                <p:cTn id="58" presetID="22" presetClass="entr" presetSubtype="8" fill="hold" nodeType="after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wipe(left)">
                                      <p:cBhvr>
                                        <p:cTn id="6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2" grpId="0"/>
      <p:bldP spid="23" grpId="0"/>
      <p:bldP spid="24" grpId="0"/>
      <p:bldP spid="25" grpId="0"/>
      <p:bldP spid="28"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ABABA"/>
        </a:solidFill>
        <a:effectLst/>
      </p:bgPr>
    </p:bg>
    <p:spTree>
      <p:nvGrpSpPr>
        <p:cNvPr id="1" name=""/>
        <p:cNvGrpSpPr/>
        <p:nvPr/>
      </p:nvGrpSpPr>
      <p:grpSpPr>
        <a:xfrm>
          <a:off x="0" y="0"/>
          <a:ext cx="0" cy="0"/>
          <a:chOff x="0" y="0"/>
          <a:chExt cx="0" cy="0"/>
        </a:xfrm>
      </p:grpSpPr>
      <p:sp>
        <p:nvSpPr>
          <p:cNvPr id="11" name="Text Box 2">
            <a:extLst>
              <a:ext uri="{FF2B5EF4-FFF2-40B4-BE49-F238E27FC236}">
                <a16:creationId xmlns:a16="http://schemas.microsoft.com/office/drawing/2014/main" id="{D8504181-1BCC-DD45-9BF3-49C62A994333}"/>
              </a:ext>
            </a:extLst>
          </p:cNvPr>
          <p:cNvSpPr txBox="1">
            <a:spLocks noChangeArrowheads="1"/>
          </p:cNvSpPr>
          <p:nvPr/>
        </p:nvSpPr>
        <p:spPr bwMode="auto">
          <a:xfrm>
            <a:off x="611188" y="836613"/>
            <a:ext cx="7272337" cy="5191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en-US" altLang="zh-CN" sz="2800" b="1" dirty="0">
                <a:solidFill>
                  <a:srgbClr val="FFFFFF"/>
                </a:solidFill>
                <a:ea typeface="楷体_GB2312" pitchFamily="49" charset="-122"/>
              </a:rPr>
              <a:t>(4) </a:t>
            </a:r>
            <a:r>
              <a:rPr lang="zh-CN" altLang="en-US" sz="2800" b="1" dirty="0">
                <a:solidFill>
                  <a:srgbClr val="FFFFFF"/>
                </a:solidFill>
                <a:ea typeface="楷体_GB2312" pitchFamily="49" charset="-122"/>
              </a:rPr>
              <a:t>若</a:t>
            </a:r>
            <a:r>
              <a:rPr lang="en-US" altLang="zh-CN" sz="2800" b="1" i="1" dirty="0" err="1">
                <a:solidFill>
                  <a:srgbClr val="FFFFFF"/>
                </a:solidFill>
                <a:ea typeface="宋体" panose="02010600030101010101" pitchFamily="2" charset="-122"/>
              </a:rPr>
              <a:t>A</a:t>
            </a:r>
            <a:r>
              <a:rPr lang="en-US" altLang="zh-CN" sz="2800" b="1" i="1" baseline="-25000" dirty="0" err="1">
                <a:solidFill>
                  <a:srgbClr val="FFFFFF"/>
                </a:solidFill>
                <a:ea typeface="宋体" panose="02010600030101010101" pitchFamily="2" charset="-122"/>
              </a:rPr>
              <a:t>m</a:t>
            </a:r>
            <a:r>
              <a:rPr lang="en-US" altLang="zh-CN" sz="2800" b="1" baseline="-25000" dirty="0" err="1">
                <a:solidFill>
                  <a:srgbClr val="FFFFFF"/>
                </a:solidFill>
                <a:ea typeface="宋体" panose="02010600030101010101" pitchFamily="2" charset="-122"/>
              </a:rPr>
              <a:t>×</a:t>
            </a:r>
            <a:r>
              <a:rPr lang="en-US" altLang="zh-CN" sz="2800" b="1" i="1" baseline="-25000" dirty="0" err="1">
                <a:solidFill>
                  <a:srgbClr val="FFFFFF"/>
                </a:solidFill>
                <a:ea typeface="宋体" panose="02010600030101010101" pitchFamily="2" charset="-122"/>
              </a:rPr>
              <a:t>n</a:t>
            </a:r>
            <a:r>
              <a:rPr lang="en-US" altLang="zh-CN" sz="2800" b="1" i="1" dirty="0" err="1">
                <a:solidFill>
                  <a:srgbClr val="FFFFFF"/>
                </a:solidFill>
                <a:ea typeface="宋体" panose="02010600030101010101" pitchFamily="2" charset="-122"/>
              </a:rPr>
              <a:t>B</a:t>
            </a:r>
            <a:r>
              <a:rPr lang="en-US" altLang="zh-CN" sz="2800" b="1" i="1" baseline="-25000" dirty="0" err="1">
                <a:solidFill>
                  <a:srgbClr val="FFFFFF"/>
                </a:solidFill>
                <a:ea typeface="宋体" panose="02010600030101010101" pitchFamily="2" charset="-122"/>
              </a:rPr>
              <a:t>n</a:t>
            </a:r>
            <a:r>
              <a:rPr lang="en-US" altLang="zh-CN" sz="2800" b="1" baseline="-25000" dirty="0" err="1">
                <a:solidFill>
                  <a:srgbClr val="FFFFFF"/>
                </a:solidFill>
                <a:ea typeface="宋体" panose="02010600030101010101" pitchFamily="2" charset="-122"/>
              </a:rPr>
              <a:t>×</a:t>
            </a:r>
            <a:r>
              <a:rPr lang="en-US" altLang="zh-CN" sz="2800" b="1" i="1" baseline="-25000" dirty="0" err="1">
                <a:solidFill>
                  <a:srgbClr val="FFFFFF"/>
                </a:solidFill>
                <a:ea typeface="宋体" panose="02010600030101010101" pitchFamily="2" charset="-122"/>
              </a:rPr>
              <a:t>s</a:t>
            </a:r>
            <a:r>
              <a:rPr lang="zh-CN" altLang="en-US" sz="2800" b="1" dirty="0">
                <a:solidFill>
                  <a:srgbClr val="FFFFFF"/>
                </a:solidFill>
                <a:ea typeface="宋体" panose="02010600030101010101" pitchFamily="2" charset="-122"/>
              </a:rPr>
              <a:t>＝</a:t>
            </a:r>
            <a:r>
              <a:rPr lang="en-US" altLang="zh-CN" sz="2800" b="1" i="1" dirty="0">
                <a:solidFill>
                  <a:srgbClr val="FFFFFF"/>
                </a:solidFill>
                <a:ea typeface="宋体" panose="02010600030101010101" pitchFamily="2" charset="-122"/>
              </a:rPr>
              <a:t>O</a:t>
            </a:r>
            <a:r>
              <a:rPr lang="zh-CN" altLang="en-US" sz="2800" b="1" i="1" dirty="0">
                <a:solidFill>
                  <a:srgbClr val="FFFFFF"/>
                </a:solidFill>
                <a:ea typeface="宋体" panose="02010600030101010101" pitchFamily="2" charset="-122"/>
              </a:rPr>
              <a:t>，</a:t>
            </a:r>
            <a:r>
              <a:rPr lang="zh-CN" altLang="en-US" sz="2800" b="1" dirty="0">
                <a:solidFill>
                  <a:srgbClr val="FFFFFF"/>
                </a:solidFill>
                <a:latin typeface="楷体_GB2312" pitchFamily="49" charset="-122"/>
                <a:ea typeface="楷体_GB2312" pitchFamily="49" charset="-122"/>
              </a:rPr>
              <a:t>则</a:t>
            </a:r>
            <a:r>
              <a:rPr lang="zh-CN" altLang="en-US" sz="2800" b="1" i="1" dirty="0">
                <a:solidFill>
                  <a:srgbClr val="FFFFFF"/>
                </a:solidFill>
                <a:ea typeface="宋体" panose="02010600030101010101" pitchFamily="2" charset="-122"/>
              </a:rPr>
              <a:t>  </a:t>
            </a:r>
            <a:r>
              <a:rPr lang="en-US" altLang="zh-CN" sz="2800" b="1" i="1" dirty="0">
                <a:solidFill>
                  <a:srgbClr val="FFFFFF"/>
                </a:solidFill>
                <a:ea typeface="宋体" panose="02010600030101010101" pitchFamily="2" charset="-122"/>
              </a:rPr>
              <a:t>r </a:t>
            </a:r>
            <a:r>
              <a:rPr lang="en-US" altLang="zh-CN" sz="2800" b="1" dirty="0">
                <a:solidFill>
                  <a:srgbClr val="FFFFFF"/>
                </a:solidFill>
                <a:ea typeface="宋体" panose="02010600030101010101" pitchFamily="2" charset="-122"/>
              </a:rPr>
              <a:t>(</a:t>
            </a:r>
            <a:r>
              <a:rPr lang="en-US" altLang="zh-CN" sz="2800" b="1" i="1" dirty="0">
                <a:solidFill>
                  <a:srgbClr val="FFFFFF"/>
                </a:solidFill>
                <a:ea typeface="宋体" panose="02010600030101010101" pitchFamily="2" charset="-122"/>
              </a:rPr>
              <a:t>A</a:t>
            </a:r>
            <a:r>
              <a:rPr lang="en-US" altLang="zh-CN" sz="2800" b="1" dirty="0">
                <a:solidFill>
                  <a:srgbClr val="FFFFFF"/>
                </a:solidFill>
                <a:ea typeface="宋体" panose="02010600030101010101" pitchFamily="2" charset="-122"/>
              </a:rPr>
              <a:t>)</a:t>
            </a:r>
            <a:r>
              <a:rPr lang="zh-CN" altLang="en-US" sz="2800" b="1" dirty="0">
                <a:solidFill>
                  <a:srgbClr val="FFFFFF"/>
                </a:solidFill>
                <a:ea typeface="宋体" panose="02010600030101010101" pitchFamily="2" charset="-122"/>
              </a:rPr>
              <a:t>＋</a:t>
            </a:r>
            <a:r>
              <a:rPr lang="en-US" altLang="zh-CN" sz="2800" b="1" i="1" dirty="0">
                <a:solidFill>
                  <a:srgbClr val="FFFFFF"/>
                </a:solidFill>
                <a:ea typeface="宋体" panose="02010600030101010101" pitchFamily="2" charset="-122"/>
              </a:rPr>
              <a:t>r </a:t>
            </a:r>
            <a:r>
              <a:rPr lang="en-US" altLang="zh-CN" sz="2800" b="1" dirty="0">
                <a:solidFill>
                  <a:srgbClr val="FFFFFF"/>
                </a:solidFill>
                <a:ea typeface="宋体" panose="02010600030101010101" pitchFamily="2" charset="-122"/>
              </a:rPr>
              <a:t>(</a:t>
            </a:r>
            <a:r>
              <a:rPr lang="en-US" altLang="zh-CN" sz="2800" b="1" i="1" dirty="0">
                <a:solidFill>
                  <a:srgbClr val="FFFFFF"/>
                </a:solidFill>
                <a:ea typeface="宋体" panose="02010600030101010101" pitchFamily="2" charset="-122"/>
              </a:rPr>
              <a:t>B</a:t>
            </a:r>
            <a:r>
              <a:rPr lang="en-US" altLang="zh-CN" sz="2800" b="1" dirty="0">
                <a:solidFill>
                  <a:srgbClr val="FFFFFF"/>
                </a:solidFill>
                <a:ea typeface="宋体" panose="02010600030101010101" pitchFamily="2" charset="-122"/>
              </a:rPr>
              <a:t>)≤</a:t>
            </a:r>
            <a:r>
              <a:rPr lang="en-US" altLang="zh-CN" sz="2800" b="1" i="1" dirty="0">
                <a:solidFill>
                  <a:srgbClr val="FFFFFF"/>
                </a:solidFill>
                <a:ea typeface="宋体" panose="02010600030101010101" pitchFamily="2" charset="-122"/>
              </a:rPr>
              <a:t>n</a:t>
            </a:r>
            <a:endParaRPr lang="en-US" altLang="zh-CN" sz="2800" b="1" dirty="0">
              <a:solidFill>
                <a:srgbClr val="FFFFFF"/>
              </a:solidFill>
              <a:ea typeface="宋体" panose="02010600030101010101" pitchFamily="2" charset="-122"/>
            </a:endParaRPr>
          </a:p>
        </p:txBody>
      </p:sp>
      <p:graphicFrame>
        <p:nvGraphicFramePr>
          <p:cNvPr id="12" name="Object 3">
            <a:extLst>
              <a:ext uri="{FF2B5EF4-FFF2-40B4-BE49-F238E27FC236}">
                <a16:creationId xmlns:a16="http://schemas.microsoft.com/office/drawing/2014/main" id="{D6B23074-C3B5-7641-B317-251A4D28AAB3}"/>
              </a:ext>
            </a:extLst>
          </p:cNvPr>
          <p:cNvGraphicFramePr>
            <a:graphicFrameLocks noChangeAspect="1"/>
          </p:cNvGraphicFramePr>
          <p:nvPr/>
        </p:nvGraphicFramePr>
        <p:xfrm>
          <a:off x="1258888" y="2205038"/>
          <a:ext cx="5832475" cy="1185862"/>
        </p:xfrm>
        <a:graphic>
          <a:graphicData uri="http://schemas.openxmlformats.org/presentationml/2006/ole">
            <mc:AlternateContent xmlns:mc="http://schemas.openxmlformats.org/markup-compatibility/2006">
              <mc:Choice xmlns:v="urn:schemas-microsoft-com:vml" Requires="v">
                <p:oleObj spid="_x0000_s13317" name="Equation" r:id="rId3" imgW="53251100" imgH="10820400" progId="Equation.DSMT4">
                  <p:embed/>
                </p:oleObj>
              </mc:Choice>
              <mc:Fallback>
                <p:oleObj name="Equation" r:id="rId3" imgW="53251100" imgH="10820400" progId="Equation.DSMT4">
                  <p:embed/>
                  <p:pic>
                    <p:nvPicPr>
                      <p:cNvPr id="159747" name="Object 3">
                        <a:extLst>
                          <a:ext uri="{FF2B5EF4-FFF2-40B4-BE49-F238E27FC236}">
                            <a16:creationId xmlns:a16="http://schemas.microsoft.com/office/drawing/2014/main" id="{FDDAF843-7D69-0D43-B06A-4C4ED46506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2205038"/>
                        <a:ext cx="5832475" cy="118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 Box 4">
            <a:extLst>
              <a:ext uri="{FF2B5EF4-FFF2-40B4-BE49-F238E27FC236}">
                <a16:creationId xmlns:a16="http://schemas.microsoft.com/office/drawing/2014/main" id="{33987E33-BA93-A445-87FF-802AD140C22C}"/>
              </a:ext>
            </a:extLst>
          </p:cNvPr>
          <p:cNvSpPr txBox="1">
            <a:spLocks noChangeArrowheads="1"/>
          </p:cNvSpPr>
          <p:nvPr/>
        </p:nvSpPr>
        <p:spPr bwMode="auto">
          <a:xfrm>
            <a:off x="611188" y="1557338"/>
            <a:ext cx="4932362" cy="5191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en-US" altLang="zh-CN" sz="2800" b="1" dirty="0">
                <a:solidFill>
                  <a:srgbClr val="FFFFFF"/>
                </a:solidFill>
                <a:ea typeface="楷体_GB2312" pitchFamily="49" charset="-122"/>
              </a:rPr>
              <a:t>(5)</a:t>
            </a:r>
            <a:r>
              <a:rPr lang="en-US" altLang="zh-CN" sz="2800" b="1" dirty="0">
                <a:solidFill>
                  <a:srgbClr val="FFFFFF"/>
                </a:solidFill>
                <a:ea typeface="宋体" panose="02010600030101010101" pitchFamily="2" charset="-122"/>
              </a:rPr>
              <a:t>   </a:t>
            </a:r>
            <a:r>
              <a:rPr lang="en-US" altLang="zh-CN" sz="2800" b="1" i="1" dirty="0">
                <a:solidFill>
                  <a:srgbClr val="FFFFFF"/>
                </a:solidFill>
                <a:ea typeface="宋体" panose="02010600030101010101" pitchFamily="2" charset="-122"/>
              </a:rPr>
              <a:t>r </a:t>
            </a:r>
            <a:r>
              <a:rPr lang="en-US" altLang="zh-CN" sz="2800" b="1" dirty="0">
                <a:solidFill>
                  <a:srgbClr val="FFFFFF"/>
                </a:solidFill>
                <a:ea typeface="宋体" panose="02010600030101010101" pitchFamily="2" charset="-122"/>
              </a:rPr>
              <a:t>(</a:t>
            </a:r>
            <a:r>
              <a:rPr lang="en-US" altLang="zh-CN" sz="2800" b="1" i="1" dirty="0">
                <a:solidFill>
                  <a:srgbClr val="FFFFFF"/>
                </a:solidFill>
                <a:ea typeface="宋体" panose="02010600030101010101" pitchFamily="2" charset="-122"/>
              </a:rPr>
              <a:t>A</a:t>
            </a:r>
            <a:r>
              <a:rPr lang="zh-CN" altLang="en-US" sz="2800" b="1" dirty="0">
                <a:solidFill>
                  <a:srgbClr val="FFFFFF"/>
                </a:solidFill>
                <a:ea typeface="宋体" panose="02010600030101010101" pitchFamily="2" charset="-122"/>
              </a:rPr>
              <a:t>＋</a:t>
            </a:r>
            <a:r>
              <a:rPr lang="en-US" altLang="zh-CN" sz="2800" b="1" i="1" dirty="0">
                <a:solidFill>
                  <a:srgbClr val="FFFFFF"/>
                </a:solidFill>
                <a:ea typeface="宋体" panose="02010600030101010101" pitchFamily="2" charset="-122"/>
              </a:rPr>
              <a:t>B</a:t>
            </a:r>
            <a:r>
              <a:rPr lang="en-US" altLang="zh-CN" sz="2800" b="1" dirty="0">
                <a:solidFill>
                  <a:srgbClr val="FFFFFF"/>
                </a:solidFill>
                <a:ea typeface="宋体" panose="02010600030101010101" pitchFamily="2" charset="-122"/>
              </a:rPr>
              <a:t>)≤ </a:t>
            </a:r>
            <a:r>
              <a:rPr lang="en-US" altLang="zh-CN" sz="2800" b="1" i="1" dirty="0">
                <a:solidFill>
                  <a:srgbClr val="FFFFFF"/>
                </a:solidFill>
                <a:ea typeface="宋体" panose="02010600030101010101" pitchFamily="2" charset="-122"/>
              </a:rPr>
              <a:t>r </a:t>
            </a:r>
            <a:r>
              <a:rPr lang="en-US" altLang="zh-CN" sz="2800" b="1" dirty="0">
                <a:solidFill>
                  <a:srgbClr val="FFFFFF"/>
                </a:solidFill>
                <a:ea typeface="宋体" panose="02010600030101010101" pitchFamily="2" charset="-122"/>
              </a:rPr>
              <a:t>(</a:t>
            </a:r>
            <a:r>
              <a:rPr lang="en-US" altLang="zh-CN" sz="2800" b="1" i="1" dirty="0">
                <a:solidFill>
                  <a:srgbClr val="FFFFFF"/>
                </a:solidFill>
                <a:ea typeface="宋体" panose="02010600030101010101" pitchFamily="2" charset="-122"/>
              </a:rPr>
              <a:t>A</a:t>
            </a:r>
            <a:r>
              <a:rPr lang="en-US" altLang="zh-CN" sz="2800" b="1" dirty="0">
                <a:solidFill>
                  <a:srgbClr val="FFFFFF"/>
                </a:solidFill>
                <a:ea typeface="宋体" panose="02010600030101010101" pitchFamily="2" charset="-122"/>
              </a:rPr>
              <a:t>)</a:t>
            </a:r>
            <a:r>
              <a:rPr lang="zh-CN" altLang="en-US" sz="2800" b="1" dirty="0">
                <a:solidFill>
                  <a:srgbClr val="FFFFFF"/>
                </a:solidFill>
                <a:ea typeface="宋体" panose="02010600030101010101" pitchFamily="2" charset="-122"/>
              </a:rPr>
              <a:t>＋</a:t>
            </a:r>
            <a:r>
              <a:rPr lang="en-US" altLang="zh-CN" sz="2800" b="1" i="1" dirty="0">
                <a:solidFill>
                  <a:srgbClr val="FFFFFF"/>
                </a:solidFill>
                <a:ea typeface="宋体" panose="02010600030101010101" pitchFamily="2" charset="-122"/>
              </a:rPr>
              <a:t>r </a:t>
            </a:r>
            <a:r>
              <a:rPr lang="en-US" altLang="zh-CN" sz="2800" b="1" dirty="0">
                <a:solidFill>
                  <a:srgbClr val="FFFFFF"/>
                </a:solidFill>
                <a:ea typeface="宋体" panose="02010600030101010101" pitchFamily="2" charset="-122"/>
              </a:rPr>
              <a:t>(</a:t>
            </a:r>
            <a:r>
              <a:rPr lang="en-US" altLang="zh-CN" sz="2800" b="1" i="1" dirty="0">
                <a:solidFill>
                  <a:srgbClr val="FFFFFF"/>
                </a:solidFill>
                <a:ea typeface="宋体" panose="02010600030101010101" pitchFamily="2" charset="-122"/>
              </a:rPr>
              <a:t>B</a:t>
            </a:r>
            <a:r>
              <a:rPr lang="en-US" altLang="zh-CN" sz="2800" b="1" dirty="0">
                <a:solidFill>
                  <a:srgbClr val="FFFFFF"/>
                </a:solidFill>
                <a:ea typeface="宋体" panose="02010600030101010101" pitchFamily="2" charset="-122"/>
              </a:rPr>
              <a:t>)</a:t>
            </a:r>
          </a:p>
        </p:txBody>
      </p:sp>
      <p:sp>
        <p:nvSpPr>
          <p:cNvPr id="14" name="Text Box 5">
            <a:extLst>
              <a:ext uri="{FF2B5EF4-FFF2-40B4-BE49-F238E27FC236}">
                <a16:creationId xmlns:a16="http://schemas.microsoft.com/office/drawing/2014/main" id="{85F4EB44-8531-A644-920F-E81C68BF5D4B}"/>
              </a:ext>
            </a:extLst>
          </p:cNvPr>
          <p:cNvSpPr txBox="1">
            <a:spLocks noChangeArrowheads="1"/>
          </p:cNvSpPr>
          <p:nvPr/>
        </p:nvSpPr>
        <p:spPr bwMode="auto">
          <a:xfrm>
            <a:off x="611188" y="2492375"/>
            <a:ext cx="755650" cy="519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en-US" altLang="zh-CN" sz="2800" b="1">
                <a:solidFill>
                  <a:srgbClr val="FFFFFF"/>
                </a:solidFill>
                <a:ea typeface="宋体" panose="02010600030101010101" pitchFamily="2" charset="-122"/>
              </a:rPr>
              <a:t>(6)</a:t>
            </a:r>
          </a:p>
        </p:txBody>
      </p:sp>
      <p:sp>
        <p:nvSpPr>
          <p:cNvPr id="15" name="Text Box 6">
            <a:extLst>
              <a:ext uri="{FF2B5EF4-FFF2-40B4-BE49-F238E27FC236}">
                <a16:creationId xmlns:a16="http://schemas.microsoft.com/office/drawing/2014/main" id="{751B41F8-63AA-7F49-ABB5-25C4D1A732E2}"/>
              </a:ext>
            </a:extLst>
          </p:cNvPr>
          <p:cNvSpPr txBox="1">
            <a:spLocks noChangeArrowheads="1"/>
          </p:cNvSpPr>
          <p:nvPr/>
        </p:nvSpPr>
        <p:spPr bwMode="auto">
          <a:xfrm>
            <a:off x="7092950" y="765175"/>
            <a:ext cx="1512888" cy="1581150"/>
          </a:xfrm>
          <a:prstGeom prst="rect">
            <a:avLst/>
          </a:prstGeom>
          <a:noFill/>
          <a:ln w="28575">
            <a:solidFill>
              <a:srgbClr val="FF99CC"/>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zh-CN" altLang="en-US">
                <a:solidFill>
                  <a:srgbClr val="DBF709"/>
                </a:solidFill>
                <a:latin typeface="宋体" panose="02010600030101010101" pitchFamily="2" charset="-122"/>
                <a:ea typeface="华文行楷" panose="02010800040101010101" pitchFamily="2" charset="-122"/>
              </a:rPr>
              <a:t>联合用于证明一些有关矩阵秩的等式</a:t>
            </a:r>
            <a:endParaRPr lang="zh-CN" altLang="en-US">
              <a:solidFill>
                <a:srgbClr val="DBF709"/>
              </a:solidFill>
              <a:ea typeface="华文行楷" panose="02010800040101010101" pitchFamily="2" charset="-122"/>
            </a:endParaRPr>
          </a:p>
        </p:txBody>
      </p:sp>
      <p:sp>
        <p:nvSpPr>
          <p:cNvPr id="16" name="AutoShape 7">
            <a:extLst>
              <a:ext uri="{FF2B5EF4-FFF2-40B4-BE49-F238E27FC236}">
                <a16:creationId xmlns:a16="http://schemas.microsoft.com/office/drawing/2014/main" id="{4E8791D5-E8CB-574A-BD0B-867E4A57FBD9}"/>
              </a:ext>
            </a:extLst>
          </p:cNvPr>
          <p:cNvSpPr>
            <a:spLocks/>
          </p:cNvSpPr>
          <p:nvPr/>
        </p:nvSpPr>
        <p:spPr bwMode="auto">
          <a:xfrm>
            <a:off x="6804025" y="1052513"/>
            <a:ext cx="215900" cy="865187"/>
          </a:xfrm>
          <a:prstGeom prst="rightBrace">
            <a:avLst>
              <a:gd name="adj1" fmla="val 33395"/>
              <a:gd name="adj2" fmla="val 50000"/>
            </a:avLst>
          </a:prstGeom>
          <a:noFill/>
          <a:ln w="28575">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endParaRPr kumimoji="1" lang="zh-CN" altLang="en-US" sz="2400" b="0" i="0" u="none" strike="noStrike" kern="0" cap="none" spc="0" normalizeH="0" baseline="0" noProof="0">
              <a:ln>
                <a:noFill/>
              </a:ln>
              <a:solidFill>
                <a:srgbClr val="ECFB7D"/>
              </a:solidFill>
              <a:effectLst/>
              <a:uLnTx/>
              <a:uFillTx/>
              <a:latin typeface="Times New Roman" panose="02020603050405020304" pitchFamily="18" charset="0"/>
              <a:ea typeface="隶书" pitchFamily="49" charset="-122"/>
            </a:endParaRPr>
          </a:p>
        </p:txBody>
      </p:sp>
      <p:sp>
        <p:nvSpPr>
          <p:cNvPr id="17" name="Text Box 8">
            <a:extLst>
              <a:ext uri="{FF2B5EF4-FFF2-40B4-BE49-F238E27FC236}">
                <a16:creationId xmlns:a16="http://schemas.microsoft.com/office/drawing/2014/main" id="{81034EC8-4C58-4B46-AE61-E7B4F0CFA521}"/>
              </a:ext>
            </a:extLst>
          </p:cNvPr>
          <p:cNvSpPr txBox="1">
            <a:spLocks noChangeArrowheads="1"/>
          </p:cNvSpPr>
          <p:nvPr/>
        </p:nvSpPr>
        <p:spPr bwMode="auto">
          <a:xfrm>
            <a:off x="611188" y="3500438"/>
            <a:ext cx="755650" cy="5191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en-US" altLang="zh-CN" sz="2800" b="1">
                <a:solidFill>
                  <a:srgbClr val="FFFFFF"/>
                </a:solidFill>
                <a:ea typeface="楷体_GB2312" pitchFamily="49" charset="-122"/>
              </a:rPr>
              <a:t>(7)</a:t>
            </a:r>
          </a:p>
        </p:txBody>
      </p:sp>
      <p:sp>
        <p:nvSpPr>
          <p:cNvPr id="18" name="Text Box 9">
            <a:extLst>
              <a:ext uri="{FF2B5EF4-FFF2-40B4-BE49-F238E27FC236}">
                <a16:creationId xmlns:a16="http://schemas.microsoft.com/office/drawing/2014/main" id="{9D295251-1841-1247-BD55-7EAFC16038D7}"/>
              </a:ext>
            </a:extLst>
          </p:cNvPr>
          <p:cNvSpPr txBox="1">
            <a:spLocks noChangeArrowheads="1"/>
          </p:cNvSpPr>
          <p:nvPr/>
        </p:nvSpPr>
        <p:spPr bwMode="auto">
          <a:xfrm>
            <a:off x="1258888" y="3573463"/>
            <a:ext cx="4176712" cy="5191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zh-CN" altLang="en-US" sz="2800" b="1">
                <a:solidFill>
                  <a:srgbClr val="FFFFFF"/>
                </a:solidFill>
                <a:latin typeface="楷体_GB2312" pitchFamily="49" charset="-122"/>
                <a:ea typeface="楷体_GB2312" pitchFamily="49" charset="-122"/>
              </a:rPr>
              <a:t>设</a:t>
            </a:r>
            <a:r>
              <a:rPr lang="en-US" altLang="zh-CN" sz="2800" b="1" i="1">
                <a:solidFill>
                  <a:srgbClr val="FFFFFF"/>
                </a:solidFill>
                <a:ea typeface="宋体" panose="02010600030101010101" pitchFamily="2" charset="-122"/>
              </a:rPr>
              <a:t>A</a:t>
            </a:r>
            <a:r>
              <a:rPr lang="zh-CN" altLang="en-US" sz="2800" b="1">
                <a:solidFill>
                  <a:srgbClr val="FFFFFF"/>
                </a:solidFill>
                <a:latin typeface="楷体_GB2312" pitchFamily="49" charset="-122"/>
                <a:ea typeface="楷体_GB2312" pitchFamily="49" charset="-122"/>
              </a:rPr>
              <a:t>为</a:t>
            </a:r>
            <a:r>
              <a:rPr lang="en-US" altLang="zh-CN" sz="2800" b="1" i="1">
                <a:solidFill>
                  <a:srgbClr val="FFFFFF"/>
                </a:solidFill>
                <a:ea typeface="宋体" panose="02010600030101010101" pitchFamily="2" charset="-122"/>
              </a:rPr>
              <a:t>n</a:t>
            </a:r>
            <a:r>
              <a:rPr lang="en-US" altLang="zh-CN" sz="2800" b="1">
                <a:solidFill>
                  <a:srgbClr val="FFFFFF"/>
                </a:solidFill>
                <a:ea typeface="宋体" panose="02010600030101010101" pitchFamily="2" charset="-122"/>
              </a:rPr>
              <a:t>(</a:t>
            </a:r>
            <a:r>
              <a:rPr lang="en-US" altLang="zh-CN" sz="2800" b="1" i="1">
                <a:solidFill>
                  <a:srgbClr val="FFFFFF"/>
                </a:solidFill>
                <a:ea typeface="宋体" panose="02010600030101010101" pitchFamily="2" charset="-122"/>
              </a:rPr>
              <a:t>n</a:t>
            </a:r>
            <a:r>
              <a:rPr lang="en-US" altLang="zh-CN" sz="2800" b="1">
                <a:solidFill>
                  <a:srgbClr val="FFFFFF"/>
                </a:solidFill>
                <a:ea typeface="宋体" panose="02010600030101010101" pitchFamily="2" charset="-122"/>
              </a:rPr>
              <a:t>≥2)</a:t>
            </a:r>
            <a:r>
              <a:rPr lang="zh-CN" altLang="en-US" sz="2800" b="1">
                <a:solidFill>
                  <a:srgbClr val="FFFFFF"/>
                </a:solidFill>
                <a:latin typeface="楷体_GB2312" pitchFamily="49" charset="-122"/>
                <a:ea typeface="楷体_GB2312" pitchFamily="49" charset="-122"/>
              </a:rPr>
              <a:t>阶方阵</a:t>
            </a:r>
            <a:r>
              <a:rPr lang="en-US" altLang="zh-CN" sz="2800" b="1">
                <a:solidFill>
                  <a:srgbClr val="FFFFFF"/>
                </a:solidFill>
                <a:latin typeface="楷体_GB2312" pitchFamily="49" charset="-122"/>
                <a:ea typeface="楷体_GB2312" pitchFamily="49" charset="-122"/>
              </a:rPr>
              <a:t>, </a:t>
            </a:r>
            <a:r>
              <a:rPr lang="zh-CN" altLang="en-US" sz="2800" b="1">
                <a:solidFill>
                  <a:srgbClr val="FFFFFF"/>
                </a:solidFill>
                <a:latin typeface="楷体_GB2312" pitchFamily="49" charset="-122"/>
                <a:ea typeface="楷体_GB2312" pitchFamily="49" charset="-122"/>
              </a:rPr>
              <a:t>则</a:t>
            </a:r>
          </a:p>
        </p:txBody>
      </p:sp>
      <p:graphicFrame>
        <p:nvGraphicFramePr>
          <p:cNvPr id="19" name="Object 10">
            <a:extLst>
              <a:ext uri="{FF2B5EF4-FFF2-40B4-BE49-F238E27FC236}">
                <a16:creationId xmlns:a16="http://schemas.microsoft.com/office/drawing/2014/main" id="{D1D0E876-9883-A848-885E-79D6C567CD12}"/>
              </a:ext>
            </a:extLst>
          </p:cNvPr>
          <p:cNvGraphicFramePr>
            <a:graphicFrameLocks noChangeAspect="1"/>
          </p:cNvGraphicFramePr>
          <p:nvPr/>
        </p:nvGraphicFramePr>
        <p:xfrm>
          <a:off x="1908175" y="4149725"/>
          <a:ext cx="3960813" cy="1820863"/>
        </p:xfrm>
        <a:graphic>
          <a:graphicData uri="http://schemas.openxmlformats.org/presentationml/2006/ole">
            <mc:AlternateContent xmlns:mc="http://schemas.openxmlformats.org/markup-compatibility/2006">
              <mc:Choice xmlns:v="urn:schemas-microsoft-com:vml" Requires="v">
                <p:oleObj spid="_x0000_s13318" name="Equation" r:id="rId5" imgW="2273300" imgH="952500" progId="Equation.DSMT4">
                  <p:embed/>
                </p:oleObj>
              </mc:Choice>
              <mc:Fallback>
                <p:oleObj name="Equation" r:id="rId5" imgW="2273300" imgH="952500" progId="Equation.DSMT4">
                  <p:embed/>
                  <p:pic>
                    <p:nvPicPr>
                      <p:cNvPr id="159754" name="Object 10">
                        <a:extLst>
                          <a:ext uri="{FF2B5EF4-FFF2-40B4-BE49-F238E27FC236}">
                            <a16:creationId xmlns:a16="http://schemas.microsoft.com/office/drawing/2014/main" id="{3EB7D1EE-38F3-854C-A4AE-EA472A3FA9D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8175" y="4149725"/>
                        <a:ext cx="3960813" cy="182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31609019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lide(fromBottom)">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left)">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left)">
                                      <p:cBhvr>
                                        <p:cTn id="26" dur="500"/>
                                        <p:tgtEl>
                                          <p:spTgt spid="14"/>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left)">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left)">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4"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slide(fromBottom)">
                                      <p:cBhvr>
                                        <p:cTn id="40" dur="5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4" fill="hold" nodeType="click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slide(fromBottom)">
                                      <p:cBhvr>
                                        <p:cTn id="4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4" grpId="0"/>
      <p:bldP spid="15" grpId="0" animBg="1"/>
      <p:bldP spid="17" grpId="0"/>
      <p:bldP spid="18"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ABABA"/>
        </a:solidFill>
        <a:effectLst/>
      </p:bgPr>
    </p:bg>
    <p:spTree>
      <p:nvGrpSpPr>
        <p:cNvPr id="1" name=""/>
        <p:cNvGrpSpPr/>
        <p:nvPr/>
      </p:nvGrpSpPr>
      <p:grpSpPr>
        <a:xfrm>
          <a:off x="0" y="0"/>
          <a:ext cx="0" cy="0"/>
          <a:chOff x="0" y="0"/>
          <a:chExt cx="0" cy="0"/>
        </a:xfrm>
      </p:grpSpPr>
      <p:graphicFrame>
        <p:nvGraphicFramePr>
          <p:cNvPr id="4" name="Object 2">
            <a:extLst>
              <a:ext uri="{FF2B5EF4-FFF2-40B4-BE49-F238E27FC236}">
                <a16:creationId xmlns:a16="http://schemas.microsoft.com/office/drawing/2014/main" id="{10540093-9A6C-9448-837A-E56ADD556467}"/>
              </a:ext>
            </a:extLst>
          </p:cNvPr>
          <p:cNvGraphicFramePr>
            <a:graphicFrameLocks noChangeAspect="1"/>
          </p:cNvGraphicFramePr>
          <p:nvPr/>
        </p:nvGraphicFramePr>
        <p:xfrm>
          <a:off x="468313" y="765175"/>
          <a:ext cx="8461375" cy="5599113"/>
        </p:xfrm>
        <a:graphic>
          <a:graphicData uri="http://schemas.openxmlformats.org/presentationml/2006/ole">
            <mc:AlternateContent xmlns:mc="http://schemas.openxmlformats.org/markup-compatibility/2006">
              <mc:Choice xmlns:v="urn:schemas-microsoft-com:vml" Requires="v">
                <p:oleObj spid="_x0000_s14338" name="文档" r:id="rId3" imgW="6731000" imgH="3949700" progId="Word.Document.8">
                  <p:embed/>
                </p:oleObj>
              </mc:Choice>
              <mc:Fallback>
                <p:oleObj name="文档" r:id="rId3" imgW="6731000" imgH="3949700" progId="Word.Document.8">
                  <p:embed/>
                  <p:pic>
                    <p:nvPicPr>
                      <p:cNvPr id="160770" name="Object 2">
                        <a:extLst>
                          <a:ext uri="{FF2B5EF4-FFF2-40B4-BE49-F238E27FC236}">
                            <a16:creationId xmlns:a16="http://schemas.microsoft.com/office/drawing/2014/main" id="{EE38DFA5-5CC7-A748-AB58-52B73BD4CC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765175"/>
                        <a:ext cx="8461375" cy="559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Text Box 3">
            <a:extLst>
              <a:ext uri="{FF2B5EF4-FFF2-40B4-BE49-F238E27FC236}">
                <a16:creationId xmlns:a16="http://schemas.microsoft.com/office/drawing/2014/main" id="{FF6480B6-7165-7740-8C8F-1B9867ADC2B5}"/>
              </a:ext>
            </a:extLst>
          </p:cNvPr>
          <p:cNvSpPr txBox="1">
            <a:spLocks noChangeArrowheads="1"/>
          </p:cNvSpPr>
          <p:nvPr/>
        </p:nvSpPr>
        <p:spPr bwMode="auto">
          <a:xfrm>
            <a:off x="250825" y="333375"/>
            <a:ext cx="26273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pPr eaLnBrk="1" hangingPunct="1"/>
            <a:r>
              <a:rPr kumimoji="0" lang="zh-CN" altLang="en-US" sz="2800">
                <a:solidFill>
                  <a:srgbClr val="FFFFFF"/>
                </a:solidFill>
                <a:ea typeface="楷体_GB2312" pitchFamily="49" charset="-122"/>
              </a:rPr>
              <a:t>（</a:t>
            </a:r>
            <a:r>
              <a:rPr kumimoji="0" lang="en-US" altLang="zh-CN" sz="2800">
                <a:solidFill>
                  <a:srgbClr val="FFFFFF"/>
                </a:solidFill>
                <a:ea typeface="楷体_GB2312" pitchFamily="49" charset="-122"/>
              </a:rPr>
              <a:t>3</a:t>
            </a:r>
            <a:r>
              <a:rPr kumimoji="0" lang="zh-CN" altLang="en-US" sz="2800">
                <a:solidFill>
                  <a:srgbClr val="FFFFFF"/>
                </a:solidFill>
                <a:ea typeface="楷体_GB2312" pitchFamily="49" charset="-122"/>
              </a:rPr>
              <a:t>）</a:t>
            </a:r>
            <a:r>
              <a:rPr kumimoji="0" lang="zh-CN" altLang="en-US" sz="2800">
                <a:solidFill>
                  <a:srgbClr val="FFFFFF"/>
                </a:solidFill>
                <a:latin typeface="楷体_GB2312" pitchFamily="49" charset="-122"/>
                <a:ea typeface="楷体_GB2312" pitchFamily="49" charset="-122"/>
              </a:rPr>
              <a:t>的证明</a:t>
            </a:r>
          </a:p>
        </p:txBody>
      </p:sp>
    </p:spTree>
    <p:extLst>
      <p:ext uri="{BB962C8B-B14F-4D97-AF65-F5344CB8AC3E}">
        <p14:creationId xmlns:p14="http://schemas.microsoft.com/office/powerpoint/2010/main" val="204638625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amond(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ABABA"/>
        </a:solidFill>
        <a:effectLst/>
      </p:bgPr>
    </p:bg>
    <p:spTree>
      <p:nvGrpSpPr>
        <p:cNvPr id="1" name=""/>
        <p:cNvGrpSpPr/>
        <p:nvPr/>
      </p:nvGrpSpPr>
      <p:grpSpPr>
        <a:xfrm>
          <a:off x="0" y="0"/>
          <a:ext cx="0" cy="0"/>
          <a:chOff x="0" y="0"/>
          <a:chExt cx="0" cy="0"/>
        </a:xfrm>
      </p:grpSpPr>
      <p:graphicFrame>
        <p:nvGraphicFramePr>
          <p:cNvPr id="28" name="Object 2">
            <a:extLst>
              <a:ext uri="{FF2B5EF4-FFF2-40B4-BE49-F238E27FC236}">
                <a16:creationId xmlns:a16="http://schemas.microsoft.com/office/drawing/2014/main" id="{273CF371-2978-EC48-BA6E-AEBC46C5C23B}"/>
              </a:ext>
            </a:extLst>
          </p:cNvPr>
          <p:cNvGraphicFramePr>
            <a:graphicFrameLocks noChangeAspect="1"/>
          </p:cNvGraphicFramePr>
          <p:nvPr/>
        </p:nvGraphicFramePr>
        <p:xfrm>
          <a:off x="5210175" y="0"/>
          <a:ext cx="3082925" cy="1493838"/>
        </p:xfrm>
        <a:graphic>
          <a:graphicData uri="http://schemas.openxmlformats.org/presentationml/2006/ole">
            <mc:AlternateContent xmlns:mc="http://schemas.openxmlformats.org/markup-compatibility/2006">
              <mc:Choice xmlns:v="urn:schemas-microsoft-com:vml" Requires="v">
                <p:oleObj spid="_x0000_s15375" name="Equation" r:id="rId3" imgW="2146300" imgH="952500" progId="Equation.DSMT4">
                  <p:embed/>
                </p:oleObj>
              </mc:Choice>
              <mc:Fallback>
                <p:oleObj name="Equation" r:id="rId3" imgW="2146300" imgH="952500" progId="Equation.DSMT4">
                  <p:embed/>
                  <p:pic>
                    <p:nvPicPr>
                      <p:cNvPr id="23554" name="Object 2">
                        <a:extLst>
                          <a:ext uri="{FF2B5EF4-FFF2-40B4-BE49-F238E27FC236}">
                            <a16:creationId xmlns:a16="http://schemas.microsoft.com/office/drawing/2014/main" id="{8F70F574-1A09-BA4F-9C27-9A3E528CDE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0175" y="0"/>
                        <a:ext cx="3082925" cy="149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Text Box 3">
            <a:extLst>
              <a:ext uri="{FF2B5EF4-FFF2-40B4-BE49-F238E27FC236}">
                <a16:creationId xmlns:a16="http://schemas.microsoft.com/office/drawing/2014/main" id="{D306A71D-9395-E745-9F29-31C9B95B4DD3}"/>
              </a:ext>
            </a:extLst>
          </p:cNvPr>
          <p:cNvSpPr txBox="1">
            <a:spLocks noChangeArrowheads="1"/>
          </p:cNvSpPr>
          <p:nvPr/>
        </p:nvSpPr>
        <p:spPr bwMode="auto">
          <a:xfrm>
            <a:off x="250825" y="1268413"/>
            <a:ext cx="3505200" cy="57943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zh-CN" altLang="en-US" sz="2800" b="1">
                <a:solidFill>
                  <a:srgbClr val="FFFF00"/>
                </a:solidFill>
                <a:latin typeface="楷体_GB2312" pitchFamily="49" charset="-122"/>
                <a:ea typeface="楷体_GB2312" pitchFamily="49" charset="-122"/>
              </a:rPr>
              <a:t>证</a:t>
            </a:r>
            <a:r>
              <a:rPr lang="en-US" altLang="zh-CN" sz="2800" b="1">
                <a:solidFill>
                  <a:srgbClr val="FFFF00"/>
                </a:solidFill>
                <a:latin typeface="楷体_GB2312" pitchFamily="49" charset="-122"/>
                <a:ea typeface="楷体_GB2312" pitchFamily="49" charset="-122"/>
              </a:rPr>
              <a:t>:</a:t>
            </a:r>
            <a:r>
              <a:rPr lang="en-US" altLang="zh-CN" sz="2800" b="1">
                <a:solidFill>
                  <a:srgbClr val="FFFF00"/>
                </a:solidFill>
                <a:ea typeface="宋体" panose="02010600030101010101" pitchFamily="2" charset="-122"/>
              </a:rPr>
              <a:t>1) </a:t>
            </a:r>
            <a:r>
              <a:rPr lang="en-US" altLang="zh-CN" sz="2800" b="1" i="1">
                <a:solidFill>
                  <a:srgbClr val="FFFF00"/>
                </a:solidFill>
                <a:ea typeface="宋体" panose="02010600030101010101" pitchFamily="2" charset="-122"/>
              </a:rPr>
              <a:t>r</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A</a:t>
            </a:r>
            <a:r>
              <a:rPr lang="en-US" altLang="zh-CN" sz="2800" b="1">
                <a:solidFill>
                  <a:srgbClr val="FFFF00"/>
                </a:solidFill>
                <a:ea typeface="宋体" panose="02010600030101010101" pitchFamily="2" charset="-122"/>
              </a:rPr>
              <a:t>)</a:t>
            </a:r>
            <a:r>
              <a:rPr lang="zh-CN" altLang="en-US"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n </a:t>
            </a:r>
            <a:r>
              <a:rPr lang="zh-CN" altLang="en-US" sz="2800" b="1">
                <a:solidFill>
                  <a:srgbClr val="FFFF00"/>
                </a:solidFill>
                <a:latin typeface="楷体_GB2312" pitchFamily="49" charset="-122"/>
                <a:ea typeface="楷体_GB2312" pitchFamily="49" charset="-122"/>
              </a:rPr>
              <a:t>时，</a:t>
            </a:r>
            <a:r>
              <a:rPr lang="zh-CN" altLang="en-US" sz="3200" b="1">
                <a:solidFill>
                  <a:srgbClr val="FFFF00"/>
                </a:solidFill>
                <a:ea typeface="宋体" panose="02010600030101010101" pitchFamily="2" charset="-122"/>
              </a:rPr>
              <a:t> </a:t>
            </a:r>
          </a:p>
        </p:txBody>
      </p:sp>
      <p:graphicFrame>
        <p:nvGraphicFramePr>
          <p:cNvPr id="30" name="Object 4">
            <a:extLst>
              <a:ext uri="{FF2B5EF4-FFF2-40B4-BE49-F238E27FC236}">
                <a16:creationId xmlns:a16="http://schemas.microsoft.com/office/drawing/2014/main" id="{E08760C3-4937-9946-BF7C-4E2C64F793A5}"/>
              </a:ext>
            </a:extLst>
          </p:cNvPr>
          <p:cNvGraphicFramePr>
            <a:graphicFrameLocks noChangeAspect="1"/>
          </p:cNvGraphicFramePr>
          <p:nvPr/>
        </p:nvGraphicFramePr>
        <p:xfrm>
          <a:off x="3059113" y="1341438"/>
          <a:ext cx="865187" cy="515937"/>
        </p:xfrm>
        <a:graphic>
          <a:graphicData uri="http://schemas.openxmlformats.org/presentationml/2006/ole">
            <mc:AlternateContent xmlns:mc="http://schemas.openxmlformats.org/markup-compatibility/2006">
              <mc:Choice xmlns:v="urn:schemas-microsoft-com:vml" Requires="v">
                <p:oleObj spid="_x0000_s15376" name="Equation" r:id="rId5" imgW="9944100" imgH="5854700" progId="Equation.DSMT4">
                  <p:embed/>
                </p:oleObj>
              </mc:Choice>
              <mc:Fallback>
                <p:oleObj name="Equation" r:id="rId5" imgW="9944100" imgH="5854700" progId="Equation.DSMT4">
                  <p:embed/>
                  <p:pic>
                    <p:nvPicPr>
                      <p:cNvPr id="161796" name="Object 4">
                        <a:extLst>
                          <a:ext uri="{FF2B5EF4-FFF2-40B4-BE49-F238E27FC236}">
                            <a16:creationId xmlns:a16="http://schemas.microsoft.com/office/drawing/2014/main" id="{63382E84-BCEA-CE4A-9237-52F9BFC2953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59113" y="1341438"/>
                        <a:ext cx="865187"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 name="Text Box 5">
            <a:extLst>
              <a:ext uri="{FF2B5EF4-FFF2-40B4-BE49-F238E27FC236}">
                <a16:creationId xmlns:a16="http://schemas.microsoft.com/office/drawing/2014/main" id="{C7DA0526-08E9-E941-ADF9-4CA0D2BCC478}"/>
              </a:ext>
            </a:extLst>
          </p:cNvPr>
          <p:cNvSpPr txBox="1">
            <a:spLocks noChangeArrowheads="1"/>
          </p:cNvSpPr>
          <p:nvPr/>
        </p:nvSpPr>
        <p:spPr bwMode="auto">
          <a:xfrm>
            <a:off x="3851275" y="1341438"/>
            <a:ext cx="2449513" cy="57943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zh-CN" altLang="en-US" sz="2800" b="1">
                <a:solidFill>
                  <a:srgbClr val="FFFF00"/>
                </a:solidFill>
                <a:ea typeface="楷体_GB2312" pitchFamily="49" charset="-122"/>
              </a:rPr>
              <a:t>，</a:t>
            </a:r>
            <a:r>
              <a:rPr lang="en-US" altLang="zh-CN" sz="2800" b="1" i="1">
                <a:solidFill>
                  <a:srgbClr val="FFFF00"/>
                </a:solidFill>
                <a:ea typeface="宋体" panose="02010600030101010101" pitchFamily="2" charset="-122"/>
              </a:rPr>
              <a:t>A</a:t>
            </a:r>
            <a:r>
              <a:rPr lang="zh-CN" altLang="en-US" sz="2800" b="1">
                <a:solidFill>
                  <a:srgbClr val="FFFF00"/>
                </a:solidFill>
                <a:latin typeface="楷体_GB2312" pitchFamily="49" charset="-122"/>
                <a:ea typeface="楷体_GB2312" pitchFamily="49" charset="-122"/>
              </a:rPr>
              <a:t>可逆，且</a:t>
            </a:r>
            <a:r>
              <a:rPr lang="zh-CN" altLang="en-US" sz="3200" b="1">
                <a:solidFill>
                  <a:srgbClr val="FFFF00"/>
                </a:solidFill>
                <a:ea typeface="宋体" panose="02010600030101010101" pitchFamily="2" charset="-122"/>
              </a:rPr>
              <a:t> </a:t>
            </a:r>
          </a:p>
        </p:txBody>
      </p:sp>
      <p:graphicFrame>
        <p:nvGraphicFramePr>
          <p:cNvPr id="32" name="Object 6">
            <a:extLst>
              <a:ext uri="{FF2B5EF4-FFF2-40B4-BE49-F238E27FC236}">
                <a16:creationId xmlns:a16="http://schemas.microsoft.com/office/drawing/2014/main" id="{3091CFC7-B6C6-4F44-8802-49213EF2C70A}"/>
              </a:ext>
            </a:extLst>
          </p:cNvPr>
          <p:cNvGraphicFramePr>
            <a:graphicFrameLocks noChangeAspect="1"/>
          </p:cNvGraphicFramePr>
          <p:nvPr/>
        </p:nvGraphicFramePr>
        <p:xfrm>
          <a:off x="1692275" y="1917700"/>
          <a:ext cx="1727200" cy="846138"/>
        </p:xfrm>
        <a:graphic>
          <a:graphicData uri="http://schemas.openxmlformats.org/presentationml/2006/ole">
            <mc:AlternateContent xmlns:mc="http://schemas.openxmlformats.org/markup-compatibility/2006">
              <mc:Choice xmlns:v="urn:schemas-microsoft-com:vml" Requires="v">
                <p:oleObj spid="_x0000_s15377" name="Equation" r:id="rId7" imgW="20485100" imgH="9944100" progId="Equation.DSMT4">
                  <p:embed/>
                </p:oleObj>
              </mc:Choice>
              <mc:Fallback>
                <p:oleObj name="Equation" r:id="rId7" imgW="20485100" imgH="9944100" progId="Equation.DSMT4">
                  <p:embed/>
                  <p:pic>
                    <p:nvPicPr>
                      <p:cNvPr id="161798" name="Object 6">
                        <a:extLst>
                          <a:ext uri="{FF2B5EF4-FFF2-40B4-BE49-F238E27FC236}">
                            <a16:creationId xmlns:a16="http://schemas.microsoft.com/office/drawing/2014/main" id="{C1A8D72A-01AC-5240-B3C2-835D737BFA7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2275" y="1917700"/>
                        <a:ext cx="1727200" cy="84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 name="Object 7">
            <a:extLst>
              <a:ext uri="{FF2B5EF4-FFF2-40B4-BE49-F238E27FC236}">
                <a16:creationId xmlns:a16="http://schemas.microsoft.com/office/drawing/2014/main" id="{5F549D14-2ED7-8046-BA39-0ECD14DFD437}"/>
              </a:ext>
            </a:extLst>
          </p:cNvPr>
          <p:cNvGraphicFramePr>
            <a:graphicFrameLocks noChangeAspect="1"/>
          </p:cNvGraphicFramePr>
          <p:nvPr/>
        </p:nvGraphicFramePr>
        <p:xfrm>
          <a:off x="3635375" y="2060575"/>
          <a:ext cx="719138" cy="415925"/>
        </p:xfrm>
        <a:graphic>
          <a:graphicData uri="http://schemas.openxmlformats.org/presentationml/2006/ole">
            <mc:AlternateContent xmlns:mc="http://schemas.openxmlformats.org/markup-compatibility/2006">
              <mc:Choice xmlns:v="urn:schemas-microsoft-com:vml" Requires="v">
                <p:oleObj spid="_x0000_s15378" name="Equation" r:id="rId9" imgW="7607300" imgH="4394200" progId="Equation.DSMT4">
                  <p:embed/>
                </p:oleObj>
              </mc:Choice>
              <mc:Fallback>
                <p:oleObj name="Equation" r:id="rId9" imgW="7607300" imgH="4394200" progId="Equation.DSMT4">
                  <p:embed/>
                  <p:pic>
                    <p:nvPicPr>
                      <p:cNvPr id="161799" name="Object 7">
                        <a:extLst>
                          <a:ext uri="{FF2B5EF4-FFF2-40B4-BE49-F238E27FC236}">
                            <a16:creationId xmlns:a16="http://schemas.microsoft.com/office/drawing/2014/main" id="{D29CD867-86DC-254C-8274-D5B1CBA7048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35375" y="2060575"/>
                        <a:ext cx="71913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 name="Text Box 8">
            <a:extLst>
              <a:ext uri="{FF2B5EF4-FFF2-40B4-BE49-F238E27FC236}">
                <a16:creationId xmlns:a16="http://schemas.microsoft.com/office/drawing/2014/main" id="{E00122E9-FBB5-E749-BB0C-68011EFC5EE8}"/>
              </a:ext>
            </a:extLst>
          </p:cNvPr>
          <p:cNvSpPr txBox="1">
            <a:spLocks noChangeArrowheads="1"/>
          </p:cNvSpPr>
          <p:nvPr/>
        </p:nvSpPr>
        <p:spPr bwMode="auto">
          <a:xfrm>
            <a:off x="4427538" y="2060575"/>
            <a:ext cx="1066800" cy="519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zh-CN" altLang="en-US" sz="2800" b="1">
                <a:solidFill>
                  <a:srgbClr val="FFFF00"/>
                </a:solidFill>
                <a:ea typeface="楷体_GB2312" pitchFamily="49" charset="-122"/>
              </a:rPr>
              <a:t>可逆</a:t>
            </a:r>
          </a:p>
        </p:txBody>
      </p:sp>
      <p:graphicFrame>
        <p:nvGraphicFramePr>
          <p:cNvPr id="35" name="Object 9">
            <a:extLst>
              <a:ext uri="{FF2B5EF4-FFF2-40B4-BE49-F238E27FC236}">
                <a16:creationId xmlns:a16="http://schemas.microsoft.com/office/drawing/2014/main" id="{1E61F8AD-4558-0143-BBB4-B04DD6870C7E}"/>
              </a:ext>
            </a:extLst>
          </p:cNvPr>
          <p:cNvGraphicFramePr>
            <a:graphicFrameLocks noChangeAspect="1"/>
          </p:cNvGraphicFramePr>
          <p:nvPr/>
        </p:nvGraphicFramePr>
        <p:xfrm>
          <a:off x="5435600" y="2060575"/>
          <a:ext cx="1711325" cy="514350"/>
        </p:xfrm>
        <a:graphic>
          <a:graphicData uri="http://schemas.openxmlformats.org/presentationml/2006/ole">
            <mc:AlternateContent xmlns:mc="http://schemas.openxmlformats.org/markup-compatibility/2006">
              <mc:Choice xmlns:v="urn:schemas-microsoft-com:vml" Requires="v">
                <p:oleObj spid="_x0000_s15379" name="Equation" r:id="rId11" imgW="17551400" imgH="5270500" progId="Equation.DSMT4">
                  <p:embed/>
                </p:oleObj>
              </mc:Choice>
              <mc:Fallback>
                <p:oleObj name="Equation" r:id="rId11" imgW="17551400" imgH="5270500" progId="Equation.DSMT4">
                  <p:embed/>
                  <p:pic>
                    <p:nvPicPr>
                      <p:cNvPr id="161801" name="Object 9">
                        <a:extLst>
                          <a:ext uri="{FF2B5EF4-FFF2-40B4-BE49-F238E27FC236}">
                            <a16:creationId xmlns:a16="http://schemas.microsoft.com/office/drawing/2014/main" id="{A5821A7C-C22A-634C-B189-290037E4E4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35600" y="2060575"/>
                        <a:ext cx="171132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 name="Text Box 10">
            <a:extLst>
              <a:ext uri="{FF2B5EF4-FFF2-40B4-BE49-F238E27FC236}">
                <a16:creationId xmlns:a16="http://schemas.microsoft.com/office/drawing/2014/main" id="{8B516EB8-62A1-9C4A-BEEC-BCB268537CA3}"/>
              </a:ext>
            </a:extLst>
          </p:cNvPr>
          <p:cNvSpPr txBox="1">
            <a:spLocks noChangeArrowheads="1"/>
          </p:cNvSpPr>
          <p:nvPr/>
        </p:nvSpPr>
        <p:spPr bwMode="auto">
          <a:xfrm>
            <a:off x="684213" y="2636838"/>
            <a:ext cx="4392612" cy="5191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en-US" altLang="zh-CN" sz="2800" b="1">
                <a:solidFill>
                  <a:srgbClr val="FFFF00"/>
                </a:solidFill>
                <a:ea typeface="宋体" panose="02010600030101010101" pitchFamily="2" charset="-122"/>
              </a:rPr>
              <a:t>2) </a:t>
            </a:r>
            <a:r>
              <a:rPr lang="en-US" altLang="zh-CN" sz="2800" b="1" i="1">
                <a:solidFill>
                  <a:srgbClr val="FFFF00"/>
                </a:solidFill>
                <a:ea typeface="宋体" panose="02010600030101010101" pitchFamily="2" charset="-122"/>
              </a:rPr>
              <a:t>r</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A</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n</a:t>
            </a:r>
            <a:r>
              <a:rPr lang="zh-CN" altLang="en-US" sz="2800" b="1">
                <a:solidFill>
                  <a:srgbClr val="FFFF00"/>
                </a:solidFill>
                <a:latin typeface="宋体" panose="02010600030101010101" pitchFamily="2" charset="-122"/>
                <a:ea typeface="宋体" panose="02010600030101010101" pitchFamily="2" charset="-122"/>
              </a:rPr>
              <a:t>－</a:t>
            </a:r>
            <a:r>
              <a:rPr lang="en-US" altLang="zh-CN" sz="2800" b="1">
                <a:solidFill>
                  <a:srgbClr val="FFFF00"/>
                </a:solidFill>
                <a:ea typeface="宋体" panose="02010600030101010101" pitchFamily="2" charset="-122"/>
              </a:rPr>
              <a:t>1</a:t>
            </a:r>
            <a:r>
              <a:rPr lang="zh-CN" altLang="en-US" sz="2800" b="1">
                <a:solidFill>
                  <a:srgbClr val="FFFF00"/>
                </a:solidFill>
                <a:latin typeface="楷体_GB2312" pitchFamily="49" charset="-122"/>
                <a:ea typeface="楷体_GB2312" pitchFamily="49" charset="-122"/>
              </a:rPr>
              <a:t>时</a:t>
            </a:r>
            <a:r>
              <a:rPr lang="en-US" altLang="zh-CN" sz="2800" b="1">
                <a:solidFill>
                  <a:srgbClr val="FFFF00"/>
                </a:solidFill>
                <a:latin typeface="楷体_GB2312" pitchFamily="49" charset="-122"/>
                <a:ea typeface="楷体_GB2312" pitchFamily="49" charset="-122"/>
              </a:rPr>
              <a:t>,</a:t>
            </a:r>
            <a:r>
              <a:rPr lang="en-US" altLang="zh-CN" sz="2800" b="1" i="1">
                <a:solidFill>
                  <a:srgbClr val="FFFF00"/>
                </a:solidFill>
                <a:ea typeface="宋体" panose="02010600030101010101" pitchFamily="2" charset="-122"/>
              </a:rPr>
              <a:t>A</a:t>
            </a:r>
            <a:r>
              <a:rPr lang="zh-CN" altLang="en-US" sz="2800" b="1">
                <a:solidFill>
                  <a:srgbClr val="FFFF00"/>
                </a:solidFill>
                <a:latin typeface="楷体_GB2312" pitchFamily="49" charset="-122"/>
                <a:ea typeface="楷体_GB2312" pitchFamily="49" charset="-122"/>
              </a:rPr>
              <a:t>不可逆</a:t>
            </a:r>
            <a:r>
              <a:rPr lang="en-US" altLang="zh-CN" sz="2800" b="1">
                <a:solidFill>
                  <a:srgbClr val="FFFF00"/>
                </a:solidFill>
                <a:latin typeface="楷体_GB2312" pitchFamily="49" charset="-122"/>
                <a:ea typeface="楷体_GB2312" pitchFamily="49" charset="-122"/>
              </a:rPr>
              <a:t>,</a:t>
            </a:r>
          </a:p>
        </p:txBody>
      </p:sp>
      <p:graphicFrame>
        <p:nvGraphicFramePr>
          <p:cNvPr id="37" name="Object 11">
            <a:extLst>
              <a:ext uri="{FF2B5EF4-FFF2-40B4-BE49-F238E27FC236}">
                <a16:creationId xmlns:a16="http://schemas.microsoft.com/office/drawing/2014/main" id="{953248B9-93A9-504E-AD38-D4B4111B3661}"/>
              </a:ext>
            </a:extLst>
          </p:cNvPr>
          <p:cNvGraphicFramePr>
            <a:graphicFrameLocks noChangeAspect="1"/>
          </p:cNvGraphicFramePr>
          <p:nvPr/>
        </p:nvGraphicFramePr>
        <p:xfrm>
          <a:off x="4859338" y="2636838"/>
          <a:ext cx="936625" cy="557212"/>
        </p:xfrm>
        <a:graphic>
          <a:graphicData uri="http://schemas.openxmlformats.org/presentationml/2006/ole">
            <mc:AlternateContent xmlns:mc="http://schemas.openxmlformats.org/markup-compatibility/2006">
              <mc:Choice xmlns:v="urn:schemas-microsoft-com:vml" Requires="v">
                <p:oleObj spid="_x0000_s15380" name="Equation" r:id="rId13" imgW="9944100" imgH="5854700" progId="Equation.DSMT4">
                  <p:embed/>
                </p:oleObj>
              </mc:Choice>
              <mc:Fallback>
                <p:oleObj name="Equation" r:id="rId13" imgW="9944100" imgH="5854700" progId="Equation.DSMT4">
                  <p:embed/>
                  <p:pic>
                    <p:nvPicPr>
                      <p:cNvPr id="161803" name="Object 11">
                        <a:extLst>
                          <a:ext uri="{FF2B5EF4-FFF2-40B4-BE49-F238E27FC236}">
                            <a16:creationId xmlns:a16="http://schemas.microsoft.com/office/drawing/2014/main" id="{47AE3505-BB50-FF4A-A7DA-975F5840B4E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59338" y="2636838"/>
                        <a:ext cx="936625"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 name="Object 12">
            <a:extLst>
              <a:ext uri="{FF2B5EF4-FFF2-40B4-BE49-F238E27FC236}">
                <a16:creationId xmlns:a16="http://schemas.microsoft.com/office/drawing/2014/main" id="{9737EBC5-94DD-744B-87AB-A7EB2847926B}"/>
              </a:ext>
            </a:extLst>
          </p:cNvPr>
          <p:cNvGraphicFramePr>
            <a:graphicFrameLocks noChangeAspect="1"/>
          </p:cNvGraphicFramePr>
          <p:nvPr/>
        </p:nvGraphicFramePr>
        <p:xfrm>
          <a:off x="5940425" y="2636838"/>
          <a:ext cx="2454275" cy="606425"/>
        </p:xfrm>
        <a:graphic>
          <a:graphicData uri="http://schemas.openxmlformats.org/presentationml/2006/ole">
            <mc:AlternateContent xmlns:mc="http://schemas.openxmlformats.org/markup-compatibility/2006">
              <mc:Choice xmlns:v="urn:schemas-microsoft-com:vml" Requires="v">
                <p:oleObj spid="_x0000_s15381" name="Equation" r:id="rId15" imgW="1587500" imgH="317500" progId="Equation.DSMT4">
                  <p:embed/>
                </p:oleObj>
              </mc:Choice>
              <mc:Fallback>
                <p:oleObj name="Equation" r:id="rId15" imgW="1587500" imgH="317500" progId="Equation.DSMT4">
                  <p:embed/>
                  <p:pic>
                    <p:nvPicPr>
                      <p:cNvPr id="161804" name="Object 12">
                        <a:extLst>
                          <a:ext uri="{FF2B5EF4-FFF2-40B4-BE49-F238E27FC236}">
                            <a16:creationId xmlns:a16="http://schemas.microsoft.com/office/drawing/2014/main" id="{2843EBF1-2D52-EA4C-894F-0AC330FA909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940425" y="2636838"/>
                        <a:ext cx="245427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9" name="Object 13">
            <a:extLst>
              <a:ext uri="{FF2B5EF4-FFF2-40B4-BE49-F238E27FC236}">
                <a16:creationId xmlns:a16="http://schemas.microsoft.com/office/drawing/2014/main" id="{2224489C-9679-6748-9768-E7A0F9C88F45}"/>
              </a:ext>
            </a:extLst>
          </p:cNvPr>
          <p:cNvGraphicFramePr>
            <a:graphicFrameLocks noChangeAspect="1"/>
          </p:cNvGraphicFramePr>
          <p:nvPr/>
        </p:nvGraphicFramePr>
        <p:xfrm>
          <a:off x="1116013" y="3213100"/>
          <a:ext cx="2881312" cy="554038"/>
        </p:xfrm>
        <a:graphic>
          <a:graphicData uri="http://schemas.openxmlformats.org/presentationml/2006/ole">
            <mc:AlternateContent xmlns:mc="http://schemas.openxmlformats.org/markup-compatibility/2006">
              <mc:Choice xmlns:v="urn:schemas-microsoft-com:vml" Requires="v">
                <p:oleObj spid="_x0000_s15382" name="Equation" r:id="rId17" imgW="1587500" imgH="304800" progId="Equation.DSMT4">
                  <p:embed/>
                </p:oleObj>
              </mc:Choice>
              <mc:Fallback>
                <p:oleObj name="Equation" r:id="rId17" imgW="1587500" imgH="304800" progId="Equation.DSMT4">
                  <p:embed/>
                  <p:pic>
                    <p:nvPicPr>
                      <p:cNvPr id="161805" name="Object 13">
                        <a:extLst>
                          <a:ext uri="{FF2B5EF4-FFF2-40B4-BE49-F238E27FC236}">
                            <a16:creationId xmlns:a16="http://schemas.microsoft.com/office/drawing/2014/main" id="{E7E0EE95-EA43-DD47-BCF8-4C040A00034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16013" y="3213100"/>
                        <a:ext cx="2881312"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 name="Text Box 14">
            <a:extLst>
              <a:ext uri="{FF2B5EF4-FFF2-40B4-BE49-F238E27FC236}">
                <a16:creationId xmlns:a16="http://schemas.microsoft.com/office/drawing/2014/main" id="{F2768275-8D7A-2146-8BD8-F327C82F5D0B}"/>
              </a:ext>
            </a:extLst>
          </p:cNvPr>
          <p:cNvSpPr txBox="1">
            <a:spLocks noChangeArrowheads="1"/>
          </p:cNvSpPr>
          <p:nvPr/>
        </p:nvSpPr>
        <p:spPr bwMode="auto">
          <a:xfrm>
            <a:off x="4140200" y="3284538"/>
            <a:ext cx="2605088" cy="5191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zh-CN" altLang="en-US" sz="2800" b="1">
                <a:solidFill>
                  <a:srgbClr val="FFFF00"/>
                </a:solidFill>
                <a:latin typeface="楷体_GB2312" pitchFamily="49" charset="-122"/>
                <a:ea typeface="楷体_GB2312" pitchFamily="49" charset="-122"/>
              </a:rPr>
              <a:t>而</a:t>
            </a:r>
            <a:r>
              <a:rPr lang="en-US" altLang="zh-CN" sz="2800" b="1" i="1">
                <a:solidFill>
                  <a:srgbClr val="FFFF00"/>
                </a:solidFill>
                <a:ea typeface="宋体" panose="02010600030101010101" pitchFamily="2" charset="-122"/>
              </a:rPr>
              <a:t>r</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A</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n</a:t>
            </a:r>
            <a:r>
              <a:rPr lang="zh-CN" altLang="en-US" sz="2800" b="1">
                <a:solidFill>
                  <a:srgbClr val="FFFF00"/>
                </a:solidFill>
                <a:latin typeface="宋体" panose="02010600030101010101" pitchFamily="2" charset="-122"/>
                <a:ea typeface="宋体" panose="02010600030101010101" pitchFamily="2" charset="-122"/>
              </a:rPr>
              <a:t>－</a:t>
            </a:r>
            <a:r>
              <a:rPr lang="en-US" altLang="zh-CN" sz="2800" b="1">
                <a:solidFill>
                  <a:srgbClr val="FFFF00"/>
                </a:solidFill>
                <a:ea typeface="宋体" panose="02010600030101010101" pitchFamily="2" charset="-122"/>
              </a:rPr>
              <a:t>1</a:t>
            </a:r>
            <a:r>
              <a:rPr lang="en-US" altLang="zh-CN" sz="2800" b="1">
                <a:solidFill>
                  <a:srgbClr val="FFFF00"/>
                </a:solidFill>
                <a:latin typeface="宋体" panose="02010600030101010101" pitchFamily="2" charset="-122"/>
                <a:ea typeface="宋体" panose="02010600030101010101" pitchFamily="2" charset="-122"/>
              </a:rPr>
              <a:t>,</a:t>
            </a:r>
            <a:endParaRPr lang="en-US" altLang="zh-CN" sz="2800" b="1">
              <a:solidFill>
                <a:srgbClr val="FFFF00"/>
              </a:solidFill>
              <a:ea typeface="宋体" panose="02010600030101010101" pitchFamily="2" charset="-122"/>
            </a:endParaRPr>
          </a:p>
        </p:txBody>
      </p:sp>
      <p:graphicFrame>
        <p:nvGraphicFramePr>
          <p:cNvPr id="41" name="Object 15">
            <a:extLst>
              <a:ext uri="{FF2B5EF4-FFF2-40B4-BE49-F238E27FC236}">
                <a16:creationId xmlns:a16="http://schemas.microsoft.com/office/drawing/2014/main" id="{A63CE318-3BD5-064A-BDB3-767BA592802D}"/>
              </a:ext>
            </a:extLst>
          </p:cNvPr>
          <p:cNvGraphicFramePr>
            <a:graphicFrameLocks noChangeAspect="1"/>
          </p:cNvGraphicFramePr>
          <p:nvPr/>
        </p:nvGraphicFramePr>
        <p:xfrm>
          <a:off x="6372225" y="3284538"/>
          <a:ext cx="1727200" cy="539750"/>
        </p:xfrm>
        <a:graphic>
          <a:graphicData uri="http://schemas.openxmlformats.org/presentationml/2006/ole">
            <mc:AlternateContent xmlns:mc="http://schemas.openxmlformats.org/markup-compatibility/2006">
              <mc:Choice xmlns:v="urn:schemas-microsoft-com:vml" Requires="v">
                <p:oleObj spid="_x0000_s15383" name="Equation" r:id="rId19" imgW="16967200" imgH="5270500" progId="Equation.DSMT4">
                  <p:embed/>
                </p:oleObj>
              </mc:Choice>
              <mc:Fallback>
                <p:oleObj name="Equation" r:id="rId19" imgW="16967200" imgH="5270500" progId="Equation.DSMT4">
                  <p:embed/>
                  <p:pic>
                    <p:nvPicPr>
                      <p:cNvPr id="161807" name="Object 15">
                        <a:extLst>
                          <a:ext uri="{FF2B5EF4-FFF2-40B4-BE49-F238E27FC236}">
                            <a16:creationId xmlns:a16="http://schemas.microsoft.com/office/drawing/2014/main" id="{1C3E5FF5-8490-B841-8988-47C0AB76A364}"/>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372225" y="3284538"/>
                        <a:ext cx="17272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2" name="Text Box 16">
            <a:extLst>
              <a:ext uri="{FF2B5EF4-FFF2-40B4-BE49-F238E27FC236}">
                <a16:creationId xmlns:a16="http://schemas.microsoft.com/office/drawing/2014/main" id="{BE7F1440-8541-C74A-8E38-1AB6B90E6726}"/>
              </a:ext>
            </a:extLst>
          </p:cNvPr>
          <p:cNvSpPr txBox="1">
            <a:spLocks noChangeArrowheads="1"/>
          </p:cNvSpPr>
          <p:nvPr/>
        </p:nvSpPr>
        <p:spPr bwMode="auto">
          <a:xfrm>
            <a:off x="684213" y="4005263"/>
            <a:ext cx="4067175" cy="5191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zh-CN" altLang="en-US" sz="2800" b="1">
                <a:solidFill>
                  <a:srgbClr val="FFFF00"/>
                </a:solidFill>
                <a:latin typeface="楷体_GB2312" pitchFamily="49" charset="-122"/>
                <a:ea typeface="楷体_GB2312" pitchFamily="49" charset="-122"/>
              </a:rPr>
              <a:t>另一方面</a:t>
            </a:r>
            <a:r>
              <a:rPr lang="en-US" altLang="zh-CN" sz="2800" b="1">
                <a:solidFill>
                  <a:srgbClr val="FFFF00"/>
                </a:solidFill>
                <a:latin typeface="楷体_GB2312" pitchFamily="49" charset="-122"/>
                <a:ea typeface="楷体_GB2312" pitchFamily="49" charset="-122"/>
              </a:rPr>
              <a:t>,</a:t>
            </a:r>
            <a:r>
              <a:rPr lang="en-US" altLang="zh-CN" sz="2800" b="1" i="1">
                <a:solidFill>
                  <a:srgbClr val="FFFF00"/>
                </a:solidFill>
                <a:ea typeface="宋体" panose="02010600030101010101" pitchFamily="2" charset="-122"/>
              </a:rPr>
              <a:t>r</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A</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n</a:t>
            </a:r>
            <a:r>
              <a:rPr lang="zh-CN" altLang="en-US" sz="2800" b="1">
                <a:solidFill>
                  <a:srgbClr val="FFFF00"/>
                </a:solidFill>
                <a:ea typeface="宋体" panose="02010600030101010101" pitchFamily="2" charset="-122"/>
              </a:rPr>
              <a:t>－</a:t>
            </a:r>
            <a:r>
              <a:rPr lang="en-US" altLang="zh-CN" sz="2800" b="1">
                <a:solidFill>
                  <a:srgbClr val="FFFF00"/>
                </a:solidFill>
                <a:ea typeface="宋体" panose="02010600030101010101" pitchFamily="2" charset="-122"/>
              </a:rPr>
              <a:t>1</a:t>
            </a:r>
          </a:p>
        </p:txBody>
      </p:sp>
      <p:sp>
        <p:nvSpPr>
          <p:cNvPr id="43" name="Text Box 17">
            <a:extLst>
              <a:ext uri="{FF2B5EF4-FFF2-40B4-BE49-F238E27FC236}">
                <a16:creationId xmlns:a16="http://schemas.microsoft.com/office/drawing/2014/main" id="{1B4E0914-003F-A343-8026-F7347A0A31D2}"/>
              </a:ext>
            </a:extLst>
          </p:cNvPr>
          <p:cNvSpPr txBox="1">
            <a:spLocks noChangeArrowheads="1"/>
          </p:cNvSpPr>
          <p:nvPr/>
        </p:nvSpPr>
        <p:spPr bwMode="auto">
          <a:xfrm>
            <a:off x="4140200" y="4076700"/>
            <a:ext cx="4319588" cy="519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A</a:t>
            </a:r>
            <a:r>
              <a:rPr lang="zh-CN" altLang="en-US" sz="2800" b="1">
                <a:solidFill>
                  <a:srgbClr val="FFFF00"/>
                </a:solidFill>
                <a:latin typeface="楷体_GB2312" pitchFamily="49" charset="-122"/>
                <a:ea typeface="楷体_GB2312" pitchFamily="49" charset="-122"/>
              </a:rPr>
              <a:t>存在</a:t>
            </a:r>
            <a:r>
              <a:rPr lang="en-US" altLang="zh-CN" sz="2800" b="1" i="1">
                <a:solidFill>
                  <a:srgbClr val="FFFF00"/>
                </a:solidFill>
                <a:ea typeface="宋体" panose="02010600030101010101" pitchFamily="2" charset="-122"/>
              </a:rPr>
              <a:t>n</a:t>
            </a:r>
            <a:r>
              <a:rPr lang="zh-CN" altLang="en-US" sz="2800" b="1">
                <a:solidFill>
                  <a:srgbClr val="FFFF00"/>
                </a:solidFill>
                <a:latin typeface="宋体" panose="02010600030101010101" pitchFamily="2" charset="-122"/>
                <a:ea typeface="宋体" panose="02010600030101010101" pitchFamily="2" charset="-122"/>
              </a:rPr>
              <a:t>－</a:t>
            </a:r>
            <a:r>
              <a:rPr lang="en-US" altLang="zh-CN" sz="2800" b="1">
                <a:solidFill>
                  <a:srgbClr val="FFFF00"/>
                </a:solidFill>
                <a:ea typeface="宋体" panose="02010600030101010101" pitchFamily="2" charset="-122"/>
              </a:rPr>
              <a:t>1</a:t>
            </a:r>
            <a:r>
              <a:rPr lang="zh-CN" altLang="en-US" sz="2800" b="1">
                <a:solidFill>
                  <a:srgbClr val="FFFF00"/>
                </a:solidFill>
                <a:latin typeface="楷体_GB2312" pitchFamily="49" charset="-122"/>
                <a:ea typeface="楷体_GB2312" pitchFamily="49" charset="-122"/>
              </a:rPr>
              <a:t>阶子式不为</a:t>
            </a:r>
            <a:r>
              <a:rPr lang="en-US" altLang="zh-CN" sz="2800" b="1">
                <a:solidFill>
                  <a:srgbClr val="FFFF00"/>
                </a:solidFill>
                <a:ea typeface="宋体" panose="02010600030101010101" pitchFamily="2" charset="-122"/>
              </a:rPr>
              <a:t>0</a:t>
            </a:r>
          </a:p>
        </p:txBody>
      </p:sp>
      <p:graphicFrame>
        <p:nvGraphicFramePr>
          <p:cNvPr id="44" name="Object 18">
            <a:extLst>
              <a:ext uri="{FF2B5EF4-FFF2-40B4-BE49-F238E27FC236}">
                <a16:creationId xmlns:a16="http://schemas.microsoft.com/office/drawing/2014/main" id="{D3736634-2D45-F045-9648-8594E247E668}"/>
              </a:ext>
            </a:extLst>
          </p:cNvPr>
          <p:cNvGraphicFramePr>
            <a:graphicFrameLocks noChangeAspect="1"/>
          </p:cNvGraphicFramePr>
          <p:nvPr/>
        </p:nvGraphicFramePr>
        <p:xfrm>
          <a:off x="1187450" y="4652963"/>
          <a:ext cx="1439863" cy="474662"/>
        </p:xfrm>
        <a:graphic>
          <a:graphicData uri="http://schemas.openxmlformats.org/presentationml/2006/ole">
            <mc:AlternateContent xmlns:mc="http://schemas.openxmlformats.org/markup-compatibility/2006">
              <mc:Choice xmlns:v="urn:schemas-microsoft-com:vml" Requires="v">
                <p:oleObj spid="_x0000_s15384" name="Equation" r:id="rId21" imgW="14046200" imgH="4686300" progId="Equation.DSMT4">
                  <p:embed/>
                </p:oleObj>
              </mc:Choice>
              <mc:Fallback>
                <p:oleObj name="Equation" r:id="rId21" imgW="14046200" imgH="4686300" progId="Equation.DSMT4">
                  <p:embed/>
                  <p:pic>
                    <p:nvPicPr>
                      <p:cNvPr id="161810" name="Object 18">
                        <a:extLst>
                          <a:ext uri="{FF2B5EF4-FFF2-40B4-BE49-F238E27FC236}">
                            <a16:creationId xmlns:a16="http://schemas.microsoft.com/office/drawing/2014/main" id="{17997596-FD91-F146-8F68-38020FADE6EA}"/>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187450" y="4652963"/>
                        <a:ext cx="1439863"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 name="Object 19">
            <a:extLst>
              <a:ext uri="{FF2B5EF4-FFF2-40B4-BE49-F238E27FC236}">
                <a16:creationId xmlns:a16="http://schemas.microsoft.com/office/drawing/2014/main" id="{DA75282E-FAF4-CA4D-9CA7-7106827D0E90}"/>
              </a:ext>
            </a:extLst>
          </p:cNvPr>
          <p:cNvGraphicFramePr>
            <a:graphicFrameLocks noChangeAspect="1"/>
          </p:cNvGraphicFramePr>
          <p:nvPr/>
        </p:nvGraphicFramePr>
        <p:xfrm>
          <a:off x="2771775" y="4652963"/>
          <a:ext cx="1562100" cy="487362"/>
        </p:xfrm>
        <a:graphic>
          <a:graphicData uri="http://schemas.openxmlformats.org/presentationml/2006/ole">
            <mc:AlternateContent xmlns:mc="http://schemas.openxmlformats.org/markup-compatibility/2006">
              <mc:Choice xmlns:v="urn:schemas-microsoft-com:vml" Requires="v">
                <p:oleObj spid="_x0000_s15385" name="Equation" r:id="rId23" imgW="16967200" imgH="5270500" progId="Equation.DSMT4">
                  <p:embed/>
                </p:oleObj>
              </mc:Choice>
              <mc:Fallback>
                <p:oleObj name="Equation" r:id="rId23" imgW="16967200" imgH="5270500" progId="Equation.DSMT4">
                  <p:embed/>
                  <p:pic>
                    <p:nvPicPr>
                      <p:cNvPr id="161811" name="Object 19">
                        <a:extLst>
                          <a:ext uri="{FF2B5EF4-FFF2-40B4-BE49-F238E27FC236}">
                            <a16:creationId xmlns:a16="http://schemas.microsoft.com/office/drawing/2014/main" id="{4406E5CA-2351-3748-BDEE-F1CD98D6F474}"/>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771775" y="4652963"/>
                        <a:ext cx="1562100"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 name="Text Box 20">
            <a:extLst>
              <a:ext uri="{FF2B5EF4-FFF2-40B4-BE49-F238E27FC236}">
                <a16:creationId xmlns:a16="http://schemas.microsoft.com/office/drawing/2014/main" id="{B2E0C95D-317A-814A-8DA4-D6F46312261F}"/>
              </a:ext>
            </a:extLst>
          </p:cNvPr>
          <p:cNvSpPr txBox="1">
            <a:spLocks noChangeArrowheads="1"/>
          </p:cNvSpPr>
          <p:nvPr/>
        </p:nvSpPr>
        <p:spPr bwMode="auto">
          <a:xfrm>
            <a:off x="4500563" y="4652963"/>
            <a:ext cx="1727200" cy="5191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zh-CN" altLang="en-US" sz="2800" b="1">
                <a:solidFill>
                  <a:srgbClr val="FFFF00"/>
                </a:solidFill>
                <a:latin typeface="楷体_GB2312" pitchFamily="49" charset="-122"/>
                <a:ea typeface="楷体_GB2312" pitchFamily="49" charset="-122"/>
              </a:rPr>
              <a:t>综上</a:t>
            </a:r>
            <a:r>
              <a:rPr lang="en-US" altLang="zh-CN" sz="2800" b="1">
                <a:solidFill>
                  <a:srgbClr val="FFFF00"/>
                </a:solidFill>
                <a:latin typeface="楷体_GB2312" pitchFamily="49" charset="-122"/>
                <a:ea typeface="楷体_GB2312" pitchFamily="49" charset="-122"/>
              </a:rPr>
              <a:t>,</a:t>
            </a:r>
            <a:r>
              <a:rPr lang="zh-CN" altLang="en-US" sz="2800" b="1">
                <a:solidFill>
                  <a:srgbClr val="FFFF00"/>
                </a:solidFill>
                <a:latin typeface="楷体_GB2312" pitchFamily="49" charset="-122"/>
                <a:ea typeface="楷体_GB2312" pitchFamily="49" charset="-122"/>
              </a:rPr>
              <a:t>有</a:t>
            </a:r>
          </a:p>
        </p:txBody>
      </p:sp>
      <p:graphicFrame>
        <p:nvGraphicFramePr>
          <p:cNvPr id="47" name="Object 21">
            <a:extLst>
              <a:ext uri="{FF2B5EF4-FFF2-40B4-BE49-F238E27FC236}">
                <a16:creationId xmlns:a16="http://schemas.microsoft.com/office/drawing/2014/main" id="{715D4AFC-191C-114E-8555-6B5B96AF3D52}"/>
              </a:ext>
            </a:extLst>
          </p:cNvPr>
          <p:cNvGraphicFramePr>
            <a:graphicFrameLocks noChangeAspect="1"/>
          </p:cNvGraphicFramePr>
          <p:nvPr/>
        </p:nvGraphicFramePr>
        <p:xfrm>
          <a:off x="5940425" y="4724400"/>
          <a:ext cx="1295400" cy="500063"/>
        </p:xfrm>
        <a:graphic>
          <a:graphicData uri="http://schemas.openxmlformats.org/presentationml/2006/ole">
            <mc:AlternateContent xmlns:mc="http://schemas.openxmlformats.org/markup-compatibility/2006">
              <mc:Choice xmlns:v="urn:schemas-microsoft-com:vml" Requires="v">
                <p:oleObj spid="_x0000_s15386" name="Equation" r:id="rId25" imgW="13754100" imgH="5270500" progId="Equation.DSMT4">
                  <p:embed/>
                </p:oleObj>
              </mc:Choice>
              <mc:Fallback>
                <p:oleObj name="Equation" r:id="rId25" imgW="13754100" imgH="5270500" progId="Equation.DSMT4">
                  <p:embed/>
                  <p:pic>
                    <p:nvPicPr>
                      <p:cNvPr id="161813" name="Object 21">
                        <a:extLst>
                          <a:ext uri="{FF2B5EF4-FFF2-40B4-BE49-F238E27FC236}">
                            <a16:creationId xmlns:a16="http://schemas.microsoft.com/office/drawing/2014/main" id="{63C8E9B1-790B-684A-AFB9-F8A25A720466}"/>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940425" y="4724400"/>
                        <a:ext cx="12954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 name="Text Box 22">
            <a:extLst>
              <a:ext uri="{FF2B5EF4-FFF2-40B4-BE49-F238E27FC236}">
                <a16:creationId xmlns:a16="http://schemas.microsoft.com/office/drawing/2014/main" id="{12E36760-B5BB-2945-9787-2A498E7916D5}"/>
              </a:ext>
            </a:extLst>
          </p:cNvPr>
          <p:cNvSpPr txBox="1">
            <a:spLocks noChangeArrowheads="1"/>
          </p:cNvSpPr>
          <p:nvPr/>
        </p:nvSpPr>
        <p:spPr bwMode="auto">
          <a:xfrm>
            <a:off x="611188" y="5229225"/>
            <a:ext cx="3492500" cy="579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en-US" altLang="zh-CN" sz="2800" b="1">
                <a:solidFill>
                  <a:srgbClr val="FFFF00"/>
                </a:solidFill>
                <a:ea typeface="宋体" panose="02010600030101010101" pitchFamily="2" charset="-122"/>
              </a:rPr>
              <a:t>3)</a:t>
            </a:r>
            <a:r>
              <a:rPr lang="en-US" altLang="zh-CN" sz="2800" b="1" i="1">
                <a:solidFill>
                  <a:srgbClr val="FFFF00"/>
                </a:solidFill>
                <a:ea typeface="宋体" panose="02010600030101010101" pitchFamily="2" charset="-122"/>
              </a:rPr>
              <a:t> r</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A</a:t>
            </a:r>
            <a:r>
              <a:rPr lang="en-US" altLang="zh-CN" sz="2800" b="1">
                <a:solidFill>
                  <a:srgbClr val="FFFF00"/>
                </a:solidFill>
                <a:ea typeface="宋体" panose="02010600030101010101" pitchFamily="2" charset="-122"/>
              </a:rPr>
              <a:t>) &lt; </a:t>
            </a:r>
            <a:r>
              <a:rPr lang="en-US" altLang="zh-CN" sz="2800" b="1" i="1">
                <a:solidFill>
                  <a:srgbClr val="FFFF00"/>
                </a:solidFill>
                <a:ea typeface="宋体" panose="02010600030101010101" pitchFamily="2" charset="-122"/>
              </a:rPr>
              <a:t>n</a:t>
            </a:r>
            <a:r>
              <a:rPr lang="zh-CN" altLang="en-US" sz="2800" b="1">
                <a:solidFill>
                  <a:srgbClr val="FFFF00"/>
                </a:solidFill>
                <a:latin typeface="宋体" panose="02010600030101010101" pitchFamily="2" charset="-122"/>
                <a:ea typeface="宋体" panose="02010600030101010101" pitchFamily="2" charset="-122"/>
              </a:rPr>
              <a:t>－</a:t>
            </a:r>
            <a:r>
              <a:rPr lang="en-US" altLang="zh-CN" sz="2800" b="1">
                <a:solidFill>
                  <a:srgbClr val="FFFF00"/>
                </a:solidFill>
                <a:ea typeface="宋体" panose="02010600030101010101" pitchFamily="2" charset="-122"/>
              </a:rPr>
              <a:t>1</a:t>
            </a:r>
            <a:r>
              <a:rPr lang="zh-CN" altLang="en-US" sz="2800" b="1">
                <a:solidFill>
                  <a:srgbClr val="FFFF00"/>
                </a:solidFill>
                <a:latin typeface="楷体_GB2312" pitchFamily="49" charset="-122"/>
                <a:ea typeface="楷体_GB2312" pitchFamily="49" charset="-122"/>
              </a:rPr>
              <a:t>时，</a:t>
            </a:r>
            <a:r>
              <a:rPr lang="zh-CN" altLang="en-US" sz="3200" b="1">
                <a:solidFill>
                  <a:srgbClr val="FFFF00"/>
                </a:solidFill>
                <a:ea typeface="宋体" panose="02010600030101010101" pitchFamily="2" charset="-122"/>
              </a:rPr>
              <a:t> </a:t>
            </a:r>
          </a:p>
        </p:txBody>
      </p:sp>
      <p:sp>
        <p:nvSpPr>
          <p:cNvPr id="49" name="Text Box 23">
            <a:extLst>
              <a:ext uri="{FF2B5EF4-FFF2-40B4-BE49-F238E27FC236}">
                <a16:creationId xmlns:a16="http://schemas.microsoft.com/office/drawing/2014/main" id="{EF5A45FD-BE22-A740-97B6-DFC19F35A6D6}"/>
              </a:ext>
            </a:extLst>
          </p:cNvPr>
          <p:cNvSpPr txBox="1">
            <a:spLocks noChangeArrowheads="1"/>
          </p:cNvSpPr>
          <p:nvPr/>
        </p:nvSpPr>
        <p:spPr bwMode="auto">
          <a:xfrm>
            <a:off x="3348038" y="5300663"/>
            <a:ext cx="4535487" cy="5191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en-US" altLang="zh-CN" sz="2800" b="1" i="1">
                <a:solidFill>
                  <a:srgbClr val="FFFF00"/>
                </a:solidFill>
                <a:ea typeface="宋体" panose="02010600030101010101" pitchFamily="2" charset="-122"/>
              </a:rPr>
              <a:t>A</a:t>
            </a:r>
            <a:r>
              <a:rPr lang="zh-CN" altLang="en-US" sz="2800" b="1">
                <a:solidFill>
                  <a:srgbClr val="FFFF00"/>
                </a:solidFill>
                <a:latin typeface="楷体_GB2312" pitchFamily="49" charset="-122"/>
                <a:ea typeface="楷体_GB2312" pitchFamily="49" charset="-122"/>
              </a:rPr>
              <a:t>的所有</a:t>
            </a:r>
            <a:r>
              <a:rPr lang="en-US" altLang="zh-CN" sz="2800" b="1" i="1">
                <a:solidFill>
                  <a:srgbClr val="FFFF00"/>
                </a:solidFill>
                <a:ea typeface="宋体" panose="02010600030101010101" pitchFamily="2" charset="-122"/>
              </a:rPr>
              <a:t>n</a:t>
            </a:r>
            <a:r>
              <a:rPr lang="zh-CN" altLang="en-US" sz="2800" b="1">
                <a:solidFill>
                  <a:srgbClr val="FFFF00"/>
                </a:solidFill>
                <a:latin typeface="宋体" panose="02010600030101010101" pitchFamily="2" charset="-122"/>
                <a:ea typeface="宋体" panose="02010600030101010101" pitchFamily="2" charset="-122"/>
              </a:rPr>
              <a:t>－</a:t>
            </a:r>
            <a:r>
              <a:rPr lang="en-US" altLang="zh-CN" sz="2800" b="1">
                <a:solidFill>
                  <a:srgbClr val="FFFF00"/>
                </a:solidFill>
                <a:ea typeface="宋体" panose="02010600030101010101" pitchFamily="2" charset="-122"/>
              </a:rPr>
              <a:t>1</a:t>
            </a:r>
            <a:r>
              <a:rPr lang="zh-CN" altLang="en-US" sz="2800" b="1">
                <a:solidFill>
                  <a:srgbClr val="FFFF00"/>
                </a:solidFill>
                <a:latin typeface="楷体_GB2312" pitchFamily="49" charset="-122"/>
                <a:ea typeface="楷体_GB2312" pitchFamily="49" charset="-122"/>
              </a:rPr>
              <a:t>阶子式均为</a:t>
            </a:r>
            <a:r>
              <a:rPr lang="en-US" altLang="zh-CN" sz="2800" b="1">
                <a:solidFill>
                  <a:srgbClr val="FFFF00"/>
                </a:solidFill>
                <a:ea typeface="宋体" panose="02010600030101010101" pitchFamily="2" charset="-122"/>
              </a:rPr>
              <a:t>0</a:t>
            </a:r>
            <a:r>
              <a:rPr lang="en-US" altLang="zh-CN" sz="2800" b="1">
                <a:solidFill>
                  <a:srgbClr val="FFFF00"/>
                </a:solidFill>
                <a:latin typeface="宋体" panose="02010600030101010101" pitchFamily="2" charset="-122"/>
                <a:ea typeface="宋体" panose="02010600030101010101" pitchFamily="2" charset="-122"/>
              </a:rPr>
              <a:t>,</a:t>
            </a:r>
            <a:endParaRPr lang="en-US" altLang="zh-CN" sz="2800" b="1">
              <a:solidFill>
                <a:srgbClr val="FFFF00"/>
              </a:solidFill>
              <a:ea typeface="宋体" panose="02010600030101010101" pitchFamily="2" charset="-122"/>
            </a:endParaRPr>
          </a:p>
        </p:txBody>
      </p:sp>
      <p:graphicFrame>
        <p:nvGraphicFramePr>
          <p:cNvPr id="50" name="Object 24">
            <a:extLst>
              <a:ext uri="{FF2B5EF4-FFF2-40B4-BE49-F238E27FC236}">
                <a16:creationId xmlns:a16="http://schemas.microsoft.com/office/drawing/2014/main" id="{61A90B95-1C1A-BC46-9573-E8C468CEAF05}"/>
              </a:ext>
            </a:extLst>
          </p:cNvPr>
          <p:cNvGraphicFramePr>
            <a:graphicFrameLocks noChangeAspect="1"/>
          </p:cNvGraphicFramePr>
          <p:nvPr/>
        </p:nvGraphicFramePr>
        <p:xfrm>
          <a:off x="1692275" y="5876925"/>
          <a:ext cx="1439863" cy="476250"/>
        </p:xfrm>
        <a:graphic>
          <a:graphicData uri="http://schemas.openxmlformats.org/presentationml/2006/ole">
            <mc:AlternateContent xmlns:mc="http://schemas.openxmlformats.org/markup-compatibility/2006">
              <mc:Choice xmlns:v="urn:schemas-microsoft-com:vml" Requires="v">
                <p:oleObj spid="_x0000_s15387" name="Equation" r:id="rId27" imgW="812800" imgH="266700" progId="Equation.DSMT4">
                  <p:embed/>
                </p:oleObj>
              </mc:Choice>
              <mc:Fallback>
                <p:oleObj name="Equation" r:id="rId27" imgW="812800" imgH="266700" progId="Equation.DSMT4">
                  <p:embed/>
                  <p:pic>
                    <p:nvPicPr>
                      <p:cNvPr id="161816" name="Object 24">
                        <a:extLst>
                          <a:ext uri="{FF2B5EF4-FFF2-40B4-BE49-F238E27FC236}">
                            <a16:creationId xmlns:a16="http://schemas.microsoft.com/office/drawing/2014/main" id="{FDDC8745-7E7A-1649-B2A9-A7890F5B32E5}"/>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692275" y="5876925"/>
                        <a:ext cx="14398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 name="Object 25">
            <a:extLst>
              <a:ext uri="{FF2B5EF4-FFF2-40B4-BE49-F238E27FC236}">
                <a16:creationId xmlns:a16="http://schemas.microsoft.com/office/drawing/2014/main" id="{99791E32-0444-0240-8E99-F5A89DADF80B}"/>
              </a:ext>
            </a:extLst>
          </p:cNvPr>
          <p:cNvGraphicFramePr>
            <a:graphicFrameLocks noChangeAspect="1"/>
          </p:cNvGraphicFramePr>
          <p:nvPr/>
        </p:nvGraphicFramePr>
        <p:xfrm>
          <a:off x="3348038" y="5876925"/>
          <a:ext cx="1800225" cy="549275"/>
        </p:xfrm>
        <a:graphic>
          <a:graphicData uri="http://schemas.openxmlformats.org/presentationml/2006/ole">
            <mc:AlternateContent xmlns:mc="http://schemas.openxmlformats.org/markup-compatibility/2006">
              <mc:Choice xmlns:v="urn:schemas-microsoft-com:vml" Requires="v">
                <p:oleObj spid="_x0000_s15388" name="Equation" r:id="rId29" imgW="17259300" imgH="5270500" progId="Equation.DSMT4">
                  <p:embed/>
                </p:oleObj>
              </mc:Choice>
              <mc:Fallback>
                <p:oleObj name="Equation" r:id="rId29" imgW="17259300" imgH="5270500" progId="Equation.DSMT4">
                  <p:embed/>
                  <p:pic>
                    <p:nvPicPr>
                      <p:cNvPr id="161817" name="Object 25">
                        <a:extLst>
                          <a:ext uri="{FF2B5EF4-FFF2-40B4-BE49-F238E27FC236}">
                            <a16:creationId xmlns:a16="http://schemas.microsoft.com/office/drawing/2014/main" id="{7E16626D-3012-C44C-982B-41CEF372C082}"/>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348038" y="5876925"/>
                        <a:ext cx="18002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 name="AutoShape 26">
            <a:extLst>
              <a:ext uri="{FF2B5EF4-FFF2-40B4-BE49-F238E27FC236}">
                <a16:creationId xmlns:a16="http://schemas.microsoft.com/office/drawing/2014/main" id="{63F46B69-5DFF-AD4C-99F3-E0DCBE6EC78D}"/>
              </a:ext>
            </a:extLst>
          </p:cNvPr>
          <p:cNvSpPr>
            <a:spLocks noChangeArrowheads="1"/>
          </p:cNvSpPr>
          <p:nvPr/>
        </p:nvSpPr>
        <p:spPr bwMode="auto">
          <a:xfrm>
            <a:off x="0" y="3860800"/>
            <a:ext cx="457200" cy="381000"/>
          </a:xfrm>
          <a:prstGeom prst="star5">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spcBef>
                <a:spcPct val="50000"/>
              </a:spcBef>
              <a:defRPr/>
            </a:pPr>
            <a:endParaRPr lang="zh-CN" altLang="en-US" sz="2400">
              <a:solidFill>
                <a:srgbClr val="ECFB7D"/>
              </a:solidFill>
              <a:ea typeface="隶书" pitchFamily="49" charset="-122"/>
            </a:endParaRPr>
          </a:p>
        </p:txBody>
      </p:sp>
      <p:sp>
        <p:nvSpPr>
          <p:cNvPr id="53" name="Text Box 27">
            <a:extLst>
              <a:ext uri="{FF2B5EF4-FFF2-40B4-BE49-F238E27FC236}">
                <a16:creationId xmlns:a16="http://schemas.microsoft.com/office/drawing/2014/main" id="{B1C7EDA2-2456-D54B-8EB0-1F958212A592}"/>
              </a:ext>
            </a:extLst>
          </p:cNvPr>
          <p:cNvSpPr txBox="1">
            <a:spLocks noChangeArrowheads="1"/>
          </p:cNvSpPr>
          <p:nvPr/>
        </p:nvSpPr>
        <p:spPr bwMode="auto">
          <a:xfrm>
            <a:off x="250825" y="620713"/>
            <a:ext cx="1979613" cy="5191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en-US" altLang="zh-CN" sz="2800" b="1">
                <a:solidFill>
                  <a:srgbClr val="FFFFFF"/>
                </a:solidFill>
                <a:latin typeface="楷体_GB2312" pitchFamily="49" charset="-122"/>
                <a:ea typeface="楷体_GB2312" pitchFamily="49" charset="-122"/>
              </a:rPr>
              <a:t>(</a:t>
            </a:r>
            <a:r>
              <a:rPr lang="en-US" altLang="zh-CN" sz="2800" b="1">
                <a:solidFill>
                  <a:srgbClr val="FFFFFF"/>
                </a:solidFill>
                <a:ea typeface="楷体_GB2312" pitchFamily="49" charset="-122"/>
              </a:rPr>
              <a:t>7</a:t>
            </a:r>
            <a:r>
              <a:rPr lang="en-US" altLang="zh-CN" sz="2800" b="1">
                <a:solidFill>
                  <a:srgbClr val="FFFFFF"/>
                </a:solidFill>
                <a:latin typeface="楷体_GB2312" pitchFamily="49" charset="-122"/>
                <a:ea typeface="楷体_GB2312" pitchFamily="49" charset="-122"/>
              </a:rPr>
              <a:t>)</a:t>
            </a:r>
            <a:r>
              <a:rPr lang="zh-CN" altLang="en-US" sz="2800" b="1">
                <a:solidFill>
                  <a:srgbClr val="FFFFFF"/>
                </a:solidFill>
                <a:latin typeface="楷体_GB2312" pitchFamily="49" charset="-122"/>
                <a:ea typeface="楷体_GB2312" pitchFamily="49" charset="-122"/>
              </a:rPr>
              <a:t>的证明</a:t>
            </a:r>
          </a:p>
        </p:txBody>
      </p:sp>
    </p:spTree>
    <p:extLst>
      <p:ext uri="{BB962C8B-B14F-4D97-AF65-F5344CB8AC3E}">
        <p14:creationId xmlns:p14="http://schemas.microsoft.com/office/powerpoint/2010/main" val="71287109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0-#ppt_w/2"/>
                                          </p:val>
                                        </p:tav>
                                        <p:tav tm="100000">
                                          <p:val>
                                            <p:strVal val="#ppt_x"/>
                                          </p:val>
                                        </p:tav>
                                      </p:tavLst>
                                    </p:anim>
                                    <p:anim calcmode="lin" valueType="num">
                                      <p:cBhvr additive="base">
                                        <p:cTn id="8"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anim calcmode="lin" valueType="num">
                                      <p:cBhvr additive="base">
                                        <p:cTn id="13" dur="500" fill="hold"/>
                                        <p:tgtEl>
                                          <p:spTgt spid="30"/>
                                        </p:tgtEl>
                                        <p:attrNameLst>
                                          <p:attrName>ppt_x</p:attrName>
                                        </p:attrNameLst>
                                      </p:cBhvr>
                                      <p:tavLst>
                                        <p:tav tm="0">
                                          <p:val>
                                            <p:strVal val="0-#ppt_w/2"/>
                                          </p:val>
                                        </p:tav>
                                        <p:tav tm="100000">
                                          <p:val>
                                            <p:strVal val="#ppt_x"/>
                                          </p:val>
                                        </p:tav>
                                      </p:tavLst>
                                    </p:anim>
                                    <p:anim calcmode="lin" valueType="num">
                                      <p:cBhvr additive="base">
                                        <p:cTn id="14"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500" fill="hold"/>
                                        <p:tgtEl>
                                          <p:spTgt spid="31"/>
                                        </p:tgtEl>
                                        <p:attrNameLst>
                                          <p:attrName>ppt_x</p:attrName>
                                        </p:attrNameLst>
                                      </p:cBhvr>
                                      <p:tavLst>
                                        <p:tav tm="0">
                                          <p:val>
                                            <p:strVal val="0-#ppt_w/2"/>
                                          </p:val>
                                        </p:tav>
                                        <p:tav tm="100000">
                                          <p:val>
                                            <p:strVal val="#ppt_x"/>
                                          </p:val>
                                        </p:tav>
                                      </p:tavLst>
                                    </p:anim>
                                    <p:anim calcmode="lin" valueType="num">
                                      <p:cBhvr additive="base">
                                        <p:cTn id="20"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additive="base">
                                        <p:cTn id="25" dur="500" fill="hold"/>
                                        <p:tgtEl>
                                          <p:spTgt spid="32"/>
                                        </p:tgtEl>
                                        <p:attrNameLst>
                                          <p:attrName>ppt_x</p:attrName>
                                        </p:attrNameLst>
                                      </p:cBhvr>
                                      <p:tavLst>
                                        <p:tav tm="0">
                                          <p:val>
                                            <p:strVal val="0-#ppt_w/2"/>
                                          </p:val>
                                        </p:tav>
                                        <p:tav tm="100000">
                                          <p:val>
                                            <p:strVal val="#ppt_x"/>
                                          </p:val>
                                        </p:tav>
                                      </p:tavLst>
                                    </p:anim>
                                    <p:anim calcmode="lin" valueType="num">
                                      <p:cBhvr additive="base">
                                        <p:cTn id="26" dur="500" fill="hold"/>
                                        <p:tgtEl>
                                          <p:spTgt spid="3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anim calcmode="lin" valueType="num">
                                      <p:cBhvr additive="base">
                                        <p:cTn id="31" dur="500" fill="hold"/>
                                        <p:tgtEl>
                                          <p:spTgt spid="33"/>
                                        </p:tgtEl>
                                        <p:attrNameLst>
                                          <p:attrName>ppt_x</p:attrName>
                                        </p:attrNameLst>
                                      </p:cBhvr>
                                      <p:tavLst>
                                        <p:tav tm="0">
                                          <p:val>
                                            <p:strVal val="0-#ppt_w/2"/>
                                          </p:val>
                                        </p:tav>
                                        <p:tav tm="100000">
                                          <p:val>
                                            <p:strVal val="#ppt_x"/>
                                          </p:val>
                                        </p:tav>
                                      </p:tavLst>
                                    </p:anim>
                                    <p:anim calcmode="lin" valueType="num">
                                      <p:cBhvr additive="base">
                                        <p:cTn id="32" dur="500" fill="hold"/>
                                        <p:tgtEl>
                                          <p:spTgt spid="33"/>
                                        </p:tgtEl>
                                        <p:attrNameLst>
                                          <p:attrName>ppt_y</p:attrName>
                                        </p:attrNameLst>
                                      </p:cBhvr>
                                      <p:tavLst>
                                        <p:tav tm="0">
                                          <p:val>
                                            <p:strVal val="#ppt_y"/>
                                          </p:val>
                                        </p:tav>
                                        <p:tav tm="100000">
                                          <p:val>
                                            <p:strVal val="#ppt_y"/>
                                          </p:val>
                                        </p:tav>
                                      </p:tavLst>
                                    </p:anim>
                                  </p:childTnLst>
                                </p:cTn>
                              </p:par>
                            </p:childTnLst>
                          </p:cTn>
                        </p:par>
                        <p:par>
                          <p:cTn id="33" fill="hold">
                            <p:stCondLst>
                              <p:cond delay="500"/>
                            </p:stCondLst>
                            <p:childTnLst>
                              <p:par>
                                <p:cTn id="34" presetID="2" presetClass="entr" presetSubtype="8" fill="hold" grpId="0" nodeType="afterEffect">
                                  <p:stCondLst>
                                    <p:cond delay="0"/>
                                  </p:stCondLst>
                                  <p:childTnLst>
                                    <p:set>
                                      <p:cBhvr>
                                        <p:cTn id="35" dur="1" fill="hold">
                                          <p:stCondLst>
                                            <p:cond delay="0"/>
                                          </p:stCondLst>
                                        </p:cTn>
                                        <p:tgtEl>
                                          <p:spTgt spid="34"/>
                                        </p:tgtEl>
                                        <p:attrNameLst>
                                          <p:attrName>style.visibility</p:attrName>
                                        </p:attrNameLst>
                                      </p:cBhvr>
                                      <p:to>
                                        <p:strVal val="visible"/>
                                      </p:to>
                                    </p:set>
                                    <p:anim calcmode="lin" valueType="num">
                                      <p:cBhvr additive="base">
                                        <p:cTn id="36" dur="500" fill="hold"/>
                                        <p:tgtEl>
                                          <p:spTgt spid="34"/>
                                        </p:tgtEl>
                                        <p:attrNameLst>
                                          <p:attrName>ppt_x</p:attrName>
                                        </p:attrNameLst>
                                      </p:cBhvr>
                                      <p:tavLst>
                                        <p:tav tm="0">
                                          <p:val>
                                            <p:strVal val="0-#ppt_w/2"/>
                                          </p:val>
                                        </p:tav>
                                        <p:tav tm="100000">
                                          <p:val>
                                            <p:strVal val="#ppt_x"/>
                                          </p:val>
                                        </p:tav>
                                      </p:tavLst>
                                    </p:anim>
                                    <p:anim calcmode="lin" valueType="num">
                                      <p:cBhvr additive="base">
                                        <p:cTn id="37"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35"/>
                                        </p:tgtEl>
                                        <p:attrNameLst>
                                          <p:attrName>style.visibility</p:attrName>
                                        </p:attrNameLst>
                                      </p:cBhvr>
                                      <p:to>
                                        <p:strVal val="visible"/>
                                      </p:to>
                                    </p:set>
                                    <p:anim calcmode="lin" valueType="num">
                                      <p:cBhvr additive="base">
                                        <p:cTn id="42" dur="500" fill="hold"/>
                                        <p:tgtEl>
                                          <p:spTgt spid="35"/>
                                        </p:tgtEl>
                                        <p:attrNameLst>
                                          <p:attrName>ppt_x</p:attrName>
                                        </p:attrNameLst>
                                      </p:cBhvr>
                                      <p:tavLst>
                                        <p:tav tm="0">
                                          <p:val>
                                            <p:strVal val="0-#ppt_w/2"/>
                                          </p:val>
                                        </p:tav>
                                        <p:tav tm="100000">
                                          <p:val>
                                            <p:strVal val="#ppt_x"/>
                                          </p:val>
                                        </p:tav>
                                      </p:tavLst>
                                    </p:anim>
                                    <p:anim calcmode="lin" valueType="num">
                                      <p:cBhvr additive="base">
                                        <p:cTn id="43"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grpId="0" nodeType="clickEffect">
                                  <p:stCondLst>
                                    <p:cond delay="0"/>
                                  </p:stCondLst>
                                  <p:childTnLst>
                                    <p:set>
                                      <p:cBhvr>
                                        <p:cTn id="47" dur="1" fill="hold">
                                          <p:stCondLst>
                                            <p:cond delay="0"/>
                                          </p:stCondLst>
                                        </p:cTn>
                                        <p:tgtEl>
                                          <p:spTgt spid="36"/>
                                        </p:tgtEl>
                                        <p:attrNameLst>
                                          <p:attrName>style.visibility</p:attrName>
                                        </p:attrNameLst>
                                      </p:cBhvr>
                                      <p:to>
                                        <p:strVal val="visible"/>
                                      </p:to>
                                    </p:set>
                                    <p:anim calcmode="lin" valueType="num">
                                      <p:cBhvr additive="base">
                                        <p:cTn id="48" dur="500" fill="hold"/>
                                        <p:tgtEl>
                                          <p:spTgt spid="36"/>
                                        </p:tgtEl>
                                        <p:attrNameLst>
                                          <p:attrName>ppt_x</p:attrName>
                                        </p:attrNameLst>
                                      </p:cBhvr>
                                      <p:tavLst>
                                        <p:tav tm="0">
                                          <p:val>
                                            <p:strVal val="0-#ppt_w/2"/>
                                          </p:val>
                                        </p:tav>
                                        <p:tav tm="100000">
                                          <p:val>
                                            <p:strVal val="#ppt_x"/>
                                          </p:val>
                                        </p:tav>
                                      </p:tavLst>
                                    </p:anim>
                                    <p:anim calcmode="lin" valueType="num">
                                      <p:cBhvr additive="base">
                                        <p:cTn id="49" dur="500" fill="hold"/>
                                        <p:tgtEl>
                                          <p:spTgt spid="36"/>
                                        </p:tgtEl>
                                        <p:attrNameLst>
                                          <p:attrName>ppt_y</p:attrName>
                                        </p:attrNameLst>
                                      </p:cBhvr>
                                      <p:tavLst>
                                        <p:tav tm="0">
                                          <p:val>
                                            <p:strVal val="#ppt_y"/>
                                          </p:val>
                                        </p:tav>
                                        <p:tav tm="100000">
                                          <p:val>
                                            <p:strVal val="#ppt_y"/>
                                          </p:val>
                                        </p:tav>
                                      </p:tavLst>
                                    </p:anim>
                                  </p:childTnLst>
                                </p:cTn>
                              </p:par>
                            </p:childTnLst>
                          </p:cTn>
                        </p:par>
                        <p:par>
                          <p:cTn id="50" fill="hold">
                            <p:stCondLst>
                              <p:cond delay="500"/>
                            </p:stCondLst>
                            <p:childTnLst>
                              <p:par>
                                <p:cTn id="51" presetID="2" presetClass="entr" presetSubtype="8" fill="hold" nodeType="afterEffect">
                                  <p:stCondLst>
                                    <p:cond delay="0"/>
                                  </p:stCondLst>
                                  <p:childTnLst>
                                    <p:set>
                                      <p:cBhvr>
                                        <p:cTn id="52" dur="1" fill="hold">
                                          <p:stCondLst>
                                            <p:cond delay="0"/>
                                          </p:stCondLst>
                                        </p:cTn>
                                        <p:tgtEl>
                                          <p:spTgt spid="52"/>
                                        </p:tgtEl>
                                        <p:attrNameLst>
                                          <p:attrName>style.visibility</p:attrName>
                                        </p:attrNameLst>
                                      </p:cBhvr>
                                      <p:to>
                                        <p:strVal val="visible"/>
                                      </p:to>
                                    </p:set>
                                    <p:anim calcmode="lin" valueType="num">
                                      <p:cBhvr additive="base">
                                        <p:cTn id="53" dur="500" fill="hold"/>
                                        <p:tgtEl>
                                          <p:spTgt spid="52"/>
                                        </p:tgtEl>
                                        <p:attrNameLst>
                                          <p:attrName>ppt_x</p:attrName>
                                        </p:attrNameLst>
                                      </p:cBhvr>
                                      <p:tavLst>
                                        <p:tav tm="0">
                                          <p:val>
                                            <p:strVal val="0-#ppt_w/2"/>
                                          </p:val>
                                        </p:tav>
                                        <p:tav tm="100000">
                                          <p:val>
                                            <p:strVal val="#ppt_x"/>
                                          </p:val>
                                        </p:tav>
                                      </p:tavLst>
                                    </p:anim>
                                    <p:anim calcmode="lin" valueType="num">
                                      <p:cBhvr additive="base">
                                        <p:cTn id="54" dur="500" fill="hold"/>
                                        <p:tgtEl>
                                          <p:spTgt spid="52"/>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8" fill="hold" nodeType="clickEffect">
                                  <p:stCondLst>
                                    <p:cond delay="0"/>
                                  </p:stCondLst>
                                  <p:childTnLst>
                                    <p:set>
                                      <p:cBhvr>
                                        <p:cTn id="58" dur="1" fill="hold">
                                          <p:stCondLst>
                                            <p:cond delay="0"/>
                                          </p:stCondLst>
                                        </p:cTn>
                                        <p:tgtEl>
                                          <p:spTgt spid="37"/>
                                        </p:tgtEl>
                                        <p:attrNameLst>
                                          <p:attrName>style.visibility</p:attrName>
                                        </p:attrNameLst>
                                      </p:cBhvr>
                                      <p:to>
                                        <p:strVal val="visible"/>
                                      </p:to>
                                    </p:set>
                                    <p:anim calcmode="lin" valueType="num">
                                      <p:cBhvr additive="base">
                                        <p:cTn id="59" dur="500" fill="hold"/>
                                        <p:tgtEl>
                                          <p:spTgt spid="37"/>
                                        </p:tgtEl>
                                        <p:attrNameLst>
                                          <p:attrName>ppt_x</p:attrName>
                                        </p:attrNameLst>
                                      </p:cBhvr>
                                      <p:tavLst>
                                        <p:tav tm="0">
                                          <p:val>
                                            <p:strVal val="0-#ppt_w/2"/>
                                          </p:val>
                                        </p:tav>
                                        <p:tav tm="100000">
                                          <p:val>
                                            <p:strVal val="#ppt_x"/>
                                          </p:val>
                                        </p:tav>
                                      </p:tavLst>
                                    </p:anim>
                                    <p:anim calcmode="lin" valueType="num">
                                      <p:cBhvr additive="base">
                                        <p:cTn id="60"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8" fill="hold" nodeType="clickEffect">
                                  <p:stCondLst>
                                    <p:cond delay="0"/>
                                  </p:stCondLst>
                                  <p:childTnLst>
                                    <p:set>
                                      <p:cBhvr>
                                        <p:cTn id="64" dur="1" fill="hold">
                                          <p:stCondLst>
                                            <p:cond delay="0"/>
                                          </p:stCondLst>
                                        </p:cTn>
                                        <p:tgtEl>
                                          <p:spTgt spid="38"/>
                                        </p:tgtEl>
                                        <p:attrNameLst>
                                          <p:attrName>style.visibility</p:attrName>
                                        </p:attrNameLst>
                                      </p:cBhvr>
                                      <p:to>
                                        <p:strVal val="visible"/>
                                      </p:to>
                                    </p:set>
                                    <p:anim calcmode="lin" valueType="num">
                                      <p:cBhvr additive="base">
                                        <p:cTn id="65" dur="500" fill="hold"/>
                                        <p:tgtEl>
                                          <p:spTgt spid="38"/>
                                        </p:tgtEl>
                                        <p:attrNameLst>
                                          <p:attrName>ppt_x</p:attrName>
                                        </p:attrNameLst>
                                      </p:cBhvr>
                                      <p:tavLst>
                                        <p:tav tm="0">
                                          <p:val>
                                            <p:strVal val="0-#ppt_w/2"/>
                                          </p:val>
                                        </p:tav>
                                        <p:tav tm="100000">
                                          <p:val>
                                            <p:strVal val="#ppt_x"/>
                                          </p:val>
                                        </p:tav>
                                      </p:tavLst>
                                    </p:anim>
                                    <p:anim calcmode="lin" valueType="num">
                                      <p:cBhvr additive="base">
                                        <p:cTn id="66"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8" fill="hold" nodeType="clickEffect">
                                  <p:stCondLst>
                                    <p:cond delay="0"/>
                                  </p:stCondLst>
                                  <p:childTnLst>
                                    <p:set>
                                      <p:cBhvr>
                                        <p:cTn id="70" dur="1" fill="hold">
                                          <p:stCondLst>
                                            <p:cond delay="0"/>
                                          </p:stCondLst>
                                        </p:cTn>
                                        <p:tgtEl>
                                          <p:spTgt spid="39"/>
                                        </p:tgtEl>
                                        <p:attrNameLst>
                                          <p:attrName>style.visibility</p:attrName>
                                        </p:attrNameLst>
                                      </p:cBhvr>
                                      <p:to>
                                        <p:strVal val="visible"/>
                                      </p:to>
                                    </p:set>
                                    <p:anim calcmode="lin" valueType="num">
                                      <p:cBhvr additive="base">
                                        <p:cTn id="71" dur="500" fill="hold"/>
                                        <p:tgtEl>
                                          <p:spTgt spid="39"/>
                                        </p:tgtEl>
                                        <p:attrNameLst>
                                          <p:attrName>ppt_x</p:attrName>
                                        </p:attrNameLst>
                                      </p:cBhvr>
                                      <p:tavLst>
                                        <p:tav tm="0">
                                          <p:val>
                                            <p:strVal val="0-#ppt_w/2"/>
                                          </p:val>
                                        </p:tav>
                                        <p:tav tm="100000">
                                          <p:val>
                                            <p:strVal val="#ppt_x"/>
                                          </p:val>
                                        </p:tav>
                                      </p:tavLst>
                                    </p:anim>
                                    <p:anim calcmode="lin" valueType="num">
                                      <p:cBhvr additive="base">
                                        <p:cTn id="72" dur="500" fill="hold"/>
                                        <p:tgtEl>
                                          <p:spTgt spid="39"/>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8" fill="hold" grpId="0" nodeType="clickEffect">
                                  <p:stCondLst>
                                    <p:cond delay="0"/>
                                  </p:stCondLst>
                                  <p:childTnLst>
                                    <p:set>
                                      <p:cBhvr>
                                        <p:cTn id="76" dur="1" fill="hold">
                                          <p:stCondLst>
                                            <p:cond delay="0"/>
                                          </p:stCondLst>
                                        </p:cTn>
                                        <p:tgtEl>
                                          <p:spTgt spid="40"/>
                                        </p:tgtEl>
                                        <p:attrNameLst>
                                          <p:attrName>style.visibility</p:attrName>
                                        </p:attrNameLst>
                                      </p:cBhvr>
                                      <p:to>
                                        <p:strVal val="visible"/>
                                      </p:to>
                                    </p:set>
                                    <p:anim calcmode="lin" valueType="num">
                                      <p:cBhvr additive="base">
                                        <p:cTn id="77" dur="500" fill="hold"/>
                                        <p:tgtEl>
                                          <p:spTgt spid="40"/>
                                        </p:tgtEl>
                                        <p:attrNameLst>
                                          <p:attrName>ppt_x</p:attrName>
                                        </p:attrNameLst>
                                      </p:cBhvr>
                                      <p:tavLst>
                                        <p:tav tm="0">
                                          <p:val>
                                            <p:strVal val="0-#ppt_w/2"/>
                                          </p:val>
                                        </p:tav>
                                        <p:tav tm="100000">
                                          <p:val>
                                            <p:strVal val="#ppt_x"/>
                                          </p:val>
                                        </p:tav>
                                      </p:tavLst>
                                    </p:anim>
                                    <p:anim calcmode="lin" valueType="num">
                                      <p:cBhvr additive="base">
                                        <p:cTn id="78" dur="500" fill="hold"/>
                                        <p:tgtEl>
                                          <p:spTgt spid="40"/>
                                        </p:tgtEl>
                                        <p:attrNameLst>
                                          <p:attrName>ppt_y</p:attrName>
                                        </p:attrNameLst>
                                      </p:cBhvr>
                                      <p:tavLst>
                                        <p:tav tm="0">
                                          <p:val>
                                            <p:strVal val="#ppt_y"/>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8" fill="hold" nodeType="clickEffect">
                                  <p:stCondLst>
                                    <p:cond delay="0"/>
                                  </p:stCondLst>
                                  <p:childTnLst>
                                    <p:set>
                                      <p:cBhvr>
                                        <p:cTn id="82" dur="1" fill="hold">
                                          <p:stCondLst>
                                            <p:cond delay="0"/>
                                          </p:stCondLst>
                                        </p:cTn>
                                        <p:tgtEl>
                                          <p:spTgt spid="41"/>
                                        </p:tgtEl>
                                        <p:attrNameLst>
                                          <p:attrName>style.visibility</p:attrName>
                                        </p:attrNameLst>
                                      </p:cBhvr>
                                      <p:to>
                                        <p:strVal val="visible"/>
                                      </p:to>
                                    </p:set>
                                    <p:anim calcmode="lin" valueType="num">
                                      <p:cBhvr additive="base">
                                        <p:cTn id="83" dur="500" fill="hold"/>
                                        <p:tgtEl>
                                          <p:spTgt spid="41"/>
                                        </p:tgtEl>
                                        <p:attrNameLst>
                                          <p:attrName>ppt_x</p:attrName>
                                        </p:attrNameLst>
                                      </p:cBhvr>
                                      <p:tavLst>
                                        <p:tav tm="0">
                                          <p:val>
                                            <p:strVal val="0-#ppt_w/2"/>
                                          </p:val>
                                        </p:tav>
                                        <p:tav tm="100000">
                                          <p:val>
                                            <p:strVal val="#ppt_x"/>
                                          </p:val>
                                        </p:tav>
                                      </p:tavLst>
                                    </p:anim>
                                    <p:anim calcmode="lin" valueType="num">
                                      <p:cBhvr additive="base">
                                        <p:cTn id="84" dur="500" fill="hold"/>
                                        <p:tgtEl>
                                          <p:spTgt spid="41"/>
                                        </p:tgtEl>
                                        <p:attrNameLst>
                                          <p:attrName>ppt_y</p:attrName>
                                        </p:attrNameLst>
                                      </p:cBhvr>
                                      <p:tavLst>
                                        <p:tav tm="0">
                                          <p:val>
                                            <p:strVal val="#ppt_y"/>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8" fill="hold" grpId="0" nodeType="clickEffect">
                                  <p:stCondLst>
                                    <p:cond delay="0"/>
                                  </p:stCondLst>
                                  <p:childTnLst>
                                    <p:set>
                                      <p:cBhvr>
                                        <p:cTn id="88" dur="1" fill="hold">
                                          <p:stCondLst>
                                            <p:cond delay="0"/>
                                          </p:stCondLst>
                                        </p:cTn>
                                        <p:tgtEl>
                                          <p:spTgt spid="42"/>
                                        </p:tgtEl>
                                        <p:attrNameLst>
                                          <p:attrName>style.visibility</p:attrName>
                                        </p:attrNameLst>
                                      </p:cBhvr>
                                      <p:to>
                                        <p:strVal val="visible"/>
                                      </p:to>
                                    </p:set>
                                    <p:anim calcmode="lin" valueType="num">
                                      <p:cBhvr additive="base">
                                        <p:cTn id="89" dur="500" fill="hold"/>
                                        <p:tgtEl>
                                          <p:spTgt spid="42"/>
                                        </p:tgtEl>
                                        <p:attrNameLst>
                                          <p:attrName>ppt_x</p:attrName>
                                        </p:attrNameLst>
                                      </p:cBhvr>
                                      <p:tavLst>
                                        <p:tav tm="0">
                                          <p:val>
                                            <p:strVal val="0-#ppt_w/2"/>
                                          </p:val>
                                        </p:tav>
                                        <p:tav tm="100000">
                                          <p:val>
                                            <p:strVal val="#ppt_x"/>
                                          </p:val>
                                        </p:tav>
                                      </p:tavLst>
                                    </p:anim>
                                    <p:anim calcmode="lin" valueType="num">
                                      <p:cBhvr additive="base">
                                        <p:cTn id="90" dur="500" fill="hold"/>
                                        <p:tgtEl>
                                          <p:spTgt spid="42"/>
                                        </p:tgtEl>
                                        <p:attrNameLst>
                                          <p:attrName>ppt_y</p:attrName>
                                        </p:attrNameLst>
                                      </p:cBhvr>
                                      <p:tavLst>
                                        <p:tav tm="0">
                                          <p:val>
                                            <p:strVal val="#ppt_y"/>
                                          </p:val>
                                        </p:tav>
                                        <p:tav tm="100000">
                                          <p:val>
                                            <p:strVal val="#ppt_y"/>
                                          </p:val>
                                        </p:tav>
                                      </p:tavLst>
                                    </p:anim>
                                  </p:childTnLst>
                                </p:cTn>
                              </p:par>
                            </p:childTnLst>
                          </p:cTn>
                        </p:par>
                        <p:par>
                          <p:cTn id="91" fill="hold">
                            <p:stCondLst>
                              <p:cond delay="500"/>
                            </p:stCondLst>
                            <p:childTnLst>
                              <p:par>
                                <p:cTn id="92" presetID="2" presetClass="entr" presetSubtype="8" fill="hold" grpId="0" nodeType="afterEffect">
                                  <p:stCondLst>
                                    <p:cond delay="0"/>
                                  </p:stCondLst>
                                  <p:childTnLst>
                                    <p:set>
                                      <p:cBhvr>
                                        <p:cTn id="93" dur="1" fill="hold">
                                          <p:stCondLst>
                                            <p:cond delay="0"/>
                                          </p:stCondLst>
                                        </p:cTn>
                                        <p:tgtEl>
                                          <p:spTgt spid="43"/>
                                        </p:tgtEl>
                                        <p:attrNameLst>
                                          <p:attrName>style.visibility</p:attrName>
                                        </p:attrNameLst>
                                      </p:cBhvr>
                                      <p:to>
                                        <p:strVal val="visible"/>
                                      </p:to>
                                    </p:set>
                                    <p:anim calcmode="lin" valueType="num">
                                      <p:cBhvr additive="base">
                                        <p:cTn id="94" dur="500" fill="hold"/>
                                        <p:tgtEl>
                                          <p:spTgt spid="43"/>
                                        </p:tgtEl>
                                        <p:attrNameLst>
                                          <p:attrName>ppt_x</p:attrName>
                                        </p:attrNameLst>
                                      </p:cBhvr>
                                      <p:tavLst>
                                        <p:tav tm="0">
                                          <p:val>
                                            <p:strVal val="0-#ppt_w/2"/>
                                          </p:val>
                                        </p:tav>
                                        <p:tav tm="100000">
                                          <p:val>
                                            <p:strVal val="#ppt_x"/>
                                          </p:val>
                                        </p:tav>
                                      </p:tavLst>
                                    </p:anim>
                                    <p:anim calcmode="lin" valueType="num">
                                      <p:cBhvr additive="base">
                                        <p:cTn id="95" dur="500" fill="hold"/>
                                        <p:tgtEl>
                                          <p:spTgt spid="43"/>
                                        </p:tgtEl>
                                        <p:attrNameLst>
                                          <p:attrName>ppt_y</p:attrName>
                                        </p:attrNameLst>
                                      </p:cBhvr>
                                      <p:tavLst>
                                        <p:tav tm="0">
                                          <p:val>
                                            <p:strVal val="#ppt_y"/>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 presetClass="entr" presetSubtype="8" fill="hold" nodeType="clickEffect">
                                  <p:stCondLst>
                                    <p:cond delay="0"/>
                                  </p:stCondLst>
                                  <p:childTnLst>
                                    <p:set>
                                      <p:cBhvr>
                                        <p:cTn id="99" dur="1" fill="hold">
                                          <p:stCondLst>
                                            <p:cond delay="0"/>
                                          </p:stCondLst>
                                        </p:cTn>
                                        <p:tgtEl>
                                          <p:spTgt spid="44"/>
                                        </p:tgtEl>
                                        <p:attrNameLst>
                                          <p:attrName>style.visibility</p:attrName>
                                        </p:attrNameLst>
                                      </p:cBhvr>
                                      <p:to>
                                        <p:strVal val="visible"/>
                                      </p:to>
                                    </p:set>
                                    <p:anim calcmode="lin" valueType="num">
                                      <p:cBhvr additive="base">
                                        <p:cTn id="100" dur="500" fill="hold"/>
                                        <p:tgtEl>
                                          <p:spTgt spid="44"/>
                                        </p:tgtEl>
                                        <p:attrNameLst>
                                          <p:attrName>ppt_x</p:attrName>
                                        </p:attrNameLst>
                                      </p:cBhvr>
                                      <p:tavLst>
                                        <p:tav tm="0">
                                          <p:val>
                                            <p:strVal val="0-#ppt_w/2"/>
                                          </p:val>
                                        </p:tav>
                                        <p:tav tm="100000">
                                          <p:val>
                                            <p:strVal val="#ppt_x"/>
                                          </p:val>
                                        </p:tav>
                                      </p:tavLst>
                                    </p:anim>
                                    <p:anim calcmode="lin" valueType="num">
                                      <p:cBhvr additive="base">
                                        <p:cTn id="101" dur="500" fill="hold"/>
                                        <p:tgtEl>
                                          <p:spTgt spid="44"/>
                                        </p:tgtEl>
                                        <p:attrNameLst>
                                          <p:attrName>ppt_y</p:attrName>
                                        </p:attrNameLst>
                                      </p:cBhvr>
                                      <p:tavLst>
                                        <p:tav tm="0">
                                          <p:val>
                                            <p:strVal val="#ppt_y"/>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2" presetClass="entr" presetSubtype="8" fill="hold" nodeType="clickEffect">
                                  <p:stCondLst>
                                    <p:cond delay="0"/>
                                  </p:stCondLst>
                                  <p:childTnLst>
                                    <p:set>
                                      <p:cBhvr>
                                        <p:cTn id="105" dur="1" fill="hold">
                                          <p:stCondLst>
                                            <p:cond delay="0"/>
                                          </p:stCondLst>
                                        </p:cTn>
                                        <p:tgtEl>
                                          <p:spTgt spid="45"/>
                                        </p:tgtEl>
                                        <p:attrNameLst>
                                          <p:attrName>style.visibility</p:attrName>
                                        </p:attrNameLst>
                                      </p:cBhvr>
                                      <p:to>
                                        <p:strVal val="visible"/>
                                      </p:to>
                                    </p:set>
                                    <p:anim calcmode="lin" valueType="num">
                                      <p:cBhvr additive="base">
                                        <p:cTn id="106" dur="500" fill="hold"/>
                                        <p:tgtEl>
                                          <p:spTgt spid="45"/>
                                        </p:tgtEl>
                                        <p:attrNameLst>
                                          <p:attrName>ppt_x</p:attrName>
                                        </p:attrNameLst>
                                      </p:cBhvr>
                                      <p:tavLst>
                                        <p:tav tm="0">
                                          <p:val>
                                            <p:strVal val="0-#ppt_w/2"/>
                                          </p:val>
                                        </p:tav>
                                        <p:tav tm="100000">
                                          <p:val>
                                            <p:strVal val="#ppt_x"/>
                                          </p:val>
                                        </p:tav>
                                      </p:tavLst>
                                    </p:anim>
                                    <p:anim calcmode="lin" valueType="num">
                                      <p:cBhvr additive="base">
                                        <p:cTn id="107"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2" presetClass="entr" presetSubtype="8" fill="hold" grpId="0" nodeType="clickEffect">
                                  <p:stCondLst>
                                    <p:cond delay="0"/>
                                  </p:stCondLst>
                                  <p:childTnLst>
                                    <p:set>
                                      <p:cBhvr>
                                        <p:cTn id="111" dur="1" fill="hold">
                                          <p:stCondLst>
                                            <p:cond delay="0"/>
                                          </p:stCondLst>
                                        </p:cTn>
                                        <p:tgtEl>
                                          <p:spTgt spid="46"/>
                                        </p:tgtEl>
                                        <p:attrNameLst>
                                          <p:attrName>style.visibility</p:attrName>
                                        </p:attrNameLst>
                                      </p:cBhvr>
                                      <p:to>
                                        <p:strVal val="visible"/>
                                      </p:to>
                                    </p:set>
                                    <p:anim calcmode="lin" valueType="num">
                                      <p:cBhvr additive="base">
                                        <p:cTn id="112" dur="500" fill="hold"/>
                                        <p:tgtEl>
                                          <p:spTgt spid="46"/>
                                        </p:tgtEl>
                                        <p:attrNameLst>
                                          <p:attrName>ppt_x</p:attrName>
                                        </p:attrNameLst>
                                      </p:cBhvr>
                                      <p:tavLst>
                                        <p:tav tm="0">
                                          <p:val>
                                            <p:strVal val="0-#ppt_w/2"/>
                                          </p:val>
                                        </p:tav>
                                        <p:tav tm="100000">
                                          <p:val>
                                            <p:strVal val="#ppt_x"/>
                                          </p:val>
                                        </p:tav>
                                      </p:tavLst>
                                    </p:anim>
                                    <p:anim calcmode="lin" valueType="num">
                                      <p:cBhvr additive="base">
                                        <p:cTn id="113"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2" presetClass="entr" presetSubtype="8" fill="hold" nodeType="clickEffect">
                                  <p:stCondLst>
                                    <p:cond delay="0"/>
                                  </p:stCondLst>
                                  <p:childTnLst>
                                    <p:set>
                                      <p:cBhvr>
                                        <p:cTn id="117" dur="1" fill="hold">
                                          <p:stCondLst>
                                            <p:cond delay="0"/>
                                          </p:stCondLst>
                                        </p:cTn>
                                        <p:tgtEl>
                                          <p:spTgt spid="47"/>
                                        </p:tgtEl>
                                        <p:attrNameLst>
                                          <p:attrName>style.visibility</p:attrName>
                                        </p:attrNameLst>
                                      </p:cBhvr>
                                      <p:to>
                                        <p:strVal val="visible"/>
                                      </p:to>
                                    </p:set>
                                    <p:anim calcmode="lin" valueType="num">
                                      <p:cBhvr additive="base">
                                        <p:cTn id="118" dur="500" fill="hold"/>
                                        <p:tgtEl>
                                          <p:spTgt spid="47"/>
                                        </p:tgtEl>
                                        <p:attrNameLst>
                                          <p:attrName>ppt_x</p:attrName>
                                        </p:attrNameLst>
                                      </p:cBhvr>
                                      <p:tavLst>
                                        <p:tav tm="0">
                                          <p:val>
                                            <p:strVal val="0-#ppt_w/2"/>
                                          </p:val>
                                        </p:tav>
                                        <p:tav tm="100000">
                                          <p:val>
                                            <p:strVal val="#ppt_x"/>
                                          </p:val>
                                        </p:tav>
                                      </p:tavLst>
                                    </p:anim>
                                    <p:anim calcmode="lin" valueType="num">
                                      <p:cBhvr additive="base">
                                        <p:cTn id="119"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2" presetClass="entr" presetSubtype="8" fill="hold" grpId="0" nodeType="clickEffect">
                                  <p:stCondLst>
                                    <p:cond delay="0"/>
                                  </p:stCondLst>
                                  <p:childTnLst>
                                    <p:set>
                                      <p:cBhvr>
                                        <p:cTn id="123" dur="1" fill="hold">
                                          <p:stCondLst>
                                            <p:cond delay="0"/>
                                          </p:stCondLst>
                                        </p:cTn>
                                        <p:tgtEl>
                                          <p:spTgt spid="48"/>
                                        </p:tgtEl>
                                        <p:attrNameLst>
                                          <p:attrName>style.visibility</p:attrName>
                                        </p:attrNameLst>
                                      </p:cBhvr>
                                      <p:to>
                                        <p:strVal val="visible"/>
                                      </p:to>
                                    </p:set>
                                    <p:anim calcmode="lin" valueType="num">
                                      <p:cBhvr additive="base">
                                        <p:cTn id="124" dur="500" fill="hold"/>
                                        <p:tgtEl>
                                          <p:spTgt spid="48"/>
                                        </p:tgtEl>
                                        <p:attrNameLst>
                                          <p:attrName>ppt_x</p:attrName>
                                        </p:attrNameLst>
                                      </p:cBhvr>
                                      <p:tavLst>
                                        <p:tav tm="0">
                                          <p:val>
                                            <p:strVal val="0-#ppt_w/2"/>
                                          </p:val>
                                        </p:tav>
                                        <p:tav tm="100000">
                                          <p:val>
                                            <p:strVal val="#ppt_x"/>
                                          </p:val>
                                        </p:tav>
                                      </p:tavLst>
                                    </p:anim>
                                    <p:anim calcmode="lin" valueType="num">
                                      <p:cBhvr additive="base">
                                        <p:cTn id="125"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2" presetClass="entr" presetSubtype="8" fill="hold" grpId="0" nodeType="clickEffect">
                                  <p:stCondLst>
                                    <p:cond delay="0"/>
                                  </p:stCondLst>
                                  <p:childTnLst>
                                    <p:set>
                                      <p:cBhvr>
                                        <p:cTn id="129" dur="1" fill="hold">
                                          <p:stCondLst>
                                            <p:cond delay="0"/>
                                          </p:stCondLst>
                                        </p:cTn>
                                        <p:tgtEl>
                                          <p:spTgt spid="49"/>
                                        </p:tgtEl>
                                        <p:attrNameLst>
                                          <p:attrName>style.visibility</p:attrName>
                                        </p:attrNameLst>
                                      </p:cBhvr>
                                      <p:to>
                                        <p:strVal val="visible"/>
                                      </p:to>
                                    </p:set>
                                    <p:anim calcmode="lin" valueType="num">
                                      <p:cBhvr additive="base">
                                        <p:cTn id="130" dur="500" fill="hold"/>
                                        <p:tgtEl>
                                          <p:spTgt spid="49"/>
                                        </p:tgtEl>
                                        <p:attrNameLst>
                                          <p:attrName>ppt_x</p:attrName>
                                        </p:attrNameLst>
                                      </p:cBhvr>
                                      <p:tavLst>
                                        <p:tav tm="0">
                                          <p:val>
                                            <p:strVal val="0-#ppt_w/2"/>
                                          </p:val>
                                        </p:tav>
                                        <p:tav tm="100000">
                                          <p:val>
                                            <p:strVal val="#ppt_x"/>
                                          </p:val>
                                        </p:tav>
                                      </p:tavLst>
                                    </p:anim>
                                    <p:anim calcmode="lin" valueType="num">
                                      <p:cBhvr additive="base">
                                        <p:cTn id="131" dur="500" fill="hold"/>
                                        <p:tgtEl>
                                          <p:spTgt spid="49"/>
                                        </p:tgtEl>
                                        <p:attrNameLst>
                                          <p:attrName>ppt_y</p:attrName>
                                        </p:attrNameLst>
                                      </p:cBhvr>
                                      <p:tavLst>
                                        <p:tav tm="0">
                                          <p:val>
                                            <p:strVal val="#ppt_y"/>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presetID="2" presetClass="entr" presetSubtype="8" fill="hold" nodeType="clickEffect">
                                  <p:stCondLst>
                                    <p:cond delay="0"/>
                                  </p:stCondLst>
                                  <p:childTnLst>
                                    <p:set>
                                      <p:cBhvr>
                                        <p:cTn id="135" dur="1" fill="hold">
                                          <p:stCondLst>
                                            <p:cond delay="0"/>
                                          </p:stCondLst>
                                        </p:cTn>
                                        <p:tgtEl>
                                          <p:spTgt spid="50"/>
                                        </p:tgtEl>
                                        <p:attrNameLst>
                                          <p:attrName>style.visibility</p:attrName>
                                        </p:attrNameLst>
                                      </p:cBhvr>
                                      <p:to>
                                        <p:strVal val="visible"/>
                                      </p:to>
                                    </p:set>
                                    <p:anim calcmode="lin" valueType="num">
                                      <p:cBhvr additive="base">
                                        <p:cTn id="136" dur="500" fill="hold"/>
                                        <p:tgtEl>
                                          <p:spTgt spid="50"/>
                                        </p:tgtEl>
                                        <p:attrNameLst>
                                          <p:attrName>ppt_x</p:attrName>
                                        </p:attrNameLst>
                                      </p:cBhvr>
                                      <p:tavLst>
                                        <p:tav tm="0">
                                          <p:val>
                                            <p:strVal val="0-#ppt_w/2"/>
                                          </p:val>
                                        </p:tav>
                                        <p:tav tm="100000">
                                          <p:val>
                                            <p:strVal val="#ppt_x"/>
                                          </p:val>
                                        </p:tav>
                                      </p:tavLst>
                                    </p:anim>
                                    <p:anim calcmode="lin" valueType="num">
                                      <p:cBhvr additive="base">
                                        <p:cTn id="137" dur="500" fill="hold"/>
                                        <p:tgtEl>
                                          <p:spTgt spid="50"/>
                                        </p:tgtEl>
                                        <p:attrNameLst>
                                          <p:attrName>ppt_y</p:attrName>
                                        </p:attrNameLst>
                                      </p:cBhvr>
                                      <p:tavLst>
                                        <p:tav tm="0">
                                          <p:val>
                                            <p:strVal val="#ppt_y"/>
                                          </p:val>
                                        </p:tav>
                                        <p:tav tm="100000">
                                          <p:val>
                                            <p:strVal val="#ppt_y"/>
                                          </p:val>
                                        </p:tav>
                                      </p:tavLst>
                                    </p:anim>
                                  </p:childTnLst>
                                </p:cTn>
                              </p:par>
                            </p:childTnLst>
                          </p:cTn>
                        </p:par>
                      </p:childTnLst>
                    </p:cTn>
                  </p:par>
                  <p:par>
                    <p:cTn id="138" fill="hold">
                      <p:stCondLst>
                        <p:cond delay="indefinite"/>
                      </p:stCondLst>
                      <p:childTnLst>
                        <p:par>
                          <p:cTn id="139" fill="hold">
                            <p:stCondLst>
                              <p:cond delay="0"/>
                            </p:stCondLst>
                            <p:childTnLst>
                              <p:par>
                                <p:cTn id="140" presetID="2" presetClass="entr" presetSubtype="8" fill="hold" nodeType="clickEffect">
                                  <p:stCondLst>
                                    <p:cond delay="0"/>
                                  </p:stCondLst>
                                  <p:childTnLst>
                                    <p:set>
                                      <p:cBhvr>
                                        <p:cTn id="141" dur="1" fill="hold">
                                          <p:stCondLst>
                                            <p:cond delay="0"/>
                                          </p:stCondLst>
                                        </p:cTn>
                                        <p:tgtEl>
                                          <p:spTgt spid="51"/>
                                        </p:tgtEl>
                                        <p:attrNameLst>
                                          <p:attrName>style.visibility</p:attrName>
                                        </p:attrNameLst>
                                      </p:cBhvr>
                                      <p:to>
                                        <p:strVal val="visible"/>
                                      </p:to>
                                    </p:set>
                                    <p:anim calcmode="lin" valueType="num">
                                      <p:cBhvr additive="base">
                                        <p:cTn id="142" dur="500" fill="hold"/>
                                        <p:tgtEl>
                                          <p:spTgt spid="51"/>
                                        </p:tgtEl>
                                        <p:attrNameLst>
                                          <p:attrName>ppt_x</p:attrName>
                                        </p:attrNameLst>
                                      </p:cBhvr>
                                      <p:tavLst>
                                        <p:tav tm="0">
                                          <p:val>
                                            <p:strVal val="0-#ppt_w/2"/>
                                          </p:val>
                                        </p:tav>
                                        <p:tav tm="100000">
                                          <p:val>
                                            <p:strVal val="#ppt_x"/>
                                          </p:val>
                                        </p:tav>
                                      </p:tavLst>
                                    </p:anim>
                                    <p:anim calcmode="lin" valueType="num">
                                      <p:cBhvr additive="base">
                                        <p:cTn id="143" dur="500" fill="hold"/>
                                        <p:tgtEl>
                                          <p:spTgt spid="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utoUpdateAnimBg="0"/>
      <p:bldP spid="31" grpId="0" autoUpdateAnimBg="0"/>
      <p:bldP spid="34" grpId="0" autoUpdateAnimBg="0"/>
      <p:bldP spid="36" grpId="0" autoUpdateAnimBg="0"/>
      <p:bldP spid="40" grpId="0" autoUpdateAnimBg="0"/>
      <p:bldP spid="42" grpId="0" autoUpdateAnimBg="0"/>
      <p:bldP spid="43" grpId="0" autoUpdateAnimBg="0"/>
      <p:bldP spid="46" grpId="0" autoUpdateAnimBg="0"/>
      <p:bldP spid="48" grpId="0" autoUpdateAnimBg="0"/>
      <p:bldP spid="49"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ABABA"/>
        </a:solidFill>
        <a:effectLst/>
      </p:bgPr>
    </p:bg>
    <p:spTree>
      <p:nvGrpSpPr>
        <p:cNvPr id="1" name=""/>
        <p:cNvGrpSpPr/>
        <p:nvPr/>
      </p:nvGrpSpPr>
      <p:grpSpPr>
        <a:xfrm>
          <a:off x="0" y="0"/>
          <a:ext cx="0" cy="0"/>
          <a:chOff x="0" y="0"/>
          <a:chExt cx="0" cy="0"/>
        </a:xfrm>
      </p:grpSpPr>
      <p:sp>
        <p:nvSpPr>
          <p:cNvPr id="9" name="Text Box 2">
            <a:extLst>
              <a:ext uri="{FF2B5EF4-FFF2-40B4-BE49-F238E27FC236}">
                <a16:creationId xmlns:a16="http://schemas.microsoft.com/office/drawing/2014/main" id="{0C810AF9-6085-DF41-8687-FE8732F5F043}"/>
              </a:ext>
            </a:extLst>
          </p:cNvPr>
          <p:cNvSpPr txBox="1">
            <a:spLocks noChangeArrowheads="1"/>
          </p:cNvSpPr>
          <p:nvPr/>
        </p:nvSpPr>
        <p:spPr bwMode="auto">
          <a:xfrm>
            <a:off x="323850" y="908050"/>
            <a:ext cx="7488238" cy="519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zh-CN" altLang="en-US" sz="2800" b="1">
                <a:solidFill>
                  <a:srgbClr val="FFFF00"/>
                </a:solidFill>
                <a:latin typeface="楷体_GB2312" pitchFamily="49" charset="-122"/>
                <a:ea typeface="楷体_GB2312" pitchFamily="49" charset="-122"/>
              </a:rPr>
              <a:t>例</a:t>
            </a:r>
            <a:r>
              <a:rPr lang="en-US" altLang="zh-CN" sz="2800" b="1">
                <a:solidFill>
                  <a:srgbClr val="FFFF00"/>
                </a:solidFill>
                <a:ea typeface="楷体_GB2312" pitchFamily="49" charset="-122"/>
              </a:rPr>
              <a:t>3 </a:t>
            </a:r>
            <a:r>
              <a:rPr lang="en-US" altLang="zh-CN" sz="2800" b="1">
                <a:solidFill>
                  <a:srgbClr val="FFFF00"/>
                </a:solidFill>
                <a:latin typeface="楷体_GB2312" pitchFamily="49" charset="-122"/>
                <a:ea typeface="楷体_GB2312" pitchFamily="49" charset="-122"/>
              </a:rPr>
              <a:t> </a:t>
            </a:r>
            <a:r>
              <a:rPr lang="zh-CN" altLang="en-US" sz="2800" b="1">
                <a:solidFill>
                  <a:srgbClr val="FFFF00"/>
                </a:solidFill>
                <a:latin typeface="楷体_GB2312" pitchFamily="49" charset="-122"/>
                <a:ea typeface="楷体_GB2312" pitchFamily="49" charset="-122"/>
              </a:rPr>
              <a:t>设</a:t>
            </a:r>
            <a:r>
              <a:rPr lang="en-US" altLang="zh-CN" sz="2800" b="1" i="1">
                <a:solidFill>
                  <a:srgbClr val="FFFF00"/>
                </a:solidFill>
                <a:ea typeface="宋体" panose="02010600030101010101" pitchFamily="2" charset="-122"/>
              </a:rPr>
              <a:t>A</a:t>
            </a:r>
            <a:r>
              <a:rPr lang="zh-CN" altLang="en-US" sz="2800" b="1">
                <a:solidFill>
                  <a:srgbClr val="FFFF00"/>
                </a:solidFill>
                <a:ea typeface="楷体_GB2312" pitchFamily="49" charset="-122"/>
              </a:rPr>
              <a:t>为</a:t>
            </a:r>
            <a:r>
              <a:rPr lang="en-US" altLang="zh-CN" sz="2800" b="1" i="1">
                <a:solidFill>
                  <a:srgbClr val="FFFF00"/>
                </a:solidFill>
                <a:ea typeface="宋体" panose="02010600030101010101" pitchFamily="2" charset="-122"/>
              </a:rPr>
              <a:t>n</a:t>
            </a:r>
            <a:r>
              <a:rPr lang="zh-CN" altLang="en-US" sz="2800" b="1">
                <a:solidFill>
                  <a:srgbClr val="FFFF00"/>
                </a:solidFill>
                <a:ea typeface="楷体_GB2312" pitchFamily="49" charset="-122"/>
              </a:rPr>
              <a:t>阶幂等矩阵</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A</a:t>
            </a:r>
            <a:r>
              <a:rPr lang="en-US" altLang="zh-CN" sz="2800" b="1" baseline="30000">
                <a:solidFill>
                  <a:srgbClr val="FFFF00"/>
                </a:solidFill>
                <a:ea typeface="宋体" panose="02010600030101010101" pitchFamily="2" charset="-122"/>
              </a:rPr>
              <a:t>2</a:t>
            </a:r>
            <a:r>
              <a:rPr lang="zh-CN" altLang="en-US"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A</a:t>
            </a:r>
            <a:r>
              <a:rPr lang="en-US" altLang="zh-CN" sz="2800" b="1">
                <a:solidFill>
                  <a:srgbClr val="FFFF00"/>
                </a:solidFill>
                <a:ea typeface="宋体" panose="02010600030101010101" pitchFamily="2" charset="-122"/>
              </a:rPr>
              <a:t>)</a:t>
            </a:r>
            <a:r>
              <a:rPr lang="zh-CN" altLang="en-US" sz="2800" b="1">
                <a:solidFill>
                  <a:srgbClr val="FFFF00"/>
                </a:solidFill>
                <a:ea typeface="楷体_GB2312" pitchFamily="49" charset="-122"/>
              </a:rPr>
              <a:t>，证明：</a:t>
            </a:r>
          </a:p>
        </p:txBody>
      </p:sp>
      <p:sp>
        <p:nvSpPr>
          <p:cNvPr id="10" name="Text Box 3">
            <a:extLst>
              <a:ext uri="{FF2B5EF4-FFF2-40B4-BE49-F238E27FC236}">
                <a16:creationId xmlns:a16="http://schemas.microsoft.com/office/drawing/2014/main" id="{0CD17E37-FDC4-3447-A43D-9F9D5D240695}"/>
              </a:ext>
            </a:extLst>
          </p:cNvPr>
          <p:cNvSpPr txBox="1">
            <a:spLocks noChangeArrowheads="1"/>
          </p:cNvSpPr>
          <p:nvPr/>
        </p:nvSpPr>
        <p:spPr bwMode="auto">
          <a:xfrm>
            <a:off x="395288" y="2347913"/>
            <a:ext cx="2987675" cy="5191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zh-CN" altLang="en-US" sz="2800" b="1">
                <a:solidFill>
                  <a:srgbClr val="FFFF00"/>
                </a:solidFill>
                <a:ea typeface="楷体_GB2312" pitchFamily="49" charset="-122"/>
              </a:rPr>
              <a:t>证：由 </a:t>
            </a:r>
            <a:r>
              <a:rPr lang="en-US" altLang="zh-CN" sz="2800" b="1" i="1">
                <a:solidFill>
                  <a:srgbClr val="FFFF00"/>
                </a:solidFill>
                <a:ea typeface="宋体" panose="02010600030101010101" pitchFamily="2" charset="-122"/>
              </a:rPr>
              <a:t>A</a:t>
            </a:r>
            <a:r>
              <a:rPr lang="en-US" altLang="zh-CN" sz="2800" b="1" baseline="30000">
                <a:solidFill>
                  <a:srgbClr val="FFFF00"/>
                </a:solidFill>
                <a:ea typeface="宋体" panose="02010600030101010101" pitchFamily="2" charset="-122"/>
              </a:rPr>
              <a:t>2</a:t>
            </a:r>
            <a:r>
              <a:rPr lang="zh-CN" altLang="en-US"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A </a:t>
            </a:r>
            <a:r>
              <a:rPr lang="zh-CN" altLang="en-US" sz="2800" b="1">
                <a:solidFill>
                  <a:srgbClr val="FFFF00"/>
                </a:solidFill>
                <a:ea typeface="楷体_GB2312" pitchFamily="49" charset="-122"/>
              </a:rPr>
              <a:t>得</a:t>
            </a:r>
            <a:endParaRPr lang="zh-CN" altLang="en-US" sz="2800" b="1" i="1">
              <a:solidFill>
                <a:srgbClr val="FFFF00"/>
              </a:solidFill>
              <a:ea typeface="楷体_GB2312" pitchFamily="49" charset="-122"/>
            </a:endParaRPr>
          </a:p>
        </p:txBody>
      </p:sp>
      <p:sp>
        <p:nvSpPr>
          <p:cNvPr id="11" name="Text Box 4">
            <a:extLst>
              <a:ext uri="{FF2B5EF4-FFF2-40B4-BE49-F238E27FC236}">
                <a16:creationId xmlns:a16="http://schemas.microsoft.com/office/drawing/2014/main" id="{8A337EC9-3BD1-7E44-838D-9787D273C132}"/>
              </a:ext>
            </a:extLst>
          </p:cNvPr>
          <p:cNvSpPr txBox="1">
            <a:spLocks noChangeArrowheads="1"/>
          </p:cNvSpPr>
          <p:nvPr/>
        </p:nvSpPr>
        <p:spPr bwMode="auto">
          <a:xfrm>
            <a:off x="1692275" y="3355975"/>
            <a:ext cx="3933825" cy="579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r</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A</a:t>
            </a:r>
            <a:r>
              <a:rPr lang="en-US" altLang="zh-CN" sz="2800" b="1">
                <a:solidFill>
                  <a:srgbClr val="FFFF00"/>
                </a:solidFill>
                <a:ea typeface="宋体" panose="02010600030101010101" pitchFamily="2" charset="-122"/>
              </a:rPr>
              <a:t>)</a:t>
            </a:r>
            <a:r>
              <a:rPr lang="zh-CN" altLang="en-US"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r</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E</a:t>
            </a:r>
            <a:r>
              <a:rPr lang="zh-CN" altLang="en-US"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A</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n</a:t>
            </a:r>
            <a:r>
              <a:rPr lang="en-US" altLang="zh-CN" sz="3200" b="1">
                <a:solidFill>
                  <a:srgbClr val="FFFF00"/>
                </a:solidFill>
                <a:ea typeface="宋体" panose="02010600030101010101" pitchFamily="2" charset="-122"/>
              </a:rPr>
              <a:t> </a:t>
            </a:r>
          </a:p>
        </p:txBody>
      </p:sp>
      <p:sp>
        <p:nvSpPr>
          <p:cNvPr id="12" name="Text Box 5">
            <a:extLst>
              <a:ext uri="{FF2B5EF4-FFF2-40B4-BE49-F238E27FC236}">
                <a16:creationId xmlns:a16="http://schemas.microsoft.com/office/drawing/2014/main" id="{03F9895B-A24D-624C-920B-7B320A85D47C}"/>
              </a:ext>
            </a:extLst>
          </p:cNvPr>
          <p:cNvSpPr txBox="1">
            <a:spLocks noChangeArrowheads="1"/>
          </p:cNvSpPr>
          <p:nvPr/>
        </p:nvSpPr>
        <p:spPr bwMode="auto">
          <a:xfrm>
            <a:off x="900113" y="4437063"/>
            <a:ext cx="7494587" cy="5191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zh-CN" altLang="en-US" sz="2800" b="1">
                <a:solidFill>
                  <a:srgbClr val="FFFF00"/>
                </a:solidFill>
                <a:ea typeface="楷体_GB2312" pitchFamily="49" charset="-122"/>
              </a:rPr>
              <a:t>又</a:t>
            </a:r>
            <a:r>
              <a:rPr lang="en-US" altLang="zh-CN" sz="2800" b="1" i="1">
                <a:solidFill>
                  <a:srgbClr val="FFFF00"/>
                </a:solidFill>
                <a:ea typeface="宋体" panose="02010600030101010101" pitchFamily="2" charset="-122"/>
              </a:rPr>
              <a:t>r</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A</a:t>
            </a:r>
            <a:r>
              <a:rPr lang="en-US" altLang="zh-CN" sz="2800" b="1">
                <a:solidFill>
                  <a:srgbClr val="FFFF00"/>
                </a:solidFill>
                <a:ea typeface="宋体" panose="02010600030101010101" pitchFamily="2" charset="-122"/>
              </a:rPr>
              <a:t>)</a:t>
            </a:r>
            <a:r>
              <a:rPr lang="zh-CN" altLang="en-US"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r</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E</a:t>
            </a:r>
            <a:r>
              <a:rPr lang="zh-CN" altLang="en-US"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A</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r</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A</a:t>
            </a:r>
            <a:r>
              <a:rPr lang="zh-CN" altLang="en-US"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E</a:t>
            </a:r>
            <a:r>
              <a:rPr lang="zh-CN" altLang="en-US"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A</a:t>
            </a:r>
            <a:r>
              <a:rPr lang="en-US" altLang="zh-CN" sz="2800" b="1">
                <a:solidFill>
                  <a:srgbClr val="FFFF00"/>
                </a:solidFill>
                <a:ea typeface="宋体" panose="02010600030101010101" pitchFamily="2" charset="-122"/>
              </a:rPr>
              <a:t>)</a:t>
            </a:r>
            <a:r>
              <a:rPr lang="zh-CN" altLang="en-US"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r</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E</a:t>
            </a:r>
            <a:r>
              <a:rPr lang="en-US" altLang="zh-CN" sz="2800" b="1">
                <a:solidFill>
                  <a:srgbClr val="FFFF00"/>
                </a:solidFill>
                <a:ea typeface="宋体" panose="02010600030101010101" pitchFamily="2" charset="-122"/>
              </a:rPr>
              <a:t>)</a:t>
            </a:r>
            <a:r>
              <a:rPr lang="zh-CN" altLang="en-US"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n</a:t>
            </a:r>
            <a:endParaRPr lang="en-US" altLang="zh-CN" sz="2800" b="1">
              <a:solidFill>
                <a:srgbClr val="FFFF00"/>
              </a:solidFill>
              <a:ea typeface="宋体" panose="02010600030101010101" pitchFamily="2" charset="-122"/>
            </a:endParaRPr>
          </a:p>
        </p:txBody>
      </p:sp>
      <p:sp>
        <p:nvSpPr>
          <p:cNvPr id="13" name="Text Box 6">
            <a:extLst>
              <a:ext uri="{FF2B5EF4-FFF2-40B4-BE49-F238E27FC236}">
                <a16:creationId xmlns:a16="http://schemas.microsoft.com/office/drawing/2014/main" id="{F1297E41-6D03-EA42-84FC-799C1DB9F671}"/>
              </a:ext>
            </a:extLst>
          </p:cNvPr>
          <p:cNvSpPr txBox="1">
            <a:spLocks noChangeArrowheads="1"/>
          </p:cNvSpPr>
          <p:nvPr/>
        </p:nvSpPr>
        <p:spPr bwMode="auto">
          <a:xfrm>
            <a:off x="1763713" y="5372100"/>
            <a:ext cx="4464050" cy="519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en-US" altLang="zh-CN" sz="2800" b="1">
                <a:solidFill>
                  <a:srgbClr val="FFFF00"/>
                </a:solidFill>
                <a:ea typeface="宋体" panose="02010600030101010101" pitchFamily="2" charset="-122"/>
              </a:rPr>
              <a:t>∴ </a:t>
            </a:r>
            <a:r>
              <a:rPr lang="en-US" altLang="zh-CN" sz="2800" b="1" i="1">
                <a:solidFill>
                  <a:srgbClr val="FFFF00"/>
                </a:solidFill>
                <a:ea typeface="宋体" panose="02010600030101010101" pitchFamily="2" charset="-122"/>
              </a:rPr>
              <a:t>r</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A</a:t>
            </a:r>
            <a:r>
              <a:rPr lang="en-US" altLang="zh-CN" sz="2800" b="1">
                <a:solidFill>
                  <a:srgbClr val="FFFF00"/>
                </a:solidFill>
                <a:ea typeface="宋体" panose="02010600030101010101" pitchFamily="2" charset="-122"/>
              </a:rPr>
              <a:t>)</a:t>
            </a:r>
            <a:r>
              <a:rPr lang="zh-CN" altLang="en-US"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r</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E</a:t>
            </a:r>
            <a:r>
              <a:rPr lang="zh-CN" altLang="en-US"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A</a:t>
            </a:r>
            <a:r>
              <a:rPr lang="en-US" altLang="zh-CN" sz="2800" b="1">
                <a:solidFill>
                  <a:srgbClr val="FFFF00"/>
                </a:solidFill>
                <a:ea typeface="宋体" panose="02010600030101010101" pitchFamily="2" charset="-122"/>
              </a:rPr>
              <a:t>)</a:t>
            </a:r>
            <a:r>
              <a:rPr lang="zh-CN" altLang="en-US" sz="2800" b="1">
                <a:solidFill>
                  <a:srgbClr val="FFFF00"/>
                </a:solidFill>
                <a:ea typeface="宋体" panose="02010600030101010101" pitchFamily="2" charset="-122"/>
              </a:rPr>
              <a:t>＝ </a:t>
            </a:r>
            <a:r>
              <a:rPr lang="en-US" altLang="zh-CN" sz="2800" b="1" i="1">
                <a:solidFill>
                  <a:srgbClr val="FFFF00"/>
                </a:solidFill>
                <a:ea typeface="宋体" panose="02010600030101010101" pitchFamily="2" charset="-122"/>
              </a:rPr>
              <a:t>n</a:t>
            </a:r>
            <a:r>
              <a:rPr lang="en-US" altLang="zh-CN" sz="2800" b="1">
                <a:solidFill>
                  <a:srgbClr val="FFFF00"/>
                </a:solidFill>
                <a:ea typeface="宋体" panose="02010600030101010101" pitchFamily="2" charset="-122"/>
              </a:rPr>
              <a:t> </a:t>
            </a:r>
          </a:p>
        </p:txBody>
      </p:sp>
      <p:sp>
        <p:nvSpPr>
          <p:cNvPr id="14" name="Text Box 7">
            <a:extLst>
              <a:ext uri="{FF2B5EF4-FFF2-40B4-BE49-F238E27FC236}">
                <a16:creationId xmlns:a16="http://schemas.microsoft.com/office/drawing/2014/main" id="{7487BD24-89FD-6149-8AD5-DED072021141}"/>
              </a:ext>
            </a:extLst>
          </p:cNvPr>
          <p:cNvSpPr txBox="1">
            <a:spLocks noChangeArrowheads="1"/>
          </p:cNvSpPr>
          <p:nvPr/>
        </p:nvSpPr>
        <p:spPr bwMode="auto">
          <a:xfrm>
            <a:off x="2627313" y="1628775"/>
            <a:ext cx="3816350" cy="519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en-US" altLang="zh-CN" sz="2800" b="1" i="1">
                <a:solidFill>
                  <a:srgbClr val="FFFF00"/>
                </a:solidFill>
                <a:ea typeface="宋体" panose="02010600030101010101" pitchFamily="2" charset="-122"/>
              </a:rPr>
              <a:t>r</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A</a:t>
            </a:r>
            <a:r>
              <a:rPr lang="en-US" altLang="zh-CN" sz="2800" b="1">
                <a:solidFill>
                  <a:srgbClr val="FFFF00"/>
                </a:solidFill>
                <a:ea typeface="宋体" panose="02010600030101010101" pitchFamily="2" charset="-122"/>
              </a:rPr>
              <a:t>)</a:t>
            </a:r>
            <a:r>
              <a:rPr lang="zh-CN" altLang="en-US"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r</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E</a:t>
            </a:r>
            <a:r>
              <a:rPr lang="zh-CN" altLang="en-US"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A</a:t>
            </a:r>
            <a:r>
              <a:rPr lang="en-US" altLang="zh-CN" sz="2800" b="1">
                <a:solidFill>
                  <a:srgbClr val="FFFF00"/>
                </a:solidFill>
                <a:ea typeface="宋体" panose="02010600030101010101" pitchFamily="2" charset="-122"/>
              </a:rPr>
              <a:t>)</a:t>
            </a:r>
            <a:r>
              <a:rPr lang="zh-CN" altLang="en-US"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n</a:t>
            </a:r>
          </a:p>
        </p:txBody>
      </p:sp>
      <p:sp>
        <p:nvSpPr>
          <p:cNvPr id="15" name="Text Box 8">
            <a:extLst>
              <a:ext uri="{FF2B5EF4-FFF2-40B4-BE49-F238E27FC236}">
                <a16:creationId xmlns:a16="http://schemas.microsoft.com/office/drawing/2014/main" id="{D6B4CC24-7DB6-EF41-BC9C-FBA5A863DCB7}"/>
              </a:ext>
            </a:extLst>
          </p:cNvPr>
          <p:cNvSpPr txBox="1">
            <a:spLocks noChangeArrowheads="1"/>
          </p:cNvSpPr>
          <p:nvPr/>
        </p:nvSpPr>
        <p:spPr bwMode="auto">
          <a:xfrm>
            <a:off x="3276600" y="2347913"/>
            <a:ext cx="2987675" cy="5191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rgbClr val="ECFB7D"/>
                </a:solidFill>
                <a:latin typeface="Times New Roman" panose="02020603050405020304" pitchFamily="18" charset="0"/>
                <a:ea typeface="隶书" pitchFamily="49" charset="-122"/>
              </a:defRPr>
            </a:lvl1pPr>
            <a:lvl2pPr marL="742950" indent="-285750">
              <a:spcBef>
                <a:spcPct val="50000"/>
              </a:spcBef>
              <a:defRPr kumimoji="1" sz="2400">
                <a:solidFill>
                  <a:srgbClr val="ECFB7D"/>
                </a:solidFill>
                <a:latin typeface="Times New Roman" panose="02020603050405020304" pitchFamily="18" charset="0"/>
                <a:ea typeface="隶书" pitchFamily="49" charset="-122"/>
              </a:defRPr>
            </a:lvl2pPr>
            <a:lvl3pPr marL="1143000" indent="-228600">
              <a:spcBef>
                <a:spcPct val="50000"/>
              </a:spcBef>
              <a:defRPr kumimoji="1" sz="2400">
                <a:solidFill>
                  <a:srgbClr val="ECFB7D"/>
                </a:solidFill>
                <a:latin typeface="Times New Roman" panose="02020603050405020304" pitchFamily="18" charset="0"/>
                <a:ea typeface="隶书" pitchFamily="49" charset="-122"/>
              </a:defRPr>
            </a:lvl3pPr>
            <a:lvl4pPr marL="1600200" indent="-228600">
              <a:spcBef>
                <a:spcPct val="50000"/>
              </a:spcBef>
              <a:defRPr kumimoji="1" sz="2400">
                <a:solidFill>
                  <a:srgbClr val="ECFB7D"/>
                </a:solidFill>
                <a:latin typeface="Times New Roman" panose="02020603050405020304" pitchFamily="18" charset="0"/>
                <a:ea typeface="隶书" pitchFamily="49" charset="-122"/>
              </a:defRPr>
            </a:lvl4pPr>
            <a:lvl5pPr marL="2057400" indent="-228600">
              <a:spcBef>
                <a:spcPct val="50000"/>
              </a:spcBef>
              <a:defRPr kumimoji="1" sz="2400">
                <a:solidFill>
                  <a:srgbClr val="ECFB7D"/>
                </a:solidFill>
                <a:latin typeface="Times New Roman" panose="02020603050405020304" pitchFamily="18" charset="0"/>
                <a:ea typeface="隶书" pitchFamily="49" charset="-122"/>
              </a:defRPr>
            </a:lvl5pPr>
            <a:lvl6pPr marL="25146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6pPr>
            <a:lvl7pPr marL="29718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7pPr>
            <a:lvl8pPr marL="34290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8pPr>
            <a:lvl9pPr marL="3886200" indent="-228600" eaLnBrk="0" fontAlgn="base" hangingPunct="0">
              <a:spcBef>
                <a:spcPct val="50000"/>
              </a:spcBef>
              <a:spcAft>
                <a:spcPct val="0"/>
              </a:spcAft>
              <a:defRPr kumimoji="1" sz="2400">
                <a:solidFill>
                  <a:srgbClr val="ECFB7D"/>
                </a:solidFill>
                <a:latin typeface="Times New Roman" panose="02020603050405020304" pitchFamily="18" charset="0"/>
                <a:ea typeface="隶书" pitchFamily="49" charset="-122"/>
              </a:defRPr>
            </a:lvl9pPr>
          </a:lstStyle>
          <a:p>
            <a:r>
              <a:rPr lang="en-US" altLang="zh-CN" sz="2800" b="1" i="1">
                <a:solidFill>
                  <a:srgbClr val="FFFF00"/>
                </a:solidFill>
                <a:ea typeface="宋体" panose="02010600030101010101" pitchFamily="2" charset="-122"/>
              </a:rPr>
              <a:t>A</a:t>
            </a:r>
            <a:r>
              <a:rPr lang="en-US" altLang="zh-CN"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E</a:t>
            </a:r>
            <a:r>
              <a:rPr lang="zh-CN" altLang="en-US"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A</a:t>
            </a:r>
            <a:r>
              <a:rPr lang="en-US" altLang="zh-CN" sz="2800" b="1">
                <a:solidFill>
                  <a:srgbClr val="FFFF00"/>
                </a:solidFill>
                <a:ea typeface="宋体" panose="02010600030101010101" pitchFamily="2" charset="-122"/>
              </a:rPr>
              <a:t>)</a:t>
            </a:r>
            <a:r>
              <a:rPr lang="zh-CN" altLang="en-US" sz="2800" b="1">
                <a:solidFill>
                  <a:srgbClr val="FFFF00"/>
                </a:solidFill>
                <a:ea typeface="宋体" panose="02010600030101010101" pitchFamily="2" charset="-122"/>
              </a:rPr>
              <a:t>＝</a:t>
            </a:r>
            <a:r>
              <a:rPr lang="en-US" altLang="zh-CN" sz="2800" b="1" i="1">
                <a:solidFill>
                  <a:srgbClr val="FFFF00"/>
                </a:solidFill>
                <a:ea typeface="宋体" panose="02010600030101010101" pitchFamily="2" charset="-122"/>
              </a:rPr>
              <a:t>O</a:t>
            </a:r>
          </a:p>
        </p:txBody>
      </p:sp>
    </p:spTree>
    <p:extLst>
      <p:ext uri="{BB962C8B-B14F-4D97-AF65-F5344CB8AC3E}">
        <p14:creationId xmlns:p14="http://schemas.microsoft.com/office/powerpoint/2010/main" val="390141839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0-#ppt_w/2"/>
                                          </p:val>
                                        </p:tav>
                                        <p:tav tm="100000">
                                          <p:val>
                                            <p:strVal val="#ppt_x"/>
                                          </p:val>
                                        </p:tav>
                                      </p:tavLst>
                                    </p:anim>
                                    <p:anim calcmode="lin" valueType="num">
                                      <p:cBhvr additive="base">
                                        <p:cTn id="14"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0-#ppt_w/2"/>
                                          </p:val>
                                        </p:tav>
                                        <p:tav tm="100000">
                                          <p:val>
                                            <p:strVal val="#ppt_x"/>
                                          </p:val>
                                        </p:tav>
                                      </p:tavLst>
                                    </p:anim>
                                    <p:anim calcmode="lin" valueType="num">
                                      <p:cBhvr additive="base">
                                        <p:cTn id="26"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0-#ppt_w/2"/>
                                          </p:val>
                                        </p:tav>
                                        <p:tav tm="100000">
                                          <p:val>
                                            <p:strVal val="#ppt_x"/>
                                          </p:val>
                                        </p:tav>
                                      </p:tavLst>
                                    </p:anim>
                                    <p:anim calcmode="lin" valueType="num">
                                      <p:cBhvr additive="base">
                                        <p:cTn id="32"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P spid="11" grpId="0" autoUpdateAnimBg="0"/>
      <p:bldP spid="12" grpId="0" autoUpdateAnimBg="0"/>
      <p:bldP spid="13" grpId="0" autoUpdateAnimBg="0"/>
      <p:bldP spid="15"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930465" y="1628041"/>
            <a:ext cx="7586663" cy="475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zh-CN" sz="25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基本问题</a:t>
            </a:r>
            <a:r>
              <a:rPr kumimoji="1" lang="en-US" altLang="zh-CN" sz="25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500" b="1" i="0" u="none" strike="noStrike" kern="1200" cap="none" spc="0" normalizeH="0" baseline="0" noProof="0" dirty="0">
                <a:ln>
                  <a:noFill/>
                </a:ln>
                <a:solidFill>
                  <a:srgbClr val="0000FF"/>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矩阵子式的定义</a:t>
            </a:r>
          </a:p>
        </p:txBody>
      </p:sp>
      <p:sp>
        <p:nvSpPr>
          <p:cNvPr id="44035" name="Line 12"/>
          <p:cNvSpPr>
            <a:spLocks noChangeShapeType="1"/>
          </p:cNvSpPr>
          <p:nvPr/>
        </p:nvSpPr>
        <p:spPr bwMode="auto">
          <a:xfrm>
            <a:off x="0" y="836613"/>
            <a:ext cx="9144000" cy="0"/>
          </a:xfrm>
          <a:prstGeom prst="line">
            <a:avLst/>
          </a:prstGeom>
          <a:noFill/>
          <a:ln w="25400">
            <a:solidFill>
              <a:srgbClr val="C00000"/>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4037" name="Text Box 2"/>
          <p:cNvSpPr txBox="1">
            <a:spLocks noChangeArrowheads="1"/>
          </p:cNvSpPr>
          <p:nvPr/>
        </p:nvSpPr>
        <p:spPr bwMode="auto">
          <a:xfrm>
            <a:off x="1835785" y="185120"/>
            <a:ext cx="5407025"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50000"/>
              </a:spcBef>
              <a:spcAft>
                <a:spcPct val="0"/>
              </a:spcAft>
              <a:buClrTx/>
              <a:buSzTx/>
              <a:buFontTx/>
              <a:buNone/>
              <a:defRPr/>
            </a:pPr>
            <a:r>
              <a:rPr lang="zh-CN" altLang="en-US" sz="3000" b="1"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sym typeface="+mn-ea"/>
              </a:rPr>
              <a:t>矩阵的秩</a:t>
            </a:r>
            <a:r>
              <a:rPr kumimoji="1" lang="zh-CN" altLang="en-US" sz="30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小结</a:t>
            </a:r>
          </a:p>
        </p:txBody>
      </p:sp>
      <p:sp>
        <p:nvSpPr>
          <p:cNvPr id="2" name="爆炸形: 8 pt  1"/>
          <p:cNvSpPr/>
          <p:nvPr/>
        </p:nvSpPr>
        <p:spPr bwMode="auto">
          <a:xfrm>
            <a:off x="684070" y="1781345"/>
            <a:ext cx="213994" cy="259253"/>
          </a:xfrm>
          <a:prstGeom prst="irregularSeal1">
            <a:avLst/>
          </a:prstGeom>
          <a:solidFill>
            <a:srgbClr val="969696"/>
          </a:solidFill>
          <a:ln w="28575" cap="flat" cmpd="sng" algn="ctr">
            <a:solidFill>
              <a:srgbClr val="3333FF"/>
            </a:solidFill>
            <a:prstDash val="solid"/>
            <a:round/>
            <a:headEnd type="none" w="med" len="med"/>
            <a:tailEnd type="triangle" w="med" len="med"/>
          </a:ln>
          <a:effectLst>
            <a:glow rad="228600">
              <a:schemeClr val="accent5">
                <a:satMod val="175000"/>
                <a:alpha val="40000"/>
              </a:schemeClr>
            </a:glo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w="22225">
                <a:solidFill>
                  <a:srgbClr val="0000FF"/>
                </a:solidFill>
                <a:prstDash val="solid"/>
              </a:ln>
              <a:solidFill>
                <a:srgbClr val="B2B2B2">
                  <a:lumMod val="40000"/>
                  <a:lumOff val="60000"/>
                </a:srgbClr>
              </a:solidFill>
              <a:effectLst>
                <a:glow rad="228600">
                  <a:srgbClr val="B2B2B2">
                    <a:satMod val="175000"/>
                    <a:alpha val="40000"/>
                  </a:srgbClr>
                </a:glow>
              </a:effectLst>
              <a:uLnTx/>
              <a:uFillTx/>
              <a:latin typeface="Times New Roman" panose="02020603050405020304" pitchFamily="18" charset="0"/>
              <a:ea typeface="宋体" panose="02010600030101010101" pitchFamily="2" charset="-122"/>
              <a:cs typeface="+mn-cs"/>
            </a:endParaRPr>
          </a:p>
        </p:txBody>
      </p:sp>
      <p:sp>
        <p:nvSpPr>
          <p:cNvPr id="22" name="Rectangle 1"/>
          <p:cNvSpPr>
            <a:spLocks noChangeArrowheads="1"/>
          </p:cNvSpPr>
          <p:nvPr/>
        </p:nvSpPr>
        <p:spPr bwMode="auto">
          <a:xfrm>
            <a:off x="997141" y="2345591"/>
            <a:ext cx="7303839" cy="475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zh-CN" sz="2500" b="1" i="0" u="none" strike="noStrike" kern="1200" cap="none" spc="0" normalizeH="0" baseline="0" noProof="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重点问题</a:t>
            </a:r>
            <a:r>
              <a:rPr kumimoji="1" lang="en-US" altLang="zh-CN" sz="25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500" b="1" i="0" u="none" strike="noStrike" kern="1200" cap="none" spc="0" normalizeH="0" baseline="0" noProof="0" dirty="0">
                <a:ln>
                  <a:noFill/>
                </a:ln>
                <a:solidFill>
                  <a:srgbClr val="0000FF"/>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sz="2500" b="1" i="0" u="none" strike="noStrike" kern="1200" cap="none" spc="0" normalizeH="0" baseline="0" noProof="0" dirty="0">
                <a:ln>
                  <a:noFill/>
                </a:ln>
                <a:solidFill>
                  <a:srgbClr val="0000FF"/>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矩阵秩的定义</a:t>
            </a:r>
          </a:p>
        </p:txBody>
      </p:sp>
      <p:sp>
        <p:nvSpPr>
          <p:cNvPr id="28" name="爆炸形: 8 pt  27"/>
          <p:cNvSpPr/>
          <p:nvPr/>
        </p:nvSpPr>
        <p:spPr bwMode="auto">
          <a:xfrm>
            <a:off x="676632" y="2484678"/>
            <a:ext cx="213994" cy="259253"/>
          </a:xfrm>
          <a:prstGeom prst="irregularSeal1">
            <a:avLst/>
          </a:prstGeom>
          <a:solidFill>
            <a:srgbClr val="969696"/>
          </a:solidFill>
          <a:ln w="28575" cap="flat" cmpd="sng" algn="ctr">
            <a:solidFill>
              <a:srgbClr val="3333FF"/>
            </a:solidFill>
            <a:prstDash val="solid"/>
            <a:round/>
            <a:headEnd type="none" w="med" len="med"/>
            <a:tailEnd type="triangle" w="med" len="med"/>
          </a:ln>
          <a:effectLst>
            <a:glow rad="228600">
              <a:schemeClr val="accent5">
                <a:satMod val="175000"/>
                <a:alpha val="40000"/>
              </a:schemeClr>
            </a:glo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w="22225">
                <a:solidFill>
                  <a:srgbClr val="0000FF"/>
                </a:solidFill>
                <a:prstDash val="solid"/>
              </a:ln>
              <a:solidFill>
                <a:srgbClr val="B2B2B2">
                  <a:lumMod val="40000"/>
                  <a:lumOff val="60000"/>
                </a:srgbClr>
              </a:solidFill>
              <a:effectLst>
                <a:glow rad="228600">
                  <a:srgbClr val="B2B2B2">
                    <a:satMod val="175000"/>
                    <a:alpha val="40000"/>
                  </a:srgbClr>
                </a:glow>
              </a:effectLst>
              <a:uLnTx/>
              <a:uFillTx/>
              <a:latin typeface="Times New Roman" panose="02020603050405020304" pitchFamily="18" charset="0"/>
              <a:ea typeface="宋体" panose="02010600030101010101" pitchFamily="2" charset="-122"/>
              <a:cs typeface="+mn-cs"/>
            </a:endParaRPr>
          </a:p>
        </p:txBody>
      </p:sp>
      <p:sp>
        <p:nvSpPr>
          <p:cNvPr id="29" name="Rectangle 1"/>
          <p:cNvSpPr>
            <a:spLocks noChangeArrowheads="1"/>
          </p:cNvSpPr>
          <p:nvPr/>
        </p:nvSpPr>
        <p:spPr bwMode="auto">
          <a:xfrm>
            <a:off x="997141" y="3109814"/>
            <a:ext cx="7586662" cy="475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algn="l" defTabSz="914400" rtl="0" eaLnBrk="0" fontAlgn="base" latinLnBrk="0" hangingPunct="0">
              <a:lnSpc>
                <a:spcPct val="100000"/>
              </a:lnSpc>
              <a:buClrTx/>
              <a:buSzTx/>
              <a:buFontTx/>
              <a:buNone/>
              <a:defRPr/>
            </a:pPr>
            <a:r>
              <a:rPr kumimoji="1" lang="zh-CN" altLang="en-US" sz="2500" b="1" i="0" u="none" strike="noStrike" kern="1200" cap="none" spc="0" normalizeH="0" baseline="0" noProof="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难点问题</a:t>
            </a:r>
            <a:r>
              <a:rPr kumimoji="1" lang="en-US" altLang="zh-CN" sz="25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lang="zh-CN" sz="2500" b="1" noProof="0" dirty="0">
                <a:ln>
                  <a:noFill/>
                </a:ln>
                <a:solidFill>
                  <a:srgbClr val="0000FF"/>
                </a:solidFill>
                <a:effectLst/>
                <a:uLnTx/>
                <a:uFillTx/>
                <a:latin typeface="Times New Roman" panose="02020603050405020304" pitchFamily="18" charset="0"/>
                <a:ea typeface="华文中宋" panose="02010600040101010101" pitchFamily="2" charset="-122"/>
                <a:cs typeface="Times New Roman" panose="02020603050405020304" pitchFamily="18" charset="0"/>
                <a:sym typeface="+mn-ea"/>
              </a:rPr>
              <a:t>矩阵的秩的计算理论</a:t>
            </a:r>
          </a:p>
        </p:txBody>
      </p:sp>
      <p:sp>
        <p:nvSpPr>
          <p:cNvPr id="34" name="爆炸形: 8 pt  33"/>
          <p:cNvSpPr/>
          <p:nvPr/>
        </p:nvSpPr>
        <p:spPr bwMode="auto">
          <a:xfrm>
            <a:off x="696219" y="3230885"/>
            <a:ext cx="213994" cy="259253"/>
          </a:xfrm>
          <a:prstGeom prst="irregularSeal1">
            <a:avLst/>
          </a:prstGeom>
          <a:solidFill>
            <a:srgbClr val="969696"/>
          </a:solidFill>
          <a:ln w="28575" cap="flat" cmpd="sng" algn="ctr">
            <a:solidFill>
              <a:srgbClr val="3333FF"/>
            </a:solidFill>
            <a:prstDash val="solid"/>
            <a:round/>
            <a:headEnd type="none" w="med" len="med"/>
            <a:tailEnd type="triangle" w="med" len="med"/>
          </a:ln>
          <a:effectLst>
            <a:glow rad="228600">
              <a:schemeClr val="accent5">
                <a:satMod val="175000"/>
                <a:alpha val="40000"/>
              </a:schemeClr>
            </a:glo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w="22225">
                <a:solidFill>
                  <a:srgbClr val="0000FF"/>
                </a:solidFill>
                <a:prstDash val="solid"/>
              </a:ln>
              <a:solidFill>
                <a:srgbClr val="B2B2B2">
                  <a:lumMod val="40000"/>
                  <a:lumOff val="60000"/>
                </a:srgbClr>
              </a:solidFill>
              <a:effectLst>
                <a:glow rad="228600">
                  <a:srgbClr val="B2B2B2">
                    <a:satMod val="175000"/>
                    <a:alpha val="40000"/>
                  </a:srgbClr>
                </a:glow>
              </a:effectLst>
              <a:uLnTx/>
              <a:uFillTx/>
              <a:latin typeface="Times New Roman" panose="02020603050405020304" pitchFamily="18" charset="0"/>
              <a:ea typeface="宋体" panose="02010600030101010101" pitchFamily="2" charset="-122"/>
              <a:cs typeface="+mn-cs"/>
            </a:endParaRPr>
          </a:p>
        </p:txBody>
      </p:sp>
      <p:sp>
        <p:nvSpPr>
          <p:cNvPr id="24" name="Rectangle 1"/>
          <p:cNvSpPr>
            <a:spLocks noChangeArrowheads="1"/>
          </p:cNvSpPr>
          <p:nvPr/>
        </p:nvSpPr>
        <p:spPr bwMode="auto">
          <a:xfrm>
            <a:off x="957454" y="3813394"/>
            <a:ext cx="7487542" cy="475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1" lang="zh-CN" altLang="en-US" sz="2500" b="1" i="0" u="none" strike="noStrike" kern="1200" cap="none" spc="0" normalizeH="0" baseline="0" noProof="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实践问题</a:t>
            </a:r>
            <a:r>
              <a:rPr kumimoji="1" lang="en-US" altLang="zh-CN" sz="25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sz="2500" b="1" i="0" u="none" strike="noStrike" kern="1200" cap="none" spc="0" normalizeH="0" baseline="0" noProof="0" dirty="0">
                <a:ln>
                  <a:noFill/>
                </a:ln>
                <a:solidFill>
                  <a:srgbClr val="0000FF"/>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矩阵的</a:t>
            </a:r>
            <a:r>
              <a:rPr lang="zh-CN" sz="2500" b="1" noProof="0" dirty="0">
                <a:ln>
                  <a:noFill/>
                </a:ln>
                <a:solidFill>
                  <a:srgbClr val="0000FF"/>
                </a:solidFill>
                <a:effectLst/>
                <a:uLnTx/>
                <a:uFillTx/>
                <a:latin typeface="Times New Roman" panose="02020603050405020304" pitchFamily="18" charset="0"/>
                <a:ea typeface="华文中宋" panose="02010600040101010101" pitchFamily="2" charset="-122"/>
                <a:cs typeface="Times New Roman" panose="02020603050405020304" pitchFamily="18" charset="0"/>
                <a:sym typeface="+mn-ea"/>
              </a:rPr>
              <a:t>秩的</a:t>
            </a:r>
            <a:r>
              <a:rPr kumimoji="1" lang="zh-CN" sz="2500" b="1" i="0" u="none" strike="noStrike" kern="1200" cap="none" spc="0" normalizeH="0" baseline="0" noProof="0" dirty="0">
                <a:ln>
                  <a:noFill/>
                </a:ln>
                <a:solidFill>
                  <a:srgbClr val="0000FF"/>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计算及性质</a:t>
            </a:r>
            <a:r>
              <a:rPr kumimoji="1" sz="2500" b="1" i="0" u="none" strike="noStrike" kern="1200" cap="none" spc="0" normalizeH="0" baseline="0" noProof="0" dirty="0">
                <a:ln>
                  <a:noFill/>
                </a:ln>
                <a:solidFill>
                  <a:srgbClr val="0000FF"/>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26" name="爆炸形: 8 pt  25"/>
          <p:cNvSpPr/>
          <p:nvPr/>
        </p:nvSpPr>
        <p:spPr bwMode="auto">
          <a:xfrm>
            <a:off x="734618" y="3698787"/>
            <a:ext cx="213994" cy="259253"/>
          </a:xfrm>
          <a:prstGeom prst="irregularSeal1">
            <a:avLst/>
          </a:prstGeom>
          <a:solidFill>
            <a:srgbClr val="969696"/>
          </a:solidFill>
          <a:ln w="28575" cap="flat" cmpd="sng" algn="ctr">
            <a:solidFill>
              <a:srgbClr val="3333FF"/>
            </a:solidFill>
            <a:prstDash val="solid"/>
            <a:round/>
            <a:headEnd type="none" w="med" len="med"/>
            <a:tailEnd type="triangle" w="med" len="med"/>
          </a:ln>
          <a:effectLst>
            <a:glow rad="228600">
              <a:schemeClr val="accent5">
                <a:satMod val="175000"/>
                <a:alpha val="40000"/>
              </a:schemeClr>
            </a:glo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w="22225">
                <a:solidFill>
                  <a:srgbClr val="0000FF"/>
                </a:solidFill>
                <a:prstDash val="solid"/>
              </a:ln>
              <a:solidFill>
                <a:srgbClr val="B2B2B2">
                  <a:lumMod val="40000"/>
                  <a:lumOff val="60000"/>
                </a:srgbClr>
              </a:solidFill>
              <a:effectLst>
                <a:glow rad="228600">
                  <a:srgbClr val="B2B2B2">
                    <a:satMod val="175000"/>
                    <a:alpha val="40000"/>
                  </a:srgbClr>
                </a:glow>
              </a:effectLst>
              <a:uLnTx/>
              <a:uFillTx/>
              <a:latin typeface="Times New Roman" panose="02020603050405020304" pitchFamily="18" charset="0"/>
              <a:ea typeface="宋体" panose="02010600030101010101" pitchFamily="2" charset="-122"/>
              <a:cs typeface="+mn-cs"/>
            </a:endParaRPr>
          </a:p>
        </p:txBody>
      </p:sp>
      <p:sp>
        <p:nvSpPr>
          <p:cNvPr id="27" name="Rectangle 1"/>
          <p:cNvSpPr>
            <a:spLocks noChangeArrowheads="1"/>
          </p:cNvSpPr>
          <p:nvPr/>
        </p:nvSpPr>
        <p:spPr bwMode="auto">
          <a:xfrm>
            <a:off x="951104" y="4457284"/>
            <a:ext cx="7745412" cy="475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1" lang="zh-CN" altLang="en-US" sz="25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拓展问题</a:t>
            </a:r>
            <a:r>
              <a:rPr kumimoji="1" lang="en-US" altLang="zh-CN" sz="2500" b="1" i="0" u="none" strike="noStrike" kern="1200" cap="none" spc="0" normalizeH="0" baseline="0" noProof="0" dirty="0">
                <a:ln>
                  <a:noFill/>
                </a:ln>
                <a:solidFill>
                  <a:srgbClr val="C00000"/>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sz="2500" b="1" i="0" u="none" strike="noStrike" kern="1200" cap="none" spc="0" normalizeH="0" baseline="0" noProof="0" dirty="0">
                <a:ln>
                  <a:noFill/>
                </a:ln>
                <a:solidFill>
                  <a:srgbClr val="0000FF"/>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矩阵的</a:t>
            </a:r>
            <a:r>
              <a:rPr kumimoji="1" lang="zh-CN" sz="2500" b="1" i="0" u="none" strike="noStrike" kern="1200" cap="none" spc="0" normalizeH="0" baseline="0" noProof="0" dirty="0">
                <a:ln>
                  <a:noFill/>
                </a:ln>
                <a:solidFill>
                  <a:srgbClr val="0000FF"/>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秩的应用</a:t>
            </a:r>
          </a:p>
        </p:txBody>
      </p:sp>
      <p:sp>
        <p:nvSpPr>
          <p:cNvPr id="30" name="爆炸形: 8 pt  29"/>
          <p:cNvSpPr/>
          <p:nvPr/>
        </p:nvSpPr>
        <p:spPr bwMode="auto">
          <a:xfrm>
            <a:off x="661601" y="4457378"/>
            <a:ext cx="213994" cy="259253"/>
          </a:xfrm>
          <a:prstGeom prst="irregularSeal1">
            <a:avLst/>
          </a:prstGeom>
          <a:solidFill>
            <a:srgbClr val="969696"/>
          </a:solidFill>
          <a:ln w="28575" cap="flat" cmpd="sng" algn="ctr">
            <a:solidFill>
              <a:srgbClr val="3333FF"/>
            </a:solidFill>
            <a:prstDash val="solid"/>
            <a:round/>
            <a:headEnd type="none" w="med" len="med"/>
            <a:tailEnd type="triangle" w="med" len="med"/>
          </a:ln>
          <a:effectLst>
            <a:glow rad="228600">
              <a:schemeClr val="accent5">
                <a:satMod val="175000"/>
                <a:alpha val="40000"/>
              </a:schemeClr>
            </a:glo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w="22225">
                <a:solidFill>
                  <a:srgbClr val="0000FF"/>
                </a:solidFill>
                <a:prstDash val="solid"/>
              </a:ln>
              <a:solidFill>
                <a:srgbClr val="B2B2B2">
                  <a:lumMod val="40000"/>
                  <a:lumOff val="60000"/>
                </a:srgbClr>
              </a:solidFill>
              <a:effectLst>
                <a:glow rad="228600">
                  <a:srgbClr val="B2B2B2">
                    <a:satMod val="175000"/>
                    <a:alpha val="40000"/>
                  </a:srgbClr>
                </a:glow>
              </a:effectLst>
              <a:uLnTx/>
              <a:uFillTx/>
              <a:latin typeface="Times New Roman" panose="02020603050405020304" pitchFamily="18" charset="0"/>
              <a:ea typeface="宋体" panose="02010600030101010101" pitchFamily="2" charset="-122"/>
              <a:cs typeface="+mn-cs"/>
            </a:endParaRPr>
          </a:p>
        </p:txBody>
      </p:sp>
      <p:pic>
        <p:nvPicPr>
          <p:cNvPr id="44059" name="Picture 11"/>
          <p:cNvPicPr>
            <a:picLocks noChangeAspect="1" noChangeArrowheads="1" noCrop="1"/>
          </p:cNvPicPr>
          <p:nvPr/>
        </p:nvPicPr>
        <p:blipFill>
          <a:blip r:embed="rId2"/>
          <a:srcRect/>
          <a:stretch>
            <a:fillRect/>
          </a:stretch>
        </p:blipFill>
        <p:spPr bwMode="auto">
          <a:xfrm>
            <a:off x="-42863" y="-9525"/>
            <a:ext cx="1014413" cy="83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1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wipe(left)">
                                      <p:cBhvr>
                                        <p:cTn id="16" dur="500"/>
                                        <p:tgtEl>
                                          <p:spTgt spid="28"/>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wipe(left)">
                                      <p:cBhvr>
                                        <p:cTn id="20" dur="15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wipe(left)">
                                      <p:cBhvr>
                                        <p:cTn id="25" dur="500"/>
                                        <p:tgtEl>
                                          <p:spTgt spid="34"/>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wipe(left)">
                                      <p:cBhvr>
                                        <p:cTn id="29" dur="15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wipe(left)">
                                      <p:cBhvr>
                                        <p:cTn id="34" dur="500"/>
                                        <p:tgtEl>
                                          <p:spTgt spid="26"/>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wipe(left)">
                                      <p:cBhvr>
                                        <p:cTn id="38" dur="1500"/>
                                        <p:tgtEl>
                                          <p:spTgt spid="2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wipe(left)">
                                      <p:cBhvr>
                                        <p:cTn id="43" dur="500"/>
                                        <p:tgtEl>
                                          <p:spTgt spid="30"/>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left)">
                                      <p:cBhvr>
                                        <p:cTn id="47" dur="1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2" grpId="0"/>
      <p:bldP spid="29" grpId="0"/>
      <p:bldP spid="24" grpId="0"/>
      <p:bldP spid="27" grpId="0"/>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1548130" y="2205355"/>
            <a:ext cx="5718810" cy="560795"/>
          </a:xfrm>
          <a:prstGeom prst="rect">
            <a:avLst/>
          </a:prstGeom>
          <a:noFill/>
          <a:ln>
            <a:noFill/>
          </a:ln>
        </p:spPr>
        <p:txBody>
          <a:bodyPr wrap="square">
            <a:spAutoFit/>
          </a:bodyPr>
          <a:lstStyle>
            <a:lvl1pPr>
              <a:defRPr kumimoji="1" sz="2800">
                <a:solidFill>
                  <a:schemeClr val="tx2"/>
                </a:solidFill>
                <a:latin typeface="Times New Roman" panose="02020603050405020304" pitchFamily="18" charset="0"/>
                <a:ea typeface="宋体" panose="02010600030101010101" pitchFamily="2" charset="-122"/>
              </a:defRPr>
            </a:lvl1pPr>
            <a:lvl2pPr marL="742950" indent="-285750">
              <a:defRPr kumimoji="1" sz="2800">
                <a:solidFill>
                  <a:schemeClr val="tx2"/>
                </a:solidFill>
                <a:latin typeface="Times New Roman" panose="02020603050405020304" pitchFamily="18" charset="0"/>
                <a:ea typeface="宋体" panose="02010600030101010101" pitchFamily="2" charset="-122"/>
              </a:defRPr>
            </a:lvl2pPr>
            <a:lvl3pPr marL="1143000" indent="-228600">
              <a:defRPr kumimoji="1" sz="2800">
                <a:solidFill>
                  <a:schemeClr val="tx2"/>
                </a:solidFill>
                <a:latin typeface="Times New Roman" panose="02020603050405020304" pitchFamily="18" charset="0"/>
                <a:ea typeface="宋体" panose="02010600030101010101" pitchFamily="2" charset="-122"/>
              </a:defRPr>
            </a:lvl3pPr>
            <a:lvl4pPr marL="1600200" indent="-228600">
              <a:defRPr kumimoji="1" sz="2800">
                <a:solidFill>
                  <a:schemeClr val="tx2"/>
                </a:solidFill>
                <a:latin typeface="Times New Roman" panose="02020603050405020304" pitchFamily="18" charset="0"/>
                <a:ea typeface="宋体" panose="02010600030101010101" pitchFamily="2" charset="-122"/>
              </a:defRPr>
            </a:lvl4pPr>
            <a:lvl5pPr marL="2057400" indent="-228600">
              <a:defRPr kumimoji="1" sz="2800">
                <a:solidFill>
                  <a:schemeClr val="tx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defRPr/>
            </a:pPr>
            <a:r>
              <a:rPr lang="zh-CN" altLang="en-US" b="1" dirty="0">
                <a:solidFill>
                  <a:schemeClr val="tx1"/>
                </a:solidFill>
                <a:latin typeface="华文中宋" panose="02010600040101010101" pitchFamily="2" charset="-122"/>
                <a:ea typeface="华文中宋" panose="02010600040101010101" pitchFamily="2" charset="-122"/>
              </a:rPr>
              <a:t>习题二：</a:t>
            </a:r>
            <a:r>
              <a:rPr kumimoji="0" lang="en-US" altLang="zh-CN" b="1" dirty="0">
                <a:latin typeface="+mn-lt"/>
              </a:rPr>
              <a:t>26</a:t>
            </a:r>
            <a:r>
              <a:rPr kumimoji="0" lang="zh-CN" altLang="en-US" b="1" dirty="0">
                <a:latin typeface="+mn-lt"/>
              </a:rPr>
              <a:t>（</a:t>
            </a:r>
            <a:r>
              <a:rPr kumimoji="0" lang="en-US" altLang="zh-CN" b="1" dirty="0">
                <a:latin typeface="+mn-lt"/>
              </a:rPr>
              <a:t>1</a:t>
            </a:r>
            <a:r>
              <a:rPr kumimoji="0" lang="zh-CN" altLang="en-US" b="1" dirty="0">
                <a:latin typeface="+mn-lt"/>
              </a:rPr>
              <a:t>）</a:t>
            </a:r>
            <a:r>
              <a:rPr lang="zh-CN" altLang="en-US" b="1" dirty="0">
                <a:solidFill>
                  <a:schemeClr val="tx1"/>
                </a:solidFill>
                <a:latin typeface="华文中宋" panose="02010600040101010101" pitchFamily="2" charset="-122"/>
                <a:ea typeface="华文中宋" panose="02010600040101010101" pitchFamily="2" charset="-122"/>
              </a:rPr>
              <a:t>、</a:t>
            </a:r>
            <a:r>
              <a:rPr kumimoji="0" lang="en-US" altLang="zh-CN" b="1" dirty="0">
                <a:latin typeface="+mn-lt"/>
              </a:rPr>
              <a:t>27</a:t>
            </a:r>
            <a:r>
              <a:rPr lang="zh-CN" altLang="en-US" b="1" dirty="0">
                <a:solidFill>
                  <a:schemeClr val="tx1"/>
                </a:solidFill>
                <a:latin typeface="华文中宋" panose="02010600040101010101" pitchFamily="2" charset="-122"/>
                <a:ea typeface="华文中宋" panose="02010600040101010101" pitchFamily="2" charset="-122"/>
              </a:rPr>
              <a:t>、</a:t>
            </a:r>
            <a:r>
              <a:rPr kumimoji="0" lang="en-US" altLang="zh-CN" b="1" dirty="0">
                <a:latin typeface="+mn-lt"/>
              </a:rPr>
              <a:t>28</a:t>
            </a:r>
            <a:endParaRPr kumimoji="0" lang="zh-CN" altLang="en-US" b="1" dirty="0">
              <a:latin typeface="+mn-lt"/>
            </a:endParaRPr>
          </a:p>
        </p:txBody>
      </p:sp>
      <p:grpSp>
        <p:nvGrpSpPr>
          <p:cNvPr id="62467" name="Group 29"/>
          <p:cNvGrpSpPr/>
          <p:nvPr/>
        </p:nvGrpSpPr>
        <p:grpSpPr bwMode="auto">
          <a:xfrm>
            <a:off x="60325" y="136525"/>
            <a:ext cx="2497934" cy="825500"/>
            <a:chOff x="51" y="0"/>
            <a:chExt cx="881" cy="246"/>
          </a:xfrm>
        </p:grpSpPr>
        <p:sp>
          <p:nvSpPr>
            <p:cNvPr id="62475" name="Rectangle 30"/>
            <p:cNvSpPr>
              <a:spLocks noChangeArrowheads="1"/>
            </p:cNvSpPr>
            <p:nvPr/>
          </p:nvSpPr>
          <p:spPr bwMode="auto">
            <a:xfrm>
              <a:off x="349" y="9"/>
              <a:ext cx="583"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a:solidFill>
                    <a:schemeClr val="tx2"/>
                  </a:solidFill>
                  <a:latin typeface="Times New Roman" panose="02020603050405020304" pitchFamily="18" charset="0"/>
                  <a:ea typeface="宋体" panose="02010600030101010101" pitchFamily="2" charset="-122"/>
                </a:defRPr>
              </a:lvl1pPr>
              <a:lvl2pPr marL="742950" indent="-285750">
                <a:defRPr kumimoji="1" sz="2800">
                  <a:solidFill>
                    <a:schemeClr val="tx2"/>
                  </a:solidFill>
                  <a:latin typeface="Times New Roman" panose="02020603050405020304" pitchFamily="18" charset="0"/>
                  <a:ea typeface="宋体" panose="02010600030101010101" pitchFamily="2" charset="-122"/>
                </a:defRPr>
              </a:lvl2pPr>
              <a:lvl3pPr marL="1143000" indent="-228600">
                <a:defRPr kumimoji="1" sz="2800">
                  <a:solidFill>
                    <a:schemeClr val="tx2"/>
                  </a:solidFill>
                  <a:latin typeface="Times New Roman" panose="02020603050405020304" pitchFamily="18" charset="0"/>
                  <a:ea typeface="宋体" panose="02010600030101010101" pitchFamily="2" charset="-122"/>
                </a:defRPr>
              </a:lvl3pPr>
              <a:lvl4pPr marL="1600200" indent="-228600">
                <a:defRPr kumimoji="1" sz="2800">
                  <a:solidFill>
                    <a:schemeClr val="tx2"/>
                  </a:solidFill>
                  <a:latin typeface="Times New Roman" panose="02020603050405020304" pitchFamily="18" charset="0"/>
                  <a:ea typeface="宋体" panose="02010600030101010101" pitchFamily="2" charset="-122"/>
                </a:defRPr>
              </a:lvl4pPr>
              <a:lvl5pPr marL="2057400" indent="-228600">
                <a:defRPr kumimoji="1" sz="2800">
                  <a:solidFill>
                    <a:schemeClr val="tx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2"/>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600" b="1" dirty="0">
                  <a:solidFill>
                    <a:srgbClr val="C00000"/>
                  </a:solidFill>
                  <a:latin typeface="华文中宋" panose="02010600040101010101" pitchFamily="2" charset="-122"/>
                  <a:ea typeface="华文中宋" panose="02010600040101010101" pitchFamily="2" charset="-122"/>
                  <a:cs typeface="Times New Roman" panose="02020603050405020304" pitchFamily="18" charset="0"/>
                </a:rPr>
                <a:t>作  业</a:t>
              </a:r>
            </a:p>
          </p:txBody>
        </p:sp>
        <p:grpSp>
          <p:nvGrpSpPr>
            <p:cNvPr id="62476" name="Group 31"/>
            <p:cNvGrpSpPr/>
            <p:nvPr/>
          </p:nvGrpSpPr>
          <p:grpSpPr bwMode="auto">
            <a:xfrm>
              <a:off x="51" y="0"/>
              <a:ext cx="829" cy="246"/>
              <a:chOff x="51" y="0"/>
              <a:chExt cx="829" cy="246"/>
            </a:xfrm>
          </p:grpSpPr>
          <p:sp>
            <p:nvSpPr>
              <p:cNvPr id="62477" name="Line 32"/>
              <p:cNvSpPr>
                <a:spLocks noChangeShapeType="1"/>
              </p:cNvSpPr>
              <p:nvPr/>
            </p:nvSpPr>
            <p:spPr bwMode="auto">
              <a:xfrm flipV="1">
                <a:off x="96" y="198"/>
                <a:ext cx="784" cy="4"/>
              </a:xfrm>
              <a:prstGeom prst="line">
                <a:avLst/>
              </a:prstGeom>
              <a:noFill/>
              <a:ln w="2857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62478" name="Picture 33" descr="BD10263_"/>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 y="0"/>
                <a:ext cx="24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2" name="Text Box 4103">
            <a:hlinkClick r:id="rId3" action="ppaction://hlinksldjump" highlightClick="1"/>
            <a:hlinkHover r:id="" action="ppaction://macro?name=Macro1" highlightClick="1"/>
          </p:cNvPr>
          <p:cNvSpPr txBox="1">
            <a:spLocks noChangeArrowheads="1"/>
          </p:cNvSpPr>
          <p:nvPr/>
        </p:nvSpPr>
        <p:spPr bwMode="auto">
          <a:xfrm>
            <a:off x="7150814" y="6237312"/>
            <a:ext cx="1997088" cy="523220"/>
          </a:xfrm>
          <a:prstGeom prst="rect">
            <a:avLst/>
          </a:prstGeom>
          <a:solidFill>
            <a:schemeClr val="bg1"/>
          </a:solidFill>
          <a:ln>
            <a:noFill/>
          </a:ln>
          <a:effectLst/>
        </p:spPr>
        <p:txBody>
          <a:bodyPr wrap="square">
            <a:spAutoFit/>
          </a:body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1" lang="zh-CN" altLang="en-US" b="1" i="0" u="none" strike="noStrike" kern="1200" cap="none" spc="0" normalizeH="0" baseline="0" noProof="0" dirty="0">
                <a:ln>
                  <a:noFill/>
                </a:ln>
                <a:solidFill>
                  <a:srgbClr val="0033CC"/>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线性代数</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500" fill="hold"/>
                                        <p:tgtEl>
                                          <p:spTgt spid="7"/>
                                        </p:tgtEl>
                                        <p:attrNameLst>
                                          <p:attrName>ppt_w</p:attrName>
                                        </p:attrNameLst>
                                      </p:cBhvr>
                                      <p:tavLst>
                                        <p:tav tm="0">
                                          <p:val>
                                            <p:strVal val="#ppt_w*0.70"/>
                                          </p:val>
                                        </p:tav>
                                        <p:tav tm="100000">
                                          <p:val>
                                            <p:strVal val="#ppt_w"/>
                                          </p:val>
                                        </p:tav>
                                      </p:tavLst>
                                    </p:anim>
                                    <p:anim calcmode="lin" valueType="num">
                                      <p:cBhvr>
                                        <p:cTn id="8" dur="1500" fill="hold"/>
                                        <p:tgtEl>
                                          <p:spTgt spid="7"/>
                                        </p:tgtEl>
                                        <p:attrNameLst>
                                          <p:attrName>ppt_h</p:attrName>
                                        </p:attrNameLst>
                                      </p:cBhvr>
                                      <p:tavLst>
                                        <p:tav tm="0">
                                          <p:val>
                                            <p:strVal val="#ppt_h"/>
                                          </p:val>
                                        </p:tav>
                                        <p:tav tm="100000">
                                          <p:val>
                                            <p:strVal val="#ppt_h"/>
                                          </p:val>
                                        </p:tav>
                                      </p:tavLst>
                                    </p:anim>
                                    <p:animEffect transition="in" filter="fade">
                                      <p:cBhvr>
                                        <p:cTn id="9" dur="1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f47fcc34-08aa-4d11-ab19-1f61cfe44d19"/>
  <p:tag name="COMMONDATA" val="eyJoZGlkIjoiZmRhY2I1Yzc3MDRmODQ3NWQxMWUzOTBiYTliNDAwZTc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_默认设计模板">
  <a:themeElements>
    <a:clrScheme name="">
      <a:dk1>
        <a:srgbClr val="000000"/>
      </a:dk1>
      <a:lt1>
        <a:srgbClr val="FFFFFF"/>
      </a:lt1>
      <a:dk2>
        <a:srgbClr val="4E5B6F"/>
      </a:dk2>
      <a:lt2>
        <a:srgbClr val="D6ECFF"/>
      </a:lt2>
      <a:accent1>
        <a:srgbClr val="7FD13B"/>
      </a:accent1>
      <a:accent2>
        <a:srgbClr val="EA157A"/>
      </a:accent2>
      <a:accent3>
        <a:srgbClr val="FFFFFF"/>
      </a:accent3>
      <a:accent4>
        <a:srgbClr val="000000"/>
      </a:accent4>
      <a:accent5>
        <a:srgbClr val="C0E5AF"/>
      </a:accent5>
      <a:accent6>
        <a:srgbClr val="D4126E"/>
      </a:accent6>
      <a:hlink>
        <a:srgbClr val="EB8803"/>
      </a:hlink>
      <a:folHlink>
        <a:srgbClr val="5F7791"/>
      </a:folHlink>
    </a:clrScheme>
    <a:fontScheme name="默认设计模板">
      <a:majorFont>
        <a:latin typeface="Times New Roman"/>
        <a:ea typeface="黑体"/>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默认设计模板">
  <a:themeElements>
    <a:clrScheme name="">
      <a:dk1>
        <a:srgbClr val="000000"/>
      </a:dk1>
      <a:lt1>
        <a:srgbClr val="FFFFFF"/>
      </a:lt1>
      <a:dk2>
        <a:srgbClr val="4E5B6F"/>
      </a:dk2>
      <a:lt2>
        <a:srgbClr val="D6ECFF"/>
      </a:lt2>
      <a:accent1>
        <a:srgbClr val="7FD13B"/>
      </a:accent1>
      <a:accent2>
        <a:srgbClr val="EA157A"/>
      </a:accent2>
      <a:accent3>
        <a:srgbClr val="FFFFFF"/>
      </a:accent3>
      <a:accent4>
        <a:srgbClr val="000000"/>
      </a:accent4>
      <a:accent5>
        <a:srgbClr val="C0E5AF"/>
      </a:accent5>
      <a:accent6>
        <a:srgbClr val="D4126E"/>
      </a:accent6>
      <a:hlink>
        <a:srgbClr val="EB8803"/>
      </a:hlink>
      <a:folHlink>
        <a:srgbClr val="5F7791"/>
      </a:folHlink>
    </a:clrScheme>
    <a:fontScheme name="默认设计模板">
      <a:majorFont>
        <a:latin typeface="Times New Roman"/>
        <a:ea typeface="黑体"/>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习题课模板">
  <a:themeElements>
    <a:clrScheme name="2_习题课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2_习题课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triangl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triangl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2_习题课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习题课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2_习题课模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习题课模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习题课模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习题课模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2_习题课模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主题2</Template>
  <TotalTime>21</TotalTime>
  <Words>2752</Words>
  <Application>Microsoft Macintosh PowerPoint</Application>
  <PresentationFormat>On-screen Show (4:3)</PresentationFormat>
  <Paragraphs>289</Paragraphs>
  <Slides>31</Slides>
  <Notes>0</Notes>
  <HiddenSlides>0</HiddenSlides>
  <MMClips>0</MMClips>
  <ScaleCrop>false</ScaleCrop>
  <HeadingPairs>
    <vt:vector size="8" baseType="variant">
      <vt:variant>
        <vt:lpstr>Fonts Used</vt:lpstr>
      </vt:variant>
      <vt:variant>
        <vt:i4>14</vt:i4>
      </vt:variant>
      <vt:variant>
        <vt:lpstr>Theme</vt:lpstr>
      </vt:variant>
      <vt:variant>
        <vt:i4>4</vt:i4>
      </vt:variant>
      <vt:variant>
        <vt:lpstr>Embedded OLE Servers</vt:lpstr>
      </vt:variant>
      <vt:variant>
        <vt:i4>4</vt:i4>
      </vt:variant>
      <vt:variant>
        <vt:lpstr>Slide Titles</vt:lpstr>
      </vt:variant>
      <vt:variant>
        <vt:i4>31</vt:i4>
      </vt:variant>
    </vt:vector>
  </HeadingPairs>
  <TitlesOfParts>
    <vt:vector size="53" baseType="lpstr">
      <vt:lpstr>楷体_GB2312</vt:lpstr>
      <vt:lpstr>隶书</vt:lpstr>
      <vt:lpstr>黑体</vt:lpstr>
      <vt:lpstr>宋体</vt:lpstr>
      <vt:lpstr>华文仿宋</vt:lpstr>
      <vt:lpstr>华文细黑</vt:lpstr>
      <vt:lpstr>华文新魏</vt:lpstr>
      <vt:lpstr>华文中宋</vt:lpstr>
      <vt:lpstr>Arial</vt:lpstr>
      <vt:lpstr>Arial Black</vt:lpstr>
      <vt:lpstr>Calibri</vt:lpstr>
      <vt:lpstr>Symbol</vt:lpstr>
      <vt:lpstr>Times New Roman</vt:lpstr>
      <vt:lpstr>Wingdings</vt:lpstr>
      <vt:lpstr>1_默认设计模板</vt:lpstr>
      <vt:lpstr>2_默认设计模板</vt:lpstr>
      <vt:lpstr>2_习题课模板</vt:lpstr>
      <vt:lpstr>2_Pixel</vt:lpstr>
      <vt:lpstr>Equation</vt:lpstr>
      <vt:lpstr>MathType 6.0 Equation</vt:lpstr>
      <vt:lpstr>MathType 4.0 Equation</vt:lpstr>
      <vt:lpstr>Microsoft Word 文档</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chen lilian</dc:creator>
  <cp:lastModifiedBy>Microsoft Office User</cp:lastModifiedBy>
  <cp:revision>1140</cp:revision>
  <dcterms:created xsi:type="dcterms:W3CDTF">2012-06-17T01:12:00Z</dcterms:created>
  <dcterms:modified xsi:type="dcterms:W3CDTF">2026-10-19T05:20:11Z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FD406AF14D894C65BD7188147F789952_12</vt:lpwstr>
  </property>
  <property fmtid="{D5CDD505-2E9C-101B-9397-08002B2CF9AE}" pid="3" name="KSOProductBuildVer">
    <vt:lpwstr>2052-12.1.0.16388</vt:lpwstr>
  </property>
</Properties>
</file>
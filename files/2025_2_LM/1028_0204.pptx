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6" r:id="rId3"/>
    <p:sldMasterId id="2147483688" r:id="rId4"/>
  </p:sldMasterIdLst>
  <p:notesMasterIdLst>
    <p:notesMasterId r:id="rId31"/>
  </p:notesMasterIdLst>
  <p:handoutMasterIdLst>
    <p:handoutMasterId r:id="rId32"/>
  </p:handoutMasterIdLst>
  <p:sldIdLst>
    <p:sldId id="1129" r:id="rId5"/>
    <p:sldId id="1498" r:id="rId6"/>
    <p:sldId id="1414" r:id="rId7"/>
    <p:sldId id="1473" r:id="rId8"/>
    <p:sldId id="1472" r:id="rId9"/>
    <p:sldId id="1475" r:id="rId10"/>
    <p:sldId id="1476" r:id="rId11"/>
    <p:sldId id="1478" r:id="rId12"/>
    <p:sldId id="1477" r:id="rId13"/>
    <p:sldId id="1480" r:id="rId14"/>
    <p:sldId id="1479" r:id="rId15"/>
    <p:sldId id="1481" r:id="rId16"/>
    <p:sldId id="1482" r:id="rId17"/>
    <p:sldId id="1484" r:id="rId18"/>
    <p:sldId id="1485" r:id="rId19"/>
    <p:sldId id="1499" r:id="rId20"/>
    <p:sldId id="1500" r:id="rId21"/>
    <p:sldId id="1490" r:id="rId22"/>
    <p:sldId id="1486" r:id="rId23"/>
    <p:sldId id="1487" r:id="rId24"/>
    <p:sldId id="1488" r:id="rId25"/>
    <p:sldId id="1489" r:id="rId26"/>
    <p:sldId id="1501" r:id="rId27"/>
    <p:sldId id="1469" r:id="rId28"/>
    <p:sldId id="1470" r:id="rId29"/>
    <p:sldId id="849" r:id="rId30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ABA"/>
    <a:srgbClr val="C00000"/>
    <a:srgbClr val="3333FF"/>
    <a:srgbClr val="0033CC"/>
    <a:srgbClr val="0000FF"/>
    <a:srgbClr val="C7E6A4"/>
    <a:srgbClr val="FF0066"/>
    <a:srgbClr val="6666FF"/>
    <a:srgbClr val="969696"/>
    <a:srgbClr val="2B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66" autoAdjust="0"/>
    <p:restoredTop sz="93807" autoAdjust="0"/>
  </p:normalViewPr>
  <p:slideViewPr>
    <p:cSldViewPr showGuides="1">
      <p:cViewPr varScale="1">
        <p:scale>
          <a:sx n="45" d="100"/>
          <a:sy n="45" d="100"/>
        </p:scale>
        <p:origin x="200" y="1944"/>
      </p:cViewPr>
      <p:guideLst>
        <p:guide orient="horz" pos="2183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华文中宋" panose="020106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华文中宋" panose="02010600040101010101" pitchFamily="2" charset="-122"/>
              </a:rPr>
              <a:t>2026/10/13</a:t>
            </a:fld>
            <a:endParaRPr lang="zh-CN" altLang="en-US">
              <a:cs typeface="华文中宋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华文中宋" panose="020106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华文中宋" panose="02010600040101010101" pitchFamily="2" charset="-122"/>
              </a:rPr>
              <a:t>‹#›</a:t>
            </a:fld>
            <a:endParaRPr lang="zh-CN" altLang="en-US">
              <a:cs typeface="华文中宋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华文中宋" panose="0201060004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华文中宋" panose="0201060004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华文中宋" panose="0201060004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华文中宋" panose="0201060004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华文中宋" panose="0201060004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>
                <a:cs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华文中宋" panose="02010600040101010101" pitchFamily="2" charset="-122"/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华文中宋" panose="02010600040101010101" pitchFamily="2" charset="-122"/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华文中宋" panose="02010600040101010101" pitchFamily="2" charset="-122"/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cs typeface="华文中宋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cs typeface="华文中宋" panose="02010600040101010101" pitchFamily="2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cs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cs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cs typeface="华文中宋" panose="02010600040101010101" pitchFamily="2" charset="-122"/>
              </a:defRPr>
            </a:lvl1pPr>
            <a:lvl2pPr>
              <a:defRPr sz="2800">
                <a:cs typeface="华文中宋" panose="02010600040101010101" pitchFamily="2" charset="-122"/>
              </a:defRPr>
            </a:lvl2pPr>
            <a:lvl3pPr>
              <a:defRPr sz="2400">
                <a:cs typeface="华文中宋" panose="02010600040101010101" pitchFamily="2" charset="-122"/>
              </a:defRPr>
            </a:lvl3pPr>
            <a:lvl4pPr>
              <a:defRPr sz="2000">
                <a:cs typeface="华文中宋" panose="02010600040101010101" pitchFamily="2" charset="-122"/>
              </a:defRPr>
            </a:lvl4pPr>
            <a:lvl5pPr>
              <a:defRPr sz="2000">
                <a:cs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cs typeface="华文中宋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cs typeface="华文中宋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cs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cs typeface="华文中宋" panose="02010600040101010101" pitchFamily="2" charset="-122"/>
              </a:defRPr>
            </a:lvl1pPr>
            <a:lvl2pPr>
              <a:defRPr>
                <a:cs typeface="华文中宋" panose="02010600040101010101" pitchFamily="2" charset="-122"/>
              </a:defRPr>
            </a:lvl2pPr>
            <a:lvl3pPr>
              <a:defRPr>
                <a:cs typeface="华文中宋" panose="02010600040101010101" pitchFamily="2" charset="-122"/>
              </a:defRPr>
            </a:lvl3pPr>
            <a:lvl4pPr>
              <a:defRPr>
                <a:cs typeface="华文中宋" panose="02010600040101010101" pitchFamily="2" charset="-122"/>
              </a:defRPr>
            </a:lvl4pPr>
            <a:lvl5pPr>
              <a:defRPr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cs typeface="华文中宋" panose="0201060004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cs typeface="华文中宋" panose="02010600040101010101" pitchFamily="2" charset="-122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华文中宋" panose="02010600040101010101" pitchFamily="2" charset="-122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cs typeface="华文中宋" panose="0201060004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cs typeface="华文中宋" panose="0201060004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华文中宋" panose="02010600040101010101" pitchFamily="2" charset="-122"/>
              <a:ea typeface="宋体" panose="02010600030101010101" pitchFamily="2" charset="-122"/>
              <a:cs typeface="华文中宋" panose="02010600040101010101" pitchFamily="2" charset="-122"/>
              <a:sym typeface="华文中宋" panose="0201060004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华文中宋" panose="02010600040101010101" pitchFamily="2" charset="-122"/>
          <a:cs typeface="华文中宋" panose="02010600040101010101" pitchFamily="2" charset="-122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华文中宋" panose="02010600040101010101" pitchFamily="2" charset="-122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华文中宋" panose="02010600040101010101" pitchFamily="2" charset="-122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华文中宋" panose="02010600040101010101" pitchFamily="2" charset="-122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华文中宋" panose="02010600040101010101" pitchFamily="2" charset="-122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027" name="AutoShape 27"/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028" name="AutoShape 8"/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029" name="AutoShape 10"/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030" name="AutoShape 24"/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031" name="AutoShape 26"/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华文中宋" panose="02010600040101010101" pitchFamily="2" charset="-122"/>
              <a:cs typeface="华文中宋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华文中宋" panose="02010600040101010101" pitchFamily="2" charset="-122"/>
                <a:ea typeface="+mn-ea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cs typeface="华文中宋" panose="02010600040101010101" pitchFamily="2" charset="-122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cs typeface="华文中宋" panose="02010600040101010101" pitchFamily="2" charset="-122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cs typeface="华文中宋" panose="02010600040101010101" pitchFamily="2" charset="-122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华文中宋" panose="02010600040101010101" pitchFamily="2" charset="-122"/>
                <a:ea typeface="+mn-ea"/>
                <a:cs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中宋" panose="02010600040101010101" pitchFamily="2" charset="-122"/>
          <a:ea typeface="+mj-ea"/>
          <a:cs typeface="华文中宋" panose="0201060004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华文中宋" panose="02010600040101010101" pitchFamily="2" charset="-122"/>
          <a:ea typeface="+mn-ea"/>
          <a:cs typeface="华文中宋" panose="020106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华文中宋" panose="02010600040101010101" pitchFamily="2" charset="-122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华文中宋" panose="02010600040101010101" pitchFamily="2" charset="-122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华文中宋" panose="02010600040101010101" pitchFamily="2" charset="-122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华文中宋" panose="02010600040101010101" pitchFamily="2" charset="-122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slideLayout" Target="../slideLayouts/slideLayout44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image" Target="../media/image6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29" Type="http://schemas.openxmlformats.org/officeDocument/2006/relationships/slide" Target="slide1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slideLayout" Target="../slideLayouts/slideLayout44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26" Type="http://schemas.openxmlformats.org/officeDocument/2006/relationships/slideLayout" Target="../slideLayouts/slideLayout44.xml"/><Relationship Id="rId3" Type="http://schemas.openxmlformats.org/officeDocument/2006/relationships/tags" Target="../tags/tag56.xml"/><Relationship Id="rId21" Type="http://schemas.openxmlformats.org/officeDocument/2006/relationships/tags" Target="../tags/tag74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tags" Target="../tags/tag78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tags" Target="../tags/tag77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tags" Target="../tags/tag76.xml"/><Relationship Id="rId28" Type="http://schemas.openxmlformats.org/officeDocument/2006/relationships/image" Target="../media/image6.png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tags" Target="../tags/tag75.xml"/><Relationship Id="rId27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image" Target="../media/image7.wmf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oleObject" Target="../embeddings/oleObject1.bin"/><Relationship Id="rId2" Type="http://schemas.openxmlformats.org/officeDocument/2006/relationships/tags" Target="../tags/tag79.xml"/><Relationship Id="rId1" Type="http://schemas.openxmlformats.org/officeDocument/2006/relationships/vmlDrawing" Target="../drawings/vmlDrawing1.vml"/><Relationship Id="rId6" Type="http://schemas.openxmlformats.org/officeDocument/2006/relationships/tags" Target="../tags/tag83.xml"/><Relationship Id="rId11" Type="http://schemas.openxmlformats.org/officeDocument/2006/relationships/image" Target="../media/image6.png"/><Relationship Id="rId5" Type="http://schemas.openxmlformats.org/officeDocument/2006/relationships/tags" Target="../tags/tag82.xml"/><Relationship Id="rId15" Type="http://schemas.openxmlformats.org/officeDocument/2006/relationships/image" Target="../media/image8.wmf"/><Relationship Id="rId10" Type="http://schemas.openxmlformats.org/officeDocument/2006/relationships/slide" Target="slide1.xml"/><Relationship Id="rId4" Type="http://schemas.openxmlformats.org/officeDocument/2006/relationships/tags" Target="../tags/tag81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image" Target="../media/image9.wmf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oleObject" Target="../embeddings/oleObject3.bin"/><Relationship Id="rId2" Type="http://schemas.openxmlformats.org/officeDocument/2006/relationships/tags" Target="../tags/tag86.xml"/><Relationship Id="rId1" Type="http://schemas.openxmlformats.org/officeDocument/2006/relationships/vmlDrawing" Target="../drawings/vmlDrawing2.vml"/><Relationship Id="rId6" Type="http://schemas.openxmlformats.org/officeDocument/2006/relationships/tags" Target="../tags/tag90.xml"/><Relationship Id="rId11" Type="http://schemas.openxmlformats.org/officeDocument/2006/relationships/image" Target="../media/image6.png"/><Relationship Id="rId5" Type="http://schemas.openxmlformats.org/officeDocument/2006/relationships/tags" Target="../tags/tag89.xml"/><Relationship Id="rId15" Type="http://schemas.openxmlformats.org/officeDocument/2006/relationships/image" Target="../media/image10.wmf"/><Relationship Id="rId10" Type="http://schemas.openxmlformats.org/officeDocument/2006/relationships/slide" Target="slide1.xml"/><Relationship Id="rId4" Type="http://schemas.openxmlformats.org/officeDocument/2006/relationships/tags" Target="../tags/tag88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slide" Target="slide1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slide" Target="slide1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slide" Target="slide1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7.wmf"/><Relationship Id="rId4" Type="http://schemas.openxmlformats.org/officeDocument/2006/relationships/image" Target="../media/image6.png"/><Relationship Id="rId9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3" Type="http://schemas.openxmlformats.org/officeDocument/2006/relationships/tags" Target="../tags/tag95.xml"/><Relationship Id="rId21" Type="http://schemas.openxmlformats.org/officeDocument/2006/relationships/slide" Target="slide1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openxmlformats.org/officeDocument/2006/relationships/slideLayout" Target="../slideLayouts/slideLayout4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10" Type="http://schemas.openxmlformats.org/officeDocument/2006/relationships/tags" Target="../tags/tag102.xml"/><Relationship Id="rId19" Type="http://schemas.openxmlformats.org/officeDocument/2006/relationships/tags" Target="../tags/tag111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24.xml"/><Relationship Id="rId18" Type="http://schemas.openxmlformats.org/officeDocument/2006/relationships/tags" Target="../tags/tag129.xml"/><Relationship Id="rId26" Type="http://schemas.openxmlformats.org/officeDocument/2006/relationships/tags" Target="../tags/tag137.xml"/><Relationship Id="rId39" Type="http://schemas.openxmlformats.org/officeDocument/2006/relationships/tags" Target="../tags/tag150.xml"/><Relationship Id="rId21" Type="http://schemas.openxmlformats.org/officeDocument/2006/relationships/tags" Target="../tags/tag132.xml"/><Relationship Id="rId34" Type="http://schemas.openxmlformats.org/officeDocument/2006/relationships/tags" Target="../tags/tag145.xml"/><Relationship Id="rId42" Type="http://schemas.openxmlformats.org/officeDocument/2006/relationships/tags" Target="../tags/tag153.xml"/><Relationship Id="rId47" Type="http://schemas.openxmlformats.org/officeDocument/2006/relationships/slide" Target="slide1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9" Type="http://schemas.openxmlformats.org/officeDocument/2006/relationships/tags" Target="../tags/tag140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24" Type="http://schemas.openxmlformats.org/officeDocument/2006/relationships/tags" Target="../tags/tag135.xml"/><Relationship Id="rId32" Type="http://schemas.openxmlformats.org/officeDocument/2006/relationships/tags" Target="../tags/tag143.xml"/><Relationship Id="rId37" Type="http://schemas.openxmlformats.org/officeDocument/2006/relationships/tags" Target="../tags/tag148.xml"/><Relationship Id="rId40" Type="http://schemas.openxmlformats.org/officeDocument/2006/relationships/tags" Target="../tags/tag151.xml"/><Relationship Id="rId45" Type="http://schemas.openxmlformats.org/officeDocument/2006/relationships/tags" Target="../tags/tag156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23" Type="http://schemas.openxmlformats.org/officeDocument/2006/relationships/tags" Target="../tags/tag134.xml"/><Relationship Id="rId28" Type="http://schemas.openxmlformats.org/officeDocument/2006/relationships/tags" Target="../tags/tag139.xml"/><Relationship Id="rId36" Type="http://schemas.openxmlformats.org/officeDocument/2006/relationships/tags" Target="../tags/tag147.xml"/><Relationship Id="rId10" Type="http://schemas.openxmlformats.org/officeDocument/2006/relationships/tags" Target="../tags/tag121.xml"/><Relationship Id="rId19" Type="http://schemas.openxmlformats.org/officeDocument/2006/relationships/tags" Target="../tags/tag130.xml"/><Relationship Id="rId31" Type="http://schemas.openxmlformats.org/officeDocument/2006/relationships/tags" Target="../tags/tag142.xml"/><Relationship Id="rId44" Type="http://schemas.openxmlformats.org/officeDocument/2006/relationships/tags" Target="../tags/tag155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Relationship Id="rId22" Type="http://schemas.openxmlformats.org/officeDocument/2006/relationships/tags" Target="../tags/tag133.xml"/><Relationship Id="rId27" Type="http://schemas.openxmlformats.org/officeDocument/2006/relationships/tags" Target="../tags/tag138.xml"/><Relationship Id="rId30" Type="http://schemas.openxmlformats.org/officeDocument/2006/relationships/tags" Target="../tags/tag141.xml"/><Relationship Id="rId35" Type="http://schemas.openxmlformats.org/officeDocument/2006/relationships/tags" Target="../tags/tag146.xml"/><Relationship Id="rId43" Type="http://schemas.openxmlformats.org/officeDocument/2006/relationships/tags" Target="../tags/tag154.xml"/><Relationship Id="rId48" Type="http://schemas.openxmlformats.org/officeDocument/2006/relationships/image" Target="../media/image6.png"/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5" Type="http://schemas.openxmlformats.org/officeDocument/2006/relationships/tags" Target="../tags/tag136.xml"/><Relationship Id="rId33" Type="http://schemas.openxmlformats.org/officeDocument/2006/relationships/tags" Target="../tags/tag144.xml"/><Relationship Id="rId38" Type="http://schemas.openxmlformats.org/officeDocument/2006/relationships/tags" Target="../tags/tag149.xml"/><Relationship Id="rId46" Type="http://schemas.openxmlformats.org/officeDocument/2006/relationships/slideLayout" Target="../slideLayouts/slideLayout44.xml"/><Relationship Id="rId20" Type="http://schemas.openxmlformats.org/officeDocument/2006/relationships/tags" Target="../tags/tag131.xml"/><Relationship Id="rId41" Type="http://schemas.openxmlformats.org/officeDocument/2006/relationships/tags" Target="../tags/tag15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26" Type="http://schemas.openxmlformats.org/officeDocument/2006/relationships/tags" Target="../tags/tag182.xml"/><Relationship Id="rId39" Type="http://schemas.openxmlformats.org/officeDocument/2006/relationships/tags" Target="../tags/tag195.xml"/><Relationship Id="rId21" Type="http://schemas.openxmlformats.org/officeDocument/2006/relationships/tags" Target="../tags/tag177.xml"/><Relationship Id="rId34" Type="http://schemas.openxmlformats.org/officeDocument/2006/relationships/tags" Target="../tags/tag190.xml"/><Relationship Id="rId42" Type="http://schemas.openxmlformats.org/officeDocument/2006/relationships/tags" Target="../tags/tag198.xml"/><Relationship Id="rId47" Type="http://schemas.openxmlformats.org/officeDocument/2006/relationships/tags" Target="../tags/tag203.xml"/><Relationship Id="rId50" Type="http://schemas.openxmlformats.org/officeDocument/2006/relationships/tags" Target="../tags/tag206.xml"/><Relationship Id="rId55" Type="http://schemas.openxmlformats.org/officeDocument/2006/relationships/image" Target="../media/image6.png"/><Relationship Id="rId7" Type="http://schemas.openxmlformats.org/officeDocument/2006/relationships/tags" Target="../tags/tag16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9" Type="http://schemas.openxmlformats.org/officeDocument/2006/relationships/tags" Target="../tags/tag185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tags" Target="../tags/tag188.xml"/><Relationship Id="rId37" Type="http://schemas.openxmlformats.org/officeDocument/2006/relationships/tags" Target="../tags/tag193.xml"/><Relationship Id="rId40" Type="http://schemas.openxmlformats.org/officeDocument/2006/relationships/tags" Target="../tags/tag196.xml"/><Relationship Id="rId45" Type="http://schemas.openxmlformats.org/officeDocument/2006/relationships/tags" Target="../tags/tag201.xml"/><Relationship Id="rId53" Type="http://schemas.openxmlformats.org/officeDocument/2006/relationships/slideLayout" Target="../slideLayouts/slideLayout44.xml"/><Relationship Id="rId5" Type="http://schemas.openxmlformats.org/officeDocument/2006/relationships/tags" Target="../tags/tag161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31" Type="http://schemas.openxmlformats.org/officeDocument/2006/relationships/tags" Target="../tags/tag187.xml"/><Relationship Id="rId44" Type="http://schemas.openxmlformats.org/officeDocument/2006/relationships/tags" Target="../tags/tag200.xml"/><Relationship Id="rId52" Type="http://schemas.openxmlformats.org/officeDocument/2006/relationships/tags" Target="../tags/tag208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Relationship Id="rId35" Type="http://schemas.openxmlformats.org/officeDocument/2006/relationships/tags" Target="../tags/tag191.xml"/><Relationship Id="rId43" Type="http://schemas.openxmlformats.org/officeDocument/2006/relationships/tags" Target="../tags/tag199.xml"/><Relationship Id="rId48" Type="http://schemas.openxmlformats.org/officeDocument/2006/relationships/tags" Target="../tags/tag204.xml"/><Relationship Id="rId8" Type="http://schemas.openxmlformats.org/officeDocument/2006/relationships/tags" Target="../tags/tag164.xml"/><Relationship Id="rId51" Type="http://schemas.openxmlformats.org/officeDocument/2006/relationships/tags" Target="../tags/tag207.xml"/><Relationship Id="rId3" Type="http://schemas.openxmlformats.org/officeDocument/2006/relationships/tags" Target="../tags/tag159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33" Type="http://schemas.openxmlformats.org/officeDocument/2006/relationships/tags" Target="../tags/tag189.xml"/><Relationship Id="rId38" Type="http://schemas.openxmlformats.org/officeDocument/2006/relationships/tags" Target="../tags/tag194.xml"/><Relationship Id="rId46" Type="http://schemas.openxmlformats.org/officeDocument/2006/relationships/tags" Target="../tags/tag202.xml"/><Relationship Id="rId20" Type="http://schemas.openxmlformats.org/officeDocument/2006/relationships/tags" Target="../tags/tag176.xml"/><Relationship Id="rId41" Type="http://schemas.openxmlformats.org/officeDocument/2006/relationships/tags" Target="../tags/tag197.xml"/><Relationship Id="rId54" Type="http://schemas.openxmlformats.org/officeDocument/2006/relationships/slide" Target="slide1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tags" Target="../tags/tag192.xml"/><Relationship Id="rId49" Type="http://schemas.openxmlformats.org/officeDocument/2006/relationships/tags" Target="../tags/tag205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tags" Target="../tags/tag234.xml"/><Relationship Id="rId21" Type="http://schemas.openxmlformats.org/officeDocument/2006/relationships/tags" Target="../tags/tag229.xml"/><Relationship Id="rId34" Type="http://schemas.openxmlformats.org/officeDocument/2006/relationships/tags" Target="../tags/tag242.xml"/><Relationship Id="rId42" Type="http://schemas.openxmlformats.org/officeDocument/2006/relationships/tags" Target="../tags/tag250.xml"/><Relationship Id="rId47" Type="http://schemas.openxmlformats.org/officeDocument/2006/relationships/tags" Target="../tags/tag255.xml"/><Relationship Id="rId50" Type="http://schemas.openxmlformats.org/officeDocument/2006/relationships/tags" Target="../tags/tag258.xml"/><Relationship Id="rId55" Type="http://schemas.openxmlformats.org/officeDocument/2006/relationships/tags" Target="../tags/tag263.xml"/><Relationship Id="rId63" Type="http://schemas.openxmlformats.org/officeDocument/2006/relationships/tags" Target="../tags/tag27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29" Type="http://schemas.openxmlformats.org/officeDocument/2006/relationships/tags" Target="../tags/tag237.xml"/><Relationship Id="rId11" Type="http://schemas.openxmlformats.org/officeDocument/2006/relationships/tags" Target="../tags/tag219.xml"/><Relationship Id="rId24" Type="http://schemas.openxmlformats.org/officeDocument/2006/relationships/tags" Target="../tags/tag232.xml"/><Relationship Id="rId32" Type="http://schemas.openxmlformats.org/officeDocument/2006/relationships/tags" Target="../tags/tag240.xml"/><Relationship Id="rId37" Type="http://schemas.openxmlformats.org/officeDocument/2006/relationships/tags" Target="../tags/tag245.xml"/><Relationship Id="rId40" Type="http://schemas.openxmlformats.org/officeDocument/2006/relationships/tags" Target="../tags/tag248.xml"/><Relationship Id="rId45" Type="http://schemas.openxmlformats.org/officeDocument/2006/relationships/tags" Target="../tags/tag253.xml"/><Relationship Id="rId53" Type="http://schemas.openxmlformats.org/officeDocument/2006/relationships/tags" Target="../tags/tag261.xml"/><Relationship Id="rId58" Type="http://schemas.openxmlformats.org/officeDocument/2006/relationships/tags" Target="../tags/tag266.xml"/><Relationship Id="rId66" Type="http://schemas.openxmlformats.org/officeDocument/2006/relationships/slide" Target="slide1.xml"/><Relationship Id="rId5" Type="http://schemas.openxmlformats.org/officeDocument/2006/relationships/tags" Target="../tags/tag213.xml"/><Relationship Id="rId61" Type="http://schemas.openxmlformats.org/officeDocument/2006/relationships/tags" Target="../tags/tag269.xml"/><Relationship Id="rId19" Type="http://schemas.openxmlformats.org/officeDocument/2006/relationships/tags" Target="../tags/tag227.xml"/><Relationship Id="rId14" Type="http://schemas.openxmlformats.org/officeDocument/2006/relationships/tags" Target="../tags/tag222.xml"/><Relationship Id="rId22" Type="http://schemas.openxmlformats.org/officeDocument/2006/relationships/tags" Target="../tags/tag230.xml"/><Relationship Id="rId27" Type="http://schemas.openxmlformats.org/officeDocument/2006/relationships/tags" Target="../tags/tag235.xml"/><Relationship Id="rId30" Type="http://schemas.openxmlformats.org/officeDocument/2006/relationships/tags" Target="../tags/tag238.xml"/><Relationship Id="rId35" Type="http://schemas.openxmlformats.org/officeDocument/2006/relationships/tags" Target="../tags/tag243.xml"/><Relationship Id="rId43" Type="http://schemas.openxmlformats.org/officeDocument/2006/relationships/tags" Target="../tags/tag251.xml"/><Relationship Id="rId48" Type="http://schemas.openxmlformats.org/officeDocument/2006/relationships/tags" Target="../tags/tag256.xml"/><Relationship Id="rId56" Type="http://schemas.openxmlformats.org/officeDocument/2006/relationships/tags" Target="../tags/tag264.xml"/><Relationship Id="rId64" Type="http://schemas.openxmlformats.org/officeDocument/2006/relationships/tags" Target="../tags/tag272.xml"/><Relationship Id="rId8" Type="http://schemas.openxmlformats.org/officeDocument/2006/relationships/tags" Target="../tags/tag216.xml"/><Relationship Id="rId51" Type="http://schemas.openxmlformats.org/officeDocument/2006/relationships/tags" Target="../tags/tag259.xml"/><Relationship Id="rId3" Type="http://schemas.openxmlformats.org/officeDocument/2006/relationships/tags" Target="../tags/tag211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5" Type="http://schemas.openxmlformats.org/officeDocument/2006/relationships/tags" Target="../tags/tag233.xml"/><Relationship Id="rId33" Type="http://schemas.openxmlformats.org/officeDocument/2006/relationships/tags" Target="../tags/tag241.xml"/><Relationship Id="rId38" Type="http://schemas.openxmlformats.org/officeDocument/2006/relationships/tags" Target="../tags/tag246.xml"/><Relationship Id="rId46" Type="http://schemas.openxmlformats.org/officeDocument/2006/relationships/tags" Target="../tags/tag254.xml"/><Relationship Id="rId59" Type="http://schemas.openxmlformats.org/officeDocument/2006/relationships/tags" Target="../tags/tag267.xml"/><Relationship Id="rId67" Type="http://schemas.openxmlformats.org/officeDocument/2006/relationships/image" Target="../media/image6.png"/><Relationship Id="rId20" Type="http://schemas.openxmlformats.org/officeDocument/2006/relationships/tags" Target="../tags/tag228.xml"/><Relationship Id="rId41" Type="http://schemas.openxmlformats.org/officeDocument/2006/relationships/tags" Target="../tags/tag249.xml"/><Relationship Id="rId54" Type="http://schemas.openxmlformats.org/officeDocument/2006/relationships/tags" Target="../tags/tag262.xml"/><Relationship Id="rId62" Type="http://schemas.openxmlformats.org/officeDocument/2006/relationships/tags" Target="../tags/tag27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5" Type="http://schemas.openxmlformats.org/officeDocument/2006/relationships/tags" Target="../tags/tag223.xml"/><Relationship Id="rId23" Type="http://schemas.openxmlformats.org/officeDocument/2006/relationships/tags" Target="../tags/tag231.xml"/><Relationship Id="rId28" Type="http://schemas.openxmlformats.org/officeDocument/2006/relationships/tags" Target="../tags/tag236.xml"/><Relationship Id="rId36" Type="http://schemas.openxmlformats.org/officeDocument/2006/relationships/tags" Target="../tags/tag244.xml"/><Relationship Id="rId49" Type="http://schemas.openxmlformats.org/officeDocument/2006/relationships/tags" Target="../tags/tag257.xml"/><Relationship Id="rId57" Type="http://schemas.openxmlformats.org/officeDocument/2006/relationships/tags" Target="../tags/tag265.xml"/><Relationship Id="rId10" Type="http://schemas.openxmlformats.org/officeDocument/2006/relationships/tags" Target="../tags/tag218.xml"/><Relationship Id="rId31" Type="http://schemas.openxmlformats.org/officeDocument/2006/relationships/tags" Target="../tags/tag239.xml"/><Relationship Id="rId44" Type="http://schemas.openxmlformats.org/officeDocument/2006/relationships/tags" Target="../tags/tag252.xml"/><Relationship Id="rId52" Type="http://schemas.openxmlformats.org/officeDocument/2006/relationships/tags" Target="../tags/tag260.xml"/><Relationship Id="rId60" Type="http://schemas.openxmlformats.org/officeDocument/2006/relationships/tags" Target="../tags/tag268.xml"/><Relationship Id="rId65" Type="http://schemas.openxmlformats.org/officeDocument/2006/relationships/slideLayout" Target="../slideLayouts/slideLayout44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3" Type="http://schemas.openxmlformats.org/officeDocument/2006/relationships/tags" Target="../tags/tag221.xml"/><Relationship Id="rId18" Type="http://schemas.openxmlformats.org/officeDocument/2006/relationships/tags" Target="../tags/tag226.xml"/><Relationship Id="rId39" Type="http://schemas.openxmlformats.org/officeDocument/2006/relationships/tags" Target="../tags/tag24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slide" Target="slide1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13" Type="http://schemas.openxmlformats.org/officeDocument/2006/relationships/image" Target="../media/image32.wmf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12" Type="http://schemas.openxmlformats.org/officeDocument/2006/relationships/oleObject" Target="../embeddings/oleObject26.bin"/><Relationship Id="rId2" Type="http://schemas.openxmlformats.org/officeDocument/2006/relationships/tags" Target="../tags/tag273.xml"/><Relationship Id="rId1" Type="http://schemas.openxmlformats.org/officeDocument/2006/relationships/vmlDrawing" Target="../drawings/vmlDrawing9.vml"/><Relationship Id="rId6" Type="http://schemas.openxmlformats.org/officeDocument/2006/relationships/tags" Target="../tags/tag277.xml"/><Relationship Id="rId11" Type="http://schemas.openxmlformats.org/officeDocument/2006/relationships/image" Target="../media/image6.png"/><Relationship Id="rId5" Type="http://schemas.openxmlformats.org/officeDocument/2006/relationships/tags" Target="../tags/tag276.xml"/><Relationship Id="rId10" Type="http://schemas.openxmlformats.org/officeDocument/2006/relationships/slide" Target="slide1.xml"/><Relationship Id="rId4" Type="http://schemas.openxmlformats.org/officeDocument/2006/relationships/tags" Target="../tags/tag275.xml"/><Relationship Id="rId9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28.bin"/><Relationship Id="rId3" Type="http://schemas.openxmlformats.org/officeDocument/2006/relationships/tags" Target="../tags/tag281.xml"/><Relationship Id="rId7" Type="http://schemas.openxmlformats.org/officeDocument/2006/relationships/tags" Target="../tags/tag285.xml"/><Relationship Id="rId12" Type="http://schemas.openxmlformats.org/officeDocument/2006/relationships/image" Target="../media/image33.wmf"/><Relationship Id="rId2" Type="http://schemas.openxmlformats.org/officeDocument/2006/relationships/tags" Target="../tags/tag280.xml"/><Relationship Id="rId1" Type="http://schemas.openxmlformats.org/officeDocument/2006/relationships/vmlDrawing" Target="../drawings/vmlDrawing10.vml"/><Relationship Id="rId6" Type="http://schemas.openxmlformats.org/officeDocument/2006/relationships/tags" Target="../tags/tag284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283.xml"/><Relationship Id="rId10" Type="http://schemas.openxmlformats.org/officeDocument/2006/relationships/image" Target="../media/image6.png"/><Relationship Id="rId4" Type="http://schemas.openxmlformats.org/officeDocument/2006/relationships/tags" Target="../tags/tag282.xml"/><Relationship Id="rId9" Type="http://schemas.openxmlformats.org/officeDocument/2006/relationships/slide" Target="slide1.xml"/><Relationship Id="rId14" Type="http://schemas.openxmlformats.org/officeDocument/2006/relationships/image" Target="../media/image3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30.bin"/><Relationship Id="rId3" Type="http://schemas.openxmlformats.org/officeDocument/2006/relationships/tags" Target="../tags/tag287.xml"/><Relationship Id="rId7" Type="http://schemas.openxmlformats.org/officeDocument/2006/relationships/tags" Target="../tags/tag291.xml"/><Relationship Id="rId12" Type="http://schemas.openxmlformats.org/officeDocument/2006/relationships/image" Target="../media/image35.wmf"/><Relationship Id="rId2" Type="http://schemas.openxmlformats.org/officeDocument/2006/relationships/tags" Target="../tags/tag286.xml"/><Relationship Id="rId1" Type="http://schemas.openxmlformats.org/officeDocument/2006/relationships/vmlDrawing" Target="../drawings/vmlDrawing11.vml"/><Relationship Id="rId6" Type="http://schemas.openxmlformats.org/officeDocument/2006/relationships/tags" Target="../tags/tag290.xml"/><Relationship Id="rId11" Type="http://schemas.openxmlformats.org/officeDocument/2006/relationships/oleObject" Target="../embeddings/oleObject29.bin"/><Relationship Id="rId5" Type="http://schemas.openxmlformats.org/officeDocument/2006/relationships/tags" Target="../tags/tag289.xml"/><Relationship Id="rId10" Type="http://schemas.openxmlformats.org/officeDocument/2006/relationships/image" Target="../media/image6.png"/><Relationship Id="rId4" Type="http://schemas.openxmlformats.org/officeDocument/2006/relationships/tags" Target="../tags/tag288.xml"/><Relationship Id="rId9" Type="http://schemas.openxmlformats.org/officeDocument/2006/relationships/slide" Target="slide1.xml"/><Relationship Id="rId14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13" Type="http://schemas.openxmlformats.org/officeDocument/2006/relationships/slide" Target="slide1.xml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" Type="http://schemas.openxmlformats.org/officeDocument/2006/relationships/tags" Target="../tags/tag293.xml"/><Relationship Id="rId21" Type="http://schemas.openxmlformats.org/officeDocument/2006/relationships/oleObject" Target="../embeddings/oleObject34.bin"/><Relationship Id="rId7" Type="http://schemas.openxmlformats.org/officeDocument/2006/relationships/tags" Target="../tags/tag297.xml"/><Relationship Id="rId12" Type="http://schemas.openxmlformats.org/officeDocument/2006/relationships/slideLayout" Target="../slideLayouts/slideLayout44.xml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tags" Target="../tags/tag29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12.vml"/><Relationship Id="rId6" Type="http://schemas.openxmlformats.org/officeDocument/2006/relationships/tags" Target="../tags/tag296.xml"/><Relationship Id="rId11" Type="http://schemas.openxmlformats.org/officeDocument/2006/relationships/tags" Target="../tags/tag301.xml"/><Relationship Id="rId24" Type="http://schemas.openxmlformats.org/officeDocument/2006/relationships/image" Target="../media/image41.wmf"/><Relationship Id="rId5" Type="http://schemas.openxmlformats.org/officeDocument/2006/relationships/tags" Target="../tags/tag295.xml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43.wmf"/><Relationship Id="rId10" Type="http://schemas.openxmlformats.org/officeDocument/2006/relationships/tags" Target="../tags/tag300.xml"/><Relationship Id="rId19" Type="http://schemas.openxmlformats.org/officeDocument/2006/relationships/oleObject" Target="../embeddings/oleObject33.bin"/><Relationship Id="rId4" Type="http://schemas.openxmlformats.org/officeDocument/2006/relationships/tags" Target="../tags/tag294.xml"/><Relationship Id="rId9" Type="http://schemas.openxmlformats.org/officeDocument/2006/relationships/tags" Target="../tags/tag299.xml"/><Relationship Id="rId14" Type="http://schemas.openxmlformats.org/officeDocument/2006/relationships/image" Target="../media/image6.png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3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8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7.emf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303.xml"/><Relationship Id="rId1" Type="http://schemas.openxmlformats.org/officeDocument/2006/relationships/tags" Target="../tags/tag302.xml"/><Relationship Id="rId5" Type="http://schemas.openxmlformats.org/officeDocument/2006/relationships/image" Target="../media/image6.png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67585" y="44768"/>
            <a:ext cx="510857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第二章  矩阵及其运算</a:t>
            </a:r>
          </a:p>
        </p:txBody>
      </p:sp>
      <p:sp>
        <p:nvSpPr>
          <p:cNvPr id="14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2627630" y="1628775"/>
            <a:ext cx="3864610" cy="645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§2.4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</p:spTree>
  </p:cSld>
  <p:clrMapOvr>
    <a:masterClrMapping/>
  </p:clrMapOvr>
  <p:transition spd="slow"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755650" y="1628775"/>
            <a:ext cx="7835265" cy="1470025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华文中宋" panose="02010600040101010101" pitchFamily="2" charset="-122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矩阵分块能使得矩阵的结构显得简单而清晰.</a:t>
            </a: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华文中宋" panose="02010600040101010101" pitchFamily="2" charset="-122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Arial" panose="020B0604020202020204" pitchFamily="34" charset="0"/>
              </a:rPr>
              <a:t>本节讨论分块矩阵的定义、运算和分块对角矩阵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1"/>
            </p:custDataLst>
          </p:nvPr>
        </p:nvSpPr>
        <p:spPr>
          <a:xfrm>
            <a:off x="611188" y="83693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在矩阵的讨论和运算中，有时需要将一个矩阵分成若干个“子块”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子矩阵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，使原矩阵显得结构简单而清晰。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9156" name="Text Box 4"/>
          <p:cNvSpPr txBox="1"/>
          <p:nvPr>
            <p:custDataLst>
              <p:tags r:id="rId2"/>
            </p:custDataLst>
          </p:nvPr>
        </p:nvSpPr>
        <p:spPr>
          <a:xfrm>
            <a:off x="626110" y="3148965"/>
            <a:ext cx="16510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例如：</a:t>
            </a:r>
          </a:p>
        </p:txBody>
      </p:sp>
      <p:grpSp>
        <p:nvGrpSpPr>
          <p:cNvPr id="49157" name="Group 5"/>
          <p:cNvGrpSpPr/>
          <p:nvPr/>
        </p:nvGrpSpPr>
        <p:grpSpPr>
          <a:xfrm>
            <a:off x="2227898" y="2564765"/>
            <a:ext cx="2867025" cy="1625600"/>
            <a:chOff x="1153" y="1128"/>
            <a:chExt cx="1806" cy="1024"/>
          </a:xfrm>
        </p:grpSpPr>
        <p:sp>
          <p:nvSpPr>
            <p:cNvPr id="22557" name="Text Box 6"/>
            <p:cNvSpPr txBox="1"/>
            <p:nvPr>
              <p:custDataLst>
                <p:tags r:id="rId20"/>
              </p:custDataLst>
            </p:nvPr>
          </p:nvSpPr>
          <p:spPr>
            <a:xfrm>
              <a:off x="1621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2558" name="Text Box 7"/>
            <p:cNvSpPr txBox="1"/>
            <p:nvPr>
              <p:custDataLst>
                <p:tags r:id="rId21"/>
              </p:custDataLst>
            </p:nvPr>
          </p:nvSpPr>
          <p:spPr>
            <a:xfrm>
              <a:off x="1984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2559" name="Text Box 8"/>
            <p:cNvSpPr txBox="1"/>
            <p:nvPr>
              <p:custDataLst>
                <p:tags r:id="rId22"/>
              </p:custDataLst>
            </p:nvPr>
          </p:nvSpPr>
          <p:spPr>
            <a:xfrm>
              <a:off x="2634" y="112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2560" name="Text Box 9"/>
            <p:cNvSpPr txBox="1"/>
            <p:nvPr>
              <p:custDataLst>
                <p:tags r:id="rId23"/>
              </p:custDataLst>
            </p:nvPr>
          </p:nvSpPr>
          <p:spPr>
            <a:xfrm>
              <a:off x="2347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2561" name="Text Box 10"/>
            <p:cNvSpPr txBox="1"/>
            <p:nvPr>
              <p:custDataLst>
                <p:tags r:id="rId24"/>
              </p:custDataLst>
            </p:nvPr>
          </p:nvSpPr>
          <p:spPr>
            <a:xfrm>
              <a:off x="1153" y="1482"/>
              <a:ext cx="3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2562" name="AutoShape 11"/>
            <p:cNvSpPr/>
            <p:nvPr>
              <p:custDataLst>
                <p:tags r:id="rId25"/>
              </p:custDataLst>
            </p:nvPr>
          </p:nvSpPr>
          <p:spPr>
            <a:xfrm>
              <a:off x="1536" y="1181"/>
              <a:ext cx="1423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49164" name="Text Box 12"/>
          <p:cNvSpPr txBox="1"/>
          <p:nvPr>
            <p:custDataLst>
              <p:tags r:id="rId3"/>
            </p:custDataLst>
          </p:nvPr>
        </p:nvSpPr>
        <p:spPr>
          <a:xfrm>
            <a:off x="626110" y="4661853"/>
            <a:ext cx="660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其中</a:t>
            </a:r>
          </a:p>
        </p:txBody>
      </p:sp>
      <p:sp>
        <p:nvSpPr>
          <p:cNvPr id="49165" name="Text Box 13"/>
          <p:cNvSpPr txBox="1"/>
          <p:nvPr>
            <p:custDataLst>
              <p:tags r:id="rId4"/>
            </p:custDataLst>
          </p:nvPr>
        </p:nvSpPr>
        <p:spPr>
          <a:xfrm>
            <a:off x="5702935" y="4661853"/>
            <a:ext cx="2041525" cy="482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O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(0   0    0)</a:t>
            </a:r>
            <a:r>
              <a:rPr lang="zh-CN" altLang="en-US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，</a:t>
            </a:r>
          </a:p>
        </p:txBody>
      </p:sp>
      <p:sp>
        <p:nvSpPr>
          <p:cNvPr id="49166" name="Text Box 14"/>
          <p:cNvSpPr txBox="1"/>
          <p:nvPr>
            <p:custDataLst>
              <p:tags r:id="rId5"/>
            </p:custDataLst>
          </p:nvPr>
        </p:nvSpPr>
        <p:spPr>
          <a:xfrm>
            <a:off x="7801610" y="4661853"/>
            <a:ext cx="1241425" cy="482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A</a:t>
            </a:r>
            <a:r>
              <a: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rPr>
              <a:t>2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(1)</a:t>
            </a: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  <p:grpSp>
        <p:nvGrpSpPr>
          <p:cNvPr id="49167" name="Group 15"/>
          <p:cNvGrpSpPr/>
          <p:nvPr/>
        </p:nvGrpSpPr>
        <p:grpSpPr>
          <a:xfrm>
            <a:off x="1619885" y="4330065"/>
            <a:ext cx="2495550" cy="1190625"/>
            <a:chOff x="770" y="2240"/>
            <a:chExt cx="1572" cy="750"/>
          </a:xfrm>
        </p:grpSpPr>
        <p:sp>
          <p:nvSpPr>
            <p:cNvPr id="22551" name="Text Box 16"/>
            <p:cNvSpPr txBox="1"/>
            <p:nvPr>
              <p:custDataLst>
                <p:tags r:id="rId15"/>
              </p:custDataLst>
            </p:nvPr>
          </p:nvSpPr>
          <p:spPr>
            <a:xfrm>
              <a:off x="770" y="2449"/>
              <a:ext cx="1572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I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grpSp>
          <p:nvGrpSpPr>
            <p:cNvPr id="22552" name="Group 17"/>
            <p:cNvGrpSpPr/>
            <p:nvPr/>
          </p:nvGrpSpPr>
          <p:grpSpPr>
            <a:xfrm>
              <a:off x="1050" y="2240"/>
              <a:ext cx="991" cy="750"/>
              <a:chOff x="929" y="2901"/>
              <a:chExt cx="991" cy="750"/>
            </a:xfrm>
          </p:grpSpPr>
          <p:sp>
            <p:nvSpPr>
              <p:cNvPr id="22553" name="Text Box 1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14" y="2901"/>
                <a:ext cx="156" cy="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 </a:t>
                </a:r>
              </a:p>
            </p:txBody>
          </p:sp>
          <p:sp>
            <p:nvSpPr>
              <p:cNvPr id="22554" name="Text Box 1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377" y="2901"/>
                <a:ext cx="156" cy="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 </a:t>
                </a:r>
              </a:p>
            </p:txBody>
          </p:sp>
          <p:sp>
            <p:nvSpPr>
              <p:cNvPr id="22555" name="Text Box 2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740" y="2901"/>
                <a:ext cx="156" cy="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 </a:t>
                </a:r>
              </a:p>
            </p:txBody>
          </p:sp>
          <p:sp>
            <p:nvSpPr>
              <p:cNvPr id="22556" name="AutoShape 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929" y="2943"/>
                <a:ext cx="991" cy="666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49174" name="Group 22"/>
          <p:cNvGrpSpPr/>
          <p:nvPr/>
        </p:nvGrpSpPr>
        <p:grpSpPr>
          <a:xfrm>
            <a:off x="4142423" y="4330065"/>
            <a:ext cx="1517650" cy="1190625"/>
            <a:chOff x="2359" y="2240"/>
            <a:chExt cx="956" cy="750"/>
          </a:xfrm>
        </p:grpSpPr>
        <p:sp>
          <p:nvSpPr>
            <p:cNvPr id="22547" name="Text Box 23"/>
            <p:cNvSpPr txBox="1"/>
            <p:nvPr>
              <p:custDataLst>
                <p:tags r:id="rId12"/>
              </p:custDataLst>
            </p:nvPr>
          </p:nvSpPr>
          <p:spPr>
            <a:xfrm>
              <a:off x="2359" y="2449"/>
              <a:ext cx="95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A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grpSp>
          <p:nvGrpSpPr>
            <p:cNvPr id="22548" name="Group 24"/>
            <p:cNvGrpSpPr/>
            <p:nvPr/>
          </p:nvGrpSpPr>
          <p:grpSpPr>
            <a:xfrm>
              <a:off x="2722" y="2240"/>
              <a:ext cx="302" cy="750"/>
              <a:chOff x="1739" y="3200"/>
              <a:chExt cx="302" cy="750"/>
            </a:xfrm>
          </p:grpSpPr>
          <p:sp>
            <p:nvSpPr>
              <p:cNvPr id="22549" name="Text Box 2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784" y="3200"/>
                <a:ext cx="218" cy="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3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cs typeface="华文中宋" panose="02010600040101010101" pitchFamily="2" charset="-122"/>
                  </a:rPr>
                  <a:t>-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</p:txBody>
          </p:sp>
          <p:sp>
            <p:nvSpPr>
              <p:cNvPr id="22550" name="AutoShape 26"/>
              <p:cNvSpPr/>
              <p:nvPr>
                <p:custDataLst>
                  <p:tags r:id="rId14"/>
                </p:custDataLst>
              </p:nvPr>
            </p:nvSpPr>
            <p:spPr>
              <a:xfrm>
                <a:off x="1739" y="3242"/>
                <a:ext cx="302" cy="666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sp>
        <p:nvSpPr>
          <p:cNvPr id="49179" name="Line 27"/>
          <p:cNvSpPr/>
          <p:nvPr>
            <p:custDataLst>
              <p:tags r:id="rId6"/>
            </p:custDataLst>
          </p:nvPr>
        </p:nvSpPr>
        <p:spPr>
          <a:xfrm>
            <a:off x="2924810" y="3768090"/>
            <a:ext cx="2062163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0" name="Line 28"/>
          <p:cNvSpPr/>
          <p:nvPr>
            <p:custDataLst>
              <p:tags r:id="rId7"/>
            </p:custDataLst>
          </p:nvPr>
        </p:nvSpPr>
        <p:spPr>
          <a:xfrm>
            <a:off x="4485323" y="2656840"/>
            <a:ext cx="0" cy="1487488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9181" name="Group 29"/>
          <p:cNvGrpSpPr/>
          <p:nvPr/>
        </p:nvGrpSpPr>
        <p:grpSpPr>
          <a:xfrm>
            <a:off x="5185410" y="3033078"/>
            <a:ext cx="1666875" cy="800100"/>
            <a:chOff x="3016" y="1423"/>
            <a:chExt cx="1050" cy="504"/>
          </a:xfrm>
        </p:grpSpPr>
        <p:sp>
          <p:nvSpPr>
            <p:cNvPr id="22542" name="Text Box 30"/>
            <p:cNvSpPr txBox="1"/>
            <p:nvPr>
              <p:custDataLst>
                <p:tags r:id="rId8"/>
              </p:custDataLst>
            </p:nvPr>
          </p:nvSpPr>
          <p:spPr>
            <a:xfrm>
              <a:off x="3016" y="1482"/>
              <a:ext cx="10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cs typeface="华文中宋" panose="02010600040101010101" pitchFamily="2" charset="-122"/>
              </a:endParaRPr>
            </a:p>
          </p:txBody>
        </p:sp>
        <p:grpSp>
          <p:nvGrpSpPr>
            <p:cNvPr id="22543" name="Group 31"/>
            <p:cNvGrpSpPr/>
            <p:nvPr/>
          </p:nvGrpSpPr>
          <p:grpSpPr>
            <a:xfrm>
              <a:off x="3195" y="1423"/>
              <a:ext cx="655" cy="504"/>
              <a:chOff x="3195" y="1423"/>
              <a:chExt cx="655" cy="504"/>
            </a:xfrm>
          </p:grpSpPr>
          <p:sp>
            <p:nvSpPr>
              <p:cNvPr id="22544" name="Text Box 3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294" y="1423"/>
                <a:ext cx="202" cy="5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I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3</a:t>
                </a:r>
                <a:endPara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O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 </a:t>
                </a:r>
              </a:p>
            </p:txBody>
          </p:sp>
          <p:sp>
            <p:nvSpPr>
              <p:cNvPr id="22545" name="Text Box 3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580" y="1423"/>
                <a:ext cx="270" cy="5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A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  <a:endPara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A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2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 </a:t>
                </a:r>
              </a:p>
            </p:txBody>
          </p:sp>
          <p:sp>
            <p:nvSpPr>
              <p:cNvPr id="22546" name="AutoShape 34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3195" y="1468"/>
                <a:ext cx="622" cy="418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49156" grpId="0" build="p"/>
      <p:bldP spid="49164" grpId="0" build="p"/>
      <p:bldP spid="49165" grpId="0" build="p"/>
      <p:bldP spid="4916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1"/>
            </p:custDataLst>
          </p:nvPr>
        </p:nvSpPr>
        <p:spPr>
          <a:xfrm>
            <a:off x="611188" y="83693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在矩阵的讨论和运算中，有时需要将一个矩阵分成若干个“子块”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子矩阵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，使原矩阵显得结构简单而清晰。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pSp>
        <p:nvGrpSpPr>
          <p:cNvPr id="23554" name="Group 2"/>
          <p:cNvGrpSpPr/>
          <p:nvPr/>
        </p:nvGrpSpPr>
        <p:grpSpPr>
          <a:xfrm>
            <a:off x="2679383" y="2407603"/>
            <a:ext cx="2867025" cy="1625600"/>
            <a:chOff x="1153" y="1128"/>
            <a:chExt cx="1806" cy="1024"/>
          </a:xfrm>
        </p:grpSpPr>
        <p:sp>
          <p:nvSpPr>
            <p:cNvPr id="23582" name="Text Box 3"/>
            <p:cNvSpPr txBox="1"/>
            <p:nvPr>
              <p:custDataLst>
                <p:tags r:id="rId22"/>
              </p:custDataLst>
            </p:nvPr>
          </p:nvSpPr>
          <p:spPr>
            <a:xfrm>
              <a:off x="1621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83" name="Text Box 4"/>
            <p:cNvSpPr txBox="1"/>
            <p:nvPr>
              <p:custDataLst>
                <p:tags r:id="rId23"/>
              </p:custDataLst>
            </p:nvPr>
          </p:nvSpPr>
          <p:spPr>
            <a:xfrm>
              <a:off x="1984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84" name="Text Box 5"/>
            <p:cNvSpPr txBox="1"/>
            <p:nvPr>
              <p:custDataLst>
                <p:tags r:id="rId24"/>
              </p:custDataLst>
            </p:nvPr>
          </p:nvSpPr>
          <p:spPr>
            <a:xfrm>
              <a:off x="2634" y="112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3585" name="Text Box 6"/>
            <p:cNvSpPr txBox="1"/>
            <p:nvPr>
              <p:custDataLst>
                <p:tags r:id="rId25"/>
              </p:custDataLst>
            </p:nvPr>
          </p:nvSpPr>
          <p:spPr>
            <a:xfrm>
              <a:off x="2347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86" name="Text Box 7"/>
            <p:cNvSpPr txBox="1"/>
            <p:nvPr>
              <p:custDataLst>
                <p:tags r:id="rId26"/>
              </p:custDataLst>
            </p:nvPr>
          </p:nvSpPr>
          <p:spPr>
            <a:xfrm>
              <a:off x="1153" y="1482"/>
              <a:ext cx="3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3587" name="AutoShape 8"/>
            <p:cNvSpPr/>
            <p:nvPr>
              <p:custDataLst>
                <p:tags r:id="rId27"/>
              </p:custDataLst>
            </p:nvPr>
          </p:nvSpPr>
          <p:spPr>
            <a:xfrm>
              <a:off x="1536" y="1181"/>
              <a:ext cx="1423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0185" name="Text Box 9"/>
          <p:cNvSpPr txBox="1"/>
          <p:nvPr>
            <p:custDataLst>
              <p:tags r:id="rId2"/>
            </p:custDataLst>
          </p:nvPr>
        </p:nvSpPr>
        <p:spPr>
          <a:xfrm>
            <a:off x="1077595" y="4504690"/>
            <a:ext cx="660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其中</a:t>
            </a:r>
          </a:p>
        </p:txBody>
      </p:sp>
      <p:grpSp>
        <p:nvGrpSpPr>
          <p:cNvPr id="50186" name="Group 10"/>
          <p:cNvGrpSpPr/>
          <p:nvPr/>
        </p:nvGrpSpPr>
        <p:grpSpPr>
          <a:xfrm>
            <a:off x="2074545" y="4364990"/>
            <a:ext cx="1914525" cy="793750"/>
            <a:chOff x="772" y="2361"/>
            <a:chExt cx="1206" cy="500"/>
          </a:xfrm>
        </p:grpSpPr>
        <p:sp>
          <p:nvSpPr>
            <p:cNvPr id="23578" name="Text Box 11"/>
            <p:cNvSpPr txBox="1"/>
            <p:nvPr>
              <p:custDataLst>
                <p:tags r:id="rId18"/>
              </p:custDataLst>
            </p:nvPr>
          </p:nvSpPr>
          <p:spPr>
            <a:xfrm>
              <a:off x="772" y="2449"/>
              <a:ext cx="1206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I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3579" name="Text Box 12"/>
            <p:cNvSpPr txBox="1"/>
            <p:nvPr>
              <p:custDataLst>
                <p:tags r:id="rId19"/>
              </p:custDataLst>
            </p:nvPr>
          </p:nvSpPr>
          <p:spPr>
            <a:xfrm>
              <a:off x="1157" y="2361"/>
              <a:ext cx="156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80" name="Text Box 13"/>
            <p:cNvSpPr txBox="1"/>
            <p:nvPr>
              <p:custDataLst>
                <p:tags r:id="rId20"/>
              </p:custDataLst>
            </p:nvPr>
          </p:nvSpPr>
          <p:spPr>
            <a:xfrm>
              <a:off x="1465" y="2361"/>
              <a:ext cx="156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 </a:t>
              </a:r>
            </a:p>
          </p:txBody>
        </p:sp>
        <p:sp>
          <p:nvSpPr>
            <p:cNvPr id="23581" name="AutoShape 14"/>
            <p:cNvSpPr/>
            <p:nvPr>
              <p:custDataLst>
                <p:tags r:id="rId21"/>
              </p:custDataLst>
            </p:nvPr>
          </p:nvSpPr>
          <p:spPr>
            <a:xfrm flipH="1">
              <a:off x="1036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0191" name="Line 15"/>
          <p:cNvSpPr/>
          <p:nvPr>
            <p:custDataLst>
              <p:tags r:id="rId3"/>
            </p:custDataLst>
          </p:nvPr>
        </p:nvSpPr>
        <p:spPr>
          <a:xfrm>
            <a:off x="3409633" y="3217228"/>
            <a:ext cx="2062162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2" name="Line 16"/>
          <p:cNvSpPr/>
          <p:nvPr>
            <p:custDataLst>
              <p:tags r:id="rId4"/>
            </p:custDataLst>
          </p:nvPr>
        </p:nvSpPr>
        <p:spPr>
          <a:xfrm>
            <a:off x="4360545" y="2499678"/>
            <a:ext cx="0" cy="148748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0193" name="Group 17"/>
          <p:cNvGrpSpPr/>
          <p:nvPr/>
        </p:nvGrpSpPr>
        <p:grpSpPr>
          <a:xfrm>
            <a:off x="4017645" y="4364990"/>
            <a:ext cx="2012950" cy="793750"/>
            <a:chOff x="1996" y="2361"/>
            <a:chExt cx="1268" cy="500"/>
          </a:xfrm>
        </p:grpSpPr>
        <p:sp>
          <p:nvSpPr>
            <p:cNvPr id="23574" name="Text Box 18"/>
            <p:cNvSpPr txBox="1"/>
            <p:nvPr>
              <p:custDataLst>
                <p:tags r:id="rId14"/>
              </p:custDataLst>
            </p:nvPr>
          </p:nvSpPr>
          <p:spPr>
            <a:xfrm>
              <a:off x="1996" y="2449"/>
              <a:ext cx="126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A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3575" name="Text Box 19"/>
            <p:cNvSpPr txBox="1"/>
            <p:nvPr>
              <p:custDataLst>
                <p:tags r:id="rId15"/>
              </p:custDataLst>
            </p:nvPr>
          </p:nvSpPr>
          <p:spPr>
            <a:xfrm>
              <a:off x="2471" y="2361"/>
              <a:ext cx="156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76" name="Text Box 20"/>
            <p:cNvSpPr txBox="1"/>
            <p:nvPr>
              <p:custDataLst>
                <p:tags r:id="rId16"/>
              </p:custDataLst>
            </p:nvPr>
          </p:nvSpPr>
          <p:spPr>
            <a:xfrm>
              <a:off x="2677" y="2361"/>
              <a:ext cx="21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3577" name="AutoShape 21"/>
            <p:cNvSpPr/>
            <p:nvPr>
              <p:custDataLst>
                <p:tags r:id="rId17"/>
              </p:custDataLst>
            </p:nvPr>
          </p:nvSpPr>
          <p:spPr>
            <a:xfrm flipH="1">
              <a:off x="2350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0198" name="Group 22"/>
          <p:cNvGrpSpPr/>
          <p:nvPr/>
        </p:nvGrpSpPr>
        <p:grpSpPr>
          <a:xfrm>
            <a:off x="6127433" y="4364990"/>
            <a:ext cx="1914525" cy="793750"/>
            <a:chOff x="772" y="2361"/>
            <a:chExt cx="1206" cy="500"/>
          </a:xfrm>
        </p:grpSpPr>
        <p:sp>
          <p:nvSpPr>
            <p:cNvPr id="23570" name="Text Box 23"/>
            <p:cNvSpPr txBox="1"/>
            <p:nvPr>
              <p:custDataLst>
                <p:tags r:id="rId10"/>
              </p:custDataLst>
            </p:nvPr>
          </p:nvSpPr>
          <p:spPr>
            <a:xfrm>
              <a:off x="772" y="2449"/>
              <a:ext cx="1206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I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。</a:t>
              </a:r>
            </a:p>
          </p:txBody>
        </p:sp>
        <p:sp>
          <p:nvSpPr>
            <p:cNvPr id="23571" name="Text Box 24"/>
            <p:cNvSpPr txBox="1"/>
            <p:nvPr>
              <p:custDataLst>
                <p:tags r:id="rId11"/>
              </p:custDataLst>
            </p:nvPr>
          </p:nvSpPr>
          <p:spPr>
            <a:xfrm>
              <a:off x="1157" y="2361"/>
              <a:ext cx="156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72" name="Text Box 25"/>
            <p:cNvSpPr txBox="1"/>
            <p:nvPr>
              <p:custDataLst>
                <p:tags r:id="rId12"/>
              </p:custDataLst>
            </p:nvPr>
          </p:nvSpPr>
          <p:spPr>
            <a:xfrm>
              <a:off x="1465" y="2361"/>
              <a:ext cx="156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3573" name="AutoShape 26"/>
            <p:cNvSpPr/>
            <p:nvPr>
              <p:custDataLst>
                <p:tags r:id="rId13"/>
              </p:custDataLst>
            </p:nvPr>
          </p:nvSpPr>
          <p:spPr>
            <a:xfrm flipH="1">
              <a:off x="1036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23562" name="Text Box 28"/>
          <p:cNvSpPr txBox="1"/>
          <p:nvPr>
            <p:custDataLst>
              <p:tags r:id="rId5"/>
            </p:custDataLst>
          </p:nvPr>
        </p:nvSpPr>
        <p:spPr>
          <a:xfrm>
            <a:off x="1077595" y="2991803"/>
            <a:ext cx="16510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例如：</a:t>
            </a:r>
          </a:p>
        </p:txBody>
      </p:sp>
      <p:grpSp>
        <p:nvGrpSpPr>
          <p:cNvPr id="50205" name="Group 29"/>
          <p:cNvGrpSpPr/>
          <p:nvPr/>
        </p:nvGrpSpPr>
        <p:grpSpPr>
          <a:xfrm>
            <a:off x="5636895" y="2875915"/>
            <a:ext cx="1666875" cy="800100"/>
            <a:chOff x="3016" y="1423"/>
            <a:chExt cx="1050" cy="504"/>
          </a:xfrm>
        </p:grpSpPr>
        <p:sp>
          <p:nvSpPr>
            <p:cNvPr id="23565" name="Text Box 30"/>
            <p:cNvSpPr txBox="1"/>
            <p:nvPr>
              <p:custDataLst>
                <p:tags r:id="rId6"/>
              </p:custDataLst>
            </p:nvPr>
          </p:nvSpPr>
          <p:spPr>
            <a:xfrm>
              <a:off x="3016" y="1482"/>
              <a:ext cx="10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cs typeface="华文中宋" panose="02010600040101010101" pitchFamily="2" charset="-122"/>
              </a:endParaRPr>
            </a:p>
          </p:txBody>
        </p:sp>
        <p:grpSp>
          <p:nvGrpSpPr>
            <p:cNvPr id="23566" name="Group 31"/>
            <p:cNvGrpSpPr/>
            <p:nvPr/>
          </p:nvGrpSpPr>
          <p:grpSpPr>
            <a:xfrm>
              <a:off x="3195" y="1423"/>
              <a:ext cx="622" cy="504"/>
              <a:chOff x="3195" y="1423"/>
              <a:chExt cx="622" cy="504"/>
            </a:xfrm>
          </p:grpSpPr>
          <p:sp>
            <p:nvSpPr>
              <p:cNvPr id="23567" name="Text Box 3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294" y="1423"/>
                <a:ext cx="202" cy="5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I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2</a:t>
                </a:r>
                <a:endPara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O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 </a:t>
                </a:r>
              </a:p>
            </p:txBody>
          </p:sp>
          <p:sp>
            <p:nvSpPr>
              <p:cNvPr id="23568" name="Text Box 3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580" y="1423"/>
                <a:ext cx="206" cy="5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A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3</a:t>
                </a:r>
                <a:endPara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I</a:t>
                </a:r>
                <a:r>
                  <a:rPr lang="en-US" altLang="zh-CN" sz="2600" b="1" baseline="-25000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2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 </a:t>
                </a:r>
              </a:p>
            </p:txBody>
          </p:sp>
          <p:sp>
            <p:nvSpPr>
              <p:cNvPr id="23569" name="AutoShape 34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3195" y="1468"/>
                <a:ext cx="622" cy="418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1"/>
            </p:custDataLst>
          </p:nvPr>
        </p:nvSpPr>
        <p:spPr>
          <a:xfrm>
            <a:off x="611188" y="83693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在矩阵的讨论和运算中，有时需要将一个矩阵分成若干个“子块”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子矩阵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，使原矩阵显得结构简单而清晰。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pSp>
        <p:nvGrpSpPr>
          <p:cNvPr id="24578" name="Group 2"/>
          <p:cNvGrpSpPr/>
          <p:nvPr/>
        </p:nvGrpSpPr>
        <p:grpSpPr>
          <a:xfrm>
            <a:off x="2359343" y="2287588"/>
            <a:ext cx="2867025" cy="1625600"/>
            <a:chOff x="1153" y="1128"/>
            <a:chExt cx="1806" cy="1024"/>
          </a:xfrm>
        </p:grpSpPr>
        <p:sp>
          <p:nvSpPr>
            <p:cNvPr id="24607" name="Text Box 3"/>
            <p:cNvSpPr txBox="1"/>
            <p:nvPr>
              <p:custDataLst>
                <p:tags r:id="rId20"/>
              </p:custDataLst>
            </p:nvPr>
          </p:nvSpPr>
          <p:spPr>
            <a:xfrm>
              <a:off x="1621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4608" name="Text Box 4"/>
            <p:cNvSpPr txBox="1"/>
            <p:nvPr>
              <p:custDataLst>
                <p:tags r:id="rId21"/>
              </p:custDataLst>
            </p:nvPr>
          </p:nvSpPr>
          <p:spPr>
            <a:xfrm>
              <a:off x="1984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4609" name="Text Box 5"/>
            <p:cNvSpPr txBox="1"/>
            <p:nvPr>
              <p:custDataLst>
                <p:tags r:id="rId22"/>
              </p:custDataLst>
            </p:nvPr>
          </p:nvSpPr>
          <p:spPr>
            <a:xfrm>
              <a:off x="2634" y="112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4610" name="Text Box 6"/>
            <p:cNvSpPr txBox="1"/>
            <p:nvPr>
              <p:custDataLst>
                <p:tags r:id="rId23"/>
              </p:custDataLst>
            </p:nvPr>
          </p:nvSpPr>
          <p:spPr>
            <a:xfrm>
              <a:off x="2347" y="112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4611" name="Text Box 7"/>
            <p:cNvSpPr txBox="1"/>
            <p:nvPr>
              <p:custDataLst>
                <p:tags r:id="rId24"/>
              </p:custDataLst>
            </p:nvPr>
          </p:nvSpPr>
          <p:spPr>
            <a:xfrm>
              <a:off x="1153" y="1482"/>
              <a:ext cx="3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4612" name="AutoShape 8"/>
            <p:cNvSpPr/>
            <p:nvPr>
              <p:custDataLst>
                <p:tags r:id="rId25"/>
              </p:custDataLst>
            </p:nvPr>
          </p:nvSpPr>
          <p:spPr>
            <a:xfrm>
              <a:off x="1536" y="1181"/>
              <a:ext cx="1423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1209" name="Text Box 9"/>
          <p:cNvSpPr txBox="1"/>
          <p:nvPr>
            <p:custDataLst>
              <p:tags r:id="rId2"/>
            </p:custDataLst>
          </p:nvPr>
        </p:nvSpPr>
        <p:spPr>
          <a:xfrm>
            <a:off x="757555" y="4594225"/>
            <a:ext cx="660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其中</a:t>
            </a:r>
          </a:p>
        </p:txBody>
      </p:sp>
      <p:grpSp>
        <p:nvGrpSpPr>
          <p:cNvPr id="51210" name="Group 10"/>
          <p:cNvGrpSpPr/>
          <p:nvPr/>
        </p:nvGrpSpPr>
        <p:grpSpPr>
          <a:xfrm>
            <a:off x="1724343" y="4070350"/>
            <a:ext cx="1425575" cy="1587500"/>
            <a:chOff x="753" y="2119"/>
            <a:chExt cx="898" cy="1000"/>
          </a:xfrm>
        </p:grpSpPr>
        <p:sp>
          <p:nvSpPr>
            <p:cNvPr id="24603" name="Text Box 11"/>
            <p:cNvSpPr txBox="1"/>
            <p:nvPr>
              <p:custDataLst>
                <p:tags r:id="rId17"/>
              </p:custDataLst>
            </p:nvPr>
          </p:nvSpPr>
          <p:spPr>
            <a:xfrm>
              <a:off x="753" y="2449"/>
              <a:ext cx="89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Symbol" panose="05050102010706020507" pitchFamily="18" charset="2"/>
                  <a:cs typeface="华文中宋" panose="02010600040101010101" pitchFamily="2" charset="-122"/>
                </a:rPr>
                <a:t>e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grpSp>
          <p:nvGrpSpPr>
            <p:cNvPr id="24604" name="Group 12"/>
            <p:cNvGrpSpPr/>
            <p:nvPr/>
          </p:nvGrpSpPr>
          <p:grpSpPr>
            <a:xfrm>
              <a:off x="1116" y="2119"/>
              <a:ext cx="302" cy="1000"/>
              <a:chOff x="1116" y="2240"/>
              <a:chExt cx="302" cy="1000"/>
            </a:xfrm>
          </p:grpSpPr>
          <p:sp>
            <p:nvSpPr>
              <p:cNvPr id="24605" name="Text Box 1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215" y="2240"/>
                <a:ext cx="104" cy="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</p:txBody>
          </p:sp>
          <p:sp>
            <p:nvSpPr>
              <p:cNvPr id="24606" name="AutoShape 1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6" y="2282"/>
                <a:ext cx="302" cy="926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sp>
        <p:nvSpPr>
          <p:cNvPr id="51215" name="Line 15"/>
          <p:cNvSpPr/>
          <p:nvPr>
            <p:custDataLst>
              <p:tags r:id="rId3"/>
            </p:custDataLst>
          </p:nvPr>
        </p:nvSpPr>
        <p:spPr>
          <a:xfrm>
            <a:off x="3434080" y="2398713"/>
            <a:ext cx="0" cy="148748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6" name="Text Box 16"/>
          <p:cNvSpPr txBox="1"/>
          <p:nvPr>
            <p:custDataLst>
              <p:tags r:id="rId4"/>
            </p:custDataLst>
          </p:nvPr>
        </p:nvSpPr>
        <p:spPr>
          <a:xfrm>
            <a:off x="5316855" y="2849563"/>
            <a:ext cx="2235200" cy="5222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Symbol" panose="05050102010706020507" pitchFamily="18" charset="2"/>
                <a:cs typeface="华文中宋" panose="02010600040101010101" pitchFamily="2" charset="-122"/>
              </a:rPr>
              <a:t>e</a:t>
            </a:r>
            <a:r>
              <a:rPr lang="en-US" altLang="zh-CN" sz="2600" b="1" baseline="-25000" dirty="0">
                <a:latin typeface="Symbol" panose="05050102010706020507" pitchFamily="18" charset="2"/>
                <a:cs typeface="华文中宋" panose="02010600040101010101" pitchFamily="2" charset="-122"/>
              </a:rPr>
              <a:t>1   </a:t>
            </a:r>
            <a:r>
              <a:rPr lang="en-US" altLang="zh-CN" sz="2600" b="1" i="1" dirty="0">
                <a:latin typeface="Symbol" panose="05050102010706020507" pitchFamily="18" charset="2"/>
                <a:cs typeface="华文中宋" panose="02010600040101010101" pitchFamily="2" charset="-122"/>
              </a:rPr>
              <a:t>e</a:t>
            </a:r>
            <a:r>
              <a:rPr lang="en-US" altLang="zh-CN" sz="2600" b="1" baseline="-25000" dirty="0">
                <a:latin typeface="Symbol" panose="05050102010706020507" pitchFamily="18" charset="2"/>
                <a:cs typeface="华文中宋" panose="02010600040101010101" pitchFamily="2" charset="-122"/>
              </a:rPr>
              <a:t>2   </a:t>
            </a:r>
            <a:r>
              <a:rPr lang="en-US" altLang="zh-CN" sz="2600" b="1" i="1" dirty="0">
                <a:latin typeface="Symbol" panose="05050102010706020507" pitchFamily="18" charset="2"/>
                <a:cs typeface="华文中宋" panose="02010600040101010101" pitchFamily="2" charset="-122"/>
              </a:rPr>
              <a:t>e</a:t>
            </a:r>
            <a:r>
              <a:rPr lang="en-US" altLang="zh-CN" sz="2600" b="1" baseline="-25000" dirty="0">
                <a:latin typeface="Symbol" panose="05050102010706020507" pitchFamily="18" charset="2"/>
                <a:cs typeface="华文中宋" panose="02010600040101010101" pitchFamily="2" charset="-122"/>
              </a:rPr>
              <a:t>3   </a:t>
            </a:r>
            <a:r>
              <a:rPr lang="en-US" altLang="zh-CN" sz="2600" b="1" i="1" dirty="0">
                <a:latin typeface="Symbol" panose="05050102010706020507" pitchFamily="18" charset="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，</a:t>
            </a:r>
            <a:r>
              <a:rPr lang="zh-CN" altLang="en-US" sz="2600" b="1" baseline="-25000" dirty="0">
                <a:latin typeface="Symbol" panose="05050102010706020507" pitchFamily="18" charset="2"/>
                <a:cs typeface="华文中宋" panose="02010600040101010101" pitchFamily="2" charset="-122"/>
              </a:rPr>
              <a:t> </a:t>
            </a:r>
          </a:p>
        </p:txBody>
      </p:sp>
      <p:sp>
        <p:nvSpPr>
          <p:cNvPr id="51217" name="Line 17"/>
          <p:cNvSpPr/>
          <p:nvPr>
            <p:custDataLst>
              <p:tags r:id="rId5"/>
            </p:custDataLst>
          </p:nvPr>
        </p:nvSpPr>
        <p:spPr>
          <a:xfrm>
            <a:off x="4005580" y="2398713"/>
            <a:ext cx="0" cy="148748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8" name="Line 18"/>
          <p:cNvSpPr/>
          <p:nvPr>
            <p:custDataLst>
              <p:tags r:id="rId6"/>
            </p:custDataLst>
          </p:nvPr>
        </p:nvSpPr>
        <p:spPr>
          <a:xfrm>
            <a:off x="4578668" y="2398713"/>
            <a:ext cx="0" cy="148748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1219" name="Group 19"/>
          <p:cNvGrpSpPr/>
          <p:nvPr/>
        </p:nvGrpSpPr>
        <p:grpSpPr>
          <a:xfrm>
            <a:off x="3224530" y="4070350"/>
            <a:ext cx="1425575" cy="1587500"/>
            <a:chOff x="753" y="2119"/>
            <a:chExt cx="898" cy="1000"/>
          </a:xfrm>
        </p:grpSpPr>
        <p:sp>
          <p:nvSpPr>
            <p:cNvPr id="24599" name="Text Box 20"/>
            <p:cNvSpPr txBox="1"/>
            <p:nvPr>
              <p:custDataLst>
                <p:tags r:id="rId14"/>
              </p:custDataLst>
            </p:nvPr>
          </p:nvSpPr>
          <p:spPr>
            <a:xfrm>
              <a:off x="753" y="2449"/>
              <a:ext cx="89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Symbol" panose="05050102010706020507" pitchFamily="18" charset="2"/>
                  <a:cs typeface="华文中宋" panose="02010600040101010101" pitchFamily="2" charset="-122"/>
                </a:rPr>
                <a:t>e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grpSp>
          <p:nvGrpSpPr>
            <p:cNvPr id="24600" name="Group 21"/>
            <p:cNvGrpSpPr/>
            <p:nvPr/>
          </p:nvGrpSpPr>
          <p:grpSpPr>
            <a:xfrm>
              <a:off x="1116" y="2119"/>
              <a:ext cx="302" cy="1000"/>
              <a:chOff x="1116" y="2240"/>
              <a:chExt cx="302" cy="1000"/>
            </a:xfrm>
          </p:grpSpPr>
          <p:sp>
            <p:nvSpPr>
              <p:cNvPr id="24601" name="Text 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215" y="2240"/>
                <a:ext cx="104" cy="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</p:txBody>
          </p:sp>
          <p:sp>
            <p:nvSpPr>
              <p:cNvPr id="24602" name="AutoShape 2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16" y="2282"/>
                <a:ext cx="302" cy="926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51224" name="Group 24"/>
          <p:cNvGrpSpPr/>
          <p:nvPr/>
        </p:nvGrpSpPr>
        <p:grpSpPr>
          <a:xfrm>
            <a:off x="4724718" y="4070350"/>
            <a:ext cx="1425575" cy="1587500"/>
            <a:chOff x="753" y="2119"/>
            <a:chExt cx="898" cy="1000"/>
          </a:xfrm>
        </p:grpSpPr>
        <p:sp>
          <p:nvSpPr>
            <p:cNvPr id="24595" name="Text Box 25"/>
            <p:cNvSpPr txBox="1"/>
            <p:nvPr>
              <p:custDataLst>
                <p:tags r:id="rId11"/>
              </p:custDataLst>
            </p:nvPr>
          </p:nvSpPr>
          <p:spPr>
            <a:xfrm>
              <a:off x="753" y="2449"/>
              <a:ext cx="89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Symbol" panose="05050102010706020507" pitchFamily="18" charset="2"/>
                  <a:cs typeface="华文中宋" panose="02010600040101010101" pitchFamily="2" charset="-122"/>
                </a:rPr>
                <a:t>e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，</a:t>
              </a:r>
            </a:p>
          </p:txBody>
        </p:sp>
        <p:grpSp>
          <p:nvGrpSpPr>
            <p:cNvPr id="24596" name="Group 26"/>
            <p:cNvGrpSpPr/>
            <p:nvPr/>
          </p:nvGrpSpPr>
          <p:grpSpPr>
            <a:xfrm>
              <a:off x="1116" y="2119"/>
              <a:ext cx="302" cy="1000"/>
              <a:chOff x="1116" y="2240"/>
              <a:chExt cx="302" cy="1000"/>
            </a:xfrm>
          </p:grpSpPr>
          <p:sp>
            <p:nvSpPr>
              <p:cNvPr id="24597" name="Text Box 2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215" y="2240"/>
                <a:ext cx="104" cy="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cs typeface="华文中宋" panose="02010600040101010101" pitchFamily="2" charset="-122"/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0</a:t>
                </a:r>
              </a:p>
            </p:txBody>
          </p:sp>
          <p:sp>
            <p:nvSpPr>
              <p:cNvPr id="24598" name="AutoShape 28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16" y="2282"/>
                <a:ext cx="302" cy="926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51229" name="Group 29"/>
          <p:cNvGrpSpPr/>
          <p:nvPr/>
        </p:nvGrpSpPr>
        <p:grpSpPr>
          <a:xfrm>
            <a:off x="6226493" y="4070350"/>
            <a:ext cx="1462087" cy="1587500"/>
            <a:chOff x="3589" y="2119"/>
            <a:chExt cx="921" cy="1000"/>
          </a:xfrm>
        </p:grpSpPr>
        <p:sp>
          <p:nvSpPr>
            <p:cNvPr id="24592" name="Text Box 30"/>
            <p:cNvSpPr txBox="1"/>
            <p:nvPr>
              <p:custDataLst>
                <p:tags r:id="rId8"/>
              </p:custDataLst>
            </p:nvPr>
          </p:nvSpPr>
          <p:spPr>
            <a:xfrm>
              <a:off x="3589" y="2449"/>
              <a:ext cx="921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Symbol" panose="05050102010706020507" pitchFamily="18" charset="2"/>
                  <a:cs typeface="华文中宋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         </a:t>
              </a:r>
              <a:r>
                <a:rPr lang="zh-CN" altLang="en-US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。</a:t>
              </a:r>
            </a:p>
          </p:txBody>
        </p:sp>
        <p:sp>
          <p:nvSpPr>
            <p:cNvPr id="24593" name="Text Box 31"/>
            <p:cNvSpPr txBox="1"/>
            <p:nvPr>
              <p:custDataLst>
                <p:tags r:id="rId9"/>
              </p:custDataLst>
            </p:nvPr>
          </p:nvSpPr>
          <p:spPr>
            <a:xfrm>
              <a:off x="3937" y="2119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4594" name="AutoShape 32"/>
            <p:cNvSpPr/>
            <p:nvPr>
              <p:custDataLst>
                <p:tags r:id="rId10"/>
              </p:custDataLst>
            </p:nvPr>
          </p:nvSpPr>
          <p:spPr>
            <a:xfrm>
              <a:off x="3884" y="2161"/>
              <a:ext cx="370" cy="926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24590" name="Text Box 35"/>
          <p:cNvSpPr txBox="1"/>
          <p:nvPr>
            <p:custDataLst>
              <p:tags r:id="rId7"/>
            </p:custDataLst>
          </p:nvPr>
        </p:nvSpPr>
        <p:spPr>
          <a:xfrm>
            <a:off x="757555" y="2871788"/>
            <a:ext cx="16510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例如：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build="p"/>
      <p:bldP spid="5121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611188" y="83693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在矩阵的讨论和运算中，有时需要将一个矩阵分成若干个“子块”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子矩阵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，使原矩阵显得结构简单而清晰。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4590" name="Text Box 35"/>
          <p:cNvSpPr txBox="1"/>
          <p:nvPr>
            <p:custDataLst>
              <p:tags r:id="rId3"/>
            </p:custDataLst>
          </p:nvPr>
        </p:nvSpPr>
        <p:spPr>
          <a:xfrm>
            <a:off x="69533" y="2565083"/>
            <a:ext cx="418909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又如将矩阵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按行分块：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137603" y="2997200"/>
          <a:ext cx="4378960" cy="268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12" imgW="1651000" imgH="939800" progId="Equation.DSMT4">
                  <p:embed/>
                </p:oleObj>
              </mc:Choice>
              <mc:Fallback>
                <p:oleObj name="Equation" r:id="rId12" imgW="1651000" imgH="939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37603" y="2997200"/>
                        <a:ext cx="4378960" cy="2686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4"/>
          <p:cNvSpPr/>
          <p:nvPr>
            <p:custDataLst>
              <p:tags r:id="rId5"/>
            </p:custDataLst>
          </p:nvPr>
        </p:nvSpPr>
        <p:spPr>
          <a:xfrm>
            <a:off x="2123758" y="3789045"/>
            <a:ext cx="302418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" name="Line 5"/>
          <p:cNvSpPr/>
          <p:nvPr>
            <p:custDataLst>
              <p:tags r:id="rId6"/>
            </p:custDataLst>
          </p:nvPr>
        </p:nvSpPr>
        <p:spPr>
          <a:xfrm>
            <a:off x="2123440" y="4364673"/>
            <a:ext cx="302418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Line 6"/>
          <p:cNvSpPr/>
          <p:nvPr>
            <p:custDataLst>
              <p:tags r:id="rId7"/>
            </p:custDataLst>
          </p:nvPr>
        </p:nvSpPr>
        <p:spPr>
          <a:xfrm>
            <a:off x="2051368" y="5073968"/>
            <a:ext cx="302418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5383213" y="2997200"/>
          <a:ext cx="1280160" cy="268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14" imgW="482600" imgH="939800" progId="Equation.DSMT4">
                  <p:embed/>
                </p:oleObj>
              </mc:Choice>
              <mc:Fallback>
                <p:oleObj name="Equation" r:id="rId14" imgW="482600" imgH="939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83213" y="2997200"/>
                        <a:ext cx="1280160" cy="2686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611188" y="83693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在矩阵的讨论和运算中，有时需要将一个矩阵分成若干个“子块”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子矩阵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，使原矩阵显得结构简单而清晰。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4590" name="Text Box 35"/>
          <p:cNvSpPr txBox="1"/>
          <p:nvPr>
            <p:custDataLst>
              <p:tags r:id="rId3"/>
            </p:custDataLst>
          </p:nvPr>
        </p:nvSpPr>
        <p:spPr>
          <a:xfrm>
            <a:off x="400368" y="2565083"/>
            <a:ext cx="352742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将矩阵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按列分块：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98830" y="2960370"/>
          <a:ext cx="4264660" cy="2617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2" imgW="1651000" imgH="939800" progId="Equation.DSMT4">
                  <p:embed/>
                </p:oleObj>
              </mc:Choice>
              <mc:Fallback>
                <p:oleObj name="Equation" r:id="rId12" imgW="1651000" imgH="939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8830" y="2960370"/>
                        <a:ext cx="4264660" cy="2617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4"/>
          <p:cNvSpPr/>
          <p:nvPr>
            <p:custDataLst>
              <p:tags r:id="rId5"/>
            </p:custDataLst>
          </p:nvPr>
        </p:nvSpPr>
        <p:spPr>
          <a:xfrm rot="5400000" flipV="1">
            <a:off x="1266825" y="4357370"/>
            <a:ext cx="2366010" cy="2540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" name="Line 4"/>
          <p:cNvSpPr/>
          <p:nvPr>
            <p:custDataLst>
              <p:tags r:id="rId6"/>
            </p:custDataLst>
          </p:nvPr>
        </p:nvSpPr>
        <p:spPr>
          <a:xfrm rot="5400000" flipV="1">
            <a:off x="2024380" y="4357370"/>
            <a:ext cx="2366010" cy="2540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4" name="Line 4"/>
          <p:cNvSpPr/>
          <p:nvPr>
            <p:custDataLst>
              <p:tags r:id="rId7"/>
            </p:custDataLst>
          </p:nvPr>
        </p:nvSpPr>
        <p:spPr>
          <a:xfrm rot="5400000" flipV="1">
            <a:off x="2969895" y="4311650"/>
            <a:ext cx="2366010" cy="25400"/>
          </a:xfrm>
          <a:prstGeom prst="line">
            <a:avLst/>
          </a:prstGeom>
          <a:ln w="381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5085715" y="3933190"/>
          <a:ext cx="307213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4" imgW="1308100" imgH="254000" progId="Equation.DSMT4">
                  <p:embed/>
                </p:oleObj>
              </mc:Choice>
              <mc:Fallback>
                <p:oleObj name="Equation" r:id="rId14" imgW="1308100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85715" y="3933190"/>
                        <a:ext cx="3072130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基本问题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分块矩阵的定义</a:t>
            </a:r>
          </a:p>
        </p:txBody>
      </p:sp>
      <p:sp>
        <p:nvSpPr>
          <p:cNvPr id="70658" name="Text Box 2"/>
          <p:cNvSpPr txBox="1"/>
          <p:nvPr/>
        </p:nvSpPr>
        <p:spPr>
          <a:xfrm>
            <a:off x="539433" y="872490"/>
            <a:ext cx="8001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定义</a:t>
            </a:r>
            <a:r>
              <a:rPr lang="en-US" altLang="zh-CN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2.10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像这样用若干条，纵线和横线将一个矩阵分成若干块(称为子块或子矩阵)，并以所分的子块（子矩阵）为元素的矩阵称为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。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7843" y="2853055"/>
            <a:ext cx="80010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注：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究竟采用哪种方式分块，要根据矩阵的具体结构和运算来确定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.</a:t>
            </a:r>
            <a:endParaRPr lang="en-US" altLang="zh-CN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/>
        </p:nvSpPr>
        <p:spPr>
          <a:xfrm>
            <a:off x="539433" y="872490"/>
            <a:ext cx="80010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分块矩阵的加法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的行数相同、列数相同，采用是相同的分块法，有：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aphicFrame>
        <p:nvGraphicFramePr>
          <p:cNvPr id="2" name="对象 -2147482070"/>
          <p:cNvGraphicFramePr>
            <a:graphicFrameLocks noChangeAspect="1"/>
          </p:cNvGraphicFramePr>
          <p:nvPr/>
        </p:nvGraphicFramePr>
        <p:xfrm>
          <a:off x="1403350" y="2014855"/>
          <a:ext cx="601853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2641600" imgH="711200" progId="Equation.DSMT4">
                  <p:embed/>
                </p:oleObj>
              </mc:Choice>
              <mc:Fallback>
                <p:oleObj name="Equation" r:id="rId5" imgW="26416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2014855"/>
                        <a:ext cx="6018530" cy="161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/>
          <p:cNvSpPr txBox="1"/>
          <p:nvPr/>
        </p:nvSpPr>
        <p:spPr>
          <a:xfrm>
            <a:off x="645478" y="3789045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且各对应位置的子块有相同的行数和列数，则</a:t>
            </a:r>
          </a:p>
        </p:txBody>
      </p:sp>
      <p:graphicFrame>
        <p:nvGraphicFramePr>
          <p:cNvPr id="3" name="对象 -2147482067"/>
          <p:cNvGraphicFramePr>
            <a:graphicFrameLocks noChangeAspect="1"/>
          </p:cNvGraphicFramePr>
          <p:nvPr/>
        </p:nvGraphicFramePr>
        <p:xfrm>
          <a:off x="1600835" y="4377055"/>
          <a:ext cx="5381625" cy="172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7" imgW="2209800" imgH="711200" progId="Equation.DSMT4">
                  <p:embed/>
                </p:oleObj>
              </mc:Choice>
              <mc:Fallback>
                <p:oleObj name="Equation" r:id="rId7" imgW="2209800" imgH="71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0835" y="4377055"/>
                        <a:ext cx="5381625" cy="1720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/>
          <p:nvPr/>
        </p:nvSpPr>
        <p:spPr>
          <a:xfrm>
            <a:off x="518160" y="6021705"/>
            <a:ext cx="8239760" cy="6076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注：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在进行加法运算时，两个矩阵要有相同的分法。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4" grpId="0"/>
      <p:bldP spid="4" grpId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/>
        </p:nvSpPr>
        <p:spPr>
          <a:xfrm>
            <a:off x="539433" y="87249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分块矩阵的乘法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如下所示，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k</a:t>
            </a:r>
            <a:r>
              <a:rPr lang="en-US" altLang="zh-CN" sz="2800" b="1" i="1" dirty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为常数，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" name="Text Box 2"/>
          <p:cNvSpPr txBox="1"/>
          <p:nvPr/>
        </p:nvSpPr>
        <p:spPr>
          <a:xfrm>
            <a:off x="645478" y="364490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则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k</a:t>
            </a:r>
            <a:r>
              <a:rPr lang="en-US" altLang="zh-CN" sz="2800" b="1" i="1" dirty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的数乘运算为：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79688" y="1557338"/>
          <a:ext cx="3429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5" imgW="32918400" imgH="17068800" progId="Equation.DSMT4">
                  <p:embed/>
                </p:oleObj>
              </mc:Choice>
              <mc:Fallback>
                <p:oleObj name="Equation" r:id="rId5" imgW="32918400" imgH="17068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9688" y="1557338"/>
                        <a:ext cx="3429000" cy="177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43088" y="4437063"/>
          <a:ext cx="526732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7" imgW="46634400" imgH="17068800" progId="Equation.DSMT4">
                  <p:embed/>
                </p:oleObj>
              </mc:Choice>
              <mc:Fallback>
                <p:oleObj name="Equation" r:id="rId7" imgW="46634400" imgH="17068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3088" y="4437063"/>
                        <a:ext cx="5267325" cy="1928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/>
        </p:nvSpPr>
        <p:spPr>
          <a:xfrm>
            <a:off x="539433" y="872490"/>
            <a:ext cx="80010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分块矩阵的乘法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r>
              <a:rPr lang="zh-CN" altLang="en-US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 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= (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ij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m</a:t>
            </a:r>
            <a:r>
              <a:rPr lang="en-US" altLang="zh-CN" sz="2800" b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×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l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, 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= (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ij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l</a:t>
            </a:r>
            <a:r>
              <a:rPr lang="en-US" altLang="zh-CN" sz="2800" b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×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n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，分块为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645478" y="3789045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且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ik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的列数等于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k</a:t>
            </a:r>
            <a:r>
              <a:rPr lang="en-US" altLang="zh-CN" sz="28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的行数（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k=</a:t>
            </a:r>
            <a:r>
              <a:rPr lang="en-US" altLang="zh-CN" sz="2800" b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1</a:t>
            </a:r>
            <a:r>
              <a:rPr lang="zh-CN" altLang="en-US" sz="2800" b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2</a:t>
            </a:r>
            <a:r>
              <a:rPr lang="zh-CN" altLang="en-US" sz="2800" b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……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t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），则</a:t>
            </a:r>
          </a:p>
        </p:txBody>
      </p:sp>
      <p:graphicFrame>
        <p:nvGraphicFramePr>
          <p:cNvPr id="2" name="对象 -2147482059"/>
          <p:cNvGraphicFramePr>
            <a:graphicFrameLocks noChangeAspect="1"/>
          </p:cNvGraphicFramePr>
          <p:nvPr/>
        </p:nvGraphicFramePr>
        <p:xfrm>
          <a:off x="1475740" y="1988820"/>
          <a:ext cx="633476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5" imgW="2628900" imgH="711200" progId="Equation.DSMT4">
                  <p:embed/>
                </p:oleObj>
              </mc:Choice>
              <mc:Fallback>
                <p:oleObj name="Equation" r:id="rId5" imgW="2628900" imgH="7112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740" y="1988820"/>
                        <a:ext cx="6334760" cy="169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2056"/>
          <p:cNvGraphicFramePr>
            <a:graphicFrameLocks noChangeAspect="1"/>
          </p:cNvGraphicFramePr>
          <p:nvPr/>
        </p:nvGraphicFramePr>
        <p:xfrm>
          <a:off x="967740" y="4437380"/>
          <a:ext cx="299847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7" imgW="1447800" imgH="711200" progId="Equation.DSMT4">
                  <p:embed/>
                </p:oleObj>
              </mc:Choice>
              <mc:Fallback>
                <p:oleObj name="Equation" r:id="rId7" imgW="1447800" imgH="711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7740" y="4437380"/>
                        <a:ext cx="2998470" cy="146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283710" y="4509135"/>
          <a:ext cx="2731135" cy="126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9" imgW="927100" imgH="431800" progId="Equation.DSMT4">
                  <p:embed/>
                </p:oleObj>
              </mc:Choice>
              <mc:Fallback>
                <p:oleObj name="Equation" r:id="rId9" imgW="927100" imgH="431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3710" y="4509135"/>
                        <a:ext cx="2731135" cy="1268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054"/>
          <p:cNvGraphicFramePr>
            <a:graphicFrameLocks noChangeAspect="1"/>
          </p:cNvGraphicFramePr>
          <p:nvPr/>
        </p:nvGraphicFramePr>
        <p:xfrm>
          <a:off x="4137025" y="5876925"/>
          <a:ext cx="3959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11" imgW="39319200" imgH="6096000" progId="Equation.DSMT4">
                  <p:embed/>
                </p:oleObj>
              </mc:Choice>
              <mc:Fallback>
                <p:oleObj name="Equation" r:id="rId11" imgW="39319200" imgH="60960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37025" y="5876925"/>
                        <a:ext cx="3959225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2"/>
          <p:cNvSpPr txBox="1"/>
          <p:nvPr>
            <p:custDataLst>
              <p:tags r:id="rId1"/>
            </p:custDataLst>
          </p:nvPr>
        </p:nvSpPr>
        <p:spPr>
          <a:xfrm>
            <a:off x="394970" y="1052830"/>
            <a:ext cx="8239760" cy="1641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注：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在进行乘法运算时，右矩阵的行分法要与左矩阵的列分法相同。选用的分块形式要以进行的运算来确定。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8780" y="2781300"/>
            <a:ext cx="372300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pSp>
        <p:nvGrpSpPr>
          <p:cNvPr id="52229" name="Group 5"/>
          <p:cNvGrpSpPr/>
          <p:nvPr/>
        </p:nvGrpSpPr>
        <p:grpSpPr>
          <a:xfrm>
            <a:off x="2215198" y="2921318"/>
            <a:ext cx="3143250" cy="1625600"/>
            <a:chOff x="1615" y="938"/>
            <a:chExt cx="1980" cy="1024"/>
          </a:xfrm>
        </p:grpSpPr>
        <p:sp>
          <p:nvSpPr>
            <p:cNvPr id="25648" name="Text Box 6"/>
            <p:cNvSpPr txBox="1"/>
            <p:nvPr>
              <p:custDataLst>
                <p:tags r:id="rId14"/>
              </p:custDataLst>
            </p:nvPr>
          </p:nvSpPr>
          <p:spPr>
            <a:xfrm>
              <a:off x="2116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49" name="Text Box 7"/>
            <p:cNvSpPr txBox="1"/>
            <p:nvPr>
              <p:custDataLst>
                <p:tags r:id="rId15"/>
              </p:custDataLst>
            </p:nvPr>
          </p:nvSpPr>
          <p:spPr>
            <a:xfrm>
              <a:off x="236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50" name="Text Box 8"/>
            <p:cNvSpPr txBox="1"/>
            <p:nvPr>
              <p:custDataLst>
                <p:tags r:id="rId16"/>
              </p:custDataLst>
            </p:nvPr>
          </p:nvSpPr>
          <p:spPr>
            <a:xfrm>
              <a:off x="2912" y="938"/>
              <a:ext cx="27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4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5651" name="Text Box 9"/>
            <p:cNvSpPr txBox="1"/>
            <p:nvPr>
              <p:custDataLst>
                <p:tags r:id="rId17"/>
              </p:custDataLst>
            </p:nvPr>
          </p:nvSpPr>
          <p:spPr>
            <a:xfrm>
              <a:off x="2605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52" name="Text Box 10"/>
            <p:cNvSpPr txBox="1"/>
            <p:nvPr>
              <p:custDataLst>
                <p:tags r:id="rId18"/>
              </p:custDataLst>
            </p:nvPr>
          </p:nvSpPr>
          <p:spPr>
            <a:xfrm>
              <a:off x="1615" y="1292"/>
              <a:ext cx="19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53" name="AutoShape 11"/>
            <p:cNvSpPr/>
            <p:nvPr>
              <p:custDataLst>
                <p:tags r:id="rId19"/>
              </p:custDataLst>
            </p:nvPr>
          </p:nvSpPr>
          <p:spPr>
            <a:xfrm>
              <a:off x="1998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36" name="Group 12"/>
          <p:cNvGrpSpPr/>
          <p:nvPr/>
        </p:nvGrpSpPr>
        <p:grpSpPr>
          <a:xfrm>
            <a:off x="5440998" y="2921318"/>
            <a:ext cx="3125787" cy="1625600"/>
            <a:chOff x="3647" y="938"/>
            <a:chExt cx="1969" cy="1024"/>
          </a:xfrm>
        </p:grpSpPr>
        <p:sp>
          <p:nvSpPr>
            <p:cNvPr id="25642" name="Text Box 13"/>
            <p:cNvSpPr txBox="1"/>
            <p:nvPr>
              <p:custDataLst>
                <p:tags r:id="rId8"/>
              </p:custDataLst>
            </p:nvPr>
          </p:nvSpPr>
          <p:spPr>
            <a:xfrm>
              <a:off x="421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6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3" name="Text Box 14"/>
            <p:cNvSpPr txBox="1"/>
            <p:nvPr>
              <p:custDataLst>
                <p:tags r:id="rId9"/>
              </p:custDataLst>
            </p:nvPr>
          </p:nvSpPr>
          <p:spPr>
            <a:xfrm>
              <a:off x="4460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25644" name="Text Box 15"/>
            <p:cNvSpPr txBox="1"/>
            <p:nvPr>
              <p:custDataLst>
                <p:tags r:id="rId10"/>
              </p:custDataLst>
            </p:nvPr>
          </p:nvSpPr>
          <p:spPr>
            <a:xfrm>
              <a:off x="507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5645" name="Text Box 16"/>
            <p:cNvSpPr txBox="1"/>
            <p:nvPr>
              <p:custDataLst>
                <p:tags r:id="rId11"/>
              </p:custDataLst>
            </p:nvPr>
          </p:nvSpPr>
          <p:spPr>
            <a:xfrm>
              <a:off x="482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6" name="Text Box 17"/>
            <p:cNvSpPr txBox="1"/>
            <p:nvPr>
              <p:custDataLst>
                <p:tags r:id="rId12"/>
              </p:custDataLst>
            </p:nvPr>
          </p:nvSpPr>
          <p:spPr>
            <a:xfrm>
              <a:off x="3647" y="1292"/>
              <a:ext cx="19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47" name="AutoShape 18"/>
            <p:cNvSpPr/>
            <p:nvPr>
              <p:custDataLst>
                <p:tags r:id="rId13"/>
              </p:custDataLst>
            </p:nvPr>
          </p:nvSpPr>
          <p:spPr>
            <a:xfrm>
              <a:off x="4042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71" name="Line 47"/>
          <p:cNvSpPr/>
          <p:nvPr>
            <p:custDataLst>
              <p:tags r:id="rId3"/>
            </p:custDataLst>
          </p:nvPr>
        </p:nvSpPr>
        <p:spPr>
          <a:xfrm>
            <a:off x="2896235" y="3723005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2" name="Line 48"/>
          <p:cNvSpPr/>
          <p:nvPr>
            <p:custDataLst>
              <p:tags r:id="rId4"/>
            </p:custDataLst>
          </p:nvPr>
        </p:nvSpPr>
        <p:spPr>
          <a:xfrm>
            <a:off x="6139498" y="3723005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3" name="Line 49"/>
          <p:cNvSpPr/>
          <p:nvPr>
            <p:custDataLst>
              <p:tags r:id="rId5"/>
            </p:custDataLst>
          </p:nvPr>
        </p:nvSpPr>
        <p:spPr>
          <a:xfrm>
            <a:off x="3739198" y="2987993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4" name="Line 50"/>
          <p:cNvSpPr/>
          <p:nvPr>
            <p:custDataLst>
              <p:tags r:id="rId6"/>
            </p:custDataLst>
          </p:nvPr>
        </p:nvSpPr>
        <p:spPr>
          <a:xfrm>
            <a:off x="7163435" y="2987993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Rectangle 4"/>
          <p:cNvSpPr/>
          <p:nvPr>
            <p:custDataLst>
              <p:tags r:id="rId7"/>
            </p:custDataLst>
          </p:nvPr>
        </p:nvSpPr>
        <p:spPr>
          <a:xfrm>
            <a:off x="533400" y="4642803"/>
            <a:ext cx="495998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用分块矩阵计算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及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8780" y="1130935"/>
            <a:ext cx="372300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750" y="393319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解：</a:t>
            </a:r>
          </a:p>
        </p:txBody>
      </p:sp>
      <p:grpSp>
        <p:nvGrpSpPr>
          <p:cNvPr id="52229" name="Group 5"/>
          <p:cNvGrpSpPr/>
          <p:nvPr/>
        </p:nvGrpSpPr>
        <p:grpSpPr>
          <a:xfrm>
            <a:off x="2215198" y="1270953"/>
            <a:ext cx="3143250" cy="1625600"/>
            <a:chOff x="1615" y="938"/>
            <a:chExt cx="1980" cy="1024"/>
          </a:xfrm>
        </p:grpSpPr>
        <p:sp>
          <p:nvSpPr>
            <p:cNvPr id="25648" name="Text Box 6"/>
            <p:cNvSpPr txBox="1"/>
            <p:nvPr>
              <p:custDataLst>
                <p:tags r:id="rId40"/>
              </p:custDataLst>
            </p:nvPr>
          </p:nvSpPr>
          <p:spPr>
            <a:xfrm>
              <a:off x="2116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49" name="Text Box 7"/>
            <p:cNvSpPr txBox="1"/>
            <p:nvPr>
              <p:custDataLst>
                <p:tags r:id="rId41"/>
              </p:custDataLst>
            </p:nvPr>
          </p:nvSpPr>
          <p:spPr>
            <a:xfrm>
              <a:off x="236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50" name="Text Box 8"/>
            <p:cNvSpPr txBox="1"/>
            <p:nvPr>
              <p:custDataLst>
                <p:tags r:id="rId42"/>
              </p:custDataLst>
            </p:nvPr>
          </p:nvSpPr>
          <p:spPr>
            <a:xfrm>
              <a:off x="2912" y="938"/>
              <a:ext cx="27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4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5651" name="Text Box 9"/>
            <p:cNvSpPr txBox="1"/>
            <p:nvPr>
              <p:custDataLst>
                <p:tags r:id="rId43"/>
              </p:custDataLst>
            </p:nvPr>
          </p:nvSpPr>
          <p:spPr>
            <a:xfrm>
              <a:off x="2605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52" name="Text Box 10"/>
            <p:cNvSpPr txBox="1"/>
            <p:nvPr>
              <p:custDataLst>
                <p:tags r:id="rId44"/>
              </p:custDataLst>
            </p:nvPr>
          </p:nvSpPr>
          <p:spPr>
            <a:xfrm>
              <a:off x="1615" y="1292"/>
              <a:ext cx="19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53" name="AutoShape 11"/>
            <p:cNvSpPr/>
            <p:nvPr>
              <p:custDataLst>
                <p:tags r:id="rId45"/>
              </p:custDataLst>
            </p:nvPr>
          </p:nvSpPr>
          <p:spPr>
            <a:xfrm>
              <a:off x="1998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36" name="Group 12"/>
          <p:cNvGrpSpPr/>
          <p:nvPr/>
        </p:nvGrpSpPr>
        <p:grpSpPr>
          <a:xfrm>
            <a:off x="5440998" y="1270953"/>
            <a:ext cx="3125787" cy="1625600"/>
            <a:chOff x="3647" y="938"/>
            <a:chExt cx="1969" cy="1024"/>
          </a:xfrm>
        </p:grpSpPr>
        <p:sp>
          <p:nvSpPr>
            <p:cNvPr id="25642" name="Text Box 13"/>
            <p:cNvSpPr txBox="1"/>
            <p:nvPr>
              <p:custDataLst>
                <p:tags r:id="rId34"/>
              </p:custDataLst>
            </p:nvPr>
          </p:nvSpPr>
          <p:spPr>
            <a:xfrm>
              <a:off x="421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6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3" name="Text Box 14"/>
            <p:cNvSpPr txBox="1"/>
            <p:nvPr>
              <p:custDataLst>
                <p:tags r:id="rId35"/>
              </p:custDataLst>
            </p:nvPr>
          </p:nvSpPr>
          <p:spPr>
            <a:xfrm>
              <a:off x="4460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25644" name="Text Box 15"/>
            <p:cNvSpPr txBox="1"/>
            <p:nvPr>
              <p:custDataLst>
                <p:tags r:id="rId36"/>
              </p:custDataLst>
            </p:nvPr>
          </p:nvSpPr>
          <p:spPr>
            <a:xfrm>
              <a:off x="507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5645" name="Text Box 16"/>
            <p:cNvSpPr txBox="1"/>
            <p:nvPr>
              <p:custDataLst>
                <p:tags r:id="rId37"/>
              </p:custDataLst>
            </p:nvPr>
          </p:nvSpPr>
          <p:spPr>
            <a:xfrm>
              <a:off x="482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6" name="Text Box 17"/>
            <p:cNvSpPr txBox="1"/>
            <p:nvPr>
              <p:custDataLst>
                <p:tags r:id="rId38"/>
              </p:custDataLst>
            </p:nvPr>
          </p:nvSpPr>
          <p:spPr>
            <a:xfrm>
              <a:off x="3647" y="1292"/>
              <a:ext cx="19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47" name="AutoShape 18"/>
            <p:cNvSpPr/>
            <p:nvPr>
              <p:custDataLst>
                <p:tags r:id="rId39"/>
              </p:custDataLst>
            </p:nvPr>
          </p:nvSpPr>
          <p:spPr>
            <a:xfrm>
              <a:off x="4042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71" name="Line 47"/>
          <p:cNvSpPr/>
          <p:nvPr>
            <p:custDataLst>
              <p:tags r:id="rId3"/>
            </p:custDataLst>
          </p:nvPr>
        </p:nvSpPr>
        <p:spPr>
          <a:xfrm>
            <a:off x="2896235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2" name="Line 48"/>
          <p:cNvSpPr/>
          <p:nvPr>
            <p:custDataLst>
              <p:tags r:id="rId4"/>
            </p:custDataLst>
          </p:nvPr>
        </p:nvSpPr>
        <p:spPr>
          <a:xfrm>
            <a:off x="6139498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3" name="Line 49"/>
          <p:cNvSpPr/>
          <p:nvPr>
            <p:custDataLst>
              <p:tags r:id="rId5"/>
            </p:custDataLst>
          </p:nvPr>
        </p:nvSpPr>
        <p:spPr>
          <a:xfrm>
            <a:off x="3739198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4" name="Line 50"/>
          <p:cNvSpPr/>
          <p:nvPr>
            <p:custDataLst>
              <p:tags r:id="rId6"/>
            </p:custDataLst>
          </p:nvPr>
        </p:nvSpPr>
        <p:spPr>
          <a:xfrm>
            <a:off x="7163435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8" name="Rectangle 4"/>
          <p:cNvSpPr/>
          <p:nvPr>
            <p:custDataLst>
              <p:tags r:id="rId7"/>
            </p:custDataLst>
          </p:nvPr>
        </p:nvSpPr>
        <p:spPr>
          <a:xfrm>
            <a:off x="533400" y="3207703"/>
            <a:ext cx="495998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用分块矩阵计算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及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  <p:sp>
        <p:nvSpPr>
          <p:cNvPr id="52243" name="Text Box 19"/>
          <p:cNvSpPr txBox="1"/>
          <p:nvPr>
            <p:custDataLst>
              <p:tags r:id="rId8"/>
            </p:custDataLst>
          </p:nvPr>
        </p:nvSpPr>
        <p:spPr>
          <a:xfrm>
            <a:off x="731997" y="4004945"/>
            <a:ext cx="407860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将矩阵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进行分块：</a:t>
            </a:r>
          </a:p>
        </p:txBody>
      </p:sp>
      <p:grpSp>
        <p:nvGrpSpPr>
          <p:cNvPr id="52244" name="Group 20"/>
          <p:cNvGrpSpPr/>
          <p:nvPr/>
        </p:nvGrpSpPr>
        <p:grpSpPr>
          <a:xfrm>
            <a:off x="4884103" y="3916045"/>
            <a:ext cx="1905000" cy="793750"/>
            <a:chOff x="1020" y="2823"/>
            <a:chExt cx="1200" cy="500"/>
          </a:xfrm>
        </p:grpSpPr>
        <p:sp>
          <p:nvSpPr>
            <p:cNvPr id="25638" name="Text Box 21"/>
            <p:cNvSpPr txBox="1"/>
            <p:nvPr>
              <p:custDataLst>
                <p:tags r:id="rId30"/>
              </p:custDataLst>
            </p:nvPr>
          </p:nvSpPr>
          <p:spPr>
            <a:xfrm>
              <a:off x="1020" y="2882"/>
              <a:ext cx="12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9" name="Text Box 22"/>
            <p:cNvSpPr txBox="1"/>
            <p:nvPr>
              <p:custDataLst>
                <p:tags r:id="rId31"/>
              </p:custDataLst>
            </p:nvPr>
          </p:nvSpPr>
          <p:spPr>
            <a:xfrm>
              <a:off x="1408" y="2823"/>
              <a:ext cx="202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E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40" name="Text Box 23"/>
            <p:cNvSpPr txBox="1"/>
            <p:nvPr>
              <p:custDataLst>
                <p:tags r:id="rId32"/>
              </p:custDataLst>
            </p:nvPr>
          </p:nvSpPr>
          <p:spPr>
            <a:xfrm>
              <a:off x="1577" y="2823"/>
              <a:ext cx="253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C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E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41" name="AutoShape 24"/>
            <p:cNvSpPr/>
            <p:nvPr>
              <p:custDataLst>
                <p:tags r:id="rId33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49" name="Group 25"/>
          <p:cNvGrpSpPr/>
          <p:nvPr/>
        </p:nvGrpSpPr>
        <p:grpSpPr>
          <a:xfrm>
            <a:off x="6754178" y="3916045"/>
            <a:ext cx="1887537" cy="793750"/>
            <a:chOff x="1020" y="2823"/>
            <a:chExt cx="1189" cy="500"/>
          </a:xfrm>
        </p:grpSpPr>
        <p:sp>
          <p:nvSpPr>
            <p:cNvPr id="25634" name="Text Box 26"/>
            <p:cNvSpPr txBox="1"/>
            <p:nvPr>
              <p:custDataLst>
                <p:tags r:id="rId26"/>
              </p:custDataLst>
            </p:nvPr>
          </p:nvSpPr>
          <p:spPr>
            <a:xfrm>
              <a:off x="1020" y="2882"/>
              <a:ext cx="11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5" name="Text Box 27"/>
            <p:cNvSpPr txBox="1"/>
            <p:nvPr>
              <p:custDataLst>
                <p:tags r:id="rId27"/>
              </p:custDataLst>
            </p:nvPr>
          </p:nvSpPr>
          <p:spPr>
            <a:xfrm>
              <a:off x="1408" y="2823"/>
              <a:ext cx="16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D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F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36" name="Text Box 28"/>
            <p:cNvSpPr txBox="1"/>
            <p:nvPr>
              <p:custDataLst>
                <p:tags r:id="rId28"/>
              </p:custDataLst>
            </p:nvPr>
          </p:nvSpPr>
          <p:spPr>
            <a:xfrm>
              <a:off x="1680" y="2823"/>
              <a:ext cx="150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E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7" name="AutoShape 29"/>
            <p:cNvSpPr/>
            <p:nvPr>
              <p:custDataLst>
                <p:tags r:id="rId29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54" name="Text Box 30"/>
          <p:cNvSpPr txBox="1"/>
          <p:nvPr>
            <p:custDataLst>
              <p:tags r:id="rId9"/>
            </p:custDataLst>
          </p:nvPr>
        </p:nvSpPr>
        <p:spPr>
          <a:xfrm>
            <a:off x="682625" y="5448300"/>
            <a:ext cx="330200" cy="5222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则</a:t>
            </a:r>
          </a:p>
        </p:txBody>
      </p:sp>
      <p:sp>
        <p:nvSpPr>
          <p:cNvPr id="52255" name="Text Box 31"/>
          <p:cNvSpPr txBox="1"/>
          <p:nvPr>
            <p:custDataLst>
              <p:tags r:id="rId10"/>
            </p:custDataLst>
          </p:nvPr>
        </p:nvSpPr>
        <p:spPr>
          <a:xfrm>
            <a:off x="2235200" y="5329238"/>
            <a:ext cx="3857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kE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2256" name="Text Box 32"/>
          <p:cNvSpPr txBox="1"/>
          <p:nvPr>
            <p:custDataLst>
              <p:tags r:id="rId11"/>
            </p:custDataLst>
          </p:nvPr>
        </p:nvSpPr>
        <p:spPr>
          <a:xfrm>
            <a:off x="2763838" y="5329238"/>
            <a:ext cx="3857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kC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2257" name="Rectangle 33"/>
          <p:cNvSpPr/>
          <p:nvPr>
            <p:custDataLst>
              <p:tags r:id="rId12"/>
            </p:custDataLst>
          </p:nvPr>
        </p:nvSpPr>
        <p:spPr>
          <a:xfrm>
            <a:off x="1412875" y="5453063"/>
            <a:ext cx="403225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kA</a:t>
            </a:r>
            <a:endParaRPr lang="en-US" altLang="zh-CN" sz="2600" b="1" dirty="0">
              <a:latin typeface="Symbol" panose="05050102010706020507" pitchFamily="18" charset="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pSp>
        <p:nvGrpSpPr>
          <p:cNvPr id="52258" name="Group 34"/>
          <p:cNvGrpSpPr/>
          <p:nvPr/>
        </p:nvGrpSpPr>
        <p:grpSpPr>
          <a:xfrm>
            <a:off x="1784350" y="5400675"/>
            <a:ext cx="1547813" cy="663575"/>
            <a:chOff x="838" y="3082"/>
            <a:chExt cx="975" cy="418"/>
          </a:xfrm>
        </p:grpSpPr>
        <p:sp>
          <p:nvSpPr>
            <p:cNvPr id="25632" name="AutoShape 35"/>
            <p:cNvSpPr/>
            <p:nvPr>
              <p:custDataLst>
                <p:tags r:id="rId24"/>
              </p:custDataLst>
            </p:nvPr>
          </p:nvSpPr>
          <p:spPr>
            <a:xfrm flipH="1">
              <a:off x="1001" y="3082"/>
              <a:ext cx="81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  <p:sp>
          <p:nvSpPr>
            <p:cNvPr id="25633" name="Rectangle 36"/>
            <p:cNvSpPr/>
            <p:nvPr>
              <p:custDataLst>
                <p:tags r:id="rId25"/>
              </p:custDataLst>
            </p:nvPr>
          </p:nvSpPr>
          <p:spPr>
            <a:xfrm>
              <a:off x="838" y="3115"/>
              <a:ext cx="11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</a:t>
              </a:r>
              <a:endPara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</p:grpSp>
      <p:sp>
        <p:nvSpPr>
          <p:cNvPr id="52261" name="Rectangle 37"/>
          <p:cNvSpPr/>
          <p:nvPr>
            <p:custDataLst>
              <p:tags r:id="rId13"/>
            </p:custDataLst>
          </p:nvPr>
        </p:nvSpPr>
        <p:spPr>
          <a:xfrm>
            <a:off x="2235200" y="5749925"/>
            <a:ext cx="238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O</a:t>
            </a:r>
          </a:p>
        </p:txBody>
      </p:sp>
      <p:sp>
        <p:nvSpPr>
          <p:cNvPr id="52262" name="Rectangle 38"/>
          <p:cNvSpPr/>
          <p:nvPr>
            <p:custDataLst>
              <p:tags r:id="rId14"/>
            </p:custDataLst>
          </p:nvPr>
        </p:nvSpPr>
        <p:spPr>
          <a:xfrm>
            <a:off x="2643188" y="5749925"/>
            <a:ext cx="566737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kE</a:t>
            </a:r>
          </a:p>
        </p:txBody>
      </p:sp>
      <p:grpSp>
        <p:nvGrpSpPr>
          <p:cNvPr id="52263" name="Group 39"/>
          <p:cNvGrpSpPr/>
          <p:nvPr/>
        </p:nvGrpSpPr>
        <p:grpSpPr>
          <a:xfrm>
            <a:off x="3454400" y="4992688"/>
            <a:ext cx="2500313" cy="1541462"/>
            <a:chOff x="2473" y="2825"/>
            <a:chExt cx="1575" cy="971"/>
          </a:xfrm>
        </p:grpSpPr>
        <p:sp>
          <p:nvSpPr>
            <p:cNvPr id="25630" name="Text Box 40"/>
            <p:cNvSpPr txBox="1"/>
            <p:nvPr>
              <p:custDataLst>
                <p:tags r:id="rId22"/>
              </p:custDataLst>
            </p:nvPr>
          </p:nvSpPr>
          <p:spPr>
            <a:xfrm>
              <a:off x="2473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5631" name="AutoShape 41"/>
            <p:cNvSpPr/>
            <p:nvPr>
              <p:custDataLst>
                <p:tags r:id="rId23"/>
              </p:custDataLst>
            </p:nvPr>
          </p:nvSpPr>
          <p:spPr>
            <a:xfrm>
              <a:off x="2636" y="2825"/>
              <a:ext cx="1412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66" name="Text Box 42"/>
          <p:cNvSpPr txBox="1"/>
          <p:nvPr>
            <p:custDataLst>
              <p:tags r:id="rId15"/>
            </p:custDataLst>
          </p:nvPr>
        </p:nvSpPr>
        <p:spPr>
          <a:xfrm>
            <a:off x="3900488" y="4908550"/>
            <a:ext cx="66040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0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0   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</a:t>
            </a:r>
          </a:p>
        </p:txBody>
      </p:sp>
      <p:sp>
        <p:nvSpPr>
          <p:cNvPr id="52267" name="Text Box 43"/>
          <p:cNvSpPr txBox="1"/>
          <p:nvPr>
            <p:custDataLst>
              <p:tags r:id="rId16"/>
            </p:custDataLst>
          </p:nvPr>
        </p:nvSpPr>
        <p:spPr>
          <a:xfrm>
            <a:off x="3900488" y="5732463"/>
            <a:ext cx="66040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0    0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0    0</a:t>
            </a:r>
          </a:p>
        </p:txBody>
      </p:sp>
      <p:sp>
        <p:nvSpPr>
          <p:cNvPr id="52268" name="Text Box 44"/>
          <p:cNvSpPr txBox="1"/>
          <p:nvPr>
            <p:custDataLst>
              <p:tags r:id="rId17"/>
            </p:custDataLst>
          </p:nvPr>
        </p:nvSpPr>
        <p:spPr>
          <a:xfrm>
            <a:off x="4849813" y="4908550"/>
            <a:ext cx="90805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k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3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4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</a:t>
            </a:r>
          </a:p>
        </p:txBody>
      </p:sp>
      <p:sp>
        <p:nvSpPr>
          <p:cNvPr id="52269" name="Text Box 45"/>
          <p:cNvSpPr txBox="1"/>
          <p:nvPr>
            <p:custDataLst>
              <p:tags r:id="rId18"/>
            </p:custDataLst>
          </p:nvPr>
        </p:nvSpPr>
        <p:spPr>
          <a:xfrm>
            <a:off x="4849813" y="5726113"/>
            <a:ext cx="923925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    0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  0   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k</a:t>
            </a:r>
          </a:p>
        </p:txBody>
      </p:sp>
      <p:sp>
        <p:nvSpPr>
          <p:cNvPr id="52270" name="Text Box 46"/>
          <p:cNvSpPr txBox="1"/>
          <p:nvPr>
            <p:custDataLst>
              <p:tags r:id="rId19"/>
            </p:custDataLst>
          </p:nvPr>
        </p:nvSpPr>
        <p:spPr>
          <a:xfrm>
            <a:off x="6096000" y="5453063"/>
            <a:ext cx="3302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；</a:t>
            </a:r>
          </a:p>
        </p:txBody>
      </p:sp>
      <p:sp>
        <p:nvSpPr>
          <p:cNvPr id="52276" name="Line 52"/>
          <p:cNvSpPr/>
          <p:nvPr>
            <p:custDataLst>
              <p:tags r:id="rId20"/>
            </p:custDataLst>
          </p:nvPr>
        </p:nvSpPr>
        <p:spPr>
          <a:xfrm>
            <a:off x="3859213" y="5743575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7" name="Line 53"/>
          <p:cNvSpPr/>
          <p:nvPr>
            <p:custDataLst>
              <p:tags r:id="rId21"/>
            </p:custDataLst>
          </p:nvPr>
        </p:nvSpPr>
        <p:spPr>
          <a:xfrm>
            <a:off x="4703763" y="5026025"/>
            <a:ext cx="0" cy="1506538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3" grpId="0" build="p"/>
      <p:bldP spid="52254" grpId="0" build="p"/>
      <p:bldP spid="52255" grpId="0" build="p"/>
      <p:bldP spid="52256" grpId="0" build="p"/>
      <p:bldP spid="52257" grpId="0" build="p"/>
      <p:bldP spid="52261" grpId="0" build="p"/>
      <p:bldP spid="52262" grpId="0" build="p"/>
      <p:bldP spid="52266" grpId="0"/>
      <p:bldP spid="52267" grpId="0"/>
      <p:bldP spid="52268" grpId="0"/>
      <p:bldP spid="52269" grpId="0"/>
      <p:bldP spid="52270" grpId="0" build="p" advAuto="100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8780" y="1130935"/>
            <a:ext cx="372300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750" y="393319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解：</a:t>
            </a:r>
          </a:p>
        </p:txBody>
      </p:sp>
      <p:grpSp>
        <p:nvGrpSpPr>
          <p:cNvPr id="52229" name="Group 5"/>
          <p:cNvGrpSpPr/>
          <p:nvPr/>
        </p:nvGrpSpPr>
        <p:grpSpPr>
          <a:xfrm>
            <a:off x="2215198" y="1270953"/>
            <a:ext cx="3143250" cy="1625600"/>
            <a:chOff x="1615" y="938"/>
            <a:chExt cx="1980" cy="1024"/>
          </a:xfrm>
        </p:grpSpPr>
        <p:sp>
          <p:nvSpPr>
            <p:cNvPr id="25648" name="Text Box 6"/>
            <p:cNvSpPr txBox="1"/>
            <p:nvPr>
              <p:custDataLst>
                <p:tags r:id="rId47"/>
              </p:custDataLst>
            </p:nvPr>
          </p:nvSpPr>
          <p:spPr>
            <a:xfrm>
              <a:off x="2116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49" name="Text Box 7"/>
            <p:cNvSpPr txBox="1"/>
            <p:nvPr>
              <p:custDataLst>
                <p:tags r:id="rId48"/>
              </p:custDataLst>
            </p:nvPr>
          </p:nvSpPr>
          <p:spPr>
            <a:xfrm>
              <a:off x="236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50" name="Text Box 8"/>
            <p:cNvSpPr txBox="1"/>
            <p:nvPr>
              <p:custDataLst>
                <p:tags r:id="rId49"/>
              </p:custDataLst>
            </p:nvPr>
          </p:nvSpPr>
          <p:spPr>
            <a:xfrm>
              <a:off x="2912" y="938"/>
              <a:ext cx="27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4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5651" name="Text Box 9"/>
            <p:cNvSpPr txBox="1"/>
            <p:nvPr>
              <p:custDataLst>
                <p:tags r:id="rId50"/>
              </p:custDataLst>
            </p:nvPr>
          </p:nvSpPr>
          <p:spPr>
            <a:xfrm>
              <a:off x="2605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52" name="Text Box 10"/>
            <p:cNvSpPr txBox="1"/>
            <p:nvPr>
              <p:custDataLst>
                <p:tags r:id="rId51"/>
              </p:custDataLst>
            </p:nvPr>
          </p:nvSpPr>
          <p:spPr>
            <a:xfrm>
              <a:off x="1615" y="1292"/>
              <a:ext cx="19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53" name="AutoShape 11"/>
            <p:cNvSpPr/>
            <p:nvPr>
              <p:custDataLst>
                <p:tags r:id="rId52"/>
              </p:custDataLst>
            </p:nvPr>
          </p:nvSpPr>
          <p:spPr>
            <a:xfrm>
              <a:off x="1998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36" name="Group 12"/>
          <p:cNvGrpSpPr/>
          <p:nvPr/>
        </p:nvGrpSpPr>
        <p:grpSpPr>
          <a:xfrm>
            <a:off x="5440998" y="1270953"/>
            <a:ext cx="3125787" cy="1625600"/>
            <a:chOff x="3647" y="938"/>
            <a:chExt cx="1969" cy="1024"/>
          </a:xfrm>
        </p:grpSpPr>
        <p:sp>
          <p:nvSpPr>
            <p:cNvPr id="25642" name="Text Box 13"/>
            <p:cNvSpPr txBox="1"/>
            <p:nvPr>
              <p:custDataLst>
                <p:tags r:id="rId41"/>
              </p:custDataLst>
            </p:nvPr>
          </p:nvSpPr>
          <p:spPr>
            <a:xfrm>
              <a:off x="421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6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3" name="Text Box 14"/>
            <p:cNvSpPr txBox="1"/>
            <p:nvPr>
              <p:custDataLst>
                <p:tags r:id="rId42"/>
              </p:custDataLst>
            </p:nvPr>
          </p:nvSpPr>
          <p:spPr>
            <a:xfrm>
              <a:off x="4460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25644" name="Text Box 15"/>
            <p:cNvSpPr txBox="1"/>
            <p:nvPr>
              <p:custDataLst>
                <p:tags r:id="rId43"/>
              </p:custDataLst>
            </p:nvPr>
          </p:nvSpPr>
          <p:spPr>
            <a:xfrm>
              <a:off x="507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5645" name="Text Box 16"/>
            <p:cNvSpPr txBox="1"/>
            <p:nvPr>
              <p:custDataLst>
                <p:tags r:id="rId44"/>
              </p:custDataLst>
            </p:nvPr>
          </p:nvSpPr>
          <p:spPr>
            <a:xfrm>
              <a:off x="482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6" name="Text Box 17"/>
            <p:cNvSpPr txBox="1"/>
            <p:nvPr>
              <p:custDataLst>
                <p:tags r:id="rId45"/>
              </p:custDataLst>
            </p:nvPr>
          </p:nvSpPr>
          <p:spPr>
            <a:xfrm>
              <a:off x="3647" y="1292"/>
              <a:ext cx="19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47" name="AutoShape 18"/>
            <p:cNvSpPr/>
            <p:nvPr>
              <p:custDataLst>
                <p:tags r:id="rId46"/>
              </p:custDataLst>
            </p:nvPr>
          </p:nvSpPr>
          <p:spPr>
            <a:xfrm>
              <a:off x="4042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71" name="Line 47"/>
          <p:cNvSpPr/>
          <p:nvPr>
            <p:custDataLst>
              <p:tags r:id="rId3"/>
            </p:custDataLst>
          </p:nvPr>
        </p:nvSpPr>
        <p:spPr>
          <a:xfrm>
            <a:off x="2896235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2" name="Line 48"/>
          <p:cNvSpPr/>
          <p:nvPr>
            <p:custDataLst>
              <p:tags r:id="rId4"/>
            </p:custDataLst>
          </p:nvPr>
        </p:nvSpPr>
        <p:spPr>
          <a:xfrm>
            <a:off x="6139498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3" name="Line 49"/>
          <p:cNvSpPr/>
          <p:nvPr>
            <p:custDataLst>
              <p:tags r:id="rId5"/>
            </p:custDataLst>
          </p:nvPr>
        </p:nvSpPr>
        <p:spPr>
          <a:xfrm>
            <a:off x="3739198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4" name="Line 50"/>
          <p:cNvSpPr/>
          <p:nvPr>
            <p:custDataLst>
              <p:tags r:id="rId6"/>
            </p:custDataLst>
          </p:nvPr>
        </p:nvSpPr>
        <p:spPr>
          <a:xfrm>
            <a:off x="7163435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8" name="Rectangle 4"/>
          <p:cNvSpPr/>
          <p:nvPr>
            <p:custDataLst>
              <p:tags r:id="rId7"/>
            </p:custDataLst>
          </p:nvPr>
        </p:nvSpPr>
        <p:spPr>
          <a:xfrm>
            <a:off x="533400" y="3207703"/>
            <a:ext cx="495998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用分块矩阵计算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及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  <p:sp>
        <p:nvSpPr>
          <p:cNvPr id="52243" name="Text Box 19"/>
          <p:cNvSpPr txBox="1"/>
          <p:nvPr>
            <p:custDataLst>
              <p:tags r:id="rId8"/>
            </p:custDataLst>
          </p:nvPr>
        </p:nvSpPr>
        <p:spPr>
          <a:xfrm>
            <a:off x="731997" y="4004945"/>
            <a:ext cx="407860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将矩阵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进行分块：</a:t>
            </a:r>
          </a:p>
        </p:txBody>
      </p:sp>
      <p:grpSp>
        <p:nvGrpSpPr>
          <p:cNvPr id="52244" name="Group 20"/>
          <p:cNvGrpSpPr/>
          <p:nvPr/>
        </p:nvGrpSpPr>
        <p:grpSpPr>
          <a:xfrm>
            <a:off x="4884103" y="3916045"/>
            <a:ext cx="1905000" cy="800100"/>
            <a:chOff x="1020" y="2823"/>
            <a:chExt cx="1200" cy="504"/>
          </a:xfrm>
        </p:grpSpPr>
        <p:sp>
          <p:nvSpPr>
            <p:cNvPr id="25638" name="Text Box 21"/>
            <p:cNvSpPr txBox="1"/>
            <p:nvPr>
              <p:custDataLst>
                <p:tags r:id="rId37"/>
              </p:custDataLst>
            </p:nvPr>
          </p:nvSpPr>
          <p:spPr>
            <a:xfrm>
              <a:off x="1020" y="2882"/>
              <a:ext cx="12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9" name="Text Box 22"/>
            <p:cNvSpPr txBox="1"/>
            <p:nvPr>
              <p:custDataLst>
                <p:tags r:id="rId38"/>
              </p:custDataLst>
            </p:nvPr>
          </p:nvSpPr>
          <p:spPr>
            <a:xfrm>
              <a:off x="1408" y="2823"/>
              <a:ext cx="202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40" name="Text Box 23"/>
            <p:cNvSpPr txBox="1"/>
            <p:nvPr>
              <p:custDataLst>
                <p:tags r:id="rId39"/>
              </p:custDataLst>
            </p:nvPr>
          </p:nvSpPr>
          <p:spPr>
            <a:xfrm>
              <a:off x="1635" y="2823"/>
              <a:ext cx="195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C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25641" name="AutoShape 24"/>
            <p:cNvSpPr/>
            <p:nvPr>
              <p:custDataLst>
                <p:tags r:id="rId40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49" name="Group 25"/>
          <p:cNvGrpSpPr/>
          <p:nvPr/>
        </p:nvGrpSpPr>
        <p:grpSpPr>
          <a:xfrm>
            <a:off x="6754178" y="3916045"/>
            <a:ext cx="1887537" cy="800100"/>
            <a:chOff x="1020" y="2823"/>
            <a:chExt cx="1189" cy="504"/>
          </a:xfrm>
        </p:grpSpPr>
        <p:sp>
          <p:nvSpPr>
            <p:cNvPr id="25634" name="Text Box 26"/>
            <p:cNvSpPr txBox="1"/>
            <p:nvPr>
              <p:custDataLst>
                <p:tags r:id="rId33"/>
              </p:custDataLst>
            </p:nvPr>
          </p:nvSpPr>
          <p:spPr>
            <a:xfrm>
              <a:off x="1020" y="2882"/>
              <a:ext cx="11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5" name="Text Box 27"/>
            <p:cNvSpPr txBox="1"/>
            <p:nvPr>
              <p:custDataLst>
                <p:tags r:id="rId34"/>
              </p:custDataLst>
            </p:nvPr>
          </p:nvSpPr>
          <p:spPr>
            <a:xfrm>
              <a:off x="1408" y="2823"/>
              <a:ext cx="16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D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F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36" name="Text Box 28"/>
            <p:cNvSpPr txBox="1"/>
            <p:nvPr>
              <p:custDataLst>
                <p:tags r:id="rId35"/>
              </p:custDataLst>
            </p:nvPr>
          </p:nvSpPr>
          <p:spPr>
            <a:xfrm>
              <a:off x="1680" y="2823"/>
              <a:ext cx="150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25637" name="AutoShape 29"/>
            <p:cNvSpPr/>
            <p:nvPr>
              <p:custDataLst>
                <p:tags r:id="rId36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3279" name="Text Box 31"/>
          <p:cNvSpPr txBox="1"/>
          <p:nvPr>
            <p:custDataLst>
              <p:tags r:id="rId9"/>
            </p:custDataLst>
          </p:nvPr>
        </p:nvSpPr>
        <p:spPr>
          <a:xfrm>
            <a:off x="4524693" y="5312728"/>
            <a:ext cx="63119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I 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D</a:t>
            </a:r>
          </a:p>
        </p:txBody>
      </p:sp>
      <p:sp>
        <p:nvSpPr>
          <p:cNvPr id="53280" name="Text Box 32"/>
          <p:cNvSpPr txBox="1"/>
          <p:nvPr>
            <p:custDataLst>
              <p:tags r:id="rId10"/>
            </p:custDataLst>
          </p:nvPr>
        </p:nvSpPr>
        <p:spPr>
          <a:xfrm>
            <a:off x="5372418" y="5319078"/>
            <a:ext cx="2206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C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3281" name="Rectangle 33"/>
          <p:cNvSpPr/>
          <p:nvPr>
            <p:custDataLst>
              <p:tags r:id="rId11"/>
            </p:custDataLst>
          </p:nvPr>
        </p:nvSpPr>
        <p:spPr>
          <a:xfrm>
            <a:off x="960755" y="5500053"/>
            <a:ext cx="6397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endParaRPr lang="en-US" altLang="zh-CN" sz="2600" b="1" dirty="0">
              <a:latin typeface="Symbol" panose="05050102010706020507" pitchFamily="18" charset="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3282" name="Rectangle 34"/>
          <p:cNvSpPr/>
          <p:nvPr>
            <p:custDataLst>
              <p:tags r:id="rId12"/>
            </p:custDataLst>
          </p:nvPr>
        </p:nvSpPr>
        <p:spPr>
          <a:xfrm>
            <a:off x="4688205" y="5739765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F</a:t>
            </a:r>
          </a:p>
        </p:txBody>
      </p:sp>
      <p:sp>
        <p:nvSpPr>
          <p:cNvPr id="53283" name="Rectangle 35"/>
          <p:cNvSpPr/>
          <p:nvPr>
            <p:custDataLst>
              <p:tags r:id="rId13"/>
            </p:custDataLst>
          </p:nvPr>
        </p:nvSpPr>
        <p:spPr>
          <a:xfrm>
            <a:off x="5362893" y="5746115"/>
            <a:ext cx="238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O</a:t>
            </a:r>
          </a:p>
        </p:txBody>
      </p:sp>
      <p:grpSp>
        <p:nvGrpSpPr>
          <p:cNvPr id="53284" name="Group 36"/>
          <p:cNvGrpSpPr/>
          <p:nvPr/>
        </p:nvGrpSpPr>
        <p:grpSpPr>
          <a:xfrm>
            <a:off x="5901055" y="4982528"/>
            <a:ext cx="2268538" cy="1541462"/>
            <a:chOff x="3672" y="2825"/>
            <a:chExt cx="1429" cy="971"/>
          </a:xfrm>
        </p:grpSpPr>
        <p:sp>
          <p:nvSpPr>
            <p:cNvPr id="26665" name="Text Box 37"/>
            <p:cNvSpPr txBox="1"/>
            <p:nvPr>
              <p:custDataLst>
                <p:tags r:id="rId31"/>
              </p:custDataLst>
            </p:nvPr>
          </p:nvSpPr>
          <p:spPr>
            <a:xfrm>
              <a:off x="3672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6666" name="AutoShape 38"/>
            <p:cNvSpPr/>
            <p:nvPr>
              <p:custDataLst>
                <p:tags r:id="rId32"/>
              </p:custDataLst>
            </p:nvPr>
          </p:nvSpPr>
          <p:spPr>
            <a:xfrm>
              <a:off x="3835" y="2825"/>
              <a:ext cx="1266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3287" name="Text Box 39"/>
          <p:cNvSpPr txBox="1"/>
          <p:nvPr>
            <p:custDataLst>
              <p:tags r:id="rId14"/>
            </p:custDataLst>
          </p:nvPr>
        </p:nvSpPr>
        <p:spPr>
          <a:xfrm>
            <a:off x="6347143" y="4898390"/>
            <a:ext cx="66040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2    2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2    1</a:t>
            </a: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3288" name="Text Box 40"/>
          <p:cNvSpPr txBox="1"/>
          <p:nvPr>
            <p:custDataLst>
              <p:tags r:id="rId15"/>
            </p:custDataLst>
          </p:nvPr>
        </p:nvSpPr>
        <p:spPr>
          <a:xfrm>
            <a:off x="6347143" y="5722303"/>
            <a:ext cx="676275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6    3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0  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2</a:t>
            </a:r>
          </a:p>
        </p:txBody>
      </p:sp>
      <p:sp>
        <p:nvSpPr>
          <p:cNvPr id="53289" name="Text Box 41"/>
          <p:cNvSpPr txBox="1"/>
          <p:nvPr>
            <p:custDataLst>
              <p:tags r:id="rId16"/>
            </p:custDataLst>
          </p:nvPr>
        </p:nvSpPr>
        <p:spPr>
          <a:xfrm>
            <a:off x="7366318" y="4898390"/>
            <a:ext cx="57785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1   3</a:t>
            </a: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2   4</a:t>
            </a: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3290" name="Text Box 42"/>
          <p:cNvSpPr txBox="1"/>
          <p:nvPr>
            <p:custDataLst>
              <p:tags r:id="rId17"/>
            </p:custDataLst>
          </p:nvPr>
        </p:nvSpPr>
        <p:spPr>
          <a:xfrm>
            <a:off x="7366318" y="5722303"/>
            <a:ext cx="57785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0   0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0   0</a:t>
            </a:r>
            <a:endParaRPr lang="en-US" altLang="zh-CN" sz="2600" b="1" i="1" dirty="0">
              <a:latin typeface="Times New Roman" panose="02020603050405020304" pitchFamily="18" charset="0"/>
              <a:cs typeface="华文中宋" panose="02010600040101010101" pitchFamily="2" charset="-122"/>
            </a:endParaRPr>
          </a:p>
        </p:txBody>
      </p:sp>
      <p:sp>
        <p:nvSpPr>
          <p:cNvPr id="53291" name="Text Box 43"/>
          <p:cNvSpPr txBox="1"/>
          <p:nvPr>
            <p:custDataLst>
              <p:tags r:id="rId18"/>
            </p:custDataLst>
          </p:nvPr>
        </p:nvSpPr>
        <p:spPr>
          <a:xfrm>
            <a:off x="8333105" y="5442903"/>
            <a:ext cx="3302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；</a:t>
            </a:r>
          </a:p>
        </p:txBody>
      </p:sp>
      <p:grpSp>
        <p:nvGrpSpPr>
          <p:cNvPr id="53296" name="Group 48"/>
          <p:cNvGrpSpPr/>
          <p:nvPr/>
        </p:nvGrpSpPr>
        <p:grpSpPr>
          <a:xfrm>
            <a:off x="1571943" y="5314315"/>
            <a:ext cx="2478087" cy="800100"/>
            <a:chOff x="945" y="3034"/>
            <a:chExt cx="1561" cy="504"/>
          </a:xfrm>
        </p:grpSpPr>
        <p:sp>
          <p:nvSpPr>
            <p:cNvPr id="26657" name="Text Box 49"/>
            <p:cNvSpPr txBox="1"/>
            <p:nvPr>
              <p:custDataLst>
                <p:tags r:id="rId23"/>
              </p:custDataLst>
            </p:nvPr>
          </p:nvSpPr>
          <p:spPr>
            <a:xfrm>
              <a:off x="945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6658" name="Text Box 50"/>
            <p:cNvSpPr txBox="1"/>
            <p:nvPr>
              <p:custDataLst>
                <p:tags r:id="rId24"/>
              </p:custDataLst>
            </p:nvPr>
          </p:nvSpPr>
          <p:spPr>
            <a:xfrm>
              <a:off x="1190" y="3034"/>
              <a:ext cx="202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6659" name="Text Box 51"/>
            <p:cNvSpPr txBox="1"/>
            <p:nvPr>
              <p:custDataLst>
                <p:tags r:id="rId25"/>
              </p:custDataLst>
            </p:nvPr>
          </p:nvSpPr>
          <p:spPr>
            <a:xfrm>
              <a:off x="1417" y="3034"/>
              <a:ext cx="195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C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26660" name="AutoShape 52"/>
            <p:cNvSpPr/>
            <p:nvPr>
              <p:custDataLst>
                <p:tags r:id="rId26"/>
              </p:custDataLst>
            </p:nvPr>
          </p:nvSpPr>
          <p:spPr>
            <a:xfrm flipH="1">
              <a:off x="1091" y="3079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  <p:sp>
          <p:nvSpPr>
            <p:cNvPr id="26661" name="Text Box 53"/>
            <p:cNvSpPr txBox="1"/>
            <p:nvPr>
              <p:custDataLst>
                <p:tags r:id="rId27"/>
              </p:custDataLst>
            </p:nvPr>
          </p:nvSpPr>
          <p:spPr>
            <a:xfrm>
              <a:off x="1749" y="3156"/>
              <a:ext cx="114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+</a:t>
              </a:r>
            </a:p>
          </p:txBody>
        </p:sp>
        <p:sp>
          <p:nvSpPr>
            <p:cNvPr id="26662" name="Text Box 54"/>
            <p:cNvSpPr txBox="1"/>
            <p:nvPr>
              <p:custDataLst>
                <p:tags r:id="rId28"/>
              </p:custDataLst>
            </p:nvPr>
          </p:nvSpPr>
          <p:spPr>
            <a:xfrm>
              <a:off x="1983" y="3034"/>
              <a:ext cx="16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D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F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6663" name="Text Box 55"/>
            <p:cNvSpPr txBox="1"/>
            <p:nvPr>
              <p:custDataLst>
                <p:tags r:id="rId29"/>
              </p:custDataLst>
            </p:nvPr>
          </p:nvSpPr>
          <p:spPr>
            <a:xfrm>
              <a:off x="2255" y="3034"/>
              <a:ext cx="150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26664" name="AutoShape 56"/>
            <p:cNvSpPr/>
            <p:nvPr>
              <p:custDataLst>
                <p:tags r:id="rId30"/>
              </p:custDataLst>
            </p:nvPr>
          </p:nvSpPr>
          <p:spPr>
            <a:xfrm flipH="1">
              <a:off x="1884" y="3079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3305" name="Group 57"/>
          <p:cNvGrpSpPr/>
          <p:nvPr/>
        </p:nvGrpSpPr>
        <p:grpSpPr>
          <a:xfrm>
            <a:off x="4100830" y="5385753"/>
            <a:ext cx="1689100" cy="663575"/>
            <a:chOff x="2538" y="3079"/>
            <a:chExt cx="1064" cy="418"/>
          </a:xfrm>
        </p:grpSpPr>
        <p:sp>
          <p:nvSpPr>
            <p:cNvPr id="26655" name="Text Box 58"/>
            <p:cNvSpPr txBox="1"/>
            <p:nvPr>
              <p:custDataLst>
                <p:tags r:id="rId21"/>
              </p:custDataLst>
            </p:nvPr>
          </p:nvSpPr>
          <p:spPr>
            <a:xfrm>
              <a:off x="2538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6656" name="AutoShape 59"/>
            <p:cNvSpPr/>
            <p:nvPr>
              <p:custDataLst>
                <p:tags r:id="rId22"/>
              </p:custDataLst>
            </p:nvPr>
          </p:nvSpPr>
          <p:spPr>
            <a:xfrm flipH="1">
              <a:off x="2686" y="3079"/>
              <a:ext cx="916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3309" name="Line 61"/>
          <p:cNvSpPr/>
          <p:nvPr>
            <p:custDataLst>
              <p:tags r:id="rId19"/>
            </p:custDataLst>
          </p:nvPr>
        </p:nvSpPr>
        <p:spPr>
          <a:xfrm>
            <a:off x="6221730" y="5733415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310" name="Line 62"/>
          <p:cNvSpPr/>
          <p:nvPr>
            <p:custDataLst>
              <p:tags r:id="rId20"/>
            </p:custDataLst>
          </p:nvPr>
        </p:nvSpPr>
        <p:spPr>
          <a:xfrm>
            <a:off x="7136130" y="5015865"/>
            <a:ext cx="0" cy="1506538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9" grpId="0" build="p"/>
      <p:bldP spid="53280" grpId="0" build="p"/>
      <p:bldP spid="53281" grpId="0" build="p"/>
      <p:bldP spid="53282" grpId="0" build="p"/>
      <p:bldP spid="53283" grpId="0" build="p"/>
      <p:bldP spid="53287" grpId="0"/>
      <p:bldP spid="53288" grpId="0"/>
      <p:bldP spid="53289" grpId="0"/>
      <p:bldP spid="53290" grpId="0"/>
      <p:bldP spid="53291" grpId="0" build="p" advAuto="100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8780" y="1130935"/>
            <a:ext cx="372300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750" y="393319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解：</a:t>
            </a:r>
          </a:p>
        </p:txBody>
      </p:sp>
      <p:grpSp>
        <p:nvGrpSpPr>
          <p:cNvPr id="52229" name="Group 5"/>
          <p:cNvGrpSpPr/>
          <p:nvPr/>
        </p:nvGrpSpPr>
        <p:grpSpPr>
          <a:xfrm>
            <a:off x="2215198" y="1270953"/>
            <a:ext cx="3143250" cy="1625600"/>
            <a:chOff x="1615" y="938"/>
            <a:chExt cx="1980" cy="1024"/>
          </a:xfrm>
        </p:grpSpPr>
        <p:sp>
          <p:nvSpPr>
            <p:cNvPr id="25648" name="Text Box 6"/>
            <p:cNvSpPr txBox="1"/>
            <p:nvPr>
              <p:custDataLst>
                <p:tags r:id="rId59"/>
              </p:custDataLst>
            </p:nvPr>
          </p:nvSpPr>
          <p:spPr>
            <a:xfrm>
              <a:off x="2116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49" name="Text Box 7"/>
            <p:cNvSpPr txBox="1"/>
            <p:nvPr>
              <p:custDataLst>
                <p:tags r:id="rId60"/>
              </p:custDataLst>
            </p:nvPr>
          </p:nvSpPr>
          <p:spPr>
            <a:xfrm>
              <a:off x="236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 </a:t>
              </a:r>
            </a:p>
          </p:txBody>
        </p:sp>
        <p:sp>
          <p:nvSpPr>
            <p:cNvPr id="25650" name="Text Box 8"/>
            <p:cNvSpPr txBox="1"/>
            <p:nvPr>
              <p:custDataLst>
                <p:tags r:id="rId61"/>
              </p:custDataLst>
            </p:nvPr>
          </p:nvSpPr>
          <p:spPr>
            <a:xfrm>
              <a:off x="2912" y="938"/>
              <a:ext cx="27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4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5651" name="Text Box 9"/>
            <p:cNvSpPr txBox="1"/>
            <p:nvPr>
              <p:custDataLst>
                <p:tags r:id="rId62"/>
              </p:custDataLst>
            </p:nvPr>
          </p:nvSpPr>
          <p:spPr>
            <a:xfrm>
              <a:off x="2605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52" name="Text Box 10"/>
            <p:cNvSpPr txBox="1"/>
            <p:nvPr>
              <p:custDataLst>
                <p:tags r:id="rId63"/>
              </p:custDataLst>
            </p:nvPr>
          </p:nvSpPr>
          <p:spPr>
            <a:xfrm>
              <a:off x="1615" y="1292"/>
              <a:ext cx="19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53" name="AutoShape 11"/>
            <p:cNvSpPr/>
            <p:nvPr>
              <p:custDataLst>
                <p:tags r:id="rId64"/>
              </p:custDataLst>
            </p:nvPr>
          </p:nvSpPr>
          <p:spPr>
            <a:xfrm>
              <a:off x="1998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36" name="Group 12"/>
          <p:cNvGrpSpPr/>
          <p:nvPr/>
        </p:nvGrpSpPr>
        <p:grpSpPr>
          <a:xfrm>
            <a:off x="5440998" y="1270953"/>
            <a:ext cx="3125787" cy="1625600"/>
            <a:chOff x="3647" y="938"/>
            <a:chExt cx="1969" cy="1024"/>
          </a:xfrm>
        </p:grpSpPr>
        <p:sp>
          <p:nvSpPr>
            <p:cNvPr id="25642" name="Text Box 13"/>
            <p:cNvSpPr txBox="1"/>
            <p:nvPr>
              <p:custDataLst>
                <p:tags r:id="rId53"/>
              </p:custDataLst>
            </p:nvPr>
          </p:nvSpPr>
          <p:spPr>
            <a:xfrm>
              <a:off x="421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6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3" name="Text Box 14"/>
            <p:cNvSpPr txBox="1"/>
            <p:nvPr>
              <p:custDataLst>
                <p:tags r:id="rId54"/>
              </p:custDataLst>
            </p:nvPr>
          </p:nvSpPr>
          <p:spPr>
            <a:xfrm>
              <a:off x="4460" y="938"/>
              <a:ext cx="21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3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25644" name="Text Box 15"/>
            <p:cNvSpPr txBox="1"/>
            <p:nvPr>
              <p:custDataLst>
                <p:tags r:id="rId55"/>
              </p:custDataLst>
            </p:nvPr>
          </p:nvSpPr>
          <p:spPr>
            <a:xfrm>
              <a:off x="5070" y="938"/>
              <a:ext cx="156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1</a:t>
              </a:r>
            </a:p>
          </p:txBody>
        </p:sp>
        <p:sp>
          <p:nvSpPr>
            <p:cNvPr id="25645" name="Text Box 16"/>
            <p:cNvSpPr txBox="1"/>
            <p:nvPr>
              <p:custDataLst>
                <p:tags r:id="rId56"/>
              </p:custDataLst>
            </p:nvPr>
          </p:nvSpPr>
          <p:spPr>
            <a:xfrm>
              <a:off x="4822" y="938"/>
              <a:ext cx="104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  <a:endPara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1</a:t>
              </a: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5646" name="Text Box 17"/>
            <p:cNvSpPr txBox="1"/>
            <p:nvPr>
              <p:custDataLst>
                <p:tags r:id="rId57"/>
              </p:custDataLst>
            </p:nvPr>
          </p:nvSpPr>
          <p:spPr>
            <a:xfrm>
              <a:off x="3647" y="1292"/>
              <a:ext cx="19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 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</a:p>
          </p:txBody>
        </p:sp>
        <p:sp>
          <p:nvSpPr>
            <p:cNvPr id="25647" name="AutoShape 18"/>
            <p:cNvSpPr/>
            <p:nvPr>
              <p:custDataLst>
                <p:tags r:id="rId58"/>
              </p:custDataLst>
            </p:nvPr>
          </p:nvSpPr>
          <p:spPr>
            <a:xfrm>
              <a:off x="4042" y="991"/>
              <a:ext cx="1299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2271" name="Line 47"/>
          <p:cNvSpPr/>
          <p:nvPr>
            <p:custDataLst>
              <p:tags r:id="rId3"/>
            </p:custDataLst>
          </p:nvPr>
        </p:nvSpPr>
        <p:spPr>
          <a:xfrm>
            <a:off x="2896235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2" name="Line 48"/>
          <p:cNvSpPr/>
          <p:nvPr>
            <p:custDataLst>
              <p:tags r:id="rId4"/>
            </p:custDataLst>
          </p:nvPr>
        </p:nvSpPr>
        <p:spPr>
          <a:xfrm>
            <a:off x="6139498" y="2072640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3" name="Line 49"/>
          <p:cNvSpPr/>
          <p:nvPr>
            <p:custDataLst>
              <p:tags r:id="rId5"/>
            </p:custDataLst>
          </p:nvPr>
        </p:nvSpPr>
        <p:spPr>
          <a:xfrm>
            <a:off x="3739198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74" name="Line 50"/>
          <p:cNvSpPr/>
          <p:nvPr>
            <p:custDataLst>
              <p:tags r:id="rId6"/>
            </p:custDataLst>
          </p:nvPr>
        </p:nvSpPr>
        <p:spPr>
          <a:xfrm>
            <a:off x="7163435" y="1337628"/>
            <a:ext cx="0" cy="1506537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8" name="Rectangle 4"/>
          <p:cNvSpPr/>
          <p:nvPr>
            <p:custDataLst>
              <p:tags r:id="rId7"/>
            </p:custDataLst>
          </p:nvPr>
        </p:nvSpPr>
        <p:spPr>
          <a:xfrm>
            <a:off x="533400" y="3207703"/>
            <a:ext cx="495998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用分块矩阵计算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kA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及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  <p:sp>
        <p:nvSpPr>
          <p:cNvPr id="52243" name="Text Box 19"/>
          <p:cNvSpPr txBox="1"/>
          <p:nvPr>
            <p:custDataLst>
              <p:tags r:id="rId8"/>
            </p:custDataLst>
          </p:nvPr>
        </p:nvSpPr>
        <p:spPr>
          <a:xfrm>
            <a:off x="731997" y="4004945"/>
            <a:ext cx="407860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将矩阵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进行分块：</a:t>
            </a:r>
          </a:p>
        </p:txBody>
      </p:sp>
      <p:grpSp>
        <p:nvGrpSpPr>
          <p:cNvPr id="52244" name="Group 20"/>
          <p:cNvGrpSpPr/>
          <p:nvPr/>
        </p:nvGrpSpPr>
        <p:grpSpPr>
          <a:xfrm>
            <a:off x="4884103" y="3916045"/>
            <a:ext cx="1905000" cy="1200150"/>
            <a:chOff x="1020" y="2823"/>
            <a:chExt cx="1200" cy="756"/>
          </a:xfrm>
        </p:grpSpPr>
        <p:sp>
          <p:nvSpPr>
            <p:cNvPr id="25638" name="Text Box 21"/>
            <p:cNvSpPr txBox="1"/>
            <p:nvPr>
              <p:custDataLst>
                <p:tags r:id="rId49"/>
              </p:custDataLst>
            </p:nvPr>
          </p:nvSpPr>
          <p:spPr>
            <a:xfrm>
              <a:off x="1020" y="2882"/>
              <a:ext cx="120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9" name="Text Box 22"/>
            <p:cNvSpPr txBox="1"/>
            <p:nvPr>
              <p:custDataLst>
                <p:tags r:id="rId50"/>
              </p:custDataLst>
            </p:nvPr>
          </p:nvSpPr>
          <p:spPr>
            <a:xfrm>
              <a:off x="1408" y="2823"/>
              <a:ext cx="202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E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40" name="Text Box 23"/>
            <p:cNvSpPr txBox="1"/>
            <p:nvPr>
              <p:custDataLst>
                <p:tags r:id="rId51"/>
              </p:custDataLst>
            </p:nvPr>
          </p:nvSpPr>
          <p:spPr>
            <a:xfrm>
              <a:off x="1635" y="2823"/>
              <a:ext cx="195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C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  <a:sym typeface="+mn-ea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41" name="AutoShape 24"/>
            <p:cNvSpPr/>
            <p:nvPr>
              <p:custDataLst>
                <p:tags r:id="rId52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2249" name="Group 25"/>
          <p:cNvGrpSpPr/>
          <p:nvPr/>
        </p:nvGrpSpPr>
        <p:grpSpPr>
          <a:xfrm>
            <a:off x="6754178" y="3916045"/>
            <a:ext cx="1887537" cy="1200150"/>
            <a:chOff x="1020" y="2823"/>
            <a:chExt cx="1189" cy="756"/>
          </a:xfrm>
        </p:grpSpPr>
        <p:sp>
          <p:nvSpPr>
            <p:cNvPr id="25634" name="Text Box 26"/>
            <p:cNvSpPr txBox="1"/>
            <p:nvPr>
              <p:custDataLst>
                <p:tags r:id="rId45"/>
              </p:custDataLst>
            </p:nvPr>
          </p:nvSpPr>
          <p:spPr>
            <a:xfrm>
              <a:off x="1020" y="2882"/>
              <a:ext cx="11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B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              </a:t>
              </a:r>
              <a:r>
                <a:rPr lang="zh-CN" altLang="en-US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5" name="Text Box 27"/>
            <p:cNvSpPr txBox="1"/>
            <p:nvPr>
              <p:custDataLst>
                <p:tags r:id="rId46"/>
              </p:custDataLst>
            </p:nvPr>
          </p:nvSpPr>
          <p:spPr>
            <a:xfrm>
              <a:off x="1408" y="2823"/>
              <a:ext cx="16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D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F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36" name="Text Box 28"/>
            <p:cNvSpPr txBox="1"/>
            <p:nvPr>
              <p:custDataLst>
                <p:tags r:id="rId47"/>
              </p:custDataLst>
            </p:nvPr>
          </p:nvSpPr>
          <p:spPr>
            <a:xfrm>
              <a:off x="1680" y="2823"/>
              <a:ext cx="150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  <a:sym typeface="+mn-ea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5637" name="AutoShape 29"/>
            <p:cNvSpPr/>
            <p:nvPr>
              <p:custDataLst>
                <p:tags r:id="rId48"/>
              </p:custDataLst>
            </p:nvPr>
          </p:nvSpPr>
          <p:spPr>
            <a:xfrm flipH="1">
              <a:off x="1309" y="2868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27658" name="Text Box 30"/>
          <p:cNvSpPr txBox="1"/>
          <p:nvPr>
            <p:custDataLst>
              <p:tags r:id="rId9"/>
            </p:custDataLst>
          </p:nvPr>
        </p:nvSpPr>
        <p:spPr>
          <a:xfrm>
            <a:off x="554355" y="5284470"/>
            <a:ext cx="330200" cy="5222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则</a:t>
            </a:r>
          </a:p>
        </p:txBody>
      </p:sp>
      <p:sp>
        <p:nvSpPr>
          <p:cNvPr id="54303" name="Text Box 31"/>
          <p:cNvSpPr txBox="1"/>
          <p:nvPr>
            <p:custDataLst>
              <p:tags r:id="rId10"/>
            </p:custDataLst>
          </p:nvPr>
        </p:nvSpPr>
        <p:spPr>
          <a:xfrm>
            <a:off x="4499293" y="5159058"/>
            <a:ext cx="9064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D 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CF</a:t>
            </a:r>
          </a:p>
        </p:txBody>
      </p:sp>
      <p:sp>
        <p:nvSpPr>
          <p:cNvPr id="54304" name="Text Box 32"/>
          <p:cNvSpPr txBox="1"/>
          <p:nvPr>
            <p:custDataLst>
              <p:tags r:id="rId11"/>
            </p:custDataLst>
          </p:nvPr>
        </p:nvSpPr>
        <p:spPr>
          <a:xfrm>
            <a:off x="5616893" y="5165408"/>
            <a:ext cx="2206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C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4305" name="Rectangle 33"/>
          <p:cNvSpPr/>
          <p:nvPr>
            <p:custDataLst>
              <p:tags r:id="rId12"/>
            </p:custDataLst>
          </p:nvPr>
        </p:nvSpPr>
        <p:spPr>
          <a:xfrm>
            <a:off x="1214755" y="5352733"/>
            <a:ext cx="4587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AB</a:t>
            </a:r>
            <a:endParaRPr lang="en-US" altLang="zh-CN" sz="2600" b="1" dirty="0">
              <a:latin typeface="Symbol" panose="05050102010706020507" pitchFamily="18" charset="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4306" name="Rectangle 34"/>
          <p:cNvSpPr/>
          <p:nvPr>
            <p:custDataLst>
              <p:tags r:id="rId13"/>
            </p:custDataLst>
          </p:nvPr>
        </p:nvSpPr>
        <p:spPr>
          <a:xfrm>
            <a:off x="4729480" y="5579745"/>
            <a:ext cx="365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F</a:t>
            </a:r>
          </a:p>
        </p:txBody>
      </p:sp>
      <p:sp>
        <p:nvSpPr>
          <p:cNvPr id="54307" name="Rectangle 35"/>
          <p:cNvSpPr/>
          <p:nvPr>
            <p:custDataLst>
              <p:tags r:id="rId14"/>
            </p:custDataLst>
          </p:nvPr>
        </p:nvSpPr>
        <p:spPr>
          <a:xfrm>
            <a:off x="5662772" y="5586095"/>
            <a:ext cx="309880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pSp>
        <p:nvGrpSpPr>
          <p:cNvPr id="54308" name="Group 36"/>
          <p:cNvGrpSpPr/>
          <p:nvPr/>
        </p:nvGrpSpPr>
        <p:grpSpPr>
          <a:xfrm>
            <a:off x="6155055" y="4828858"/>
            <a:ext cx="2268538" cy="1541462"/>
            <a:chOff x="3672" y="2825"/>
            <a:chExt cx="1429" cy="971"/>
          </a:xfrm>
        </p:grpSpPr>
        <p:sp>
          <p:nvSpPr>
            <p:cNvPr id="27705" name="Text Box 37"/>
            <p:cNvSpPr txBox="1"/>
            <p:nvPr>
              <p:custDataLst>
                <p:tags r:id="rId43"/>
              </p:custDataLst>
            </p:nvPr>
          </p:nvSpPr>
          <p:spPr>
            <a:xfrm>
              <a:off x="3672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7706" name="AutoShape 38"/>
            <p:cNvSpPr/>
            <p:nvPr>
              <p:custDataLst>
                <p:tags r:id="rId44"/>
              </p:custDataLst>
            </p:nvPr>
          </p:nvSpPr>
          <p:spPr>
            <a:xfrm>
              <a:off x="3835" y="2825"/>
              <a:ext cx="1266" cy="971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sp>
        <p:nvSpPr>
          <p:cNvPr id="54311" name="Text Box 39"/>
          <p:cNvSpPr txBox="1"/>
          <p:nvPr>
            <p:custDataLst>
              <p:tags r:id="rId15"/>
            </p:custDataLst>
          </p:nvPr>
        </p:nvSpPr>
        <p:spPr>
          <a:xfrm>
            <a:off x="6583680" y="4738370"/>
            <a:ext cx="758825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7  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1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14 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  <a:cs typeface="华文中宋" panose="02010600040101010101" pitchFamily="2" charset="-122"/>
              </a:rPr>
              <a:t> 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4</a:t>
            </a:r>
          </a:p>
        </p:txBody>
      </p:sp>
      <p:sp>
        <p:nvSpPr>
          <p:cNvPr id="54312" name="Text Box 40"/>
          <p:cNvSpPr txBox="1"/>
          <p:nvPr>
            <p:custDataLst>
              <p:tags r:id="rId16"/>
            </p:custDataLst>
          </p:nvPr>
        </p:nvSpPr>
        <p:spPr>
          <a:xfrm>
            <a:off x="6513830" y="5562283"/>
            <a:ext cx="85725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6  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3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  0    2</a:t>
            </a:r>
          </a:p>
        </p:txBody>
      </p:sp>
      <p:sp>
        <p:nvSpPr>
          <p:cNvPr id="54313" name="Text Box 41"/>
          <p:cNvSpPr txBox="1"/>
          <p:nvPr>
            <p:custDataLst>
              <p:tags r:id="rId17"/>
            </p:custDataLst>
          </p:nvPr>
        </p:nvSpPr>
        <p:spPr>
          <a:xfrm>
            <a:off x="7672705" y="4744720"/>
            <a:ext cx="577850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1   3</a:t>
            </a: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2   4</a:t>
            </a:r>
            <a:endParaRPr lang="en-US" altLang="zh-CN" sz="2600" b="1" i="1" dirty="0"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4314" name="Text Box 42"/>
          <p:cNvSpPr txBox="1"/>
          <p:nvPr>
            <p:custDataLst>
              <p:tags r:id="rId18"/>
            </p:custDataLst>
          </p:nvPr>
        </p:nvSpPr>
        <p:spPr>
          <a:xfrm>
            <a:off x="7515543" y="5562283"/>
            <a:ext cx="758825" cy="793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1   0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  0 </a:t>
            </a:r>
            <a:r>
              <a:rPr lang="en-US" altLang="zh-CN" sz="2600" b="1" dirty="0">
                <a:latin typeface="Symbol" panose="05050102010706020507" pitchFamily="18" charset="2"/>
                <a:cs typeface="华文中宋" panose="02010600040101010101" pitchFamily="2" charset="-122"/>
              </a:rPr>
              <a:t>-</a:t>
            </a:r>
            <a:r>
              <a:rPr lang="en-US" altLang="zh-CN" sz="2600" b="1" dirty="0">
                <a:latin typeface="Times New Roman" panose="02020603050405020304" pitchFamily="18" charset="0"/>
                <a:cs typeface="华文中宋" panose="02010600040101010101" pitchFamily="2" charset="-122"/>
              </a:rPr>
              <a:t>1</a:t>
            </a:r>
          </a:p>
        </p:txBody>
      </p:sp>
      <p:sp>
        <p:nvSpPr>
          <p:cNvPr id="54315" name="Text Box 43"/>
          <p:cNvSpPr txBox="1"/>
          <p:nvPr>
            <p:custDataLst>
              <p:tags r:id="rId19"/>
            </p:custDataLst>
          </p:nvPr>
        </p:nvSpPr>
        <p:spPr>
          <a:xfrm>
            <a:off x="8587105" y="5289233"/>
            <a:ext cx="3302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。</a:t>
            </a:r>
          </a:p>
        </p:txBody>
      </p:sp>
      <p:grpSp>
        <p:nvGrpSpPr>
          <p:cNvPr id="54320" name="Group 48"/>
          <p:cNvGrpSpPr/>
          <p:nvPr/>
        </p:nvGrpSpPr>
        <p:grpSpPr>
          <a:xfrm>
            <a:off x="1668780" y="5160645"/>
            <a:ext cx="2303463" cy="800100"/>
            <a:chOff x="846" y="3034"/>
            <a:chExt cx="1451" cy="504"/>
          </a:xfrm>
        </p:grpSpPr>
        <p:sp>
          <p:nvSpPr>
            <p:cNvPr id="27698" name="Text Box 49"/>
            <p:cNvSpPr txBox="1"/>
            <p:nvPr>
              <p:custDataLst>
                <p:tags r:id="rId36"/>
              </p:custDataLst>
            </p:nvPr>
          </p:nvSpPr>
          <p:spPr>
            <a:xfrm>
              <a:off x="846" y="3115"/>
              <a:ext cx="11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7699" name="Text Box 50"/>
            <p:cNvSpPr txBox="1"/>
            <p:nvPr>
              <p:custDataLst>
                <p:tags r:id="rId37"/>
              </p:custDataLst>
            </p:nvPr>
          </p:nvSpPr>
          <p:spPr>
            <a:xfrm>
              <a:off x="1091" y="3034"/>
              <a:ext cx="202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7700" name="Text Box 51"/>
            <p:cNvSpPr txBox="1"/>
            <p:nvPr>
              <p:custDataLst>
                <p:tags r:id="rId38"/>
              </p:custDataLst>
            </p:nvPr>
          </p:nvSpPr>
          <p:spPr>
            <a:xfrm>
              <a:off x="1318" y="3034"/>
              <a:ext cx="195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C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-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  <a:sym typeface="+mn-ea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7701" name="AutoShape 52"/>
            <p:cNvSpPr/>
            <p:nvPr>
              <p:custDataLst>
                <p:tags r:id="rId39"/>
              </p:custDataLst>
            </p:nvPr>
          </p:nvSpPr>
          <p:spPr>
            <a:xfrm flipH="1">
              <a:off x="992" y="3079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  <p:sp>
          <p:nvSpPr>
            <p:cNvPr id="27702" name="Text Box 53"/>
            <p:cNvSpPr txBox="1"/>
            <p:nvPr>
              <p:custDataLst>
                <p:tags r:id="rId40"/>
              </p:custDataLst>
            </p:nvPr>
          </p:nvSpPr>
          <p:spPr>
            <a:xfrm>
              <a:off x="1774" y="3034"/>
              <a:ext cx="168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D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F</a:t>
              </a:r>
              <a:r>
                <a: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7703" name="Text Box 54"/>
            <p:cNvSpPr txBox="1"/>
            <p:nvPr>
              <p:custDataLst>
                <p:tags r:id="rId41"/>
              </p:custDataLst>
            </p:nvPr>
          </p:nvSpPr>
          <p:spPr>
            <a:xfrm>
              <a:off x="2046" y="3034"/>
              <a:ext cx="150" cy="5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</a:rPr>
                <a:t>O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  <a:cs typeface="华文中宋" panose="02010600040101010101" pitchFamily="2" charset="-122"/>
                  <a:sym typeface="+mn-ea"/>
                </a:rPr>
                <a:t>I</a:t>
              </a:r>
              <a:endPara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endParaRPr>
            </a:p>
          </p:txBody>
        </p:sp>
        <p:sp>
          <p:nvSpPr>
            <p:cNvPr id="27704" name="AutoShape 55"/>
            <p:cNvSpPr/>
            <p:nvPr>
              <p:custDataLst>
                <p:tags r:id="rId42"/>
              </p:custDataLst>
            </p:nvPr>
          </p:nvSpPr>
          <p:spPr>
            <a:xfrm flipH="1">
              <a:off x="1675" y="3079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4328" name="Group 56"/>
          <p:cNvGrpSpPr/>
          <p:nvPr/>
        </p:nvGrpSpPr>
        <p:grpSpPr>
          <a:xfrm>
            <a:off x="4059555" y="5232083"/>
            <a:ext cx="1984375" cy="663575"/>
            <a:chOff x="2538" y="3079"/>
            <a:chExt cx="1064" cy="418"/>
          </a:xfrm>
        </p:grpSpPr>
        <p:sp>
          <p:nvSpPr>
            <p:cNvPr id="27696" name="Text Box 57"/>
            <p:cNvSpPr txBox="1"/>
            <p:nvPr>
              <p:custDataLst>
                <p:tags r:id="rId34"/>
              </p:custDataLst>
            </p:nvPr>
          </p:nvSpPr>
          <p:spPr>
            <a:xfrm>
              <a:off x="2538" y="3115"/>
              <a:ext cx="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  <a:cs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27697" name="AutoShape 58"/>
            <p:cNvSpPr/>
            <p:nvPr>
              <p:custDataLst>
                <p:tags r:id="rId35"/>
              </p:custDataLst>
            </p:nvPr>
          </p:nvSpPr>
          <p:spPr>
            <a:xfrm flipH="1">
              <a:off x="2686" y="3079"/>
              <a:ext cx="916" cy="418"/>
            </a:xfrm>
            <a:prstGeom prst="bracketPair">
              <a:avLst>
                <a:gd name="adj" fmla="val 647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cs typeface="华文中宋" panose="02010600040101010101" pitchFamily="2" charset="-122"/>
              </a:endParaRPr>
            </a:p>
          </p:txBody>
        </p:sp>
      </p:grpSp>
      <p:grpSp>
        <p:nvGrpSpPr>
          <p:cNvPr id="54331" name="Group 59"/>
          <p:cNvGrpSpPr/>
          <p:nvPr/>
        </p:nvGrpSpPr>
        <p:grpSpPr>
          <a:xfrm>
            <a:off x="1289368" y="6025833"/>
            <a:ext cx="3806825" cy="800100"/>
            <a:chOff x="607" y="3579"/>
            <a:chExt cx="2398" cy="504"/>
          </a:xfrm>
        </p:grpSpPr>
        <p:sp>
          <p:nvSpPr>
            <p:cNvPr id="27680" name="Text Box 60"/>
            <p:cNvSpPr txBox="1"/>
            <p:nvPr>
              <p:custDataLst>
                <p:tags r:id="rId22"/>
              </p:custDataLst>
            </p:nvPr>
          </p:nvSpPr>
          <p:spPr>
            <a:xfrm>
              <a:off x="607" y="3693"/>
              <a:ext cx="25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cs typeface="华文中宋" panose="02010600040101010101" pitchFamily="2" charset="-122"/>
                </a:rPr>
                <a:t>CF</a:t>
              </a:r>
            </a:p>
          </p:txBody>
        </p:sp>
        <p:grpSp>
          <p:nvGrpSpPr>
            <p:cNvPr id="27681" name="Group 61"/>
            <p:cNvGrpSpPr/>
            <p:nvPr/>
          </p:nvGrpSpPr>
          <p:grpSpPr>
            <a:xfrm>
              <a:off x="911" y="3583"/>
              <a:ext cx="1242" cy="500"/>
              <a:chOff x="911" y="3583"/>
              <a:chExt cx="1242" cy="500"/>
            </a:xfrm>
          </p:grpSpPr>
          <p:sp>
            <p:nvSpPr>
              <p:cNvPr id="27687" name="Text Box 62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11" y="3653"/>
                <a:ext cx="11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cs typeface="华文中宋" panose="02010600040101010101" pitchFamily="2" charset="-122"/>
                  </a:rPr>
                  <a:t>=</a:t>
                </a:r>
              </a:p>
            </p:txBody>
          </p:sp>
          <p:grpSp>
            <p:nvGrpSpPr>
              <p:cNvPr id="27688" name="Group 63"/>
              <p:cNvGrpSpPr/>
              <p:nvPr/>
            </p:nvGrpSpPr>
            <p:grpSpPr>
              <a:xfrm>
                <a:off x="1090" y="3583"/>
                <a:ext cx="498" cy="500"/>
                <a:chOff x="1090" y="3583"/>
                <a:chExt cx="498" cy="500"/>
              </a:xfrm>
            </p:grpSpPr>
            <p:sp>
              <p:nvSpPr>
                <p:cNvPr id="27693" name="Text Box 64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1187" y="3583"/>
                  <a:ext cx="156" cy="5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1</a:t>
                  </a:r>
                </a:p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2 </a:t>
                  </a:r>
                </a:p>
              </p:txBody>
            </p:sp>
            <p:sp>
              <p:nvSpPr>
                <p:cNvPr id="27694" name="Text Box 65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430" y="3583"/>
                  <a:ext cx="104" cy="5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3</a:t>
                  </a:r>
                </a:p>
                <a:p>
                  <a:pPr marL="0" lvl="0" indent="0" algn="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Symbol" panose="05050102010706020507" pitchFamily="18" charset="2"/>
                      <a:cs typeface="华文中宋" panose="02010600040101010101" pitchFamily="2" charset="-122"/>
                    </a:rPr>
                    <a:t>1</a:t>
                  </a:r>
                  <a:endPara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endParaRPr>
                </a:p>
              </p:txBody>
            </p:sp>
            <p:sp>
              <p:nvSpPr>
                <p:cNvPr id="27695" name="AutoShape 66"/>
                <p:cNvSpPr/>
                <p:nvPr>
                  <p:custDataLst>
                    <p:tags r:id="rId33"/>
                  </p:custDataLst>
                </p:nvPr>
              </p:nvSpPr>
              <p:spPr>
                <a:xfrm flipH="1">
                  <a:off x="1090" y="3628"/>
                  <a:ext cx="498" cy="418"/>
                </a:xfrm>
                <a:prstGeom prst="bracketPair">
                  <a:avLst>
                    <a:gd name="adj" fmla="val 6477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>
                    <a:cs typeface="华文中宋" panose="02010600040101010101" pitchFamily="2" charset="-122"/>
                  </a:endParaRPr>
                </a:p>
              </p:txBody>
            </p:sp>
          </p:grpSp>
          <p:grpSp>
            <p:nvGrpSpPr>
              <p:cNvPr id="27689" name="Group 67"/>
              <p:cNvGrpSpPr/>
              <p:nvPr/>
            </p:nvGrpSpPr>
            <p:grpSpPr>
              <a:xfrm>
                <a:off x="1655" y="3583"/>
                <a:ext cx="498" cy="500"/>
                <a:chOff x="1090" y="3583"/>
                <a:chExt cx="498" cy="500"/>
              </a:xfrm>
            </p:grpSpPr>
            <p:sp>
              <p:nvSpPr>
                <p:cNvPr id="27690" name="Text Box 68"/>
                <p:cNvSpPr txBox="1"/>
                <p:nvPr>
                  <p:custDataLst>
                    <p:tags r:id="rId28"/>
                  </p:custDataLst>
                </p:nvPr>
              </p:nvSpPr>
              <p:spPr>
                <a:xfrm>
                  <a:off x="1187" y="3583"/>
                  <a:ext cx="156" cy="5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6</a:t>
                  </a:r>
                </a:p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0 </a:t>
                  </a:r>
                </a:p>
              </p:txBody>
            </p:sp>
            <p:sp>
              <p:nvSpPr>
                <p:cNvPr id="27691" name="Text Box 69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1316" y="3583"/>
                  <a:ext cx="218" cy="5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3</a:t>
                  </a:r>
                </a:p>
                <a:p>
                  <a:pPr marL="0" lvl="0" indent="0" algn="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600" b="1" dirty="0">
                      <a:latin typeface="Symbol" panose="05050102010706020507" pitchFamily="18" charset="2"/>
                      <a:cs typeface="华文中宋" panose="02010600040101010101" pitchFamily="2" charset="-122"/>
                    </a:rPr>
                    <a:t>-</a:t>
                  </a:r>
                  <a:r>
                    <a:rPr lang="en-US" altLang="zh-CN" sz="2600" b="1" dirty="0">
                      <a:latin typeface="Times New Roman" panose="02020603050405020304" pitchFamily="18" charset="0"/>
                      <a:cs typeface="华文中宋" panose="02010600040101010101" pitchFamily="2" charset="-122"/>
                    </a:rPr>
                    <a:t>2</a:t>
                  </a:r>
                </a:p>
              </p:txBody>
            </p:sp>
            <p:sp>
              <p:nvSpPr>
                <p:cNvPr id="27692" name="AutoShape 70"/>
                <p:cNvSpPr/>
                <p:nvPr>
                  <p:custDataLst>
                    <p:tags r:id="rId30"/>
                  </p:custDataLst>
                </p:nvPr>
              </p:nvSpPr>
              <p:spPr>
                <a:xfrm flipH="1">
                  <a:off x="1090" y="3628"/>
                  <a:ext cx="498" cy="418"/>
                </a:xfrm>
                <a:prstGeom prst="bracketPair">
                  <a:avLst>
                    <a:gd name="adj" fmla="val 6477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>
                    <a:cs typeface="华文中宋" panose="02010600040101010101" pitchFamily="2" charset="-122"/>
                  </a:endParaRPr>
                </a:p>
              </p:txBody>
            </p:sp>
          </p:grpSp>
        </p:grpSp>
        <p:grpSp>
          <p:nvGrpSpPr>
            <p:cNvPr id="27682" name="Group 71"/>
            <p:cNvGrpSpPr/>
            <p:nvPr/>
          </p:nvGrpSpPr>
          <p:grpSpPr>
            <a:xfrm>
              <a:off x="2238" y="3579"/>
              <a:ext cx="767" cy="504"/>
              <a:chOff x="2238" y="3579"/>
              <a:chExt cx="767" cy="504"/>
            </a:xfrm>
          </p:grpSpPr>
          <p:sp>
            <p:nvSpPr>
              <p:cNvPr id="27683" name="Text Box 7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492" y="3583"/>
                <a:ext cx="260" cy="5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 6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12 </a:t>
                </a:r>
              </a:p>
            </p:txBody>
          </p:sp>
          <p:sp>
            <p:nvSpPr>
              <p:cNvPr id="27684" name="Text Box 7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2731" y="3579"/>
                <a:ext cx="218" cy="5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cs typeface="华文中宋" panose="02010600040101010101" pitchFamily="2" charset="-122"/>
                  </a:rPr>
                  <a:t>-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3</a:t>
                </a: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cs typeface="华文中宋" panose="02010600040101010101" pitchFamily="2" charset="-122"/>
                  </a:rPr>
                  <a:t>4</a:t>
                </a:r>
              </a:p>
            </p:txBody>
          </p:sp>
          <p:sp>
            <p:nvSpPr>
              <p:cNvPr id="27685" name="Text Box 74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238" y="3653"/>
                <a:ext cx="11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cs typeface="华文中宋" panose="02010600040101010101" pitchFamily="2" charset="-122"/>
                  </a:rPr>
                  <a:t>=</a:t>
                </a:r>
              </a:p>
            </p:txBody>
          </p:sp>
          <p:sp>
            <p:nvSpPr>
              <p:cNvPr id="27686" name="AutoShape 75"/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2417" y="3628"/>
                <a:ext cx="588" cy="418"/>
              </a:xfrm>
              <a:prstGeom prst="bracketPair">
                <a:avLst>
                  <a:gd name="adj" fmla="val 647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>
                  <a:cs typeface="华文中宋" panose="02010600040101010101" pitchFamily="2" charset="-122"/>
                </a:endParaRPr>
              </a:p>
            </p:txBody>
          </p:sp>
        </p:grpSp>
      </p:grpSp>
      <p:sp>
        <p:nvSpPr>
          <p:cNvPr id="54349" name="Line 77"/>
          <p:cNvSpPr/>
          <p:nvPr>
            <p:custDataLst>
              <p:tags r:id="rId20"/>
            </p:custDataLst>
          </p:nvPr>
        </p:nvSpPr>
        <p:spPr>
          <a:xfrm>
            <a:off x="6458268" y="5579745"/>
            <a:ext cx="193675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350" name="Line 78"/>
          <p:cNvSpPr/>
          <p:nvPr>
            <p:custDataLst>
              <p:tags r:id="rId21"/>
            </p:custDataLst>
          </p:nvPr>
        </p:nvSpPr>
        <p:spPr>
          <a:xfrm>
            <a:off x="7442518" y="4862195"/>
            <a:ext cx="0" cy="1506538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03" grpId="0" build="p"/>
      <p:bldP spid="54304" grpId="0" build="p"/>
      <p:bldP spid="54305" grpId="0" build="p"/>
      <p:bldP spid="54306" grpId="0" build="p"/>
      <p:bldP spid="54307" grpId="0" build="p"/>
      <p:bldP spid="54311" grpId="0"/>
      <p:bldP spid="54312" grpId="0"/>
      <p:bldP spid="54313" grpId="0"/>
      <p:bldP spid="54314" grpId="0"/>
      <p:bldP spid="54315" grpId="0" build="p" advAuto="1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8A85EC8E-36B6-3941-9389-6E3190728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4788" y="260350"/>
          <a:ext cx="3636962" cy="266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quation" r:id="rId3" imgW="35991800" imgH="26327100" progId="Equation.DSMT4">
                  <p:embed/>
                </p:oleObj>
              </mc:Choice>
              <mc:Fallback>
                <p:oleObj name="Equation" r:id="rId3" imgW="35991800" imgH="26327100" progId="Equation.DSMT4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3684C925-DCA6-AB45-884F-DD8896271E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260350"/>
                        <a:ext cx="3636962" cy="266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3">
            <a:extLst>
              <a:ext uri="{FF2B5EF4-FFF2-40B4-BE49-F238E27FC236}">
                <a16:creationId xmlns:a16="http://schemas.microsoft.com/office/drawing/2014/main" id="{CF32F3A5-40E0-4748-B37A-1BCDECF72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1844675"/>
            <a:ext cx="2827337" cy="9525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18" name="Line 4">
            <a:extLst>
              <a:ext uri="{FF2B5EF4-FFF2-40B4-BE49-F238E27FC236}">
                <a16:creationId xmlns:a16="http://schemas.microsoft.com/office/drawing/2014/main" id="{91A98347-60D6-4844-BE95-39FD4818A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33375"/>
            <a:ext cx="0" cy="2498725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920F7CF6-5BFF-FA41-AD07-AB77129C6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68413"/>
            <a:ext cx="1655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3200" b="1" baseline="3000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A5E63190-D653-9F49-8442-7955BA38F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49275"/>
            <a:ext cx="7921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60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E111F3FE-52A1-8D40-9931-D872D739E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1844675"/>
            <a:ext cx="7921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6000" i="1" dirty="0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25E3AB8C-779F-B24B-898C-CCF5C9F0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76250"/>
            <a:ext cx="10080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60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60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4A43CF33-A173-9345-93A8-222B7C510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773238"/>
            <a:ext cx="1008063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60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60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9771EA26-F96B-714F-AE6C-AC78CE95E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1412875"/>
            <a:ext cx="3995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FFFF00"/>
                </a:solidFill>
                <a:ea typeface="楷体_GB2312" pitchFamily="49" charset="-122"/>
              </a:rPr>
              <a:t>用分块矩阵乘法求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300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13F523DD-DC62-AD4C-A4EA-C1B2925FF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202123"/>
              </p:ext>
            </p:extLst>
          </p:nvPr>
        </p:nvGraphicFramePr>
        <p:xfrm>
          <a:off x="702823" y="3328988"/>
          <a:ext cx="388937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Equation" r:id="rId5" imgW="35699700" imgH="11112500" progId="Equation.DSMT4">
                  <p:embed/>
                </p:oleObj>
              </mc:Choice>
              <mc:Fallback>
                <p:oleObj name="Equation" r:id="rId5" imgW="35699700" imgH="11112500" progId="Equation.DSMT4">
                  <p:embed/>
                  <p:pic>
                    <p:nvPicPr>
                      <p:cNvPr id="151563" name="Object 11">
                        <a:extLst>
                          <a:ext uri="{FF2B5EF4-FFF2-40B4-BE49-F238E27FC236}">
                            <a16:creationId xmlns:a16="http://schemas.microsoft.com/office/drawing/2014/main" id="{9E0E3227-7F9C-6744-BF60-8C3A6ED81B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23" y="3328988"/>
                        <a:ext cx="3889375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>
            <a:extLst>
              <a:ext uri="{FF2B5EF4-FFF2-40B4-BE49-F238E27FC236}">
                <a16:creationId xmlns:a16="http://schemas.microsoft.com/office/drawing/2014/main" id="{2845A6E6-12F2-B847-BEE5-B4B3AB7C0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357563"/>
          <a:ext cx="2954338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Equation" r:id="rId7" imgW="27203400" imgH="11112500" progId="Equation.DSMT4">
                  <p:embed/>
                </p:oleObj>
              </mc:Choice>
              <mc:Fallback>
                <p:oleObj name="Equation" r:id="rId7" imgW="27203400" imgH="11112500" progId="Equation.DSMT4">
                  <p:embed/>
                  <p:pic>
                    <p:nvPicPr>
                      <p:cNvPr id="151564" name="Object 12">
                        <a:extLst>
                          <a:ext uri="{FF2B5EF4-FFF2-40B4-BE49-F238E27FC236}">
                            <a16:creationId xmlns:a16="http://schemas.microsoft.com/office/drawing/2014/main" id="{674E41E9-0A57-1E44-B7FA-8CB2190E9B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357563"/>
                        <a:ext cx="2954338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>
            <a:extLst>
              <a:ext uri="{FF2B5EF4-FFF2-40B4-BE49-F238E27FC236}">
                <a16:creationId xmlns:a16="http://schemas.microsoft.com/office/drawing/2014/main" id="{93421105-DB84-D941-9D22-E91B0D860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24400"/>
          <a:ext cx="5689600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Equation" r:id="rId9" imgW="60274200" imgH="16383000" progId="Equation.DSMT4">
                  <p:embed/>
                </p:oleObj>
              </mc:Choice>
              <mc:Fallback>
                <p:oleObj name="Equation" r:id="rId9" imgW="60274200" imgH="16383000" progId="Equation.DSMT4">
                  <p:embed/>
                  <p:pic>
                    <p:nvPicPr>
                      <p:cNvPr id="151565" name="Object 13">
                        <a:extLst>
                          <a:ext uri="{FF2B5EF4-FFF2-40B4-BE49-F238E27FC236}">
                            <a16:creationId xmlns:a16="http://schemas.microsoft.com/office/drawing/2014/main" id="{AD1B18C1-360E-5D48-AE77-A815546FE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24400"/>
                        <a:ext cx="5689600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4">
            <a:extLst>
              <a:ext uri="{FF2B5EF4-FFF2-40B4-BE49-F238E27FC236}">
                <a16:creationId xmlns:a16="http://schemas.microsoft.com/office/drawing/2014/main" id="{987A801B-187E-4446-80AD-742AF454A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4651375"/>
          <a:ext cx="1863725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11" imgW="19596100" imgH="16383000" progId="Equation.DSMT4">
                  <p:embed/>
                </p:oleObj>
              </mc:Choice>
              <mc:Fallback>
                <p:oleObj name="Equation" r:id="rId11" imgW="19596100" imgH="16383000" progId="Equation.DSMT4">
                  <p:embed/>
                  <p:pic>
                    <p:nvPicPr>
                      <p:cNvPr id="151566" name="Object 14">
                        <a:extLst>
                          <a:ext uri="{FF2B5EF4-FFF2-40B4-BE49-F238E27FC236}">
                            <a16:creationId xmlns:a16="http://schemas.microsoft.com/office/drawing/2014/main" id="{050A3549-4014-C34B-892D-D6A21950B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651375"/>
                        <a:ext cx="1863725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5">
            <a:extLst>
              <a:ext uri="{FF2B5EF4-FFF2-40B4-BE49-F238E27FC236}">
                <a16:creationId xmlns:a16="http://schemas.microsoft.com/office/drawing/2014/main" id="{F32C45D6-EAD6-8147-B3E4-6F9EAF9AA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24175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itchFamily="49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21109189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7ED3B662-347A-A340-88BD-53A3E8175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824762"/>
              </p:ext>
            </p:extLst>
          </p:nvPr>
        </p:nvGraphicFramePr>
        <p:xfrm>
          <a:off x="468313" y="765175"/>
          <a:ext cx="32035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3" imgW="32181800" imgH="10528300" progId="Equation.DSMT4">
                  <p:embed/>
                </p:oleObj>
              </mc:Choice>
              <mc:Fallback>
                <p:oleObj name="Equation" r:id="rId3" imgW="32181800" imgH="10528300" progId="Equation.DSMT4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DED9D011-2A91-4143-9EE8-7DFD370A24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65175"/>
                        <a:ext cx="320357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B8E66B0D-0FBB-114F-B937-D54DE49830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491239"/>
              </p:ext>
            </p:extLst>
          </p:nvPr>
        </p:nvGraphicFramePr>
        <p:xfrm>
          <a:off x="3635375" y="765175"/>
          <a:ext cx="14398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5" imgW="14630400" imgH="10528300" progId="Equation.DSMT4">
                  <p:embed/>
                </p:oleObj>
              </mc:Choice>
              <mc:Fallback>
                <p:oleObj name="Equation" r:id="rId5" imgW="14630400" imgH="10528300" progId="Equation.DSMT4">
                  <p:embed/>
                  <p:pic>
                    <p:nvPicPr>
                      <p:cNvPr id="152579" name="Object 3">
                        <a:extLst>
                          <a:ext uri="{FF2B5EF4-FFF2-40B4-BE49-F238E27FC236}">
                            <a16:creationId xmlns:a16="http://schemas.microsoft.com/office/drawing/2014/main" id="{F10C746F-953C-D84E-87E2-B4EC8D0616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765175"/>
                        <a:ext cx="143986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A3628F8D-1861-2D4F-8595-87BAACEAD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954381"/>
              </p:ext>
            </p:extLst>
          </p:nvPr>
        </p:nvGraphicFramePr>
        <p:xfrm>
          <a:off x="5688013" y="0"/>
          <a:ext cx="3455987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Equation" r:id="rId7" imgW="35991800" imgH="26327100" progId="Equation.DSMT4">
                  <p:embed/>
                </p:oleObj>
              </mc:Choice>
              <mc:Fallback>
                <p:oleObj name="Equation" r:id="rId7" imgW="35991800" imgH="26327100" progId="Equation.DSMT4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2EF72C18-D541-2D4B-A599-493EE7FE1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0"/>
                        <a:ext cx="3455987" cy="25304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5">
            <a:extLst>
              <a:ext uri="{FF2B5EF4-FFF2-40B4-BE49-F238E27FC236}">
                <a16:creationId xmlns:a16="http://schemas.microsoft.com/office/drawing/2014/main" id="{90F31485-EE8D-1742-AC31-A0DDC2AF7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6663" y="1484313"/>
            <a:ext cx="2771775" cy="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FCE0B5D4-3546-E14B-BB31-6329A5A9F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763" y="44450"/>
            <a:ext cx="36512" cy="2420938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BBCDD3F0-F281-DA45-886D-82F23ACCD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333375"/>
            <a:ext cx="595313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4400" b="1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EE768F67-971A-784A-8F7E-AFD0B3A5A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1541463"/>
            <a:ext cx="595313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4400" b="1" i="1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D2AFAB81-FDD3-D242-8AB9-503E261A0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333375"/>
            <a:ext cx="757237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4400" b="1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4400" b="1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E9DF9FE9-C0EC-824C-BFFE-3D2BBFBDB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1412875"/>
            <a:ext cx="757237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4400" b="1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4400" b="1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F207C564-6004-E745-BEE6-42850B6B1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621503"/>
              </p:ext>
            </p:extLst>
          </p:nvPr>
        </p:nvGraphicFramePr>
        <p:xfrm>
          <a:off x="1547813" y="1917700"/>
          <a:ext cx="266382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9" imgW="24574500" imgH="11112500" progId="Equation.DSMT4">
                  <p:embed/>
                </p:oleObj>
              </mc:Choice>
              <mc:Fallback>
                <p:oleObj name="Equation" r:id="rId9" imgW="24574500" imgH="11112500" progId="Equation.DSMT4">
                  <p:embed/>
                  <p:pic>
                    <p:nvPicPr>
                      <p:cNvPr id="12299" name="Object 11">
                        <a:extLst>
                          <a:ext uri="{FF2B5EF4-FFF2-40B4-BE49-F238E27FC236}">
                            <a16:creationId xmlns:a16="http://schemas.microsoft.com/office/drawing/2014/main" id="{ED7EA150-321B-854F-ACF8-1E8FA481B2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17700"/>
                        <a:ext cx="2663825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78B3B966-2C66-B148-B5CE-41F5C8EE3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597709"/>
              </p:ext>
            </p:extLst>
          </p:nvPr>
        </p:nvGraphicFramePr>
        <p:xfrm>
          <a:off x="971550" y="2925763"/>
          <a:ext cx="5065713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11" imgW="34518600" imgH="26327100" progId="Equation.DSMT4">
                  <p:embed/>
                </p:oleObj>
              </mc:Choice>
              <mc:Fallback>
                <p:oleObj name="Equation" r:id="rId11" imgW="34518600" imgH="26327100" progId="Equation.DSMT4">
                  <p:embed/>
                  <p:pic>
                    <p:nvPicPr>
                      <p:cNvPr id="152588" name="Object 12">
                        <a:extLst>
                          <a:ext uri="{FF2B5EF4-FFF2-40B4-BE49-F238E27FC236}">
                            <a16:creationId xmlns:a16="http://schemas.microsoft.com/office/drawing/2014/main" id="{77B02F3A-7E2C-454B-B076-A555D1D38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5763"/>
                        <a:ext cx="5065713" cy="302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13">
            <a:extLst>
              <a:ext uri="{FF2B5EF4-FFF2-40B4-BE49-F238E27FC236}">
                <a16:creationId xmlns:a16="http://schemas.microsoft.com/office/drawing/2014/main" id="{956D82B8-7CAE-7B40-87BE-4DCC43B089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9250" y="4724400"/>
            <a:ext cx="4103688" cy="1270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31" name="Line 14">
            <a:extLst>
              <a:ext uri="{FF2B5EF4-FFF2-40B4-BE49-F238E27FC236}">
                <a16:creationId xmlns:a16="http://schemas.microsoft.com/office/drawing/2014/main" id="{91E2ADBC-9ACC-2E40-9FA0-AE3C1698D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141663"/>
            <a:ext cx="0" cy="2663825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54A10714-0B37-FA44-AABE-61DB19AA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205038"/>
            <a:ext cx="115093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30000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</a:p>
        </p:txBody>
      </p:sp>
      <p:grpSp>
        <p:nvGrpSpPr>
          <p:cNvPr id="33" name="Group 16">
            <a:extLst>
              <a:ext uri="{FF2B5EF4-FFF2-40B4-BE49-F238E27FC236}">
                <a16:creationId xmlns:a16="http://schemas.microsoft.com/office/drawing/2014/main" id="{0A88D82D-8E60-384E-9536-3C1B507F5003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3789363"/>
            <a:ext cx="2366963" cy="2444750"/>
            <a:chOff x="4269" y="1797"/>
            <a:chExt cx="1491" cy="1540"/>
          </a:xfrm>
          <a:noFill/>
        </p:grpSpPr>
        <p:graphicFrame>
          <p:nvGraphicFramePr>
            <p:cNvPr id="34" name="Object 17">
              <a:extLst>
                <a:ext uri="{FF2B5EF4-FFF2-40B4-BE49-F238E27FC236}">
                  <a16:creationId xmlns:a16="http://schemas.microsoft.com/office/drawing/2014/main" id="{EB11FF87-9F34-254B-99AB-42884884E9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9" y="2090"/>
            <a:ext cx="1491" cy="1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name="Equation" r:id="rId13" imgW="19596100" imgH="16383000" progId="Equation.DSMT4">
                    <p:embed/>
                  </p:oleObj>
                </mc:Choice>
                <mc:Fallback>
                  <p:oleObj name="Equation" r:id="rId13" imgW="19596100" imgH="16383000" progId="Equation.DSMT4">
                    <p:embed/>
                    <p:pic>
                      <p:nvPicPr>
                        <p:cNvPr id="12305" name="Object 17">
                          <a:extLst>
                            <a:ext uri="{FF2B5EF4-FFF2-40B4-BE49-F238E27FC236}">
                              <a16:creationId xmlns:a16="http://schemas.microsoft.com/office/drawing/2014/main" id="{EBA07B67-09F0-B447-8CB1-CC272AD8B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9" y="2090"/>
                          <a:ext cx="1491" cy="124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 Box 18">
              <a:extLst>
                <a:ext uri="{FF2B5EF4-FFF2-40B4-BE49-F238E27FC236}">
                  <a16:creationId xmlns:a16="http://schemas.microsoft.com/office/drawing/2014/main" id="{5C546421-BD1A-C640-A53F-A957D2403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" y="1797"/>
              <a:ext cx="1490" cy="36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3200" b="1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3200" b="1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81500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分块矩阵的运算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/>
        </p:nvSpPr>
        <p:spPr>
          <a:xfrm>
            <a:off x="539433" y="87249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分块矩阵的转置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r>
              <a:rPr lang="en-US" altLang="zh-CN" sz="2800" b="1" i="1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A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如下所示，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755333" y="422148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则其转置为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00020" y="1653540"/>
          <a:ext cx="3340735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5" imgW="1333500" imgH="711200" progId="Equation.DSMT4">
                  <p:embed/>
                </p:oleObj>
              </mc:Choice>
              <mc:Fallback>
                <p:oleObj name="Equation" r:id="rId5" imgW="1333500" imgH="711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0020" y="1653540"/>
                        <a:ext cx="3340735" cy="178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052"/>
          <p:cNvGraphicFramePr>
            <a:graphicFrameLocks noChangeAspect="1"/>
          </p:cNvGraphicFramePr>
          <p:nvPr/>
        </p:nvGraphicFramePr>
        <p:xfrm>
          <a:off x="2988310" y="4077335"/>
          <a:ext cx="3597275" cy="175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7" imgW="1511300" imgH="736600" progId="Equation.DSMT4">
                  <p:embed/>
                </p:oleObj>
              </mc:Choice>
              <mc:Fallback>
                <p:oleObj name="Equation" r:id="rId7" imgW="1511300" imgH="736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8310" y="4077335"/>
                        <a:ext cx="3597275" cy="1753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特殊分块矩阵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539433" y="84201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定义</a:t>
            </a:r>
            <a:r>
              <a:rPr lang="en-US" altLang="zh-CN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2.11 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（分块对角矩阵）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+mn-ea"/>
            </a:endParaRPr>
          </a:p>
        </p:txBody>
      </p:sp>
      <p:graphicFrame>
        <p:nvGraphicFramePr>
          <p:cNvPr id="62466" name="Object 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468563" y="3213100"/>
          <a:ext cx="4421187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2" imgW="37185600" imgH="22555200" progId="Equation.DSMT4">
                  <p:embed/>
                </p:oleObj>
              </mc:Choice>
              <mc:Fallback>
                <p:oleObj name="Equation" r:id="rId12" imgW="37185600" imgH="22555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68563" y="3213100"/>
                        <a:ext cx="4421187" cy="2428875"/>
                      </a:xfrm>
                      <a:prstGeom prst="rect">
                        <a:avLst/>
                      </a:prstGeom>
                      <a:noFill/>
                      <a:ln w="25400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Rectangle 4"/>
          <p:cNvSpPr/>
          <p:nvPr>
            <p:custDataLst>
              <p:tags r:id="rId4"/>
            </p:custDataLst>
          </p:nvPr>
        </p:nvSpPr>
        <p:spPr>
          <a:xfrm>
            <a:off x="1395095" y="1432243"/>
            <a:ext cx="71929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为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阶矩阵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的分块矩阵只有在主对</a:t>
            </a:r>
          </a:p>
        </p:txBody>
      </p:sp>
      <p:sp>
        <p:nvSpPr>
          <p:cNvPr id="62469" name="Rectangle 5"/>
          <p:cNvSpPr/>
          <p:nvPr>
            <p:custDataLst>
              <p:tags r:id="rId5"/>
            </p:custDataLst>
          </p:nvPr>
        </p:nvSpPr>
        <p:spPr>
          <a:xfrm>
            <a:off x="683895" y="2041843"/>
            <a:ext cx="76835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角线上有非零子块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其余子块都为零矩阵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且非零</a:t>
            </a:r>
          </a:p>
        </p:txBody>
      </p:sp>
      <p:sp>
        <p:nvSpPr>
          <p:cNvPr id="62470" name="Rectangle 6"/>
          <p:cNvSpPr/>
          <p:nvPr>
            <p:custDataLst>
              <p:tags r:id="rId6"/>
            </p:custDataLst>
          </p:nvPr>
        </p:nvSpPr>
        <p:spPr>
          <a:xfrm>
            <a:off x="683895" y="2660968"/>
            <a:ext cx="27733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子块都是方阵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即</a:t>
            </a:r>
          </a:p>
        </p:txBody>
      </p:sp>
      <p:sp>
        <p:nvSpPr>
          <p:cNvPr id="62471" name="Rectangle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5007" y="5663248"/>
            <a:ext cx="7908290" cy="60769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algn="just" rtl="0" eaLnBrk="1" fontAlgn="base" latinLnBrk="0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其中</a:t>
            </a:r>
            <a:r>
              <a:rPr kumimoji="1" lang="zh-CN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i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i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= 1, 2, … ,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s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都是方阵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,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那么称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为</a:t>
            </a:r>
            <a:r>
              <a:rPr kumimoji="1" lang="zh-CN" altLang="en-US" sz="2800" b="1" i="0" u="none" strike="noStrike" kern="1200" cap="none" spc="0" normalizeH="0" baseline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分块</a:t>
            </a:r>
          </a:p>
        </p:txBody>
      </p:sp>
      <p:sp>
        <p:nvSpPr>
          <p:cNvPr id="62472" name="Rectangle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3895" y="6239510"/>
            <a:ext cx="169672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对角矩阵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62468" grpId="0" build="p"/>
      <p:bldP spid="62469" grpId="0" build="p" advAuto="1000"/>
      <p:bldP spid="62470" grpId="0" build="p" advAuto="1000"/>
      <p:bldP spid="62471" grpId="0" build="p"/>
      <p:bldP spid="62472" grpId="0" build="p" advAuto="100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特殊分块矩阵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539433" y="842010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分块对角矩阵的性质</a:t>
            </a:r>
          </a:p>
        </p:txBody>
      </p:sp>
      <p:sp>
        <p:nvSpPr>
          <p:cNvPr id="64523" name="Rectangle 11"/>
          <p:cNvSpPr/>
          <p:nvPr>
            <p:custDataLst>
              <p:tags r:id="rId3"/>
            </p:custDataLst>
          </p:nvPr>
        </p:nvSpPr>
        <p:spPr>
          <a:xfrm>
            <a:off x="643255" y="1799590"/>
            <a:ext cx="10756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）</a:t>
            </a:r>
          </a:p>
        </p:txBody>
      </p:sp>
      <p:graphicFrame>
        <p:nvGraphicFramePr>
          <p:cNvPr id="64524" name="Object 12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651000" y="1636713"/>
          <a:ext cx="42941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11" imgW="28346400" imgH="6096000" progId="Equation.DSMT4">
                  <p:embed/>
                </p:oleObj>
              </mc:Choice>
              <mc:Fallback>
                <p:oleObj name="Equation" r:id="rId11" imgW="28346400" imgH="60960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1000" y="1636713"/>
                        <a:ext cx="4294188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1"/>
          <p:cNvSpPr/>
          <p:nvPr>
            <p:custDataLst>
              <p:tags r:id="rId5"/>
            </p:custDataLst>
          </p:nvPr>
        </p:nvSpPr>
        <p:spPr>
          <a:xfrm>
            <a:off x="612775" y="2781300"/>
            <a:ext cx="10756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）</a:t>
            </a:r>
          </a:p>
        </p:txBody>
      </p:sp>
      <p:sp>
        <p:nvSpPr>
          <p:cNvPr id="3" name="Rectangle 11"/>
          <p:cNvSpPr/>
          <p:nvPr>
            <p:custDataLst>
              <p:tags r:id="rId6"/>
            </p:custDataLst>
          </p:nvPr>
        </p:nvSpPr>
        <p:spPr>
          <a:xfrm>
            <a:off x="1476375" y="2781300"/>
            <a:ext cx="71342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当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b="1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≠0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（</a:t>
            </a:r>
            <a:r>
              <a:rPr lang="en-US" altLang="zh-CN" sz="2800" b="1" i="1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</a:t>
            </a:r>
            <a:r>
              <a:rPr lang="en-US" altLang="zh-CN" sz="2800" b="1" i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=</a:t>
            </a:r>
            <a:r>
              <a:rPr lang="en-US" altLang="zh-CN" sz="2800" b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1</a:t>
            </a:r>
            <a:r>
              <a:rPr lang="zh-CN" altLang="en-US" sz="2800" b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2</a:t>
            </a:r>
            <a:r>
              <a:rPr lang="zh-CN" altLang="en-US" sz="2800" b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……</a:t>
            </a:r>
            <a:r>
              <a:rPr lang="en-US" altLang="zh-CN" sz="2800" b="1" i="1" noProof="0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s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时，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可逆，并有</a:t>
            </a:r>
          </a:p>
        </p:txBody>
      </p:sp>
      <p:graphicFrame>
        <p:nvGraphicFramePr>
          <p:cNvPr id="65543" name="Object 7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2527300" y="3595688"/>
          <a:ext cx="4086225" cy="224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13" imgW="41757600" imgH="24384000" progId="Equation.DSMT4">
                  <p:embed/>
                </p:oleObj>
              </mc:Choice>
              <mc:Fallback>
                <p:oleObj name="Equation" r:id="rId13" imgW="41757600" imgH="243840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27300" y="3595688"/>
                        <a:ext cx="4086225" cy="224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8" grpId="1"/>
      <p:bldP spid="64523" grpId="0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特殊分块矩阵</a:t>
            </a:r>
          </a:p>
        </p:txBody>
      </p:sp>
      <p:sp>
        <p:nvSpPr>
          <p:cNvPr id="2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1673225"/>
            <a:ext cx="185102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2.14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90370" y="1758950"/>
            <a:ext cx="112839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kumimoji="1" lang="zh-CN" altLang="en-US" sz="2800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设</a:t>
            </a:r>
          </a:p>
        </p:txBody>
      </p:sp>
      <p:sp>
        <p:nvSpPr>
          <p:cNvPr id="38916" name="Rectangle 4"/>
          <p:cNvSpPr/>
          <p:nvPr/>
        </p:nvSpPr>
        <p:spPr>
          <a:xfrm>
            <a:off x="5722620" y="1758950"/>
            <a:ext cx="14357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求</a:t>
            </a:r>
            <a:r>
              <a:rPr lang="en-US" altLang="zh-CN" sz="2800" b="1" i="1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A</a:t>
            </a:r>
            <a:r>
              <a:rPr lang="en-US" altLang="zh-CN" sz="2800" b="1" baseline="3000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.</a:t>
            </a: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60400" y="319278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解：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82850" y="1033780"/>
          <a:ext cx="2715895" cy="212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11" imgW="1459865" imgH="1143000" progId="Equation.DSMT4">
                  <p:embed/>
                </p:oleObj>
              </mc:Choice>
              <mc:Fallback>
                <p:oleObj name="Equation" r:id="rId11" imgW="1459865" imgH="1143000" progId="Equation.DSMT4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2850" y="1033780"/>
                        <a:ext cx="2715895" cy="2124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331595" y="3276600"/>
            <a:ext cx="3073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noProof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对</a:t>
            </a:r>
            <a:r>
              <a:rPr lang="en-US" altLang="zh-CN" b="1" i="1" dirty="0"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kumimoji="1" lang="zh-CN" altLang="en-US" sz="2800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分块如下：</a:t>
            </a: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8085" y="3916680"/>
          <a:ext cx="5866765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13" imgW="2501900" imgH="1143000" progId="Equation.DSMT4">
                  <p:embed/>
                </p:oleObj>
              </mc:Choice>
              <mc:Fallback>
                <p:oleObj name="Equation" r:id="rId13" imgW="2501900" imgH="1143000" progId="Equation.DSMT4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88085" y="3916680"/>
                        <a:ext cx="5866765" cy="2686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845310" y="3999230"/>
            <a:ext cx="2651760" cy="2527300"/>
            <a:chOff x="7168" y="5628"/>
            <a:chExt cx="4176" cy="3980"/>
          </a:xfrm>
        </p:grpSpPr>
        <p:sp>
          <p:nvSpPr>
            <p:cNvPr id="33799" name="Line 7"/>
            <p:cNvSpPr/>
            <p:nvPr>
              <p:custDataLst>
                <p:tags r:id="rId4"/>
              </p:custDataLst>
            </p:nvPr>
          </p:nvSpPr>
          <p:spPr>
            <a:xfrm>
              <a:off x="7168" y="6250"/>
              <a:ext cx="4138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2" name="Line 10"/>
            <p:cNvSpPr/>
            <p:nvPr>
              <p:custDataLst>
                <p:tags r:id="rId5"/>
              </p:custDataLst>
            </p:nvPr>
          </p:nvSpPr>
          <p:spPr>
            <a:xfrm>
              <a:off x="7994" y="5638"/>
              <a:ext cx="1" cy="397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" name="Line 7"/>
            <p:cNvSpPr/>
            <p:nvPr>
              <p:custDataLst>
                <p:tags r:id="rId6"/>
              </p:custDataLst>
            </p:nvPr>
          </p:nvSpPr>
          <p:spPr>
            <a:xfrm>
              <a:off x="7206" y="8064"/>
              <a:ext cx="4138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2" name="Line 10"/>
            <p:cNvSpPr/>
            <p:nvPr>
              <p:custDataLst>
                <p:tags r:id="rId7"/>
              </p:custDataLst>
            </p:nvPr>
          </p:nvSpPr>
          <p:spPr>
            <a:xfrm>
              <a:off x="9622" y="5628"/>
              <a:ext cx="1" cy="397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bldLvl="0" animBg="1"/>
      <p:bldP spid="64514" grpId="1" animBg="1"/>
      <p:bldP spid="38916" grpId="0"/>
      <p:bldP spid="38916" grpId="1"/>
      <p:bldP spid="6" grpId="0" animBg="1"/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特殊分块矩阵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899160" y="1124585"/>
            <a:ext cx="3073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noProof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其中</a:t>
            </a:r>
            <a:r>
              <a:rPr kumimoji="1" lang="zh-CN" altLang="en-US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3621088" y="879475"/>
          <a:ext cx="1973262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15" imgW="21336000" imgH="10972800" progId="Equation.DSMT4">
                  <p:embed/>
                </p:oleObj>
              </mc:Choice>
              <mc:Fallback>
                <p:oleObj name="Equation" r:id="rId15" imgW="21336000" imgH="10972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21088" y="879475"/>
                        <a:ext cx="1973262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930400" y="1079500"/>
          <a:ext cx="14668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17" imgW="14630400" imgH="6096000" progId="Equation.DSMT4">
                  <p:embed/>
                </p:oleObj>
              </mc:Choice>
              <mc:Fallback>
                <p:oleObj name="Equation" r:id="rId17" imgW="14630400" imgH="6096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30400" y="1079500"/>
                        <a:ext cx="146685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6127750" y="879475"/>
          <a:ext cx="17748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19" imgW="19202400" imgH="10972800" progId="Equation.DSMT4">
                  <p:embed/>
                </p:oleObj>
              </mc:Choice>
              <mc:Fallback>
                <p:oleObj name="Equation" r:id="rId19" imgW="19202400" imgH="10972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27750" y="879475"/>
                        <a:ext cx="177482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68680" y="2277110"/>
            <a:ext cx="3073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noProof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由于</a:t>
            </a:r>
            <a:r>
              <a:rPr kumimoji="1" lang="zh-CN" altLang="en-US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752600" y="2017713"/>
          <a:ext cx="174466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21" imgW="17373600" imgH="10363200" progId="Equation.DSMT4">
                  <p:embed/>
                </p:oleObj>
              </mc:Choice>
              <mc:Fallback>
                <p:oleObj name="Equation" r:id="rId21" imgW="17373600" imgH="10363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52600" y="2017713"/>
                        <a:ext cx="1744663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3497263" y="1805305"/>
          <a:ext cx="4564062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23" imgW="49377600" imgH="15849600" progId="Equation.DSMT4">
                  <p:embed/>
                </p:oleObj>
              </mc:Choice>
              <mc:Fallback>
                <p:oleObj name="Equation" r:id="rId23" imgW="49377600" imgH="158496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97263" y="1805305"/>
                        <a:ext cx="4564062" cy="146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017588" y="3213100"/>
          <a:ext cx="18573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25" imgW="20116800" imgH="10972800" progId="Equation.DSMT4">
                  <p:embed/>
                </p:oleObj>
              </mc:Choice>
              <mc:Fallback>
                <p:oleObj name="Equation" r:id="rId25" imgW="20116800" imgH="10972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17588" y="3213100"/>
                        <a:ext cx="185737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99160" y="4774565"/>
            <a:ext cx="3073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noProof="0"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因此</a:t>
            </a:r>
            <a:r>
              <a:rPr kumimoji="1" lang="zh-CN" altLang="en-US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34833" y="3430588"/>
          <a:ext cx="67437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Equation" r:id="rId27" imgW="76809600" imgH="36576000" progId="Equation.DSMT4">
                  <p:embed/>
                </p:oleObj>
              </mc:Choice>
              <mc:Fallback>
                <p:oleObj name="Equation" r:id="rId27" imgW="76809600" imgH="36576000" progId="Equation.DSMT4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34833" y="3430588"/>
                        <a:ext cx="6743700" cy="321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5772150" y="3804100"/>
            <a:ext cx="2891155" cy="2660650"/>
            <a:chOff x="7168" y="5414"/>
            <a:chExt cx="4176" cy="3980"/>
          </a:xfrm>
        </p:grpSpPr>
        <p:sp>
          <p:nvSpPr>
            <p:cNvPr id="33799" name="Line 7"/>
            <p:cNvSpPr/>
            <p:nvPr>
              <p:custDataLst>
                <p:tags r:id="rId8"/>
              </p:custDataLst>
            </p:nvPr>
          </p:nvSpPr>
          <p:spPr>
            <a:xfrm>
              <a:off x="7168" y="6250"/>
              <a:ext cx="4138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2" name="Line 10"/>
            <p:cNvSpPr/>
            <p:nvPr>
              <p:custDataLst>
                <p:tags r:id="rId9"/>
              </p:custDataLst>
            </p:nvPr>
          </p:nvSpPr>
          <p:spPr>
            <a:xfrm>
              <a:off x="7994" y="5424"/>
              <a:ext cx="1" cy="397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8" name="Line 7"/>
            <p:cNvSpPr/>
            <p:nvPr>
              <p:custDataLst>
                <p:tags r:id="rId10"/>
              </p:custDataLst>
            </p:nvPr>
          </p:nvSpPr>
          <p:spPr>
            <a:xfrm>
              <a:off x="7206" y="8064"/>
              <a:ext cx="4138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9" name="Line 10"/>
            <p:cNvSpPr/>
            <p:nvPr>
              <p:custDataLst>
                <p:tags r:id="rId11"/>
              </p:custDataLst>
            </p:nvPr>
          </p:nvSpPr>
          <p:spPr>
            <a:xfrm>
              <a:off x="9622" y="5414"/>
              <a:ext cx="1" cy="397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2">
            <a:extLst>
              <a:ext uri="{FF2B5EF4-FFF2-40B4-BE49-F238E27FC236}">
                <a16:creationId xmlns:a16="http://schemas.microsoft.com/office/drawing/2014/main" id="{7752DCD1-A6FB-6A4F-8EDC-DE103982E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8569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rgbClr val="FFFFFF"/>
                </a:solidFill>
                <a:ea typeface="楷体_GB2312" pitchFamily="49" charset="-122"/>
              </a:rPr>
              <a:t>10.</a:t>
            </a:r>
            <a:r>
              <a:rPr lang="zh-CN" altLang="en-US" sz="2800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利用矩阵分块，求下列矩阵的逆矩阵：</a:t>
            </a:r>
            <a:r>
              <a:rPr lang="zh-CN" altLang="en-US" sz="3200" b="1">
                <a:solidFill>
                  <a:srgbClr val="FFFFFF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5" name="Object 3">
            <a:extLst>
              <a:ext uri="{FF2B5EF4-FFF2-40B4-BE49-F238E27FC236}">
                <a16:creationId xmlns:a16="http://schemas.microsoft.com/office/drawing/2014/main" id="{1BC3E56D-7630-9F49-8147-0CC858A47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908050"/>
          <a:ext cx="5184775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3" imgW="53543200" imgH="21069300" progId="Equation.DSMT4">
                  <p:embed/>
                </p:oleObj>
              </mc:Choice>
              <mc:Fallback>
                <p:oleObj name="Equation" r:id="rId3" imgW="53543200" imgH="21069300" progId="Equation.DSMT4">
                  <p:embed/>
                  <p:pic>
                    <p:nvPicPr>
                      <p:cNvPr id="20483" name="Object 3">
                        <a:extLst>
                          <a:ext uri="{FF2B5EF4-FFF2-40B4-BE49-F238E27FC236}">
                            <a16:creationId xmlns:a16="http://schemas.microsoft.com/office/drawing/2014/main" id="{E8138486-1DA9-1541-9911-9E9C545E29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908050"/>
                        <a:ext cx="5184775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Line 4">
            <a:extLst>
              <a:ext uri="{FF2B5EF4-FFF2-40B4-BE49-F238E27FC236}">
                <a16:creationId xmlns:a16="http://schemas.microsoft.com/office/drawing/2014/main" id="{C053CBD4-558C-7644-91B5-242145D19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178425"/>
            <a:ext cx="2397125" cy="9525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57" name="Line 5">
            <a:extLst>
              <a:ext uri="{FF2B5EF4-FFF2-40B4-BE49-F238E27FC236}">
                <a16:creationId xmlns:a16="http://schemas.microsoft.com/office/drawing/2014/main" id="{F50D7F6D-0227-494E-9ABC-59AB8F0C28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1138" y="1628775"/>
            <a:ext cx="1296987" cy="1588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58" name="Line 6">
            <a:extLst>
              <a:ext uri="{FF2B5EF4-FFF2-40B4-BE49-F238E27FC236}">
                <a16:creationId xmlns:a16="http://schemas.microsoft.com/office/drawing/2014/main" id="{344CE9D8-A8D4-BC45-A57B-C320A5A99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5963" y="1123950"/>
            <a:ext cx="11112" cy="160020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graphicFrame>
        <p:nvGraphicFramePr>
          <p:cNvPr id="59" name="Object 7">
            <a:extLst>
              <a:ext uri="{FF2B5EF4-FFF2-40B4-BE49-F238E27FC236}">
                <a16:creationId xmlns:a16="http://schemas.microsoft.com/office/drawing/2014/main" id="{80647C64-AD5D-974D-BA39-96F27C2B8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933825"/>
          <a:ext cx="392906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5" imgW="33934400" imgH="21069300" progId="Equation.DSMT4">
                  <p:embed/>
                </p:oleObj>
              </mc:Choice>
              <mc:Fallback>
                <p:oleObj name="Equation" r:id="rId5" imgW="33934400" imgH="21069300" progId="Equation.DSMT4">
                  <p:embed/>
                  <p:pic>
                    <p:nvPicPr>
                      <p:cNvPr id="162823" name="Object 7">
                        <a:extLst>
                          <a:ext uri="{FF2B5EF4-FFF2-40B4-BE49-F238E27FC236}">
                            <a16:creationId xmlns:a16="http://schemas.microsoft.com/office/drawing/2014/main" id="{38E480D3-9710-0B43-BF61-64FC8E032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933825"/>
                        <a:ext cx="392906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8">
            <a:extLst>
              <a:ext uri="{FF2B5EF4-FFF2-40B4-BE49-F238E27FC236}">
                <a16:creationId xmlns:a16="http://schemas.microsoft.com/office/drawing/2014/main" id="{B7F08C5C-57AD-ED46-B3E4-64E98B273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852738"/>
          <a:ext cx="11588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7" imgW="13754100" imgH="10820400" progId="Equation.DSMT4">
                  <p:embed/>
                </p:oleObj>
              </mc:Choice>
              <mc:Fallback>
                <p:oleObj name="Equation" r:id="rId7" imgW="13754100" imgH="10820400" progId="Equation.DSMT4">
                  <p:embed/>
                  <p:pic>
                    <p:nvPicPr>
                      <p:cNvPr id="162824" name="Object 8">
                        <a:extLst>
                          <a:ext uri="{FF2B5EF4-FFF2-40B4-BE49-F238E27FC236}">
                            <a16:creationId xmlns:a16="http://schemas.microsoft.com/office/drawing/2014/main" id="{AE5E0017-5E22-2D4F-8904-9D1D525CA8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852738"/>
                        <a:ext cx="11588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9">
            <a:extLst>
              <a:ext uri="{FF2B5EF4-FFF2-40B4-BE49-F238E27FC236}">
                <a16:creationId xmlns:a16="http://schemas.microsoft.com/office/drawing/2014/main" id="{9BF07AB9-C342-BF41-BD2D-D765B1F96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068638"/>
            <a:ext cx="1081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2" name="Text Box 10">
            <a:extLst>
              <a:ext uri="{FF2B5EF4-FFF2-40B4-BE49-F238E27FC236}">
                <a16:creationId xmlns:a16="http://schemas.microsoft.com/office/drawing/2014/main" id="{666CA71F-844C-C244-A412-3E181D4E3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888" y="3881438"/>
            <a:ext cx="5762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600" b="1">
                <a:solidFill>
                  <a:srgbClr val="FFFFFF"/>
                </a:solidFill>
                <a:ea typeface="宋体" panose="02010600030101010101" pitchFamily="2" charset="-122"/>
              </a:rPr>
              <a:t>-</a:t>
            </a:r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3" name="Text Box 11">
            <a:extLst>
              <a:ext uri="{FF2B5EF4-FFF2-40B4-BE49-F238E27FC236}">
                <a16:creationId xmlns:a16="http://schemas.microsoft.com/office/drawing/2014/main" id="{4F8B58ED-44EC-0E4B-BDF0-D04DE6054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530725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4" name="Text Box 12">
            <a:extLst>
              <a:ext uri="{FF2B5EF4-FFF2-40B4-BE49-F238E27FC236}">
                <a16:creationId xmlns:a16="http://schemas.microsoft.com/office/drawing/2014/main" id="{3FA90901-EF7A-5A4D-BA8B-1E12C025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4468813"/>
            <a:ext cx="5762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600" b="1">
                <a:solidFill>
                  <a:srgbClr val="FFFFFF"/>
                </a:solidFill>
                <a:ea typeface="宋体" panose="02010600030101010101" pitchFamily="2" charset="-122"/>
              </a:rPr>
              <a:t>-</a:t>
            </a:r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236ECD63-B1FC-C24D-9C06-FF8C0F1A9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933825"/>
            <a:ext cx="4333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66" name="Object 14">
            <a:extLst>
              <a:ext uri="{FF2B5EF4-FFF2-40B4-BE49-F238E27FC236}">
                <a16:creationId xmlns:a16="http://schemas.microsoft.com/office/drawing/2014/main" id="{5C47516E-581E-8F4F-B64A-5061DA0E44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852738"/>
          <a:ext cx="811212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9" imgW="9067800" imgH="10820400" progId="Equation.DSMT4">
                  <p:embed/>
                </p:oleObj>
              </mc:Choice>
              <mc:Fallback>
                <p:oleObj name="Equation" r:id="rId9" imgW="9067800" imgH="10820400" progId="Equation.DSMT4">
                  <p:embed/>
                  <p:pic>
                    <p:nvPicPr>
                      <p:cNvPr id="162830" name="Object 14">
                        <a:extLst>
                          <a:ext uri="{FF2B5EF4-FFF2-40B4-BE49-F238E27FC236}">
                            <a16:creationId xmlns:a16="http://schemas.microsoft.com/office/drawing/2014/main" id="{FDE86D7A-7BA3-874C-8349-2CFDE99F3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852738"/>
                        <a:ext cx="811212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ext Box 15">
            <a:extLst>
              <a:ext uri="{FF2B5EF4-FFF2-40B4-BE49-F238E27FC236}">
                <a16:creationId xmlns:a16="http://schemas.microsoft.com/office/drawing/2014/main" id="{A6FABF60-4E80-6644-A10C-C0D240055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141663"/>
            <a:ext cx="84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68" name="Text Box 16">
            <a:extLst>
              <a:ext uri="{FF2B5EF4-FFF2-40B4-BE49-F238E27FC236}">
                <a16:creationId xmlns:a16="http://schemas.microsoft.com/office/drawing/2014/main" id="{FF9F86C1-7835-F54F-B0A6-3CACECBA7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5105400"/>
            <a:ext cx="5762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600" b="1">
                <a:solidFill>
                  <a:srgbClr val="FFFFFF"/>
                </a:solidFill>
                <a:ea typeface="宋体" panose="02010600030101010101" pitchFamily="2" charset="-122"/>
              </a:rPr>
              <a:t>-</a:t>
            </a:r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9" name="Text Box 17">
            <a:extLst>
              <a:ext uri="{FF2B5EF4-FFF2-40B4-BE49-F238E27FC236}">
                <a16:creationId xmlns:a16="http://schemas.microsoft.com/office/drawing/2014/main" id="{5C798949-0883-0647-BA9C-CC021F87D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1113" y="5715000"/>
            <a:ext cx="6080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-3</a:t>
            </a:r>
          </a:p>
        </p:txBody>
      </p:sp>
      <p:sp>
        <p:nvSpPr>
          <p:cNvPr id="70" name="Text Box 18">
            <a:extLst>
              <a:ext uri="{FF2B5EF4-FFF2-40B4-BE49-F238E27FC236}">
                <a16:creationId xmlns:a16="http://schemas.microsoft.com/office/drawing/2014/main" id="{71A97A6A-E9AE-724A-AFF3-54678934B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8" y="5692775"/>
            <a:ext cx="4746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600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  <a:endParaRPr kumimoji="0" lang="en-US" altLang="zh-CN" sz="320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id="{335C35EC-4BE2-E340-9B47-A2EC78F50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825" y="5165725"/>
            <a:ext cx="433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4</a:t>
            </a:r>
          </a:p>
        </p:txBody>
      </p:sp>
      <p:graphicFrame>
        <p:nvGraphicFramePr>
          <p:cNvPr id="72" name="Object 20">
            <a:extLst>
              <a:ext uri="{FF2B5EF4-FFF2-40B4-BE49-F238E27FC236}">
                <a16:creationId xmlns:a16="http://schemas.microsoft.com/office/drawing/2014/main" id="{394F39A0-5E31-D245-A950-A24AFC6E6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860800"/>
          <a:ext cx="2843213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11" imgW="29260800" imgH="24574500" progId="Equation.DSMT4">
                  <p:embed/>
                </p:oleObj>
              </mc:Choice>
              <mc:Fallback>
                <p:oleObj name="Equation" r:id="rId11" imgW="29260800" imgH="24574500" progId="Equation.DSMT4">
                  <p:embed/>
                  <p:pic>
                    <p:nvPicPr>
                      <p:cNvPr id="162836" name="Object 20">
                        <a:extLst>
                          <a:ext uri="{FF2B5EF4-FFF2-40B4-BE49-F238E27FC236}">
                            <a16:creationId xmlns:a16="http://schemas.microsoft.com/office/drawing/2014/main" id="{34616245-07C1-8246-9DC7-E762A827EB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860800"/>
                        <a:ext cx="2843213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Line 21">
            <a:extLst>
              <a:ext uri="{FF2B5EF4-FFF2-40B4-BE49-F238E27FC236}">
                <a16:creationId xmlns:a16="http://schemas.microsoft.com/office/drawing/2014/main" id="{47093541-7011-C34F-8DBA-5E9F3BA04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052513"/>
            <a:ext cx="0" cy="177800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74" name="Line 22">
            <a:extLst>
              <a:ext uri="{FF2B5EF4-FFF2-40B4-BE49-F238E27FC236}">
                <a16:creationId xmlns:a16="http://schemas.microsoft.com/office/drawing/2014/main" id="{0B21ABF3-1805-C64E-9215-DC17313B0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1844675"/>
            <a:ext cx="2017713" cy="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85C1CDFB-8932-F74B-B964-5E9C55787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9288" y="4011613"/>
            <a:ext cx="0" cy="225425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76" name="Line 24">
            <a:extLst>
              <a:ext uri="{FF2B5EF4-FFF2-40B4-BE49-F238E27FC236}">
                <a16:creationId xmlns:a16="http://schemas.microsoft.com/office/drawing/2014/main" id="{5A3225E9-EA08-9345-A9F8-CEBA49A8DD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25" y="4868863"/>
            <a:ext cx="1908175" cy="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77" name="Line 25">
            <a:extLst>
              <a:ext uri="{FF2B5EF4-FFF2-40B4-BE49-F238E27FC236}">
                <a16:creationId xmlns:a16="http://schemas.microsoft.com/office/drawing/2014/main" id="{7D8A47E2-09DE-CD4E-A6E3-6DAC902D47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1363" y="4148138"/>
            <a:ext cx="0" cy="2063750"/>
          </a:xfrm>
          <a:prstGeom prst="line">
            <a:avLst/>
          </a:prstGeom>
          <a:noFill/>
          <a:ln w="349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ECFB7D"/>
              </a:solidFill>
              <a:ea typeface="隶书" pitchFamily="49" charset="-122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AE7AC416-E632-A743-88F4-ECFBACFDA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781300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itchFamily="49" charset="-122"/>
              </a:rPr>
              <a:t>解：</a:t>
            </a:r>
          </a:p>
        </p:txBody>
      </p:sp>
      <p:sp>
        <p:nvSpPr>
          <p:cNvPr id="79" name="Text Box 27">
            <a:extLst>
              <a:ext uri="{FF2B5EF4-FFF2-40B4-BE49-F238E27FC236}">
                <a16:creationId xmlns:a16="http://schemas.microsoft.com/office/drawing/2014/main" id="{A7183999-73E8-084E-9BD4-E690788A2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789363"/>
            <a:ext cx="1441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607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>
                <a:ea typeface="楷体_GB2312" pitchFamily="49" charset="-122"/>
              </a:rPr>
              <a:t>类似地</a:t>
            </a:r>
          </a:p>
        </p:txBody>
      </p:sp>
    </p:spTree>
    <p:extLst>
      <p:ext uri="{BB962C8B-B14F-4D97-AF65-F5344CB8AC3E}">
        <p14:creationId xmlns:p14="http://schemas.microsoft.com/office/powerpoint/2010/main" val="7530970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3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  <p:bldP spid="64" grpId="0"/>
      <p:bldP spid="65" grpId="0"/>
      <p:bldP spid="67" grpId="0"/>
      <p:bldP spid="68" grpId="0"/>
      <p:bldP spid="69" grpId="0"/>
      <p:bldP spid="70" grpId="0"/>
      <p:bldP spid="71" grpId="0"/>
      <p:bldP spid="78" grpId="0"/>
      <p:bldP spid="7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：矩阵的应用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拓展思考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628775"/>
            <a:ext cx="8114665" cy="240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你知道计算机是如何实现图像压缩的吗？阅读知网中分块矩阵相关的快速算法文献及应用文献，体会分块矩阵的应用。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0465" y="1628041"/>
            <a:ext cx="7586663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分块矩阵的定义</a:t>
            </a:r>
            <a:endParaRPr kumimoji="1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/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1835785" y="185120"/>
            <a:ext cx="54070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分块矩阵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/>
          <p:cNvSpPr/>
          <p:nvPr/>
        </p:nvSpPr>
        <p:spPr bwMode="auto">
          <a:xfrm>
            <a:off x="684070" y="178134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997141" y="2345591"/>
            <a:ext cx="7303839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分块矩阵的运算</a:t>
            </a:r>
          </a:p>
        </p:txBody>
      </p:sp>
      <p:sp>
        <p:nvSpPr>
          <p:cNvPr id="28" name="爆炸形: 8 pt  27"/>
          <p:cNvSpPr/>
          <p:nvPr/>
        </p:nvSpPr>
        <p:spPr bwMode="auto">
          <a:xfrm>
            <a:off x="676632" y="24846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97141" y="3109814"/>
            <a:ext cx="758666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分块对角</a:t>
            </a:r>
            <a:r>
              <a:rPr lang="zh-CN"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阵</a:t>
            </a:r>
            <a:r>
              <a:rPr lang="zh-CN"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性质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34" name="爆炸形: 8 pt  33"/>
          <p:cNvSpPr/>
          <p:nvPr/>
        </p:nvSpPr>
        <p:spPr bwMode="auto">
          <a:xfrm>
            <a:off x="696219" y="323088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957454" y="3813394"/>
            <a:ext cx="748754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分块矩阵的计算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爆炸形: 8 pt  25"/>
          <p:cNvSpPr/>
          <p:nvPr/>
        </p:nvSpPr>
        <p:spPr bwMode="auto">
          <a:xfrm>
            <a:off x="734618" y="369878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951104" y="4457284"/>
            <a:ext cx="774541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分块矩阵的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30" name="爆炸形: 8 pt  29"/>
          <p:cNvSpPr/>
          <p:nvPr/>
        </p:nvSpPr>
        <p:spPr bwMode="auto">
          <a:xfrm>
            <a:off x="661601" y="44573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华文中宋" panose="02010600040101010101" pitchFamily="2" charset="-122"/>
            </a:endParaRPr>
          </a:p>
        </p:txBody>
      </p:sp>
      <p:pic>
        <p:nvPicPr>
          <p:cNvPr id="44059" name="Picture 11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548130" y="2205355"/>
            <a:ext cx="5718810" cy="6076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习题二：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18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）、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19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、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20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</a:t>
            </a:r>
          </a:p>
        </p:txBody>
      </p:sp>
      <p:grpSp>
        <p:nvGrpSpPr>
          <p:cNvPr id="62467" name="Group 29"/>
          <p:cNvGrpSpPr/>
          <p:nvPr/>
        </p:nvGrpSpPr>
        <p:grpSpPr bwMode="auto">
          <a:xfrm>
            <a:off x="60325" y="136525"/>
            <a:ext cx="2497934" cy="825500"/>
            <a:chOff x="51" y="0"/>
            <a:chExt cx="881" cy="246"/>
          </a:xfrm>
        </p:grpSpPr>
        <p:sp>
          <p:nvSpPr>
            <p:cNvPr id="62475" name="Rectangle 30"/>
            <p:cNvSpPr>
              <a:spLocks noChangeArrowheads="1"/>
            </p:cNvSpPr>
            <p:nvPr/>
          </p:nvSpPr>
          <p:spPr bwMode="auto">
            <a:xfrm>
              <a:off x="349" y="9"/>
              <a:ext cx="583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6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作  业</a:t>
              </a:r>
            </a:p>
          </p:txBody>
        </p:sp>
        <p:grpSp>
          <p:nvGrpSpPr>
            <p:cNvPr id="62476" name="Group 31"/>
            <p:cNvGrpSpPr/>
            <p:nvPr/>
          </p:nvGrpSpPr>
          <p:grpSpPr bwMode="auto">
            <a:xfrm>
              <a:off x="51" y="0"/>
              <a:ext cx="829" cy="246"/>
              <a:chOff x="51" y="0"/>
              <a:chExt cx="829" cy="246"/>
            </a:xfrm>
          </p:grpSpPr>
          <p:sp>
            <p:nvSpPr>
              <p:cNvPr id="62477" name="Line 32"/>
              <p:cNvSpPr>
                <a:spLocks noChangeShapeType="1"/>
              </p:cNvSpPr>
              <p:nvPr/>
            </p:nvSpPr>
            <p:spPr bwMode="auto">
              <a:xfrm flipV="1">
                <a:off x="96" y="198"/>
                <a:ext cx="784" cy="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华文中宋" panose="02010600040101010101" pitchFamily="2" charset="-122"/>
                </a:endParaRPr>
              </a:p>
            </p:txBody>
          </p:sp>
          <p:pic>
            <p:nvPicPr>
              <p:cNvPr id="62478" name="Picture 33" descr="BD10263_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" y="0"/>
                <a:ext cx="246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7150814" y="6237312"/>
            <a:ext cx="1997088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线性代数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7fcc34-08aa-4d11-ab19-1f61cfe44d19"/>
  <p:tag name="COMMONDATA" val="eyJoZGlkIjoiZmRhY2I1Yzc3MDRmODQ3NWQxMWUzOTBiYTliNDAwZ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华文中宋"/>
        <a:cs typeface=""/>
      </a:majorFont>
      <a:minorFont>
        <a:latin typeface="华文中宋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华文中宋"/>
        <a:cs typeface=""/>
      </a:majorFont>
      <a:minorFont>
        <a:latin typeface="华文中宋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华文中宋"/>
        <a:ea typeface="宋体"/>
        <a:cs typeface=""/>
      </a:majorFont>
      <a:minorFont>
        <a:latin typeface="华文中宋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华文中宋"/>
        <a:font script="Hebr" typeface="华文中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中宋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华文中宋"/>
        <a:font script="Hebr" typeface="华文中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中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5</TotalTime>
  <Words>1596</Words>
  <Application>Microsoft Macintosh PowerPoint</Application>
  <PresentationFormat>On-screen Show (4:3)</PresentationFormat>
  <Paragraphs>481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楷体_GB2312</vt:lpstr>
      <vt:lpstr>华文中宋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MathType 6.0 Equation</vt:lpstr>
      <vt:lpstr>MathType 4.0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1139</cp:revision>
  <dcterms:created xsi:type="dcterms:W3CDTF">2012-06-17T01:12:00Z</dcterms:created>
  <dcterms:modified xsi:type="dcterms:W3CDTF">2026-10-13T07:39:12Z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0A460C84AE7C407781C56B737EA358EF_13</vt:lpwstr>
  </property>
  <property fmtid="{D5CDD505-2E9C-101B-9397-08002B2CF9AE}" pid="3" name="KSOProductBuildVer">
    <vt:lpwstr>2052-12.1.0.15120</vt:lpwstr>
  </property>
</Properties>
</file>
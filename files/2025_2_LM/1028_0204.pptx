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vml" ContentType="application/vnd.openxmlformats-officedocument.vmlDrawing"/>
  <Default Extension="wav" ContentType="audio/x-wav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theme/theme3.xml" ContentType="application/vnd.openxmlformats-officedocument.theme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ags/tag165.xml" ContentType="application/vnd.openxmlformats-officedocument.presentationml.tags+xml"/>
  <Override PartName="/ppt/tags/tag166.xml" ContentType="application/vnd.openxmlformats-officedocument.presentationml.tags+xml"/>
  <Override PartName="/ppt/tags/tag167.xml" ContentType="application/vnd.openxmlformats-officedocument.presentationml.tags+xml"/>
  <Override PartName="/ppt/tags/tag168.xml" ContentType="application/vnd.openxmlformats-officedocument.presentationml.tags+xml"/>
  <Override PartName="/ppt/tags/tag169.xml" ContentType="application/vnd.openxmlformats-officedocument.presentationml.tags+xml"/>
  <Override PartName="/ppt/tags/tag170.xml" ContentType="application/vnd.openxmlformats-officedocument.presentationml.tags+xml"/>
  <Override PartName="/ppt/tags/tag171.xml" ContentType="application/vnd.openxmlformats-officedocument.presentationml.tags+xml"/>
  <Override PartName="/ppt/tags/tag172.xml" ContentType="application/vnd.openxmlformats-officedocument.presentationml.tags+xml"/>
  <Override PartName="/ppt/tags/tag173.xml" ContentType="application/vnd.openxmlformats-officedocument.presentationml.tags+xml"/>
  <Override PartName="/ppt/tags/tag174.xml" ContentType="application/vnd.openxmlformats-officedocument.presentationml.tags+xml"/>
  <Override PartName="/ppt/tags/tag175.xml" ContentType="application/vnd.openxmlformats-officedocument.presentationml.tags+xml"/>
  <Override PartName="/ppt/tags/tag176.xml" ContentType="application/vnd.openxmlformats-officedocument.presentationml.tags+xml"/>
  <Override PartName="/ppt/tags/tag177.xml" ContentType="application/vnd.openxmlformats-officedocument.presentationml.tags+xml"/>
  <Override PartName="/ppt/tags/tag178.xml" ContentType="application/vnd.openxmlformats-officedocument.presentationml.tags+xml"/>
  <Override PartName="/ppt/tags/tag179.xml" ContentType="application/vnd.openxmlformats-officedocument.presentationml.tags+xml"/>
  <Override PartName="/ppt/tags/tag180.xml" ContentType="application/vnd.openxmlformats-officedocument.presentationml.tags+xml"/>
  <Override PartName="/ppt/tags/tag181.xml" ContentType="application/vnd.openxmlformats-officedocument.presentationml.tags+xml"/>
  <Override PartName="/ppt/tags/tag182.xml" ContentType="application/vnd.openxmlformats-officedocument.presentationml.tags+xml"/>
  <Override PartName="/ppt/tags/tag183.xml" ContentType="application/vnd.openxmlformats-officedocument.presentationml.tags+xml"/>
  <Override PartName="/ppt/tags/tag184.xml" ContentType="application/vnd.openxmlformats-officedocument.presentationml.tags+xml"/>
  <Override PartName="/ppt/tags/tag185.xml" ContentType="application/vnd.openxmlformats-officedocument.presentationml.tags+xml"/>
  <Override PartName="/ppt/tags/tag186.xml" ContentType="application/vnd.openxmlformats-officedocument.presentationml.tags+xml"/>
  <Override PartName="/ppt/tags/tag187.xml" ContentType="application/vnd.openxmlformats-officedocument.presentationml.tags+xml"/>
  <Override PartName="/ppt/tags/tag188.xml" ContentType="application/vnd.openxmlformats-officedocument.presentationml.tags+xml"/>
  <Override PartName="/ppt/tags/tag189.xml" ContentType="application/vnd.openxmlformats-officedocument.presentationml.tags+xml"/>
  <Override PartName="/ppt/tags/tag190.xml" ContentType="application/vnd.openxmlformats-officedocument.presentationml.tags+xml"/>
  <Override PartName="/ppt/tags/tag191.xml" ContentType="application/vnd.openxmlformats-officedocument.presentationml.tags+xml"/>
  <Override PartName="/ppt/tags/tag192.xml" ContentType="application/vnd.openxmlformats-officedocument.presentationml.tags+xml"/>
  <Override PartName="/ppt/tags/tag193.xml" ContentType="application/vnd.openxmlformats-officedocument.presentationml.tags+xml"/>
  <Override PartName="/ppt/tags/tag194.xml" ContentType="application/vnd.openxmlformats-officedocument.presentationml.tags+xml"/>
  <Override PartName="/ppt/tags/tag195.xml" ContentType="application/vnd.openxmlformats-officedocument.presentationml.tags+xml"/>
  <Override PartName="/ppt/tags/tag196.xml" ContentType="application/vnd.openxmlformats-officedocument.presentationml.tags+xml"/>
  <Override PartName="/ppt/tags/tag197.xml" ContentType="application/vnd.openxmlformats-officedocument.presentationml.tags+xml"/>
  <Override PartName="/ppt/tags/tag198.xml" ContentType="application/vnd.openxmlformats-officedocument.presentationml.tags+xml"/>
  <Override PartName="/ppt/tags/tag199.xml" ContentType="application/vnd.openxmlformats-officedocument.presentationml.tags+xml"/>
  <Override PartName="/ppt/tags/tag200.xml" ContentType="application/vnd.openxmlformats-officedocument.presentationml.tags+xml"/>
  <Override PartName="/ppt/tags/tag201.xml" ContentType="application/vnd.openxmlformats-officedocument.presentationml.tags+xml"/>
  <Override PartName="/ppt/tags/tag202.xml" ContentType="application/vnd.openxmlformats-officedocument.presentationml.tags+xml"/>
  <Override PartName="/ppt/tags/tag203.xml" ContentType="application/vnd.openxmlformats-officedocument.presentationml.tags+xml"/>
  <Override PartName="/ppt/tags/tag204.xml" ContentType="application/vnd.openxmlformats-officedocument.presentationml.tags+xml"/>
  <Override PartName="/ppt/tags/tag205.xml" ContentType="application/vnd.openxmlformats-officedocument.presentationml.tags+xml"/>
  <Override PartName="/ppt/tags/tag206.xml" ContentType="application/vnd.openxmlformats-officedocument.presentationml.tags+xml"/>
  <Override PartName="/ppt/tags/tag207.xml" ContentType="application/vnd.openxmlformats-officedocument.presentationml.tags+xml"/>
  <Override PartName="/ppt/tags/tag208.xml" ContentType="application/vnd.openxmlformats-officedocument.presentationml.tags+xml"/>
  <Override PartName="/ppt/tags/tag209.xml" ContentType="application/vnd.openxmlformats-officedocument.presentationml.tags+xml"/>
  <Override PartName="/ppt/tags/tag210.xml" ContentType="application/vnd.openxmlformats-officedocument.presentationml.tags+xml"/>
  <Override PartName="/ppt/tags/tag211.xml" ContentType="application/vnd.openxmlformats-officedocument.presentationml.tags+xml"/>
  <Override PartName="/ppt/tags/tag212.xml" ContentType="application/vnd.openxmlformats-officedocument.presentationml.tags+xml"/>
  <Override PartName="/ppt/tags/tag213.xml" ContentType="application/vnd.openxmlformats-officedocument.presentationml.tags+xml"/>
  <Override PartName="/ppt/tags/tag214.xml" ContentType="application/vnd.openxmlformats-officedocument.presentationml.tags+xml"/>
  <Override PartName="/ppt/tags/tag215.xml" ContentType="application/vnd.openxmlformats-officedocument.presentationml.tags+xml"/>
  <Override PartName="/ppt/tags/tag216.xml" ContentType="application/vnd.openxmlformats-officedocument.presentationml.tags+xml"/>
  <Override PartName="/ppt/tags/tag217.xml" ContentType="application/vnd.openxmlformats-officedocument.presentationml.tags+xml"/>
  <Override PartName="/ppt/tags/tag218.xml" ContentType="application/vnd.openxmlformats-officedocument.presentationml.tags+xml"/>
  <Override PartName="/ppt/tags/tag219.xml" ContentType="application/vnd.openxmlformats-officedocument.presentationml.tags+xml"/>
  <Override PartName="/ppt/tags/tag220.xml" ContentType="application/vnd.openxmlformats-officedocument.presentationml.tags+xml"/>
  <Override PartName="/ppt/tags/tag221.xml" ContentType="application/vnd.openxmlformats-officedocument.presentationml.tags+xml"/>
  <Override PartName="/ppt/tags/tag222.xml" ContentType="application/vnd.openxmlformats-officedocument.presentationml.tags+xml"/>
  <Override PartName="/ppt/tags/tag223.xml" ContentType="application/vnd.openxmlformats-officedocument.presentationml.tags+xml"/>
  <Override PartName="/ppt/tags/tag224.xml" ContentType="application/vnd.openxmlformats-officedocument.presentationml.tags+xml"/>
  <Override PartName="/ppt/tags/tag225.xml" ContentType="application/vnd.openxmlformats-officedocument.presentationml.tags+xml"/>
  <Override PartName="/ppt/tags/tag226.xml" ContentType="application/vnd.openxmlformats-officedocument.presentationml.tags+xml"/>
  <Override PartName="/ppt/tags/tag227.xml" ContentType="application/vnd.openxmlformats-officedocument.presentationml.tags+xml"/>
  <Override PartName="/ppt/tags/tag228.xml" ContentType="application/vnd.openxmlformats-officedocument.presentationml.tags+xml"/>
  <Override PartName="/ppt/tags/tag229.xml" ContentType="application/vnd.openxmlformats-officedocument.presentationml.tags+xml"/>
  <Override PartName="/ppt/tags/tag230.xml" ContentType="application/vnd.openxmlformats-officedocument.presentationml.tags+xml"/>
  <Override PartName="/ppt/tags/tag231.xml" ContentType="application/vnd.openxmlformats-officedocument.presentationml.tags+xml"/>
  <Override PartName="/ppt/tags/tag232.xml" ContentType="application/vnd.openxmlformats-officedocument.presentationml.tags+xml"/>
  <Override PartName="/ppt/tags/tag233.xml" ContentType="application/vnd.openxmlformats-officedocument.presentationml.tags+xml"/>
  <Override PartName="/ppt/tags/tag234.xml" ContentType="application/vnd.openxmlformats-officedocument.presentationml.tags+xml"/>
  <Override PartName="/ppt/tags/tag235.xml" ContentType="application/vnd.openxmlformats-officedocument.presentationml.tags+xml"/>
  <Override PartName="/ppt/tags/tag236.xml" ContentType="application/vnd.openxmlformats-officedocument.presentationml.tags+xml"/>
  <Override PartName="/ppt/tags/tag237.xml" ContentType="application/vnd.openxmlformats-officedocument.presentationml.tags+xml"/>
  <Override PartName="/ppt/tags/tag238.xml" ContentType="application/vnd.openxmlformats-officedocument.presentationml.tags+xml"/>
  <Override PartName="/ppt/tags/tag239.xml" ContentType="application/vnd.openxmlformats-officedocument.presentationml.tags+xml"/>
  <Override PartName="/ppt/tags/tag240.xml" ContentType="application/vnd.openxmlformats-officedocument.presentationml.tags+xml"/>
  <Override PartName="/ppt/tags/tag241.xml" ContentType="application/vnd.openxmlformats-officedocument.presentationml.tags+xml"/>
  <Override PartName="/ppt/tags/tag242.xml" ContentType="application/vnd.openxmlformats-officedocument.presentationml.tags+xml"/>
  <Override PartName="/ppt/tags/tag243.xml" ContentType="application/vnd.openxmlformats-officedocument.presentationml.tags+xml"/>
  <Override PartName="/ppt/tags/tag244.xml" ContentType="application/vnd.openxmlformats-officedocument.presentationml.tags+xml"/>
  <Override PartName="/ppt/tags/tag245.xml" ContentType="application/vnd.openxmlformats-officedocument.presentationml.tags+xml"/>
  <Override PartName="/ppt/tags/tag246.xml" ContentType="application/vnd.openxmlformats-officedocument.presentationml.tags+xml"/>
  <Override PartName="/ppt/tags/tag247.xml" ContentType="application/vnd.openxmlformats-officedocument.presentationml.tags+xml"/>
  <Override PartName="/ppt/tags/tag248.xml" ContentType="application/vnd.openxmlformats-officedocument.presentationml.tags+xml"/>
  <Override PartName="/ppt/tags/tag249.xml" ContentType="application/vnd.openxmlformats-officedocument.presentationml.tags+xml"/>
  <Override PartName="/ppt/tags/tag250.xml" ContentType="application/vnd.openxmlformats-officedocument.presentationml.tags+xml"/>
  <Override PartName="/ppt/tags/tag251.xml" ContentType="application/vnd.openxmlformats-officedocument.presentationml.tags+xml"/>
  <Override PartName="/ppt/tags/tag252.xml" ContentType="application/vnd.openxmlformats-officedocument.presentationml.tags+xml"/>
  <Override PartName="/ppt/tags/tag253.xml" ContentType="application/vnd.openxmlformats-officedocument.presentationml.tags+xml"/>
  <Override PartName="/ppt/tags/tag254.xml" ContentType="application/vnd.openxmlformats-officedocument.presentationml.tags+xml"/>
  <Override PartName="/ppt/tags/tag255.xml" ContentType="application/vnd.openxmlformats-officedocument.presentationml.tags+xml"/>
  <Override PartName="/ppt/tags/tag256.xml" ContentType="application/vnd.openxmlformats-officedocument.presentationml.tags+xml"/>
  <Override PartName="/ppt/tags/tag257.xml" ContentType="application/vnd.openxmlformats-officedocument.presentationml.tags+xml"/>
  <Override PartName="/ppt/tags/tag258.xml" ContentType="application/vnd.openxmlformats-officedocument.presentationml.tags+xml"/>
  <Override PartName="/ppt/tags/tag259.xml" ContentType="application/vnd.openxmlformats-officedocument.presentationml.tags+xml"/>
  <Override PartName="/ppt/tags/tag260.xml" ContentType="application/vnd.openxmlformats-officedocument.presentationml.tags+xml"/>
  <Override PartName="/ppt/tags/tag261.xml" ContentType="application/vnd.openxmlformats-officedocument.presentationml.tags+xml"/>
  <Override PartName="/ppt/tags/tag262.xml" ContentType="application/vnd.openxmlformats-officedocument.presentationml.tags+xml"/>
  <Override PartName="/ppt/tags/tag263.xml" ContentType="application/vnd.openxmlformats-officedocument.presentationml.tags+xml"/>
  <Override PartName="/ppt/tags/tag264.xml" ContentType="application/vnd.openxmlformats-officedocument.presentationml.tags+xml"/>
  <Override PartName="/ppt/tags/tag265.xml" ContentType="application/vnd.openxmlformats-officedocument.presentationml.tags+xml"/>
  <Override PartName="/ppt/tags/tag266.xml" ContentType="application/vnd.openxmlformats-officedocument.presentationml.tags+xml"/>
  <Override PartName="/ppt/tags/tag267.xml" ContentType="application/vnd.openxmlformats-officedocument.presentationml.tags+xml"/>
  <Override PartName="/ppt/tags/tag268.xml" ContentType="application/vnd.openxmlformats-officedocument.presentationml.tags+xml"/>
  <Override PartName="/ppt/tags/tag269.xml" ContentType="application/vnd.openxmlformats-officedocument.presentationml.tags+xml"/>
  <Override PartName="/ppt/tags/tag270.xml" ContentType="application/vnd.openxmlformats-officedocument.presentationml.tags+xml"/>
  <Override PartName="/ppt/tags/tag271.xml" ContentType="application/vnd.openxmlformats-officedocument.presentationml.tags+xml"/>
  <Override PartName="/ppt/tags/tag272.xml" ContentType="application/vnd.openxmlformats-officedocument.presentationml.tags+xml"/>
  <Override PartName="/ppt/tags/tag273.xml" ContentType="application/vnd.openxmlformats-officedocument.presentationml.tags+xml"/>
  <Override PartName="/ppt/tags/tag274.xml" ContentType="application/vnd.openxmlformats-officedocument.presentationml.tags+xml"/>
  <Override PartName="/ppt/tags/tag275.xml" ContentType="application/vnd.openxmlformats-officedocument.presentationml.tags+xml"/>
  <Override PartName="/ppt/tags/tag276.xml" ContentType="application/vnd.openxmlformats-officedocument.presentationml.tags+xml"/>
  <Override PartName="/ppt/tags/tag277.xml" ContentType="application/vnd.openxmlformats-officedocument.presentationml.tags+xml"/>
  <Override PartName="/ppt/tags/tag278.xml" ContentType="application/vnd.openxmlformats-officedocument.presentationml.tags+xml"/>
  <Override PartName="/ppt/tags/tag279.xml" ContentType="application/vnd.openxmlformats-officedocument.presentationml.tags+xml"/>
  <Override PartName="/ppt/tags/tag280.xml" ContentType="application/vnd.openxmlformats-officedocument.presentationml.tags+xml"/>
  <Override PartName="/ppt/tags/tag281.xml" ContentType="application/vnd.openxmlformats-officedocument.presentationml.tags+xml"/>
  <Override PartName="/ppt/tags/tag282.xml" ContentType="application/vnd.openxmlformats-officedocument.presentationml.tags+xml"/>
  <Override PartName="/ppt/tags/tag283.xml" ContentType="application/vnd.openxmlformats-officedocument.presentationml.tags+xml"/>
  <Override PartName="/ppt/tags/tag284.xml" ContentType="application/vnd.openxmlformats-officedocument.presentationml.tags+xml"/>
  <Override PartName="/ppt/tags/tag285.xml" ContentType="application/vnd.openxmlformats-officedocument.presentationml.tags+xml"/>
  <Override PartName="/ppt/tags/tag286.xml" ContentType="application/vnd.openxmlformats-officedocument.presentationml.tags+xml"/>
  <Override PartName="/ppt/tags/tag287.xml" ContentType="application/vnd.openxmlformats-officedocument.presentationml.tags+xml"/>
  <Override PartName="/ppt/tags/tag288.xml" ContentType="application/vnd.openxmlformats-officedocument.presentationml.tags+xml"/>
  <Override PartName="/ppt/tags/tag289.xml" ContentType="application/vnd.openxmlformats-officedocument.presentationml.tags+xml"/>
  <Override PartName="/ppt/tags/tag290.xml" ContentType="application/vnd.openxmlformats-officedocument.presentationml.tags+xml"/>
  <Override PartName="/ppt/tags/tag291.xml" ContentType="application/vnd.openxmlformats-officedocument.presentationml.tags+xml"/>
  <Override PartName="/ppt/tags/tag292.xml" ContentType="application/vnd.openxmlformats-officedocument.presentationml.tags+xml"/>
  <Override PartName="/ppt/tags/tag293.xml" ContentType="application/vnd.openxmlformats-officedocument.presentationml.tags+xml"/>
  <Override PartName="/ppt/tags/tag294.xml" ContentType="application/vnd.openxmlformats-officedocument.presentationml.tags+xml"/>
  <Override PartName="/ppt/tags/tag295.xml" ContentType="application/vnd.openxmlformats-officedocument.presentationml.tags+xml"/>
  <Override PartName="/ppt/tags/tag296.xml" ContentType="application/vnd.openxmlformats-officedocument.presentationml.tags+xml"/>
  <Override PartName="/ppt/tags/tag297.xml" ContentType="application/vnd.openxmlformats-officedocument.presentationml.tags+xml"/>
  <Override PartName="/ppt/tags/tag298.xml" ContentType="application/vnd.openxmlformats-officedocument.presentationml.tags+xml"/>
  <Override PartName="/ppt/tags/tag299.xml" ContentType="application/vnd.openxmlformats-officedocument.presentationml.tags+xml"/>
  <Override PartName="/ppt/tags/tag300.xml" ContentType="application/vnd.openxmlformats-officedocument.presentationml.tags+xml"/>
  <Override PartName="/ppt/tags/tag301.xml" ContentType="application/vnd.openxmlformats-officedocument.presentationml.tags+xml"/>
  <Override PartName="/ppt/tags/tag302.xml" ContentType="application/vnd.openxmlformats-officedocument.presentationml.tags+xml"/>
  <Override PartName="/ppt/tags/tag303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2" r:id="rId2"/>
    <p:sldMasterId id="2147483676" r:id="rId3"/>
    <p:sldMasterId id="2147483688" r:id="rId4"/>
  </p:sldMasterIdLst>
  <p:notesMasterIdLst>
    <p:notesMasterId r:id="rId34"/>
  </p:notesMasterIdLst>
  <p:handoutMasterIdLst>
    <p:handoutMasterId r:id="rId35"/>
  </p:handoutMasterIdLst>
  <p:sldIdLst>
    <p:sldId id="1129" r:id="rId5"/>
    <p:sldId id="1498" r:id="rId6"/>
    <p:sldId id="1414" r:id="rId7"/>
    <p:sldId id="1473" r:id="rId8"/>
    <p:sldId id="1472" r:id="rId9"/>
    <p:sldId id="1475" r:id="rId10"/>
    <p:sldId id="1476" r:id="rId11"/>
    <p:sldId id="1478" r:id="rId12"/>
    <p:sldId id="1477" r:id="rId13"/>
    <p:sldId id="1502" r:id="rId14"/>
    <p:sldId id="1503" r:id="rId15"/>
    <p:sldId id="1504" r:id="rId16"/>
    <p:sldId id="1480" r:id="rId17"/>
    <p:sldId id="1479" r:id="rId18"/>
    <p:sldId id="1481" r:id="rId19"/>
    <p:sldId id="1482" r:id="rId20"/>
    <p:sldId id="1484" r:id="rId21"/>
    <p:sldId id="1485" r:id="rId22"/>
    <p:sldId id="1499" r:id="rId23"/>
    <p:sldId id="1500" r:id="rId24"/>
    <p:sldId id="1490" r:id="rId25"/>
    <p:sldId id="1486" r:id="rId26"/>
    <p:sldId id="1487" r:id="rId27"/>
    <p:sldId id="1488" r:id="rId28"/>
    <p:sldId id="1489" r:id="rId29"/>
    <p:sldId id="1501" r:id="rId30"/>
    <p:sldId id="1469" r:id="rId31"/>
    <p:sldId id="1470" r:id="rId32"/>
    <p:sldId id="849" r:id="rId33"/>
  </p:sldIdLst>
  <p:sldSz cx="9144000" cy="6858000" type="screen4x3"/>
  <p:notesSz cx="6858000" cy="9144000"/>
  <p:custDataLst>
    <p:tags r:id="rId36"/>
  </p:custDataLst>
  <p:defaultTextStyle>
    <a:defPPr>
      <a:defRPr lang="zh-CN"/>
    </a:defPPr>
    <a:lvl1pPr algn="l" rtl="0" eaLnBrk="0" fontAlgn="base" hangingPunct="0">
      <a:spcBef>
        <a:spcPct val="0"/>
      </a:spcBef>
      <a:spcAft>
        <a:spcPct val="0"/>
      </a:spcAft>
      <a:defRPr kumimoji="1" sz="2800" kern="1200">
        <a:solidFill>
          <a:schemeClr val="tx2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800" kern="1200">
        <a:solidFill>
          <a:schemeClr val="tx2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800" kern="1200">
        <a:solidFill>
          <a:schemeClr val="tx2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800" kern="1200">
        <a:solidFill>
          <a:schemeClr val="tx2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800" kern="1200">
        <a:solidFill>
          <a:schemeClr val="tx2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kumimoji="1" sz="2800" kern="1200">
        <a:solidFill>
          <a:schemeClr val="tx2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6pPr>
    <a:lvl7pPr marL="2743200" algn="l" defTabSz="914400" rtl="0" eaLnBrk="1" latinLnBrk="0" hangingPunct="1">
      <a:defRPr kumimoji="1" sz="2800" kern="1200">
        <a:solidFill>
          <a:schemeClr val="tx2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7pPr>
    <a:lvl8pPr marL="3200400" algn="l" defTabSz="914400" rtl="0" eaLnBrk="1" latinLnBrk="0" hangingPunct="1">
      <a:defRPr kumimoji="1" sz="2800" kern="1200">
        <a:solidFill>
          <a:schemeClr val="tx2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8pPr>
    <a:lvl9pPr marL="3657600" algn="l" defTabSz="914400" rtl="0" eaLnBrk="1" latinLnBrk="0" hangingPunct="1">
      <a:defRPr kumimoji="1" sz="2800" kern="1200">
        <a:solidFill>
          <a:schemeClr val="tx2"/>
        </a:solidFill>
        <a:latin typeface="Times New Roman" panose="02020603050405020304" pitchFamily="18" charset="0"/>
        <a:ea typeface="宋体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2834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ABABA"/>
    <a:srgbClr val="C00000"/>
    <a:srgbClr val="3333FF"/>
    <a:srgbClr val="0033CC"/>
    <a:srgbClr val="0000FF"/>
    <a:srgbClr val="C7E6A4"/>
    <a:srgbClr val="FF0066"/>
    <a:srgbClr val="6666FF"/>
    <a:srgbClr val="969696"/>
    <a:srgbClr val="2B2B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38500" autoAdjust="0"/>
    <p:restoredTop sz="93807" autoAdjust="0"/>
  </p:normalViewPr>
  <p:slideViewPr>
    <p:cSldViewPr showGuides="1">
      <p:cViewPr varScale="1">
        <p:scale>
          <a:sx n="86" d="100"/>
          <a:sy n="86" d="100"/>
        </p:scale>
        <p:origin x="200" y="1072"/>
      </p:cViewPr>
      <p:guideLst>
        <p:guide orient="horz" pos="2183"/>
        <p:guide pos="2834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-829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theme" Target="theme/theme1.xml"/><Relationship Id="rId21" Type="http://schemas.openxmlformats.org/officeDocument/2006/relationships/slide" Target="slides/slide17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tags" Target="tags/tag1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4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handoutMaster" Target="handoutMasters/handoutMaster1.xml"/><Relationship Id="rId8" Type="http://schemas.openxmlformats.org/officeDocument/2006/relationships/slide" Target="slides/slide4.xml"/><Relationship Id="rId3" Type="http://schemas.openxmlformats.org/officeDocument/2006/relationships/slideMaster" Target="slideMasters/slideMaster3.xml"/></Relationships>
</file>

<file path=ppt/drawings/_rels/vmlDrawing1.vml.rels><?xml version="1.0" encoding="UTF-8" standalone="yes"?>
<Relationships xmlns="http://schemas.openxmlformats.org/package/2006/relationships"><Relationship Id="rId2" Type="http://schemas.openxmlformats.org/officeDocument/2006/relationships/image" Target="../media/image8.wmf"/><Relationship Id="rId1" Type="http://schemas.openxmlformats.org/officeDocument/2006/relationships/image" Target="../media/image7.wmf"/></Relationships>
</file>

<file path=ppt/drawings/_rels/vmlDrawing2.vml.rels><?xml version="1.0" encoding="UTF-8" standalone="yes"?>
<Relationships xmlns="http://schemas.openxmlformats.org/package/2006/relationships"><Relationship Id="rId2" Type="http://schemas.openxmlformats.org/officeDocument/2006/relationships/image" Target="../media/image10.wmf"/><Relationship Id="rId1" Type="http://schemas.openxmlformats.org/officeDocument/2006/relationships/image" Target="../media/image9.wmf"/></Relationships>
</file>

<file path=ppt/drawings/_rels/vmlDrawing3.vml.rels><?xml version="1.0" encoding="UTF-8" standalone="yes"?>
<Relationships xmlns="http://schemas.openxmlformats.org/package/2006/relationships"><Relationship Id="rId2" Type="http://schemas.openxmlformats.org/officeDocument/2006/relationships/image" Target="../media/image12.wmf"/><Relationship Id="rId1" Type="http://schemas.openxmlformats.org/officeDocument/2006/relationships/image" Target="../media/image11.wmf"/></Relationships>
</file>

<file path=ppt/drawings/_rels/vmlDrawing4.vml.rels><?xml version="1.0" encoding="UTF-8" standalone="yes"?>
<Relationships xmlns="http://schemas.openxmlformats.org/package/2006/relationships"><Relationship Id="rId2" Type="http://schemas.openxmlformats.org/officeDocument/2006/relationships/image" Target="../media/image26.wmf"/><Relationship Id="rId1" Type="http://schemas.openxmlformats.org/officeDocument/2006/relationships/image" Target="../media/image25.wmf"/></Relationships>
</file>

<file path=ppt/drawings/_rels/vmlDrawing5.vml.rels><?xml version="1.0" encoding="UTF-8" standalone="yes"?>
<Relationships xmlns="http://schemas.openxmlformats.org/package/2006/relationships"><Relationship Id="rId3" Type="http://schemas.openxmlformats.org/officeDocument/2006/relationships/image" Target="../media/image31.wmf"/><Relationship Id="rId2" Type="http://schemas.openxmlformats.org/officeDocument/2006/relationships/image" Target="../media/image30.wmf"/><Relationship Id="rId1" Type="http://schemas.openxmlformats.org/officeDocument/2006/relationships/image" Target="../media/image29.wmf"/><Relationship Id="rId4" Type="http://schemas.openxmlformats.org/officeDocument/2006/relationships/image" Target="../media/image32.wmf"/></Relationships>
</file>

<file path=ppt/drawings/_rels/vmlDrawing6.vml.rels><?xml version="1.0" encoding="UTF-8" standalone="yes"?>
<Relationships xmlns="http://schemas.openxmlformats.org/package/2006/relationships"><Relationship Id="rId3" Type="http://schemas.openxmlformats.org/officeDocument/2006/relationships/image" Target="../media/image42.emf"/><Relationship Id="rId2" Type="http://schemas.openxmlformats.org/officeDocument/2006/relationships/image" Target="../media/image41.emf"/><Relationship Id="rId1" Type="http://schemas.openxmlformats.org/officeDocument/2006/relationships/image" Target="../media/image40.emf"/><Relationship Id="rId5" Type="http://schemas.openxmlformats.org/officeDocument/2006/relationships/image" Target="../media/image44.emf"/><Relationship Id="rId4" Type="http://schemas.openxmlformats.org/officeDocument/2006/relationships/image" Target="../media/image43.emf"/></Relationships>
</file>

<file path=ppt/drawings/_rels/vmlDrawing7.vml.rels><?xml version="1.0" encoding="UTF-8" standalone="yes"?>
<Relationships xmlns="http://schemas.openxmlformats.org/package/2006/relationships"><Relationship Id="rId3" Type="http://schemas.openxmlformats.org/officeDocument/2006/relationships/image" Target="../media/image47.emf"/><Relationship Id="rId2" Type="http://schemas.openxmlformats.org/officeDocument/2006/relationships/image" Target="../media/image46.emf"/><Relationship Id="rId1" Type="http://schemas.openxmlformats.org/officeDocument/2006/relationships/image" Target="../media/image45.emf"/><Relationship Id="rId6" Type="http://schemas.openxmlformats.org/officeDocument/2006/relationships/image" Target="../media/image50.emf"/><Relationship Id="rId5" Type="http://schemas.openxmlformats.org/officeDocument/2006/relationships/image" Target="../media/image49.emf"/><Relationship Id="rId4" Type="http://schemas.openxmlformats.org/officeDocument/2006/relationships/image" Target="../media/image48.emf"/></Relationships>
</file>

<file path=ppt/drawings/_rels/vmlDrawing8.vml.rels><?xml version="1.0" encoding="UTF-8" standalone="yes"?>
<Relationships xmlns="http://schemas.openxmlformats.org/package/2006/relationships"><Relationship Id="rId2" Type="http://schemas.openxmlformats.org/officeDocument/2006/relationships/image" Target="../media/image52.wmf"/><Relationship Id="rId1" Type="http://schemas.openxmlformats.org/officeDocument/2006/relationships/image" Target="../media/image51.wmf"/></Relationships>
</file>

<file path=ppt/drawings/_rels/vmlDrawing9.vml.rels><?xml version="1.0" encoding="UTF-8" standalone="yes"?>
<Relationships xmlns="http://schemas.openxmlformats.org/package/2006/relationships"><Relationship Id="rId1" Type="http://schemas.openxmlformats.org/officeDocument/2006/relationships/image" Target="../media/image57.wmf"/></Relationships>
</file>

<file path=ppt/drawings/_rels/vmlDrawing10.vml.rels><?xml version="1.0" encoding="UTF-8" standalone="yes"?>
<Relationships xmlns="http://schemas.openxmlformats.org/package/2006/relationships"><Relationship Id="rId2" Type="http://schemas.openxmlformats.org/officeDocument/2006/relationships/image" Target="../media/image59.wmf"/><Relationship Id="rId1" Type="http://schemas.openxmlformats.org/officeDocument/2006/relationships/image" Target="../media/image58.wmf"/></Relationships>
</file>

<file path=ppt/drawings/_rels/vmlDrawing11.vml.rels><?xml version="1.0" encoding="UTF-8" standalone="yes"?>
<Relationships xmlns="http://schemas.openxmlformats.org/package/2006/relationships"><Relationship Id="rId2" Type="http://schemas.openxmlformats.org/officeDocument/2006/relationships/image" Target="../media/image61.wmf"/><Relationship Id="rId1" Type="http://schemas.openxmlformats.org/officeDocument/2006/relationships/image" Target="../media/image60.wmf"/></Relationships>
</file>

<file path=ppt/drawings/_rels/vmlDrawing12.vml.rels><?xml version="1.0" encoding="UTF-8" standalone="yes"?>
<Relationships xmlns="http://schemas.openxmlformats.org/package/2006/relationships"><Relationship Id="rId3" Type="http://schemas.openxmlformats.org/officeDocument/2006/relationships/image" Target="../media/image64.wmf"/><Relationship Id="rId7" Type="http://schemas.openxmlformats.org/officeDocument/2006/relationships/image" Target="../media/image68.wmf"/><Relationship Id="rId2" Type="http://schemas.openxmlformats.org/officeDocument/2006/relationships/image" Target="../media/image63.wmf"/><Relationship Id="rId1" Type="http://schemas.openxmlformats.org/officeDocument/2006/relationships/image" Target="../media/image62.wmf"/><Relationship Id="rId6" Type="http://schemas.openxmlformats.org/officeDocument/2006/relationships/image" Target="../media/image67.wmf"/><Relationship Id="rId5" Type="http://schemas.openxmlformats.org/officeDocument/2006/relationships/image" Target="../media/image66.wmf"/><Relationship Id="rId4" Type="http://schemas.openxmlformats.org/officeDocument/2006/relationships/image" Target="../media/image65.wmf"/></Relationships>
</file>

<file path=ppt/drawings/_rels/vmlDrawing13.vml.rels><?xml version="1.0" encoding="UTF-8" standalone="yes"?>
<Relationships xmlns="http://schemas.openxmlformats.org/package/2006/relationships"><Relationship Id="rId3" Type="http://schemas.openxmlformats.org/officeDocument/2006/relationships/image" Target="../media/image71.emf"/><Relationship Id="rId2" Type="http://schemas.openxmlformats.org/officeDocument/2006/relationships/image" Target="../media/image70.emf"/><Relationship Id="rId1" Type="http://schemas.openxmlformats.org/officeDocument/2006/relationships/image" Target="../media/image69.emf"/><Relationship Id="rId5" Type="http://schemas.openxmlformats.org/officeDocument/2006/relationships/image" Target="../media/image73.emf"/><Relationship Id="rId4" Type="http://schemas.openxmlformats.org/officeDocument/2006/relationships/image" Target="../media/image72.e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>
              <a:cs typeface="华文中宋" panose="02010600040101010101" pitchFamily="2" charset="-122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>
                <a:cs typeface="华文中宋" panose="02010600040101010101" pitchFamily="2" charset="-122"/>
              </a:rPr>
              <a:t>2026/10/19</a:t>
            </a:fld>
            <a:endParaRPr lang="zh-CN" altLang="en-US">
              <a:cs typeface="华文中宋" panose="02010600040101010101" pitchFamily="2" charset="-122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>
              <a:cs typeface="华文中宋" panose="02010600040101010101" pitchFamily="2" charset="-122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>
                <a:cs typeface="华文中宋" panose="02010600040101010101" pitchFamily="2" charset="-122"/>
              </a:rPr>
              <a:t>‹#›</a:t>
            </a:fld>
            <a:endParaRPr lang="zh-CN" altLang="en-US">
              <a:cs typeface="华文中宋" panose="02010600040101010101" pitchFamily="2" charset="-122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hangingPunct="1">
              <a:defRPr sz="1200">
                <a:ea typeface="宋体" panose="02010600030101010101" pitchFamily="2" charset="-122"/>
                <a:cs typeface="华文中宋" panose="02010600040101010101" pitchFamily="2" charset="-122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hangingPunct="1">
              <a:defRPr sz="1200">
                <a:ea typeface="宋体" panose="02010600030101010101" pitchFamily="2" charset="-122"/>
                <a:cs typeface="华文中宋" panose="02010600040101010101" pitchFamily="2" charset="-122"/>
              </a:defRPr>
            </a:lvl1pPr>
          </a:lstStyle>
          <a:p>
            <a:pPr>
              <a:defRPr/>
            </a:pPr>
            <a:fld id="{D2B7DC5F-3EFA-4251-8C20-6E9EC7819C7B}" type="datetimeFigureOut">
              <a:rPr lang="zh-CN" altLang="en-US"/>
              <a:t>2026/10/19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zh-CN" altLang="en-US" noProof="0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noProof="0"/>
              <a:t>单击此处编辑母版文本样式</a:t>
            </a:r>
          </a:p>
          <a:p>
            <a:pPr lvl="1"/>
            <a:r>
              <a:rPr lang="zh-CN" altLang="en-US" noProof="0"/>
              <a:t>第二级</a:t>
            </a:r>
          </a:p>
          <a:p>
            <a:pPr lvl="2"/>
            <a:r>
              <a:rPr lang="zh-CN" altLang="en-US" noProof="0"/>
              <a:t>第三级</a:t>
            </a:r>
          </a:p>
          <a:p>
            <a:pPr lvl="3"/>
            <a:r>
              <a:rPr lang="zh-CN" altLang="en-US" noProof="0"/>
              <a:t>第四级</a:t>
            </a:r>
          </a:p>
          <a:p>
            <a:pPr lvl="4"/>
            <a:r>
              <a:rPr lang="zh-CN" altLang="en-US" noProof="0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hangingPunct="1">
              <a:defRPr sz="1200">
                <a:ea typeface="宋体" panose="02010600030101010101" pitchFamily="2" charset="-122"/>
                <a:cs typeface="华文中宋" panose="02010600040101010101" pitchFamily="2" charset="-122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/>
          <a:lstStyle>
            <a:lvl1pPr algn="r" eaLnBrk="1" hangingPunct="1">
              <a:defRPr sz="1200">
                <a:cs typeface="华文中宋" panose="02010600040101010101" pitchFamily="2" charset="-122"/>
              </a:defRPr>
            </a:lvl1pPr>
          </a:lstStyle>
          <a:p>
            <a:pPr>
              <a:defRPr/>
            </a:pPr>
            <a:fld id="{5EECF8E6-7687-4417-B0A4-6F969A7F5643}" type="slidenum">
              <a:rPr lang="zh-CN" altLang="en-US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华文中宋" panose="02010600040101010101" pitchFamily="2" charset="-122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华文中宋" panose="02010600040101010101" pitchFamily="2" charset="-122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华文中宋" panose="02010600040101010101" pitchFamily="2" charset="-122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华文中宋" panose="02010600040101010101" pitchFamily="2" charset="-122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华文中宋" panose="02010600040101010101" pitchFamily="2" charset="-122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85800" y="2130426"/>
            <a:ext cx="7772400" cy="1470025"/>
          </a:xfrm>
          <a:prstGeom prst="rect">
            <a:avLst/>
          </a:prstGeom>
        </p:spPr>
        <p:txBody>
          <a:bodyPr/>
          <a:lstStyle>
            <a:lvl1pPr>
              <a:defRPr>
                <a:cs typeface="华文中宋" panose="02010600040101010101" pitchFamily="2" charset="-122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>
                <a:cs typeface="华文中宋" panose="02010600040101010101" pitchFamily="2" charset="-122"/>
              </a:defRPr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>
              <a:defRPr>
                <a:cs typeface="华文中宋" panose="02010600040101010101" pitchFamily="2" charset="-122"/>
              </a:defRPr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019925" y="65246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EE5C615-27DC-4BF8-A59E-3AA49FB0D5E8}" type="slidenum">
              <a:rPr lang="zh-CN" altLang="en-US">
                <a:cs typeface="华文中宋" panose="02010600040101010101" pitchFamily="2" charset="-122"/>
              </a:rPr>
              <a:t>‹#›</a:t>
            </a:fld>
            <a:endParaRPr lang="en-US" sz="1800">
              <a:solidFill>
                <a:schemeClr val="tx1"/>
              </a:solidFill>
              <a:latin typeface="+mn-lt"/>
              <a:cs typeface="华文中宋" panose="02010600040101010101" pitchFamily="2" charset="-122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1125538"/>
            <a:ext cx="8229600" cy="5000625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8" name="标题 1"/>
          <p:cNvSpPr>
            <a:spLocks noGrp="1"/>
          </p:cNvSpPr>
          <p:nvPr>
            <p:ph type="title"/>
          </p:nvPr>
        </p:nvSpPr>
        <p:spPr>
          <a:xfrm>
            <a:off x="457200" y="274639"/>
            <a:ext cx="8229600" cy="777875"/>
          </a:xfrm>
          <a:prstGeom prst="rect">
            <a:avLst/>
          </a:prstGeom>
        </p:spPr>
        <p:txBody>
          <a:bodyPr/>
          <a:lstStyle>
            <a:lvl1pPr>
              <a:defRPr>
                <a:cs typeface="华文中宋" panose="02010600040101010101" pitchFamily="2" charset="-122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>
                <a:cs typeface="华文中宋" panose="02010600040101010101" pitchFamily="2" charset="-122"/>
              </a:defRPr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>
              <a:defRPr>
                <a:cs typeface="华文中宋" panose="02010600040101010101" pitchFamily="2" charset="-122"/>
              </a:defRPr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019925" y="65246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1EB0E9A-86DB-4D24-B690-7EB825DC079D}" type="slidenum">
              <a:rPr lang="zh-CN" altLang="en-US">
                <a:cs typeface="华文中宋" panose="02010600040101010101" pitchFamily="2" charset="-122"/>
              </a:rPr>
              <a:t>‹#›</a:t>
            </a:fld>
            <a:endParaRPr lang="en-US" sz="1800">
              <a:solidFill>
                <a:schemeClr val="tx1"/>
              </a:solidFill>
              <a:latin typeface="+mn-lt"/>
              <a:cs typeface="华文中宋" panose="02010600040101010101" pitchFamily="2" charset="-122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2313" y="4406901"/>
            <a:ext cx="77724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>
                <a:cs typeface="华文中宋" panose="02010600040101010101" pitchFamily="2" charset="-122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>
                <a:cs typeface="华文中宋" panose="02010600040101010101" pitchFamily="2" charset="-122"/>
              </a:defRPr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>
              <a:defRPr>
                <a:cs typeface="华文中宋" panose="02010600040101010101" pitchFamily="2" charset="-122"/>
              </a:defRPr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019925" y="65246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66230BC-C4BF-4D06-8DEA-E30815249296}" type="slidenum">
              <a:rPr lang="zh-CN" altLang="en-US">
                <a:cs typeface="华文中宋" panose="02010600040101010101" pitchFamily="2" charset="-122"/>
              </a:rPr>
              <a:t>‹#›</a:t>
            </a:fld>
            <a:endParaRPr lang="en-US" sz="1800">
              <a:solidFill>
                <a:schemeClr val="tx1"/>
              </a:solidFill>
              <a:latin typeface="+mn-lt"/>
              <a:cs typeface="华文中宋" panose="02010600040101010101" pitchFamily="2" charset="-122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77875"/>
          </a:xfrm>
          <a:prstGeom prst="rect">
            <a:avLst/>
          </a:prstGeom>
        </p:spPr>
        <p:txBody>
          <a:bodyPr/>
          <a:lstStyle>
            <a:lvl1pPr>
              <a:defRPr>
                <a:cs typeface="华文中宋" panose="02010600040101010101" pitchFamily="2" charset="-122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1125539"/>
            <a:ext cx="4038600" cy="5000625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1125539"/>
            <a:ext cx="4038600" cy="5000625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Date Placeholder 4"/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>
                <a:cs typeface="华文中宋" panose="02010600040101010101" pitchFamily="2" charset="-122"/>
              </a:defRPr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Footer Placeholder 5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>
              <a:defRPr>
                <a:cs typeface="华文中宋" panose="02010600040101010101" pitchFamily="2" charset="-122"/>
              </a:defRPr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7" name="Slide Number Placeholder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019925" y="65246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4A8A078-8F53-4DD8-99BE-6937C29878CC}" type="slidenum">
              <a:rPr lang="zh-CN" altLang="en-US">
                <a:cs typeface="华文中宋" panose="02010600040101010101" pitchFamily="2" charset="-122"/>
              </a:rPr>
              <a:t>‹#›</a:t>
            </a:fld>
            <a:endParaRPr lang="en-US" sz="1800">
              <a:solidFill>
                <a:schemeClr val="tx1"/>
              </a:solidFill>
              <a:latin typeface="+mn-lt"/>
              <a:cs typeface="华文中宋" panose="02010600040101010101" pitchFamily="2" charset="-122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7"/>
            <a:ext cx="8229600" cy="1143000"/>
          </a:xfrm>
          <a:prstGeom prst="rect">
            <a:avLst/>
          </a:prstGeom>
        </p:spPr>
        <p:txBody>
          <a:bodyPr/>
          <a:lstStyle>
            <a:lvl1pPr>
              <a:defRPr>
                <a:cs typeface="华文中宋" panose="02010600040101010101" pitchFamily="2" charset="-122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7" y="1535113"/>
            <a:ext cx="4041775" cy="639763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7" y="2174875"/>
            <a:ext cx="4041775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>
                <a:cs typeface="华文中宋" panose="02010600040101010101" pitchFamily="2" charset="-122"/>
              </a:defRPr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>
              <a:defRPr>
                <a:cs typeface="华文中宋" panose="02010600040101010101" pitchFamily="2" charset="-122"/>
              </a:defRPr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019925" y="65246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ED4D90F-E331-47DC-92F1-E62695D6C2EE}" type="slidenum">
              <a:rPr lang="zh-CN" altLang="en-US">
                <a:cs typeface="华文中宋" panose="02010600040101010101" pitchFamily="2" charset="-122"/>
              </a:rPr>
              <a:t>‹#›</a:t>
            </a:fld>
            <a:endParaRPr lang="en-US" sz="1800">
              <a:solidFill>
                <a:schemeClr val="tx1"/>
              </a:solidFill>
              <a:latin typeface="+mn-lt"/>
              <a:cs typeface="华文中宋" panose="02010600040101010101" pitchFamily="2" charset="-122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2" y="273049"/>
            <a:ext cx="3008313" cy="1162051"/>
          </a:xfrm>
          <a:prstGeom prst="rect">
            <a:avLst/>
          </a:prstGeom>
        </p:spPr>
        <p:txBody>
          <a:bodyPr anchor="b"/>
          <a:lstStyle>
            <a:lvl1pPr algn="l">
              <a:defRPr sz="2000" b="1">
                <a:cs typeface="华文中宋" panose="02010600040101010101" pitchFamily="2" charset="-122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73052"/>
            <a:ext cx="5111750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2" y="1435102"/>
            <a:ext cx="3008313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>
                <a:cs typeface="华文中宋" panose="02010600040101010101" pitchFamily="2" charset="-122"/>
              </a:defRPr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Footer Placeholder 5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>
              <a:defRPr>
                <a:cs typeface="华文中宋" panose="02010600040101010101" pitchFamily="2" charset="-122"/>
              </a:defRPr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7" name="Slide Number Placeholder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019925" y="65246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3B5CD7D-56B0-4C13-84D6-F0DB2E473BD9}" type="slidenum">
              <a:rPr lang="zh-CN" altLang="en-US">
                <a:cs typeface="华文中宋" panose="02010600040101010101" pitchFamily="2" charset="-122"/>
              </a:rPr>
              <a:t>‹#›</a:t>
            </a:fld>
            <a:endParaRPr lang="en-US" sz="1800">
              <a:solidFill>
                <a:schemeClr val="tx1"/>
              </a:solidFill>
              <a:latin typeface="+mn-lt"/>
              <a:cs typeface="华文中宋" panose="02010600040101010101" pitchFamily="2" charset="-122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9"/>
          </a:xfrm>
          <a:prstGeom prst="rect">
            <a:avLst/>
          </a:prstGeom>
        </p:spPr>
        <p:txBody>
          <a:bodyPr anchor="b"/>
          <a:lstStyle>
            <a:lvl1pPr algn="l">
              <a:defRPr sz="2000" b="1">
                <a:cs typeface="华文中宋" panose="02010600040101010101" pitchFamily="2" charset="-122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>
              <a:sym typeface="Arial" panose="020B0604020202020204" pitchFamily="34" charset="0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>
                <a:cs typeface="华文中宋" panose="02010600040101010101" pitchFamily="2" charset="-122"/>
              </a:defRPr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Footer Placeholder 5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>
              <a:defRPr>
                <a:cs typeface="华文中宋" panose="02010600040101010101" pitchFamily="2" charset="-122"/>
              </a:defRPr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7" name="Slide Number Placeholder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019925" y="65246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C3F3216-45D4-4224-B7C6-5D94FF958E90}" type="slidenum">
              <a:rPr lang="zh-CN" altLang="en-US">
                <a:cs typeface="华文中宋" panose="02010600040101010101" pitchFamily="2" charset="-122"/>
              </a:rPr>
              <a:t>‹#›</a:t>
            </a:fld>
            <a:endParaRPr lang="en-US" sz="1800">
              <a:solidFill>
                <a:schemeClr val="tx1"/>
              </a:solidFill>
              <a:latin typeface="+mn-lt"/>
              <a:cs typeface="华文中宋" panose="02010600040101010101" pitchFamily="2" charset="-122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77875"/>
          </a:xfrm>
          <a:prstGeom prst="rect">
            <a:avLst/>
          </a:prstGeom>
        </p:spPr>
        <p:txBody>
          <a:bodyPr/>
          <a:lstStyle>
            <a:lvl1pPr>
              <a:defRPr>
                <a:cs typeface="华文中宋" panose="02010600040101010101" pitchFamily="2" charset="-122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1125538"/>
            <a:ext cx="8229600" cy="50006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>
                <a:cs typeface="华文中宋" panose="02010600040101010101" pitchFamily="2" charset="-122"/>
              </a:defRPr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>
              <a:defRPr>
                <a:cs typeface="华文中宋" panose="02010600040101010101" pitchFamily="2" charset="-122"/>
              </a:defRPr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019925" y="65246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BE28436-CF71-46CC-B37F-786C39E55141}" type="slidenum">
              <a:rPr lang="zh-CN" altLang="en-US">
                <a:cs typeface="华文中宋" panose="02010600040101010101" pitchFamily="2" charset="-122"/>
              </a:rPr>
              <a:t>‹#›</a:t>
            </a:fld>
            <a:endParaRPr lang="en-US" sz="1800">
              <a:solidFill>
                <a:schemeClr val="tx1"/>
              </a:solidFill>
              <a:latin typeface="+mn-lt"/>
              <a:cs typeface="华文中宋" panose="02010600040101010101" pitchFamily="2" charset="-122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629400" y="274639"/>
            <a:ext cx="2057400" cy="5851525"/>
          </a:xfrm>
          <a:prstGeom prst="rect">
            <a:avLst/>
          </a:prstGeom>
        </p:spPr>
        <p:txBody>
          <a:bodyPr vert="eaVert"/>
          <a:lstStyle>
            <a:lvl1pPr>
              <a:defRPr>
                <a:cs typeface="华文中宋" panose="02010600040101010101" pitchFamily="2" charset="-122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274639"/>
            <a:ext cx="6019800" cy="585152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>
                <a:cs typeface="华文中宋" panose="02010600040101010101" pitchFamily="2" charset="-122"/>
              </a:defRPr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>
              <a:defRPr>
                <a:cs typeface="华文中宋" panose="02010600040101010101" pitchFamily="2" charset="-122"/>
              </a:defRPr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019925" y="65246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901C669-4DB4-4AE4-93DC-BF8A4974A3A8}" type="slidenum">
              <a:rPr lang="zh-CN" altLang="en-US">
                <a:cs typeface="华文中宋" panose="02010600040101010101" pitchFamily="2" charset="-122"/>
              </a:rPr>
              <a:t>‹#›</a:t>
            </a:fld>
            <a:endParaRPr lang="en-US" sz="1800">
              <a:solidFill>
                <a:schemeClr val="tx1"/>
              </a:solidFill>
              <a:latin typeface="+mn-lt"/>
              <a:cs typeface="华文中宋" panose="02010600040101010101" pitchFamily="2" charset="-122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9"/>
            <a:ext cx="8229600" cy="777875"/>
          </a:xfrm>
          <a:prstGeom prst="rect">
            <a:avLst/>
          </a:prstGeom>
        </p:spPr>
        <p:txBody>
          <a:bodyPr/>
          <a:lstStyle>
            <a:lvl1pPr>
              <a:defRPr>
                <a:cs typeface="华文中宋" panose="02010600040101010101" pitchFamily="2" charset="-122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>
                <a:cs typeface="华文中宋" panose="02010600040101010101" pitchFamily="2" charset="-122"/>
              </a:defRPr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>
              <a:defRPr>
                <a:cs typeface="华文中宋" panose="02010600040101010101" pitchFamily="2" charset="-122"/>
              </a:defRPr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7019925" y="65246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2B24609-233C-4051-A6FF-16711CDE0657}" type="slidenum">
              <a:rPr lang="zh-CN" altLang="en-US">
                <a:cs typeface="华文中宋" panose="02010600040101010101" pitchFamily="2" charset="-122"/>
              </a:rPr>
              <a:t>‹#›</a:t>
            </a:fld>
            <a:endParaRPr lang="en-US" sz="1800">
              <a:solidFill>
                <a:schemeClr val="tx1"/>
              </a:solidFill>
              <a:latin typeface="+mn-lt"/>
              <a:cs typeface="华文中宋" panose="02010600040101010101" pitchFamily="2" charset="-122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77875"/>
          </a:xfrm>
          <a:prstGeom prst="rect">
            <a:avLst/>
          </a:prstGeom>
        </p:spPr>
        <p:txBody>
          <a:bodyPr/>
          <a:lstStyle>
            <a:lvl1pPr>
              <a:defRPr>
                <a:cs typeface="华文中宋" panose="02010600040101010101" pitchFamily="2" charset="-122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>
                <a:cs typeface="华文中宋" panose="02010600040101010101" pitchFamily="2" charset="-122"/>
              </a:defRPr>
            </a:lvl1pPr>
          </a:lstStyle>
          <a:p>
            <a:pPr>
              <a:defRPr/>
            </a:pPr>
            <a:fld id="{A8F56CD3-B855-4099-A6DC-544CDEEBCED0}" type="datetimeFigureOut">
              <a:rPr lang="zh-CN" altLang="en-US"/>
              <a:t>2026/10/19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>
              <a:defRPr>
                <a:cs typeface="华文中宋" panose="02010600040101010101" pitchFamily="2" charset="-122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7019925" y="65246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>
                <a:cs typeface="华文中宋" panose="02010600040101010101" pitchFamily="2" charset="-122"/>
              </a:defRPr>
            </a:lvl1pPr>
          </a:lstStyle>
          <a:p>
            <a:pPr>
              <a:defRPr/>
            </a:pPr>
            <a:fld id="{A9CB58C0-F69D-4AAE-A851-DF9D55456620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777875"/>
          </a:xfrm>
          <a:prstGeom prst="rect">
            <a:avLst/>
          </a:prstGeom>
        </p:spPr>
        <p:txBody>
          <a:bodyPr/>
          <a:lstStyle>
            <a:lvl1pPr>
              <a:defRPr>
                <a:cs typeface="华文中宋" panose="02010600040101010101" pitchFamily="2" charset="-122"/>
              </a:defRPr>
            </a:lvl1pPr>
          </a:lstStyle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57200" y="1125538"/>
            <a:ext cx="8229600" cy="500062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>
              <a:buFont typeface="Arial" panose="020B0604020202020204" pitchFamily="34" charset="0"/>
              <a:buNone/>
              <a:defRPr>
                <a:cs typeface="华文中宋" panose="02010600040101010101" pitchFamily="2" charset="-122"/>
              </a:defRPr>
            </a:lvl1pPr>
          </a:lstStyle>
          <a:p>
            <a:pPr>
              <a:defRPr/>
            </a:pPr>
            <a:fld id="{E35D83A0-80DF-4DEC-9C63-42FBF4325AC9}" type="datetime1">
              <a:rPr lang="zh-CN" altLang="en-US"/>
              <a:t>2026/10/19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>
              <a:buFont typeface="Arial" panose="020B0604020202020204" pitchFamily="34" charset="0"/>
              <a:buNone/>
              <a:defRPr>
                <a:cs typeface="华文中宋" panose="02010600040101010101" pitchFamily="2" charset="-122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7019925" y="65246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>
                <a:cs typeface="华文中宋" panose="02010600040101010101" pitchFamily="2" charset="-122"/>
              </a:defRPr>
            </a:lvl1pPr>
          </a:lstStyle>
          <a:p>
            <a:pPr>
              <a:defRPr/>
            </a:pPr>
            <a:fld id="{8E63F919-ACE6-499C-B04E-6F37524E2A44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/>
          <a:lstStyle>
            <a:lvl1pPr eaLnBrk="0" hangingPunct="0">
              <a:defRPr>
                <a:solidFill>
                  <a:prstClr val="black"/>
                </a:solidFill>
                <a:cs typeface="华文中宋" panose="02010600040101010101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  <a:prstGeom prst="rect">
            <a:avLst/>
          </a:prstGeom>
        </p:spPr>
        <p:txBody>
          <a:bodyPr/>
          <a:lstStyle>
            <a:lvl1pPr eaLnBrk="0" hangingPunct="0">
              <a:defRPr>
                <a:solidFill>
                  <a:prstClr val="black"/>
                </a:solidFill>
                <a:cs typeface="华文中宋" panose="02010600040101010101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7019925" y="65246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>
                <a:cs typeface="华文中宋" panose="02010600040101010101" pitchFamily="2" charset="-122"/>
              </a:defRPr>
            </a:lvl1pPr>
          </a:lstStyle>
          <a:p>
            <a:pPr>
              <a:defRPr/>
            </a:pPr>
            <a:fld id="{D7788AB1-6F8F-4880-A2F2-6438CF0D6A29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85800" y="2130426"/>
            <a:ext cx="7772400" cy="147002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2953664-7945-4AD5-AF54-C8983D411A1E}" type="slidenum">
              <a:rPr lang="zh-CN" altLang="en-US">
                <a:cs typeface="华文中宋" panose="02010600040101010101" pitchFamily="2" charset="-122"/>
                <a:sym typeface="华文中宋" panose="02010600040101010101" pitchFamily="2" charset="-122"/>
              </a:rPr>
              <a:t>‹#›</a:t>
            </a:fld>
            <a:endParaRPr lang="en-US" sz="1800" b="0">
              <a:solidFill>
                <a:schemeClr val="tx1"/>
              </a:solidFill>
              <a:latin typeface="+mn-lt"/>
              <a:ea typeface="宋体" panose="02010600030101010101" pitchFamily="2" charset="-122"/>
              <a:cs typeface="华文中宋" panose="02010600040101010101" pitchFamily="2" charset="-122"/>
              <a:sym typeface="华文中宋" panose="02010600040101010101" pitchFamily="2" charset="-122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2800"/>
            </a:lvl1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8" name="标题 1"/>
          <p:cNvSpPr>
            <a:spLocks noGrp="1"/>
          </p:cNvSpPr>
          <p:nvPr>
            <p:ph type="title"/>
          </p:nvPr>
        </p:nvSpPr>
        <p:spPr>
          <a:xfrm>
            <a:off x="457200" y="274639"/>
            <a:ext cx="8229600" cy="77787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B76212E-F15C-4F9E-AD83-F17D9A8F846C}" type="slidenum">
              <a:rPr lang="zh-CN" altLang="en-US">
                <a:cs typeface="华文中宋" panose="02010600040101010101" pitchFamily="2" charset="-122"/>
                <a:sym typeface="华文中宋" panose="02010600040101010101" pitchFamily="2" charset="-122"/>
              </a:rPr>
              <a:t>‹#›</a:t>
            </a:fld>
            <a:endParaRPr lang="en-US" sz="1800" b="0">
              <a:solidFill>
                <a:schemeClr val="tx1"/>
              </a:solidFill>
              <a:latin typeface="+mn-lt"/>
              <a:ea typeface="宋体" panose="02010600030101010101" pitchFamily="2" charset="-122"/>
              <a:cs typeface="华文中宋" panose="02010600040101010101" pitchFamily="2" charset="-122"/>
              <a:sym typeface="华文中宋" panose="02010600040101010101" pitchFamily="2" charset="-122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2313" y="4406901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2D0075-AF19-4B1B-8011-58A6AB795AD5}" type="slidenum">
              <a:rPr lang="zh-CN" altLang="en-US">
                <a:cs typeface="华文中宋" panose="02010600040101010101" pitchFamily="2" charset="-122"/>
                <a:sym typeface="华文中宋" panose="02010600040101010101" pitchFamily="2" charset="-122"/>
              </a:rPr>
              <a:t>‹#›</a:t>
            </a:fld>
            <a:endParaRPr lang="en-US" sz="1800" b="0">
              <a:solidFill>
                <a:schemeClr val="tx1"/>
              </a:solidFill>
              <a:latin typeface="+mn-lt"/>
              <a:ea typeface="宋体" panose="02010600030101010101" pitchFamily="2" charset="-122"/>
              <a:cs typeface="华文中宋" panose="02010600040101010101" pitchFamily="2" charset="-122"/>
              <a:sym typeface="华文中宋" panose="02010600040101010101" pitchFamily="2" charset="-122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1125539"/>
            <a:ext cx="4038600" cy="50006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1125539"/>
            <a:ext cx="4038600" cy="50006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9444D41-A3C1-4F4A-A879-73119D3260B5}" type="slidenum">
              <a:rPr lang="zh-CN" altLang="en-US">
                <a:cs typeface="华文中宋" panose="02010600040101010101" pitchFamily="2" charset="-122"/>
                <a:sym typeface="华文中宋" panose="02010600040101010101" pitchFamily="2" charset="-122"/>
              </a:rPr>
              <a:t>‹#›</a:t>
            </a:fld>
            <a:endParaRPr lang="en-US" sz="1800" b="0">
              <a:solidFill>
                <a:schemeClr val="tx1"/>
              </a:solidFill>
              <a:latin typeface="+mn-lt"/>
              <a:ea typeface="宋体" panose="02010600030101010101" pitchFamily="2" charset="-122"/>
              <a:cs typeface="华文中宋" panose="02010600040101010101" pitchFamily="2" charset="-122"/>
              <a:sym typeface="华文中宋" panose="02010600040101010101" pitchFamily="2" charset="-122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7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7" y="1535113"/>
            <a:ext cx="4041775" cy="639763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7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410F8A1-99AE-4343-9EF8-7AC2031B1C11}" type="slidenum">
              <a:rPr lang="zh-CN" altLang="en-US">
                <a:cs typeface="华文中宋" panose="02010600040101010101" pitchFamily="2" charset="-122"/>
                <a:sym typeface="华文中宋" panose="02010600040101010101" pitchFamily="2" charset="-122"/>
              </a:rPr>
              <a:t>‹#›</a:t>
            </a:fld>
            <a:endParaRPr lang="en-US" sz="1800" b="0">
              <a:solidFill>
                <a:schemeClr val="tx1"/>
              </a:solidFill>
              <a:latin typeface="+mn-lt"/>
              <a:ea typeface="宋体" panose="02010600030101010101" pitchFamily="2" charset="-122"/>
              <a:cs typeface="华文中宋" panose="02010600040101010101" pitchFamily="2" charset="-122"/>
              <a:sym typeface="华文中宋" panose="02010600040101010101" pitchFamily="2" charset="-122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2" y="273049"/>
            <a:ext cx="3008313" cy="1162051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73052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2" y="1435102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4240E5-FDED-47C5-BE2C-DF3B3D01D70B}" type="slidenum">
              <a:rPr lang="zh-CN" altLang="en-US">
                <a:cs typeface="华文中宋" panose="02010600040101010101" pitchFamily="2" charset="-122"/>
                <a:sym typeface="华文中宋" panose="02010600040101010101" pitchFamily="2" charset="-122"/>
              </a:rPr>
              <a:t>‹#›</a:t>
            </a:fld>
            <a:endParaRPr lang="en-US" sz="1800" b="0">
              <a:solidFill>
                <a:schemeClr val="tx1"/>
              </a:solidFill>
              <a:latin typeface="+mn-lt"/>
              <a:ea typeface="宋体" panose="02010600030101010101" pitchFamily="2" charset="-122"/>
              <a:cs typeface="华文中宋" panose="02010600040101010101" pitchFamily="2" charset="-122"/>
              <a:sym typeface="华文中宋" panose="02010600040101010101" pitchFamily="2" charset="-122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9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>
              <a:sym typeface="Arial" panose="020B0604020202020204" pitchFamily="34" charset="0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C39BCF9-9D56-4431-ADCF-17A2E61D8B5B}" type="slidenum">
              <a:rPr lang="zh-CN" altLang="en-US">
                <a:cs typeface="华文中宋" panose="02010600040101010101" pitchFamily="2" charset="-122"/>
                <a:sym typeface="华文中宋" panose="02010600040101010101" pitchFamily="2" charset="-122"/>
              </a:rPr>
              <a:t>‹#›</a:t>
            </a:fld>
            <a:endParaRPr lang="en-US" sz="1800" b="0">
              <a:solidFill>
                <a:schemeClr val="tx1"/>
              </a:solidFill>
              <a:latin typeface="+mn-lt"/>
              <a:ea typeface="宋体" panose="02010600030101010101" pitchFamily="2" charset="-122"/>
              <a:cs typeface="华文中宋" panose="02010600040101010101" pitchFamily="2" charset="-122"/>
              <a:sym typeface="华文中宋" panose="02010600040101010101" pitchFamily="2" charset="-122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1C3078C-7EAC-411A-B198-BA9F1B1734ED}" type="slidenum">
              <a:rPr lang="zh-CN" altLang="en-US">
                <a:cs typeface="华文中宋" panose="02010600040101010101" pitchFamily="2" charset="-122"/>
                <a:sym typeface="华文中宋" panose="02010600040101010101" pitchFamily="2" charset="-122"/>
              </a:rPr>
              <a:t>‹#›</a:t>
            </a:fld>
            <a:endParaRPr lang="en-US" sz="1800" b="0">
              <a:solidFill>
                <a:schemeClr val="tx1"/>
              </a:solidFill>
              <a:latin typeface="+mn-lt"/>
              <a:ea typeface="宋体" panose="02010600030101010101" pitchFamily="2" charset="-122"/>
              <a:cs typeface="华文中宋" panose="02010600040101010101" pitchFamily="2" charset="-122"/>
              <a:sym typeface="华文中宋" panose="02010600040101010101" pitchFamily="2" charset="-122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629400" y="274639"/>
            <a:ext cx="2057400" cy="5851525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274639"/>
            <a:ext cx="6019800" cy="5851525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6B9937-D75B-494B-97E0-CD8A7339E004}" type="slidenum">
              <a:rPr lang="zh-CN" altLang="en-US">
                <a:cs typeface="华文中宋" panose="02010600040101010101" pitchFamily="2" charset="-122"/>
                <a:sym typeface="华文中宋" panose="02010600040101010101" pitchFamily="2" charset="-122"/>
              </a:rPr>
              <a:t>‹#›</a:t>
            </a:fld>
            <a:endParaRPr lang="en-US" sz="1800" b="0">
              <a:solidFill>
                <a:schemeClr val="tx1"/>
              </a:solidFill>
              <a:latin typeface="+mn-lt"/>
              <a:ea typeface="宋体" panose="02010600030101010101" pitchFamily="2" charset="-122"/>
              <a:cs typeface="华文中宋" panose="02010600040101010101" pitchFamily="2" charset="-122"/>
              <a:sym typeface="华文中宋" panose="02010600040101010101" pitchFamily="2" charset="-122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9"/>
            <a:ext cx="8229600" cy="77787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EA460E3-F074-47B4-96DD-BC52E33C0F01}" type="slidenum">
              <a:rPr lang="zh-CN" altLang="en-US">
                <a:cs typeface="华文中宋" panose="02010600040101010101" pitchFamily="2" charset="-122"/>
                <a:sym typeface="华文中宋" panose="02010600040101010101" pitchFamily="2" charset="-122"/>
              </a:rPr>
              <a:t>‹#›</a:t>
            </a:fld>
            <a:endParaRPr lang="en-US" sz="1800" b="0">
              <a:solidFill>
                <a:schemeClr val="tx1"/>
              </a:solidFill>
              <a:latin typeface="+mn-lt"/>
              <a:ea typeface="宋体" panose="02010600030101010101" pitchFamily="2" charset="-122"/>
              <a:cs typeface="华文中宋" panose="02010600040101010101" pitchFamily="2" charset="-122"/>
              <a:sym typeface="华文中宋" panose="02010600040101010101" pitchFamily="2" charset="-122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4086A95-86B7-4F54-92AB-60B264BB6D59}" type="datetimeFigureOut">
              <a:rPr lang="zh-CN" altLang="en-US"/>
              <a:t>2026/10/19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华文中宋" panose="02010600040101010101" pitchFamily="2" charset="-122"/>
                <a:sym typeface="华文中宋" panose="02010600040101010101" pitchFamily="2" charset="-122"/>
              </a:defRPr>
            </a:lvl1pPr>
          </a:lstStyle>
          <a:p>
            <a:pPr>
              <a:defRPr/>
            </a:pPr>
            <a:fld id="{2E415841-6B32-4D7D-ADE2-76473CE275CB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noProof="1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noProof="1"/>
              <a:t>单击此处编辑母版文本样式</a:t>
            </a:r>
          </a:p>
          <a:p>
            <a:pPr lvl="1"/>
            <a:r>
              <a:rPr lang="zh-CN" altLang="en-US" noProof="1"/>
              <a:t>第二级</a:t>
            </a:r>
          </a:p>
          <a:p>
            <a:pPr lvl="2"/>
            <a:r>
              <a:rPr lang="zh-CN" altLang="en-US" noProof="1"/>
              <a:t>第三级</a:t>
            </a:r>
          </a:p>
          <a:p>
            <a:pPr lvl="3"/>
            <a:r>
              <a:rPr lang="zh-CN" altLang="en-US" noProof="1"/>
              <a:t>第四级</a:t>
            </a:r>
          </a:p>
          <a:p>
            <a:pPr lvl="4"/>
            <a:r>
              <a:rPr lang="zh-CN" altLang="en-US" noProof="1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buFont typeface="Arial" panose="020B0604020202020204" pitchFamily="34" charset="0"/>
              <a:buNone/>
              <a:defRPr/>
            </a:lvl1pPr>
          </a:lstStyle>
          <a:p>
            <a:pPr>
              <a:defRPr/>
            </a:pPr>
            <a:fld id="{E35D83A0-80DF-4DEC-9C63-42FBF4325AC9}" type="datetime1">
              <a:rPr lang="zh-CN" altLang="en-US"/>
              <a:t>2026/10/19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buFont typeface="Arial" panose="020B0604020202020204" pitchFamily="34" charset="0"/>
              <a:buNone/>
              <a:defRPr/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华文中宋" panose="02010600040101010101" pitchFamily="2" charset="-122"/>
                <a:sym typeface="华文中宋" panose="02010600040101010101" pitchFamily="2" charset="-122"/>
              </a:defRPr>
            </a:lvl1pPr>
          </a:lstStyle>
          <a:p>
            <a:pPr>
              <a:defRPr/>
            </a:pPr>
            <a:fld id="{B33F6EC3-AABE-42C7-BDC1-3B47FDB7D279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6356350"/>
            <a:ext cx="2057400" cy="365125"/>
          </a:xfrm>
        </p:spPr>
        <p:txBody>
          <a:bodyPr/>
          <a:lstStyle>
            <a:lvl1pPr eaLnBrk="0" hangingPunct="0">
              <a:defRPr>
                <a:solidFill>
                  <a:prstClr val="black"/>
                </a:solidFill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028950" y="6356350"/>
            <a:ext cx="3086100" cy="365125"/>
          </a:xfrm>
        </p:spPr>
        <p:txBody>
          <a:bodyPr/>
          <a:lstStyle>
            <a:lvl1pPr eaLnBrk="0" hangingPunct="0">
              <a:defRPr>
                <a:solidFill>
                  <a:prstClr val="black"/>
                </a:solidFill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cs typeface="华文中宋" panose="02010600040101010101" pitchFamily="2" charset="-122"/>
                <a:sym typeface="华文中宋" panose="02010600040101010101" pitchFamily="2" charset="-122"/>
              </a:defRPr>
            </a:lvl1pPr>
          </a:lstStyle>
          <a:p>
            <a:pPr>
              <a:defRPr/>
            </a:pPr>
            <a:fld id="{C4B39F2B-6D2D-42CF-BE86-44F3C34AB1F5}" type="slidenum">
              <a:rPr lang="zh-CN" altLang="en-US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>
                <a:cs typeface="华文中宋" panose="02010600040101010101" pitchFamily="2" charset="-122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>
                <a:cs typeface="华文中宋" panose="02010600040101010101" pitchFamily="2" charset="-122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>
            <a:lvl1pPr>
              <a:defRPr>
                <a:cs typeface="华文中宋" panose="02010600040101010101" pitchFamily="2" charset="-122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/>
          <a:lstStyle>
            <a:lvl1pPr>
              <a:defRPr>
                <a:cs typeface="华文中宋" panose="02010600040101010101" pitchFamily="2" charset="-122"/>
              </a:defRPr>
            </a:lvl1pPr>
            <a:lvl2pPr>
              <a:defRPr>
                <a:cs typeface="华文中宋" panose="02010600040101010101" pitchFamily="2" charset="-122"/>
              </a:defRPr>
            </a:lvl2pPr>
            <a:lvl3pPr>
              <a:defRPr>
                <a:cs typeface="华文中宋" panose="02010600040101010101" pitchFamily="2" charset="-122"/>
              </a:defRPr>
            </a:lvl3pPr>
            <a:lvl4pPr>
              <a:defRPr>
                <a:cs typeface="华文中宋" panose="02010600040101010101" pitchFamily="2" charset="-122"/>
              </a:defRPr>
            </a:lvl4pPr>
            <a:lvl5pPr>
              <a:defRPr>
                <a:cs typeface="华文中宋" panose="02010600040101010101" pitchFamily="2" charset="-122"/>
              </a:defRPr>
            </a:lvl5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cs typeface="华文中宋" panose="02010600040101010101" pitchFamily="2" charset="-122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cs typeface="华文中宋" panose="02010600040101010101" pitchFamily="2" charset="-122"/>
              </a:defRPr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>
            <a:lvl1pPr>
              <a:defRPr>
                <a:cs typeface="华文中宋" panose="02010600040101010101" pitchFamily="2" charset="-122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67150" cy="4351338"/>
          </a:xfrm>
          <a:prstGeom prst="rect">
            <a:avLst/>
          </a:prstGeom>
        </p:spPr>
        <p:txBody>
          <a:bodyPr/>
          <a:lstStyle>
            <a:lvl1pPr>
              <a:defRPr>
                <a:cs typeface="华文中宋" panose="02010600040101010101" pitchFamily="2" charset="-122"/>
              </a:defRPr>
            </a:lvl1pPr>
            <a:lvl2pPr>
              <a:defRPr>
                <a:cs typeface="华文中宋" panose="02010600040101010101" pitchFamily="2" charset="-122"/>
              </a:defRPr>
            </a:lvl2pPr>
            <a:lvl3pPr>
              <a:defRPr>
                <a:cs typeface="华文中宋" panose="02010600040101010101" pitchFamily="2" charset="-122"/>
              </a:defRPr>
            </a:lvl3pPr>
            <a:lvl4pPr>
              <a:defRPr>
                <a:cs typeface="华文中宋" panose="02010600040101010101" pitchFamily="2" charset="-122"/>
              </a:defRPr>
            </a:lvl4pPr>
            <a:lvl5pPr>
              <a:defRPr>
                <a:cs typeface="华文中宋" panose="02010600040101010101" pitchFamily="2" charset="-122"/>
              </a:defRPr>
            </a:lvl5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1825625"/>
            <a:ext cx="3867150" cy="4351338"/>
          </a:xfrm>
          <a:prstGeom prst="rect">
            <a:avLst/>
          </a:prstGeom>
        </p:spPr>
        <p:txBody>
          <a:bodyPr/>
          <a:lstStyle>
            <a:lvl1pPr>
              <a:defRPr>
                <a:cs typeface="华文中宋" panose="02010600040101010101" pitchFamily="2" charset="-122"/>
              </a:defRPr>
            </a:lvl1pPr>
            <a:lvl2pPr>
              <a:defRPr>
                <a:cs typeface="华文中宋" panose="02010600040101010101" pitchFamily="2" charset="-122"/>
              </a:defRPr>
            </a:lvl2pPr>
            <a:lvl3pPr>
              <a:defRPr>
                <a:cs typeface="华文中宋" panose="02010600040101010101" pitchFamily="2" charset="-122"/>
              </a:defRPr>
            </a:lvl3pPr>
            <a:lvl4pPr>
              <a:defRPr>
                <a:cs typeface="华文中宋" panose="02010600040101010101" pitchFamily="2" charset="-122"/>
              </a:defRPr>
            </a:lvl4pPr>
            <a:lvl5pPr>
              <a:defRPr>
                <a:cs typeface="华文中宋" panose="02010600040101010101" pitchFamily="2" charset="-122"/>
              </a:defRPr>
            </a:lvl5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  <a:prstGeom prst="rect">
            <a:avLst/>
          </a:prstGeom>
        </p:spPr>
        <p:txBody>
          <a:bodyPr/>
          <a:lstStyle>
            <a:lvl1pPr>
              <a:defRPr>
                <a:cs typeface="华文中宋" panose="02010600040101010101" pitchFamily="2" charset="-122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>
                <a:cs typeface="华文中宋" panose="02010600040101010101" pitchFamily="2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  <a:prstGeom prst="rect">
            <a:avLst/>
          </a:prstGeom>
        </p:spPr>
        <p:txBody>
          <a:bodyPr/>
          <a:lstStyle>
            <a:lvl1pPr>
              <a:defRPr>
                <a:cs typeface="华文中宋" panose="02010600040101010101" pitchFamily="2" charset="-122"/>
              </a:defRPr>
            </a:lvl1pPr>
            <a:lvl2pPr>
              <a:defRPr>
                <a:cs typeface="华文中宋" panose="02010600040101010101" pitchFamily="2" charset="-122"/>
              </a:defRPr>
            </a:lvl2pPr>
            <a:lvl3pPr>
              <a:defRPr>
                <a:cs typeface="华文中宋" panose="02010600040101010101" pitchFamily="2" charset="-122"/>
              </a:defRPr>
            </a:lvl3pPr>
            <a:lvl4pPr>
              <a:defRPr>
                <a:cs typeface="华文中宋" panose="02010600040101010101" pitchFamily="2" charset="-122"/>
              </a:defRPr>
            </a:lvl4pPr>
            <a:lvl5pPr>
              <a:defRPr>
                <a:cs typeface="华文中宋" panose="02010600040101010101" pitchFamily="2" charset="-122"/>
              </a:defRPr>
            </a:lvl5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>
                <a:cs typeface="华文中宋" panose="02010600040101010101" pitchFamily="2" charset="-122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  <a:prstGeom prst="rect">
            <a:avLst/>
          </a:prstGeom>
        </p:spPr>
        <p:txBody>
          <a:bodyPr/>
          <a:lstStyle>
            <a:lvl1pPr>
              <a:defRPr>
                <a:cs typeface="华文中宋" panose="02010600040101010101" pitchFamily="2" charset="-122"/>
              </a:defRPr>
            </a:lvl1pPr>
            <a:lvl2pPr>
              <a:defRPr>
                <a:cs typeface="华文中宋" panose="02010600040101010101" pitchFamily="2" charset="-122"/>
              </a:defRPr>
            </a:lvl2pPr>
            <a:lvl3pPr>
              <a:defRPr>
                <a:cs typeface="华文中宋" panose="02010600040101010101" pitchFamily="2" charset="-122"/>
              </a:defRPr>
            </a:lvl3pPr>
            <a:lvl4pPr>
              <a:defRPr>
                <a:cs typeface="华文中宋" panose="02010600040101010101" pitchFamily="2" charset="-122"/>
              </a:defRPr>
            </a:lvl4pPr>
            <a:lvl5pPr>
              <a:defRPr>
                <a:cs typeface="华文中宋" panose="02010600040101010101" pitchFamily="2" charset="-122"/>
              </a:defRPr>
            </a:lvl5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E:\党办校办\党办校办文件夹\学校资料\学校标志\校徽透明_蓝_完美版-2.png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86775" y="0"/>
            <a:ext cx="630238" cy="6318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>
            <a:lvl1pPr>
              <a:defRPr>
                <a:cs typeface="华文中宋" panose="02010600040101010101" pitchFamily="2" charset="-122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17"/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0413" y="0"/>
            <a:ext cx="763587" cy="746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4" name="图片 26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378575"/>
            <a:ext cx="2133600" cy="4762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  <a:prstGeom prst="rect">
            <a:avLst/>
          </a:prstGeom>
        </p:spPr>
        <p:txBody>
          <a:bodyPr anchor="b"/>
          <a:lstStyle>
            <a:lvl1pPr>
              <a:defRPr sz="3200">
                <a:cs typeface="华文中宋" panose="02010600040101010101" pitchFamily="2" charset="-122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  <a:prstGeom prst="rect">
            <a:avLst/>
          </a:prstGeom>
        </p:spPr>
        <p:txBody>
          <a:bodyPr/>
          <a:lstStyle>
            <a:lvl1pPr>
              <a:defRPr sz="3200">
                <a:cs typeface="华文中宋" panose="02010600040101010101" pitchFamily="2" charset="-122"/>
              </a:defRPr>
            </a:lvl1pPr>
            <a:lvl2pPr>
              <a:defRPr sz="2800">
                <a:cs typeface="华文中宋" panose="02010600040101010101" pitchFamily="2" charset="-122"/>
              </a:defRPr>
            </a:lvl2pPr>
            <a:lvl3pPr>
              <a:defRPr sz="2400">
                <a:cs typeface="华文中宋" panose="02010600040101010101" pitchFamily="2" charset="-122"/>
              </a:defRPr>
            </a:lvl3pPr>
            <a:lvl4pPr>
              <a:defRPr sz="2000">
                <a:cs typeface="华文中宋" panose="02010600040101010101" pitchFamily="2" charset="-122"/>
              </a:defRPr>
            </a:lvl4pPr>
            <a:lvl5pPr>
              <a:defRPr sz="2000">
                <a:cs typeface="华文中宋" panose="02010600040101010101" pitchFamily="2" charset="-122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cs typeface="华文中宋" panose="02010600040101010101" pitchFamily="2" charset="-122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  <a:prstGeom prst="rect">
            <a:avLst/>
          </a:prstGeom>
        </p:spPr>
        <p:txBody>
          <a:bodyPr anchor="b"/>
          <a:lstStyle>
            <a:lvl1pPr>
              <a:defRPr sz="3200">
                <a:cs typeface="华文中宋" panose="02010600040101010101" pitchFamily="2" charset="-122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>
                <a:cs typeface="华文中宋" panose="02010600040101010101" pitchFamily="2" charset="-122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  <a:prstGeom prst="rect">
            <a:avLst/>
          </a:prstGeom>
        </p:spPr>
        <p:txBody>
          <a:bodyPr/>
          <a:lstStyle>
            <a:lvl1pPr>
              <a:defRPr>
                <a:cs typeface="华文中宋" panose="02010600040101010101" pitchFamily="2" charset="-122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eaVert"/>
          <a:lstStyle>
            <a:lvl1pPr>
              <a:defRPr>
                <a:cs typeface="华文中宋" panose="02010600040101010101" pitchFamily="2" charset="-122"/>
              </a:defRPr>
            </a:lvl1pPr>
            <a:lvl2pPr>
              <a:defRPr>
                <a:cs typeface="华文中宋" panose="02010600040101010101" pitchFamily="2" charset="-122"/>
              </a:defRPr>
            </a:lvl2pPr>
            <a:lvl3pPr>
              <a:defRPr>
                <a:cs typeface="华文中宋" panose="02010600040101010101" pitchFamily="2" charset="-122"/>
              </a:defRPr>
            </a:lvl3pPr>
            <a:lvl4pPr>
              <a:defRPr>
                <a:cs typeface="华文中宋" panose="02010600040101010101" pitchFamily="2" charset="-122"/>
              </a:defRPr>
            </a:lvl4pPr>
            <a:lvl5pPr>
              <a:defRPr>
                <a:cs typeface="华文中宋" panose="02010600040101010101" pitchFamily="2" charset="-122"/>
              </a:defRPr>
            </a:lvl5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  <a:prstGeom prst="rect">
            <a:avLst/>
          </a:prstGeom>
        </p:spPr>
        <p:txBody>
          <a:bodyPr vert="eaVert"/>
          <a:lstStyle>
            <a:lvl1pPr>
              <a:defRPr>
                <a:cs typeface="华文中宋" panose="02010600040101010101" pitchFamily="2" charset="-122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762625" cy="5811838"/>
          </a:xfrm>
          <a:prstGeom prst="rect">
            <a:avLst/>
          </a:prstGeom>
        </p:spPr>
        <p:txBody>
          <a:bodyPr vert="eaVert"/>
          <a:lstStyle>
            <a:lvl1pPr>
              <a:defRPr>
                <a:cs typeface="华文中宋" panose="02010600040101010101" pitchFamily="2" charset="-122"/>
              </a:defRPr>
            </a:lvl1pPr>
            <a:lvl2pPr>
              <a:defRPr>
                <a:cs typeface="华文中宋" panose="02010600040101010101" pitchFamily="2" charset="-122"/>
              </a:defRPr>
            </a:lvl2pPr>
            <a:lvl3pPr>
              <a:defRPr>
                <a:cs typeface="华文中宋" panose="02010600040101010101" pitchFamily="2" charset="-122"/>
              </a:defRPr>
            </a:lvl3pPr>
            <a:lvl4pPr>
              <a:defRPr>
                <a:cs typeface="华文中宋" panose="02010600040101010101" pitchFamily="2" charset="-122"/>
              </a:defRPr>
            </a:lvl4pPr>
            <a:lvl5pPr>
              <a:defRPr>
                <a:cs typeface="华文中宋" panose="02010600040101010101" pitchFamily="2" charset="-122"/>
              </a:defRPr>
            </a:lvl5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2"/>
          <p:cNvGrpSpPr/>
          <p:nvPr/>
        </p:nvGrpSpPr>
        <p:grpSpPr bwMode="auto">
          <a:xfrm>
            <a:off x="0" y="0"/>
            <a:ext cx="9144000" cy="6858000"/>
            <a:chOff x="0" y="0"/>
            <a:chExt cx="5760" cy="4320"/>
          </a:xfrm>
        </p:grpSpPr>
        <p:sp>
          <p:nvSpPr>
            <p:cNvPr id="5" name="Rectangle 3"/>
            <p:cNvSpPr>
              <a:spLocks noChangeArrowheads="1"/>
            </p:cNvSpPr>
            <p:nvPr/>
          </p:nvSpPr>
          <p:spPr bwMode="hidden">
            <a:xfrm>
              <a:off x="0" y="0"/>
              <a:ext cx="2208" cy="4320"/>
            </a:xfrm>
            <a:prstGeom prst="rect">
              <a:avLst/>
            </a:prstGeom>
            <a:gradFill rotWithShape="0">
              <a:gsLst>
                <a:gs pos="0">
                  <a:schemeClr val="folHlink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</p:spPr>
          <p:txBody>
            <a:bodyPr wrap="none" anchor="ctr"/>
            <a:lstStyle>
              <a:lvl1pPr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>
                <a:defRPr/>
              </a:pPr>
              <a:endParaRPr lang="zh-CN" altLang="zh-CN">
                <a:solidFill>
                  <a:srgbClr val="000000"/>
                </a:solidFill>
                <a:cs typeface="华文中宋" panose="02010600040101010101" pitchFamily="2" charset="-122"/>
              </a:endParaRPr>
            </a:p>
          </p:txBody>
        </p:sp>
        <p:sp>
          <p:nvSpPr>
            <p:cNvPr id="6" name="Rectangle 4"/>
            <p:cNvSpPr>
              <a:spLocks noChangeArrowheads="1"/>
            </p:cNvSpPr>
            <p:nvPr/>
          </p:nvSpPr>
          <p:spPr bwMode="hidden">
            <a:xfrm>
              <a:off x="1081" y="1065"/>
              <a:ext cx="4679" cy="159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txBody>
            <a:bodyPr/>
            <a:lstStyle>
              <a:lvl1pPr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>
                <a:defRPr/>
              </a:pPr>
              <a:endParaRPr lang="zh-CN" altLang="zh-CN">
                <a:solidFill>
                  <a:srgbClr val="000000"/>
                </a:solidFill>
                <a:cs typeface="华文中宋" panose="02010600040101010101" pitchFamily="2" charset="-122"/>
              </a:endParaRPr>
            </a:p>
          </p:txBody>
        </p:sp>
        <p:grpSp>
          <p:nvGrpSpPr>
            <p:cNvPr id="7" name="Group 5"/>
            <p:cNvGrpSpPr/>
            <p:nvPr/>
          </p:nvGrpSpPr>
          <p:grpSpPr bwMode="auto">
            <a:xfrm>
              <a:off x="0" y="672"/>
              <a:ext cx="1806" cy="1989"/>
              <a:chOff x="0" y="672"/>
              <a:chExt cx="1806" cy="1989"/>
            </a:xfrm>
          </p:grpSpPr>
          <p:sp>
            <p:nvSpPr>
              <p:cNvPr id="8" name="Rectangle 6"/>
              <p:cNvSpPr>
                <a:spLocks noChangeArrowheads="1"/>
              </p:cNvSpPr>
              <p:nvPr userDrawn="1"/>
            </p:nvSpPr>
            <p:spPr bwMode="auto">
              <a:xfrm>
                <a:off x="361" y="2257"/>
                <a:ext cx="363" cy="404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/>
              <a:lstStyle>
                <a:lvl1pPr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>
                  <a:defRPr/>
                </a:pPr>
                <a:endParaRPr lang="zh-CN" altLang="zh-CN">
                  <a:solidFill>
                    <a:srgbClr val="000000"/>
                  </a:solidFill>
                  <a:cs typeface="华文中宋" panose="02010600040101010101" pitchFamily="2" charset="-122"/>
                </a:endParaRPr>
              </a:p>
            </p:txBody>
          </p:sp>
          <p:sp>
            <p:nvSpPr>
              <p:cNvPr id="9" name="Rectangle 7"/>
              <p:cNvSpPr>
                <a:spLocks noChangeArrowheads="1"/>
              </p:cNvSpPr>
              <p:nvPr userDrawn="1"/>
            </p:nvSpPr>
            <p:spPr bwMode="auto">
              <a:xfrm>
                <a:off x="1081" y="1065"/>
                <a:ext cx="362" cy="405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</p:spPr>
            <p:txBody>
              <a:bodyPr/>
              <a:lstStyle>
                <a:lvl1pPr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>
                  <a:defRPr/>
                </a:pPr>
                <a:endParaRPr lang="zh-CN" altLang="zh-CN">
                  <a:solidFill>
                    <a:srgbClr val="000000"/>
                  </a:solidFill>
                  <a:cs typeface="华文中宋" panose="02010600040101010101" pitchFamily="2" charset="-122"/>
                </a:endParaRPr>
              </a:p>
            </p:txBody>
          </p:sp>
          <p:sp>
            <p:nvSpPr>
              <p:cNvPr id="10" name="Rectangle 8"/>
              <p:cNvSpPr>
                <a:spLocks noChangeArrowheads="1"/>
              </p:cNvSpPr>
              <p:nvPr userDrawn="1"/>
            </p:nvSpPr>
            <p:spPr bwMode="auto">
              <a:xfrm>
                <a:off x="1437" y="672"/>
                <a:ext cx="369" cy="400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</p:spPr>
            <p:txBody>
              <a:bodyPr/>
              <a:lstStyle>
                <a:lvl1pPr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>
                  <a:defRPr/>
                </a:pPr>
                <a:endParaRPr lang="zh-CN" altLang="zh-CN">
                  <a:solidFill>
                    <a:srgbClr val="000000"/>
                  </a:solidFill>
                  <a:cs typeface="华文中宋" panose="02010600040101010101" pitchFamily="2" charset="-122"/>
                </a:endParaRPr>
              </a:p>
            </p:txBody>
          </p:sp>
          <p:sp>
            <p:nvSpPr>
              <p:cNvPr id="11" name="Rectangle 9"/>
              <p:cNvSpPr>
                <a:spLocks noChangeArrowheads="1"/>
              </p:cNvSpPr>
              <p:nvPr userDrawn="1"/>
            </p:nvSpPr>
            <p:spPr bwMode="auto">
              <a:xfrm>
                <a:off x="719" y="2257"/>
                <a:ext cx="368" cy="404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</p:spPr>
            <p:txBody>
              <a:bodyPr/>
              <a:lstStyle>
                <a:lvl1pPr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>
                  <a:defRPr/>
                </a:pPr>
                <a:endParaRPr lang="zh-CN" altLang="zh-CN">
                  <a:solidFill>
                    <a:srgbClr val="000000"/>
                  </a:solidFill>
                  <a:cs typeface="华文中宋" panose="02010600040101010101" pitchFamily="2" charset="-122"/>
                </a:endParaRPr>
              </a:p>
            </p:txBody>
          </p:sp>
          <p:sp>
            <p:nvSpPr>
              <p:cNvPr id="12" name="Rectangle 10"/>
              <p:cNvSpPr>
                <a:spLocks noChangeArrowheads="1"/>
              </p:cNvSpPr>
              <p:nvPr userDrawn="1"/>
            </p:nvSpPr>
            <p:spPr bwMode="auto">
              <a:xfrm>
                <a:off x="1437" y="1065"/>
                <a:ext cx="369" cy="405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/>
              <a:lstStyle>
                <a:lvl1pPr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>
                  <a:defRPr/>
                </a:pPr>
                <a:endParaRPr lang="zh-CN" altLang="zh-CN">
                  <a:solidFill>
                    <a:srgbClr val="000000"/>
                  </a:solidFill>
                  <a:cs typeface="华文中宋" panose="02010600040101010101" pitchFamily="2" charset="-122"/>
                </a:endParaRPr>
              </a:p>
            </p:txBody>
          </p:sp>
          <p:sp>
            <p:nvSpPr>
              <p:cNvPr id="13" name="Rectangle 11"/>
              <p:cNvSpPr>
                <a:spLocks noChangeArrowheads="1"/>
              </p:cNvSpPr>
              <p:nvPr userDrawn="1"/>
            </p:nvSpPr>
            <p:spPr bwMode="auto">
              <a:xfrm>
                <a:off x="719" y="1464"/>
                <a:ext cx="368" cy="399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</p:spPr>
            <p:txBody>
              <a:bodyPr/>
              <a:lstStyle>
                <a:lvl1pPr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>
                  <a:defRPr/>
                </a:pPr>
                <a:endParaRPr lang="zh-CN" altLang="zh-CN">
                  <a:solidFill>
                    <a:srgbClr val="000000"/>
                  </a:solidFill>
                  <a:cs typeface="华文中宋" panose="02010600040101010101" pitchFamily="2" charset="-122"/>
                </a:endParaRPr>
              </a:p>
            </p:txBody>
          </p:sp>
          <p:sp>
            <p:nvSpPr>
              <p:cNvPr id="14" name="Rectangle 12"/>
              <p:cNvSpPr>
                <a:spLocks noChangeArrowheads="1"/>
              </p:cNvSpPr>
              <p:nvPr userDrawn="1"/>
            </p:nvSpPr>
            <p:spPr bwMode="auto">
              <a:xfrm>
                <a:off x="0" y="1464"/>
                <a:ext cx="367" cy="399"/>
              </a:xfrm>
              <a:prstGeom prst="rect">
                <a:avLst/>
              </a:prstGeom>
              <a:solidFill>
                <a:schemeClr val="bg2"/>
              </a:solidFill>
              <a:ln>
                <a:noFill/>
              </a:ln>
            </p:spPr>
            <p:txBody>
              <a:bodyPr/>
              <a:lstStyle>
                <a:lvl1pPr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>
                  <a:defRPr/>
                </a:pPr>
                <a:endParaRPr lang="zh-CN" altLang="zh-CN">
                  <a:solidFill>
                    <a:srgbClr val="000000"/>
                  </a:solidFill>
                  <a:cs typeface="华文中宋" panose="02010600040101010101" pitchFamily="2" charset="-122"/>
                </a:endParaRPr>
              </a:p>
            </p:txBody>
          </p:sp>
          <p:sp>
            <p:nvSpPr>
              <p:cNvPr id="15" name="Rectangle 13"/>
              <p:cNvSpPr>
                <a:spLocks noChangeArrowheads="1"/>
              </p:cNvSpPr>
              <p:nvPr userDrawn="1"/>
            </p:nvSpPr>
            <p:spPr bwMode="auto">
              <a:xfrm>
                <a:off x="1081" y="1464"/>
                <a:ext cx="362" cy="399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/>
              <a:lstStyle>
                <a:lvl1pPr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>
                  <a:defRPr/>
                </a:pPr>
                <a:endParaRPr lang="zh-CN" altLang="zh-CN">
                  <a:solidFill>
                    <a:srgbClr val="000000"/>
                  </a:solidFill>
                  <a:cs typeface="华文中宋" panose="02010600040101010101" pitchFamily="2" charset="-122"/>
                </a:endParaRPr>
              </a:p>
            </p:txBody>
          </p:sp>
          <p:sp>
            <p:nvSpPr>
              <p:cNvPr id="16" name="Rectangle 14"/>
              <p:cNvSpPr>
                <a:spLocks noChangeArrowheads="1"/>
              </p:cNvSpPr>
              <p:nvPr userDrawn="1"/>
            </p:nvSpPr>
            <p:spPr bwMode="auto">
              <a:xfrm>
                <a:off x="361" y="1857"/>
                <a:ext cx="363" cy="406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</p:spPr>
            <p:txBody>
              <a:bodyPr/>
              <a:lstStyle>
                <a:lvl1pPr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>
                  <a:defRPr/>
                </a:pPr>
                <a:endParaRPr lang="zh-CN" altLang="zh-CN">
                  <a:solidFill>
                    <a:srgbClr val="000000"/>
                  </a:solidFill>
                  <a:cs typeface="华文中宋" panose="02010600040101010101" pitchFamily="2" charset="-122"/>
                </a:endParaRPr>
              </a:p>
            </p:txBody>
          </p:sp>
          <p:sp>
            <p:nvSpPr>
              <p:cNvPr id="17" name="Rectangle 15"/>
              <p:cNvSpPr>
                <a:spLocks noChangeArrowheads="1"/>
              </p:cNvSpPr>
              <p:nvPr userDrawn="1"/>
            </p:nvSpPr>
            <p:spPr bwMode="auto">
              <a:xfrm>
                <a:off x="719" y="1857"/>
                <a:ext cx="368" cy="406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/>
              <a:lstStyle>
                <a:lvl1pPr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  <a:lvl2pPr marL="742950" indent="-28575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2pPr>
                <a:lvl3pPr marL="11430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3pPr>
                <a:lvl4pPr marL="16002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4pPr>
                <a:lvl5pPr marL="2057400" indent="-228600"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kumimoji="1" sz="2800">
                    <a:solidFill>
                      <a:schemeClr val="tx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defRPr>
                </a:lvl9pPr>
              </a:lstStyle>
              <a:p>
                <a:pPr>
                  <a:defRPr/>
                </a:pPr>
                <a:endParaRPr lang="zh-CN" altLang="zh-CN">
                  <a:solidFill>
                    <a:srgbClr val="000000"/>
                  </a:solidFill>
                  <a:cs typeface="华文中宋" panose="02010600040101010101" pitchFamily="2" charset="-122"/>
                </a:endParaRPr>
              </a:p>
            </p:txBody>
          </p:sp>
        </p:grpSp>
      </p:grpSp>
      <p:sp>
        <p:nvSpPr>
          <p:cNvPr id="17427" name="Rectangle 19"/>
          <p:cNvSpPr>
            <a:spLocks noGrp="1" noChangeArrowheads="1"/>
          </p:cNvSpPr>
          <p:nvPr>
            <p:ph type="ctrTitle"/>
          </p:nvPr>
        </p:nvSpPr>
        <p:spPr>
          <a:xfrm>
            <a:off x="2971800" y="1828800"/>
            <a:ext cx="6019800" cy="2209800"/>
          </a:xfrm>
        </p:spPr>
        <p:txBody>
          <a:bodyPr/>
          <a:lstStyle>
            <a:lvl1pPr>
              <a:defRPr sz="5000">
                <a:solidFill>
                  <a:srgbClr val="FFFFFF"/>
                </a:solidFill>
              </a:defRPr>
            </a:lvl1pPr>
          </a:lstStyle>
          <a:p>
            <a:pPr lvl="0"/>
            <a:r>
              <a:rPr lang="zh-CN" altLang="en-US" noProof="0"/>
              <a:t>单击此处编辑母版标题样式</a:t>
            </a:r>
          </a:p>
        </p:txBody>
      </p:sp>
      <p:sp>
        <p:nvSpPr>
          <p:cNvPr id="17428" name="Rectangle 20"/>
          <p:cNvSpPr>
            <a:spLocks noGrp="1" noChangeArrowheads="1"/>
          </p:cNvSpPr>
          <p:nvPr>
            <p:ph type="subTitle" idx="1"/>
          </p:nvPr>
        </p:nvSpPr>
        <p:spPr>
          <a:xfrm>
            <a:off x="2971800" y="4267200"/>
            <a:ext cx="6019800" cy="1752600"/>
          </a:xfrm>
        </p:spPr>
        <p:txBody>
          <a:bodyPr/>
          <a:lstStyle>
            <a:lvl1pPr marL="0" indent="0">
              <a:buFont typeface="Wingdings" panose="05000000000000000000" pitchFamily="2" charset="2"/>
              <a:buNone/>
              <a:defRPr sz="3400"/>
            </a:lvl1pPr>
          </a:lstStyle>
          <a:p>
            <a:pPr lvl="0"/>
            <a:r>
              <a:rPr lang="zh-CN" altLang="en-US" noProof="0"/>
              <a:t>单击此处编辑母版副标题样式</a:t>
            </a:r>
          </a:p>
        </p:txBody>
      </p:sp>
      <p:sp>
        <p:nvSpPr>
          <p:cNvPr id="18" name="Rectangle 16"/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8400"/>
            <a:ext cx="2133600" cy="457200"/>
          </a:xfr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9" name="Rectangle 17"/>
          <p:cNvSpPr>
            <a:spLocks noGrp="1" noChangeArrowheads="1"/>
          </p:cNvSpPr>
          <p:nvPr>
            <p:ph type="ftr" sz="quarter" idx="11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20" name="Rectangle 18"/>
          <p:cNvSpPr>
            <a:spLocks noGrp="1" noChangeArrowheads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60FFE78-55F7-431F-BCD8-F3E0D0F5D7AB}" type="slidenum">
              <a:rPr lang="en-US" altLang="zh-CN"/>
              <a:t>‹#›</a:t>
            </a:fld>
            <a:endParaRPr lang="en-US" altLang="zh-CN"/>
          </a:p>
        </p:txBody>
      </p:sp>
    </p:spTree>
  </p:cSld>
  <p:clrMapOvr>
    <a:masterClrMapping/>
  </p:clrMapOvr>
  <p:transition spd="slow"/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CDEF225-F500-4420-A403-553EDAA46BDF}" type="slidenum">
              <a:rPr lang="en-US" altLang="zh-CN"/>
              <a:t>‹#›</a:t>
            </a:fld>
            <a:endParaRPr lang="en-US" altLang="zh-CN"/>
          </a:p>
        </p:txBody>
      </p:sp>
      <p:sp>
        <p:nvSpPr>
          <p:cNvPr id="6" name="日期占位符 5"/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</p:spTree>
  </p:cSld>
  <p:clrMapOvr>
    <a:masterClrMapping/>
  </p:clrMapOvr>
  <p:transition spd="slow"/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AD10590-E611-40D8-BC78-27420DD68B89}" type="slidenum">
              <a:rPr lang="en-US" altLang="zh-CN"/>
              <a:t>‹#›</a:t>
            </a:fld>
            <a:endParaRPr lang="en-US" altLang="zh-CN"/>
          </a:p>
        </p:txBody>
      </p:sp>
      <p:sp>
        <p:nvSpPr>
          <p:cNvPr id="6" name="日期占位符 5"/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</p:spTree>
  </p:cSld>
  <p:clrMapOvr>
    <a:masterClrMapping/>
  </p:clrMapOvr>
  <p:transition spd="slow"/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57200" y="1981200"/>
            <a:ext cx="4038600" cy="3886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1981200"/>
            <a:ext cx="4038600" cy="388620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3594E81-E1D8-45D8-9C37-5E31D1C2C214}" type="slidenum">
              <a:rPr lang="en-US" altLang="zh-CN"/>
              <a:t>‹#›</a:t>
            </a:fld>
            <a:endParaRPr lang="en-US" altLang="zh-CN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</p:spTree>
  </p:cSld>
  <p:clrMapOvr>
    <a:masterClrMapping/>
  </p:clrMapOvr>
  <p:transition spd="slow"/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页脚占位符 6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" name="灯片编号占位符 7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35A2442-AFC7-4FFD-82F8-524F2229C181}" type="slidenum">
              <a:rPr lang="en-US" altLang="zh-CN"/>
              <a:t>‹#›</a:t>
            </a:fld>
            <a:endParaRPr lang="en-US" altLang="zh-CN"/>
          </a:p>
        </p:txBody>
      </p:sp>
      <p:sp>
        <p:nvSpPr>
          <p:cNvPr id="9" name="日期占位符 8"/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</p:spTree>
  </p:cSld>
  <p:clrMapOvr>
    <a:masterClrMapping/>
  </p:clrMapOvr>
  <p:transition spd="slow"/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F1A9A7B-6518-4705-B33A-BF06ABC47328}" type="slidenum">
              <a:rPr lang="en-US" altLang="zh-CN"/>
              <a:t>‹#›</a:t>
            </a:fld>
            <a:endParaRPr lang="en-US" altLang="zh-CN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</p:spTree>
  </p:cSld>
  <p:clrMapOvr>
    <a:masterClrMapping/>
  </p:clrMapOvr>
  <p:transition spd="slow"/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transition spd="slow"/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DEDC4BB-AB2F-46F7-AF26-133DAD60E8EE}" type="slidenum">
              <a:rPr lang="en-US" altLang="zh-CN"/>
              <a:t>‹#›</a:t>
            </a:fld>
            <a:endParaRPr lang="en-US" altLang="zh-CN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</p:spTree>
  </p:cSld>
  <p:clrMapOvr>
    <a:masterClrMapping/>
  </p:clrMapOvr>
  <p:transition spd="slow"/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EE518AF-6C9F-4F47-B896-EB22B9855F7A}" type="slidenum">
              <a:rPr lang="en-US" altLang="zh-CN"/>
              <a:t>‹#›</a:t>
            </a:fld>
            <a:endParaRPr lang="en-US" altLang="zh-CN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</p:spTree>
  </p:cSld>
  <p:clrMapOvr>
    <a:masterClrMapping/>
  </p:clrMapOvr>
  <p:transition spd="slow"/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16A6D19-00A4-4745-9E70-FDB09DCE2DCF}" type="slidenum">
              <a:rPr lang="en-US" altLang="zh-CN"/>
              <a:t>‹#›</a:t>
            </a:fld>
            <a:endParaRPr lang="en-US" altLang="zh-CN"/>
          </a:p>
        </p:txBody>
      </p:sp>
      <p:sp>
        <p:nvSpPr>
          <p:cNvPr id="6" name="日期占位符 5"/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</p:spTree>
  </p:cSld>
  <p:clrMapOvr>
    <a:masterClrMapping/>
  </p:clrMapOvr>
  <p:transition spd="slow"/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629400" y="457200"/>
            <a:ext cx="2057400" cy="5410200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57200" y="457200"/>
            <a:ext cx="6019800" cy="5410200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638A8F0-77B5-4BCF-8040-6A35B75A6023}" type="slidenum">
              <a:rPr lang="en-US" altLang="zh-CN"/>
              <a:t>‹#›</a:t>
            </a:fld>
            <a:endParaRPr lang="en-US" altLang="zh-CN"/>
          </a:p>
        </p:txBody>
      </p:sp>
      <p:sp>
        <p:nvSpPr>
          <p:cNvPr id="6" name="日期占位符 5"/>
          <p:cNvSpPr>
            <a:spLocks noGrp="1"/>
          </p:cNvSpPr>
          <p:nvPr>
            <p:ph type="dt" sz="half" idx="12"/>
          </p:nvPr>
        </p:nvSpPr>
        <p:spPr/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/>
            </a:lvl1pPr>
          </a:lstStyle>
          <a:p>
            <a:pPr>
              <a:defRPr/>
            </a:pPr>
            <a:endParaRPr lang="en-US" altLang="zh-CN"/>
          </a:p>
        </p:txBody>
      </p:sp>
    </p:spTree>
  </p:cSld>
  <p:clrMapOvr>
    <a:masterClrMapping/>
  </p:clrMapOvr>
  <p:transition spd="slow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jpe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.xml"/><Relationship Id="rId13" Type="http://schemas.openxmlformats.org/officeDocument/2006/relationships/slideLayout" Target="../slideLayouts/slideLayout26.xml"/><Relationship Id="rId3" Type="http://schemas.openxmlformats.org/officeDocument/2006/relationships/slideLayout" Target="../slideLayouts/slideLayout16.xml"/><Relationship Id="rId7" Type="http://schemas.openxmlformats.org/officeDocument/2006/relationships/slideLayout" Target="../slideLayouts/slideLayout20.xml"/><Relationship Id="rId12" Type="http://schemas.openxmlformats.org/officeDocument/2006/relationships/slideLayout" Target="../slideLayouts/slideLayout25.xml"/><Relationship Id="rId2" Type="http://schemas.openxmlformats.org/officeDocument/2006/relationships/slideLayout" Target="../slideLayouts/slideLayout15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14.xml"/><Relationship Id="rId6" Type="http://schemas.openxmlformats.org/officeDocument/2006/relationships/slideLayout" Target="../slideLayouts/slideLayout19.xml"/><Relationship Id="rId11" Type="http://schemas.openxmlformats.org/officeDocument/2006/relationships/slideLayout" Target="../slideLayouts/slideLayout24.xml"/><Relationship Id="rId5" Type="http://schemas.openxmlformats.org/officeDocument/2006/relationships/slideLayout" Target="../slideLayouts/slideLayout18.xml"/><Relationship Id="rId15" Type="http://schemas.openxmlformats.org/officeDocument/2006/relationships/image" Target="../media/image1.jpeg"/><Relationship Id="rId10" Type="http://schemas.openxmlformats.org/officeDocument/2006/relationships/slideLayout" Target="../slideLayouts/slideLayout23.xml"/><Relationship Id="rId4" Type="http://schemas.openxmlformats.org/officeDocument/2006/relationships/slideLayout" Target="../slideLayouts/slideLayout17.xml"/><Relationship Id="rId9" Type="http://schemas.openxmlformats.org/officeDocument/2006/relationships/slideLayout" Target="../slideLayouts/slideLayout22.xml"/><Relationship Id="rId1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4.xml"/><Relationship Id="rId3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3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28.xml"/><Relationship Id="rId1" Type="http://schemas.openxmlformats.org/officeDocument/2006/relationships/slideLayout" Target="../slideLayouts/slideLayout27.xml"/><Relationship Id="rId6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7.xml"/><Relationship Id="rId5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5.xml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5.xml"/><Relationship Id="rId3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4.xml"/><Relationship Id="rId12" Type="http://schemas.openxmlformats.org/officeDocument/2006/relationships/theme" Target="../theme/theme4.xml"/><Relationship Id="rId2" Type="http://schemas.openxmlformats.org/officeDocument/2006/relationships/slideLayout" Target="../slideLayouts/slideLayout39.xml"/><Relationship Id="rId1" Type="http://schemas.openxmlformats.org/officeDocument/2006/relationships/slideLayout" Target="../slideLayouts/slideLayout38.xml"/><Relationship Id="rId6" Type="http://schemas.openxmlformats.org/officeDocument/2006/relationships/slideLayout" Target="../slideLayouts/slideLayout43.xml"/><Relationship Id="rId11" Type="http://schemas.openxmlformats.org/officeDocument/2006/relationships/slideLayout" Target="../slideLayouts/slideLayout48.xml"/><Relationship Id="rId5" Type="http://schemas.openxmlformats.org/officeDocument/2006/relationships/slideLayout" Target="../slideLayouts/slideLayout42.xml"/><Relationship Id="rId10" Type="http://schemas.openxmlformats.org/officeDocument/2006/relationships/slideLayout" Target="../slideLayouts/slideLayout47.xml"/><Relationship Id="rId4" Type="http://schemas.openxmlformats.org/officeDocument/2006/relationships/slideLayout" Target="../slideLayouts/slideLayout41.xml"/><Relationship Id="rId9" Type="http://schemas.openxmlformats.org/officeDocument/2006/relationships/slideLayout" Target="../slideLayouts/slideLayout4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auto">
      <p:bgPr>
        <a:blipFill dpi="0" rotWithShape="0">
          <a:blip r:embed="rId15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E:\党办校办\党办校办文件夹\学校资料\学校标志\校徽透明_蓝_完美版-2.png"/>
          <p:cNvPicPr>
            <a:picLocks noChangeAspect="1" noChangeArrowheads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70888" y="85725"/>
            <a:ext cx="631825" cy="6413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+mj-lt"/>
          <a:ea typeface="+mj-ea"/>
          <a:cs typeface="+mj-cs"/>
          <a:sym typeface="Times New Roman" panose="02020603050405020304" pitchFamily="18" charset="0"/>
        </a:defRPr>
      </a:lvl1pPr>
      <a:lvl2pPr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2pPr>
      <a:lvl3pPr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3pPr>
      <a:lvl4pPr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4pPr>
      <a:lvl5pPr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5pPr>
      <a:lvl6pPr marL="457200"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6pPr>
      <a:lvl7pPr marL="914400"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7pPr>
      <a:lvl8pPr marL="1371600"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8pPr>
      <a:lvl9pPr marL="1828800"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9pPr>
    </p:titleStyle>
    <p:bodyStyle>
      <a:lvl1pPr marL="342900" indent="-342900" algn="just" defTabSz="0" rtl="0" eaLnBrk="0" fontAlgn="base" hangingPunct="0">
        <a:lnSpc>
          <a:spcPct val="105000"/>
        </a:lnSpc>
        <a:spcBef>
          <a:spcPts val="1300"/>
        </a:spcBef>
        <a:spcAft>
          <a:spcPts val="1300"/>
        </a:spcAft>
        <a:buClr>
          <a:srgbClr val="0000FF"/>
        </a:buClr>
        <a:buFont typeface="Wingdings" panose="05000000000000000000" pitchFamily="2" charset="2"/>
        <a:buChar char="u"/>
        <a:defRPr sz="2800" b="1">
          <a:solidFill>
            <a:srgbClr val="0C00AC"/>
          </a:solidFill>
          <a:latin typeface="+mn-lt"/>
          <a:ea typeface="+mn-ea"/>
          <a:cs typeface="楷体_GB2312" panose="02010609030101010101" charset="-122"/>
          <a:sym typeface="Arial" panose="020B0604020202020204" pitchFamily="34" charset="0"/>
        </a:defRPr>
      </a:lvl1pPr>
      <a:lvl2pPr marL="742950" indent="-285750" algn="just" defTabSz="0" rtl="0" eaLnBrk="0" fontAlgn="base" hangingPunct="0">
        <a:spcBef>
          <a:spcPts val="1300"/>
        </a:spcBef>
        <a:spcAft>
          <a:spcPts val="1300"/>
        </a:spcAft>
        <a:buClr>
          <a:srgbClr val="FF6600"/>
        </a:buClr>
        <a:buFont typeface="Wingdings" panose="05000000000000000000" pitchFamily="2" charset="2"/>
        <a:buChar char="Ø"/>
        <a:defRPr sz="2800" b="1">
          <a:solidFill>
            <a:schemeClr val="tx1"/>
          </a:solidFill>
          <a:latin typeface="+mj-lt"/>
          <a:ea typeface="+mn-ea"/>
          <a:cs typeface="楷体_GB2312" panose="02010609030101010101" charset="-122"/>
          <a:sym typeface="Arial" panose="020B0604020202020204" pitchFamily="34" charset="0"/>
        </a:defRPr>
      </a:lvl2pPr>
      <a:lvl3pPr marL="1143000" indent="-228600" algn="just" defTabSz="0" rtl="0" eaLnBrk="0" fontAlgn="base" hangingPunct="0">
        <a:spcBef>
          <a:spcPct val="20000"/>
        </a:spcBef>
        <a:spcAft>
          <a:spcPct val="0"/>
        </a:spcAft>
        <a:buClr>
          <a:srgbClr val="FF6600"/>
        </a:buClr>
        <a:buFont typeface="Wingdings" panose="05000000000000000000" pitchFamily="2" charset="2"/>
        <a:buChar char="•"/>
        <a:defRPr sz="2400" b="1">
          <a:solidFill>
            <a:schemeClr val="tx1"/>
          </a:solidFill>
          <a:latin typeface="+mn-lt"/>
          <a:ea typeface="宋体" panose="02010600030101010101" pitchFamily="2" charset="-122"/>
          <a:cs typeface="楷体_GB2312" panose="02010609030101010101" charset="-122"/>
          <a:sym typeface="Arial" panose="020B0604020202020204" pitchFamily="34" charset="0"/>
        </a:defRPr>
      </a:lvl3pPr>
      <a:lvl4pPr marL="1600200" indent="-228600" algn="just" defTabSz="0" rtl="0" eaLnBrk="0" fontAlgn="base" hangingPunct="0">
        <a:spcBef>
          <a:spcPct val="20000"/>
        </a:spcBef>
        <a:spcAft>
          <a:spcPct val="0"/>
        </a:spcAft>
        <a:buClr>
          <a:srgbClr val="FF6600"/>
        </a:buClr>
        <a:buFont typeface="Wingdings" panose="05000000000000000000" pitchFamily="2" charset="2"/>
        <a:buChar char="–"/>
        <a:defRPr sz="2000" b="1">
          <a:solidFill>
            <a:schemeClr val="tx1"/>
          </a:solidFill>
          <a:latin typeface="+mn-lt"/>
          <a:ea typeface="宋体" panose="02010600030101010101" pitchFamily="2" charset="-122"/>
          <a:cs typeface="楷体_GB2312" panose="02010609030101010101" charset="-122"/>
          <a:sym typeface="Arial" panose="020B0604020202020204" pitchFamily="34" charset="0"/>
        </a:defRPr>
      </a:lvl4pPr>
      <a:lvl5pPr marL="2057400" indent="-228600" algn="just" defTabSz="0" rtl="0" eaLnBrk="0" fontAlgn="base" hangingPunct="0">
        <a:spcBef>
          <a:spcPct val="20000"/>
        </a:spcBef>
        <a:spcAft>
          <a:spcPct val="0"/>
        </a:spcAft>
        <a:buClr>
          <a:srgbClr val="FF6600"/>
        </a:buClr>
        <a:buFont typeface="Wingdings" panose="05000000000000000000" pitchFamily="2" charset="2"/>
        <a:buChar char="»"/>
        <a:defRPr sz="2000" b="1">
          <a:solidFill>
            <a:schemeClr val="tx1"/>
          </a:solidFill>
          <a:latin typeface="+mn-lt"/>
          <a:ea typeface="宋体" panose="02010600030101010101" pitchFamily="2" charset="-122"/>
          <a:cs typeface="楷体_GB2312" panose="02010609030101010101" charset="-122"/>
          <a:sym typeface="Arial" panose="020B0604020202020204" pitchFamily="34" charset="0"/>
        </a:defRPr>
      </a:lvl5pPr>
      <a:lvl6pPr marL="2514600" indent="-228600" algn="just" defTabSz="0" rtl="0" eaLnBrk="0" fontAlgn="base" hangingPunct="0">
        <a:spcBef>
          <a:spcPct val="20000"/>
        </a:spcBef>
        <a:spcAft>
          <a:spcPct val="0"/>
        </a:spcAft>
        <a:buClr>
          <a:srgbClr val="FF6600"/>
        </a:buClr>
        <a:buFont typeface="Wingdings" panose="05000000000000000000" pitchFamily="2" charset="2"/>
        <a:buChar char="»"/>
        <a:defRPr sz="2000" b="1">
          <a:solidFill>
            <a:schemeClr val="tx1"/>
          </a:solidFill>
          <a:latin typeface="+mn-lt"/>
          <a:ea typeface="宋体" panose="02010600030101010101" pitchFamily="2" charset="-122"/>
          <a:sym typeface="Arial" panose="020B0604020202020204" pitchFamily="34" charset="0"/>
        </a:defRPr>
      </a:lvl6pPr>
      <a:lvl7pPr marL="2971800" indent="-228600" algn="just" defTabSz="0" rtl="0" eaLnBrk="0" fontAlgn="base" hangingPunct="0">
        <a:spcBef>
          <a:spcPct val="20000"/>
        </a:spcBef>
        <a:spcAft>
          <a:spcPct val="0"/>
        </a:spcAft>
        <a:buClr>
          <a:srgbClr val="FF6600"/>
        </a:buClr>
        <a:buFont typeface="Wingdings" panose="05000000000000000000" pitchFamily="2" charset="2"/>
        <a:buChar char="»"/>
        <a:defRPr sz="2000" b="1">
          <a:solidFill>
            <a:schemeClr val="tx1"/>
          </a:solidFill>
          <a:latin typeface="+mn-lt"/>
          <a:ea typeface="宋体" panose="02010600030101010101" pitchFamily="2" charset="-122"/>
          <a:sym typeface="Arial" panose="020B0604020202020204" pitchFamily="34" charset="0"/>
        </a:defRPr>
      </a:lvl7pPr>
      <a:lvl8pPr marL="3429000" indent="-228600" algn="just" defTabSz="0" rtl="0" eaLnBrk="0" fontAlgn="base" hangingPunct="0">
        <a:spcBef>
          <a:spcPct val="20000"/>
        </a:spcBef>
        <a:spcAft>
          <a:spcPct val="0"/>
        </a:spcAft>
        <a:buClr>
          <a:srgbClr val="FF6600"/>
        </a:buClr>
        <a:buFont typeface="Wingdings" panose="05000000000000000000" pitchFamily="2" charset="2"/>
        <a:buChar char="»"/>
        <a:defRPr sz="2000" b="1">
          <a:solidFill>
            <a:schemeClr val="tx1"/>
          </a:solidFill>
          <a:latin typeface="+mn-lt"/>
          <a:ea typeface="宋体" panose="02010600030101010101" pitchFamily="2" charset="-122"/>
          <a:sym typeface="Arial" panose="020B0604020202020204" pitchFamily="34" charset="0"/>
        </a:defRPr>
      </a:lvl8pPr>
      <a:lvl9pPr marL="3886200" indent="-228600" algn="just" defTabSz="0" rtl="0" eaLnBrk="0" fontAlgn="base" hangingPunct="0">
        <a:spcBef>
          <a:spcPct val="20000"/>
        </a:spcBef>
        <a:spcAft>
          <a:spcPct val="0"/>
        </a:spcAft>
        <a:buClr>
          <a:srgbClr val="FF6600"/>
        </a:buClr>
        <a:buFont typeface="Wingdings" panose="05000000000000000000" pitchFamily="2" charset="2"/>
        <a:buChar char="»"/>
        <a:defRPr sz="2000" b="1">
          <a:solidFill>
            <a:schemeClr val="tx1"/>
          </a:solidFill>
          <a:latin typeface="+mn-lt"/>
          <a:ea typeface="宋体" panose="02010600030101010101" pitchFamily="2" charset="-122"/>
          <a:sym typeface="Arial" panose="020B0604020202020204" pitchFamily="34" charset="0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 bwMode="auto">
      <p:bgPr>
        <a:blipFill dpi="0" rotWithShape="0">
          <a:blip r:embed="rId15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title" idx="4294967295"/>
          </p:nvPr>
        </p:nvSpPr>
        <p:spPr bwMode="auto">
          <a:xfrm>
            <a:off x="457200" y="274638"/>
            <a:ext cx="8229600" cy="777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bevel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zh-CN">
                <a:sym typeface="Times New Roman" panose="02020603050405020304" pitchFamily="18" charset="0"/>
              </a:rPr>
              <a:t>单击此处编辑母版标题样式</a:t>
            </a:r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125538"/>
            <a:ext cx="8229600" cy="5000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bevel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CN" altLang="zh-CN">
                <a:sym typeface="Arial" panose="020B0604020202020204" pitchFamily="34" charset="0"/>
              </a:rPr>
              <a:t>单击此处编辑母版文本样式</a:t>
            </a:r>
          </a:p>
          <a:p>
            <a:pPr lvl="1"/>
            <a:r>
              <a:rPr lang="zh-CN" altLang="zh-CN">
                <a:sym typeface="Arial" panose="020B0604020202020204" pitchFamily="34" charset="0"/>
              </a:rPr>
              <a:t>第二级</a:t>
            </a:r>
          </a:p>
          <a:p>
            <a:pPr lvl="2"/>
            <a:r>
              <a:rPr lang="zh-CN" altLang="zh-CN">
                <a:sym typeface="Arial" panose="020B0604020202020204" pitchFamily="34" charset="0"/>
              </a:rPr>
              <a:t>第三级</a:t>
            </a:r>
          </a:p>
          <a:p>
            <a:pPr lvl="3"/>
            <a:r>
              <a:rPr lang="zh-CN" altLang="zh-CN">
                <a:sym typeface="Arial" panose="020B0604020202020204" pitchFamily="34" charset="0"/>
              </a:rPr>
              <a:t>第四级</a:t>
            </a:r>
          </a:p>
          <a:p>
            <a:pPr lvl="4"/>
            <a:r>
              <a:rPr lang="zh-CN" altLang="zh-CN">
                <a:sym typeface="Arial" panose="020B0604020202020204" pitchFamily="34" charset="0"/>
              </a:rPr>
              <a:t>第五级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t" anchorCtr="0" compatLnSpc="1"/>
          <a:lstStyle>
            <a:lvl1pPr eaLnBrk="0" hangingPunct="0">
              <a:buFont typeface="Arial" panose="020B0604020202020204" pitchFamily="34" charset="0"/>
              <a:buNone/>
              <a:defRPr sz="1400">
                <a:cs typeface="华文中宋" panose="02010600040101010101" pitchFamily="2" charset="-122"/>
                <a:sym typeface="Arial" panose="020B0604020202020204" pitchFamily="34" charset="0"/>
              </a:defRPr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5225"/>
            <a:ext cx="2895600" cy="47625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t" anchorCtr="0" compatLnSpc="1"/>
          <a:lstStyle>
            <a:lvl1pPr algn="ctr" eaLnBrk="0" hangingPunct="0">
              <a:buFont typeface="Arial" panose="020B0604020202020204" pitchFamily="34" charset="0"/>
              <a:buNone/>
              <a:defRPr sz="1400">
                <a:cs typeface="华文中宋" panose="02010600040101010101" pitchFamily="2" charset="-122"/>
                <a:sym typeface="Arial" panose="020B0604020202020204" pitchFamily="34" charset="0"/>
              </a:defRPr>
            </a:lvl1pPr>
          </a:lstStyle>
          <a:p>
            <a:pPr>
              <a:defRPr/>
            </a:pPr>
            <a:endParaRPr lang="zh-CN" altLang="zh-CN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019925" y="6524625"/>
            <a:ext cx="2133600" cy="47625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numCol="1" anchor="t" anchorCtr="0" compatLnSpc="1"/>
          <a:lstStyle>
            <a:lvl1pPr algn="r" eaLnBrk="0" hangingPunct="0">
              <a:buFont typeface="Arial" panose="020B0604020202020204" pitchFamily="34" charset="0"/>
              <a:buNone/>
              <a:defRPr sz="1600" b="1">
                <a:solidFill>
                  <a:srgbClr val="FFFF99"/>
                </a:solidFill>
                <a:latin typeface="+mj-ea"/>
                <a:ea typeface="+mj-ea"/>
                <a:sym typeface="黑体" panose="02010609060101010101" pitchFamily="49" charset="-122"/>
              </a:defRPr>
            </a:lvl1pPr>
          </a:lstStyle>
          <a:p>
            <a:pPr>
              <a:defRPr/>
            </a:pPr>
            <a:fld id="{2BA5B29F-AC96-412D-BF2C-3AFF6CC73BBE}" type="slidenum">
              <a:rPr lang="zh-CN" altLang="en-US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华文中宋" panose="02010600040101010101" pitchFamily="2" charset="-122"/>
              </a:rPr>
              <a:t>‹#›</a:t>
            </a:fld>
            <a:endParaRPr lang="en-US" sz="1800" b="0">
              <a:solidFill>
                <a:schemeClr val="tx1"/>
              </a:solidFill>
              <a:latin typeface="华文中宋" panose="02010600040101010101" pitchFamily="2" charset="-122"/>
              <a:ea typeface="宋体" panose="02010600030101010101" pitchFamily="2" charset="-122"/>
              <a:cs typeface="华文中宋" panose="02010600040101010101" pitchFamily="2" charset="-122"/>
              <a:sym typeface="华文中宋" panose="02010600040101010101" pitchFamily="2" charset="-122"/>
            </a:endParaRPr>
          </a:p>
        </p:txBody>
      </p:sp>
      <p:pic>
        <p:nvPicPr>
          <p:cNvPr id="3079" name="Picture 2" descr="E:\党办校办\党办校办文件夹\学校资料\学校标志\校徽透明_蓝_完美版-2.png"/>
          <p:cNvPicPr>
            <a:picLocks noChangeAspect="1" noChangeArrowheads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45475" y="187325"/>
            <a:ext cx="630238" cy="839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63" r:id="rId1"/>
    <p:sldLayoutId id="2147483664" r:id="rId2"/>
    <p:sldLayoutId id="2147483665" r:id="rId3"/>
    <p:sldLayoutId id="2147483666" r:id="rId4"/>
    <p:sldLayoutId id="2147483667" r:id="rId5"/>
    <p:sldLayoutId id="2147483668" r:id="rId6"/>
    <p:sldLayoutId id="2147483669" r:id="rId7"/>
    <p:sldLayoutId id="2147483670" r:id="rId8"/>
    <p:sldLayoutId id="2147483671" r:id="rId9"/>
    <p:sldLayoutId id="2147483672" r:id="rId10"/>
    <p:sldLayoutId id="2147483673" r:id="rId11"/>
    <p:sldLayoutId id="2147483674" r:id="rId12"/>
    <p:sldLayoutId id="2147483675" r:id="rId13"/>
  </p:sldLayoutIdLst>
  <p:txStyles>
    <p:titleStyle>
      <a:lvl1pPr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+mj-lt"/>
          <a:ea typeface="华文中宋" panose="02010600040101010101" pitchFamily="2" charset="-122"/>
          <a:cs typeface="华文中宋" panose="02010600040101010101" pitchFamily="2" charset="-122"/>
          <a:sym typeface="Times New Roman" panose="02020603050405020304" pitchFamily="18" charset="0"/>
        </a:defRPr>
      </a:lvl1pPr>
      <a:lvl2pPr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2pPr>
      <a:lvl3pPr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3pPr>
      <a:lvl4pPr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4pPr>
      <a:lvl5pPr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5pPr>
      <a:lvl6pPr marL="457200"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6pPr>
      <a:lvl7pPr marL="914400"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7pPr>
      <a:lvl8pPr marL="1371600"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8pPr>
      <a:lvl9pPr marL="1828800" algn="l" rtl="0" eaLnBrk="0" fontAlgn="base" hangingPunct="0">
        <a:spcBef>
          <a:spcPts val="1700"/>
        </a:spcBef>
        <a:spcAft>
          <a:spcPts val="1650"/>
        </a:spcAft>
        <a:defRPr sz="3200" b="1">
          <a:solidFill>
            <a:srgbClr val="0000FF"/>
          </a:solidFill>
          <a:latin typeface="Times New Roman" panose="02020603050405020304" pitchFamily="18" charset="0"/>
          <a:ea typeface="黑体" panose="02010609060101010101" pitchFamily="49" charset="-122"/>
          <a:sym typeface="Times New Roman" panose="02020603050405020304" pitchFamily="18" charset="0"/>
        </a:defRPr>
      </a:lvl9pPr>
    </p:titleStyle>
    <p:bodyStyle>
      <a:lvl1pPr marL="342900" indent="-342900" algn="just" defTabSz="0" rtl="0" eaLnBrk="0" fontAlgn="base" hangingPunct="0">
        <a:lnSpc>
          <a:spcPct val="105000"/>
        </a:lnSpc>
        <a:spcBef>
          <a:spcPts val="1300"/>
        </a:spcBef>
        <a:spcAft>
          <a:spcPts val="1300"/>
        </a:spcAft>
        <a:buClr>
          <a:srgbClr val="0000FF"/>
        </a:buClr>
        <a:buFont typeface="Wingdings" panose="05000000000000000000" pitchFamily="2" charset="2"/>
        <a:buChar char="u"/>
        <a:defRPr sz="2800" b="1">
          <a:solidFill>
            <a:srgbClr val="0C00AC"/>
          </a:solidFill>
          <a:latin typeface="华文中宋" panose="02010600040101010101" pitchFamily="2" charset="-122"/>
          <a:ea typeface="+mn-ea"/>
          <a:cs typeface="楷体_GB2312" panose="02010609030101010101" charset="-122"/>
          <a:sym typeface="Arial" panose="020B0604020202020204" pitchFamily="34" charset="0"/>
        </a:defRPr>
      </a:lvl1pPr>
      <a:lvl2pPr marL="742950" indent="-285750" algn="just" defTabSz="0" rtl="0" eaLnBrk="0" fontAlgn="base" hangingPunct="0">
        <a:spcBef>
          <a:spcPts val="1300"/>
        </a:spcBef>
        <a:spcAft>
          <a:spcPts val="1300"/>
        </a:spcAft>
        <a:buClr>
          <a:srgbClr val="FF6600"/>
        </a:buClr>
        <a:buFont typeface="Wingdings" panose="05000000000000000000" pitchFamily="2" charset="2"/>
        <a:buChar char="Ø"/>
        <a:defRPr sz="2800" b="1">
          <a:solidFill>
            <a:schemeClr val="tx1"/>
          </a:solidFill>
          <a:latin typeface="+mj-lt"/>
          <a:ea typeface="+mn-ea"/>
          <a:cs typeface="楷体_GB2312" panose="02010609030101010101" charset="-122"/>
          <a:sym typeface="Arial" panose="020B0604020202020204" pitchFamily="34" charset="0"/>
        </a:defRPr>
      </a:lvl2pPr>
      <a:lvl3pPr marL="1143000" indent="-228600" algn="just" defTabSz="0" rtl="0" eaLnBrk="0" fontAlgn="base" hangingPunct="0">
        <a:spcBef>
          <a:spcPct val="20000"/>
        </a:spcBef>
        <a:spcAft>
          <a:spcPct val="0"/>
        </a:spcAft>
        <a:buClr>
          <a:srgbClr val="FF6600"/>
        </a:buClr>
        <a:buFont typeface="Wingdings" panose="05000000000000000000" pitchFamily="2" charset="2"/>
        <a:buChar char="•"/>
        <a:defRPr sz="2400" b="1">
          <a:solidFill>
            <a:schemeClr val="tx1"/>
          </a:solidFill>
          <a:latin typeface="华文中宋" panose="02010600040101010101" pitchFamily="2" charset="-122"/>
          <a:ea typeface="宋体" panose="02010600030101010101" pitchFamily="2" charset="-122"/>
          <a:cs typeface="楷体_GB2312" panose="02010609030101010101" charset="-122"/>
          <a:sym typeface="Arial" panose="020B0604020202020204" pitchFamily="34" charset="0"/>
        </a:defRPr>
      </a:lvl3pPr>
      <a:lvl4pPr marL="1600200" indent="-228600" algn="just" defTabSz="0" rtl="0" eaLnBrk="0" fontAlgn="base" hangingPunct="0">
        <a:spcBef>
          <a:spcPct val="20000"/>
        </a:spcBef>
        <a:spcAft>
          <a:spcPct val="0"/>
        </a:spcAft>
        <a:buClr>
          <a:srgbClr val="FF6600"/>
        </a:buClr>
        <a:buFont typeface="Wingdings" panose="05000000000000000000" pitchFamily="2" charset="2"/>
        <a:buChar char="–"/>
        <a:defRPr sz="2000" b="1">
          <a:solidFill>
            <a:schemeClr val="tx1"/>
          </a:solidFill>
          <a:latin typeface="华文中宋" panose="02010600040101010101" pitchFamily="2" charset="-122"/>
          <a:ea typeface="宋体" panose="02010600030101010101" pitchFamily="2" charset="-122"/>
          <a:cs typeface="楷体_GB2312" panose="02010609030101010101" charset="-122"/>
          <a:sym typeface="Arial" panose="020B0604020202020204" pitchFamily="34" charset="0"/>
        </a:defRPr>
      </a:lvl4pPr>
      <a:lvl5pPr marL="2057400" indent="-228600" algn="just" defTabSz="0" rtl="0" eaLnBrk="0" fontAlgn="base" hangingPunct="0">
        <a:spcBef>
          <a:spcPct val="20000"/>
        </a:spcBef>
        <a:spcAft>
          <a:spcPct val="0"/>
        </a:spcAft>
        <a:buClr>
          <a:srgbClr val="FF6600"/>
        </a:buClr>
        <a:buFont typeface="Wingdings" panose="05000000000000000000" pitchFamily="2" charset="2"/>
        <a:buChar char="»"/>
        <a:defRPr sz="2000" b="1">
          <a:solidFill>
            <a:schemeClr val="tx1"/>
          </a:solidFill>
          <a:latin typeface="华文中宋" panose="02010600040101010101" pitchFamily="2" charset="-122"/>
          <a:ea typeface="宋体" panose="02010600030101010101" pitchFamily="2" charset="-122"/>
          <a:cs typeface="楷体_GB2312" panose="02010609030101010101" charset="-122"/>
          <a:sym typeface="Arial" panose="020B0604020202020204" pitchFamily="34" charset="0"/>
        </a:defRPr>
      </a:lvl5pPr>
      <a:lvl6pPr marL="2514600" indent="-228600" algn="just" defTabSz="0" rtl="0" eaLnBrk="0" fontAlgn="base" hangingPunct="0">
        <a:spcBef>
          <a:spcPct val="20000"/>
        </a:spcBef>
        <a:spcAft>
          <a:spcPct val="0"/>
        </a:spcAft>
        <a:buClr>
          <a:srgbClr val="FF6600"/>
        </a:buClr>
        <a:buFont typeface="Wingdings" panose="05000000000000000000" pitchFamily="2" charset="2"/>
        <a:buChar char="»"/>
        <a:defRPr sz="2000" b="1">
          <a:solidFill>
            <a:schemeClr val="tx1"/>
          </a:solidFill>
          <a:latin typeface="+mn-lt"/>
          <a:ea typeface="宋体" panose="02010600030101010101" pitchFamily="2" charset="-122"/>
          <a:sym typeface="Arial" panose="020B0604020202020204" pitchFamily="34" charset="0"/>
        </a:defRPr>
      </a:lvl6pPr>
      <a:lvl7pPr marL="2971800" indent="-228600" algn="just" defTabSz="0" rtl="0" eaLnBrk="0" fontAlgn="base" hangingPunct="0">
        <a:spcBef>
          <a:spcPct val="20000"/>
        </a:spcBef>
        <a:spcAft>
          <a:spcPct val="0"/>
        </a:spcAft>
        <a:buClr>
          <a:srgbClr val="FF6600"/>
        </a:buClr>
        <a:buFont typeface="Wingdings" panose="05000000000000000000" pitchFamily="2" charset="2"/>
        <a:buChar char="»"/>
        <a:defRPr sz="2000" b="1">
          <a:solidFill>
            <a:schemeClr val="tx1"/>
          </a:solidFill>
          <a:latin typeface="+mn-lt"/>
          <a:ea typeface="宋体" panose="02010600030101010101" pitchFamily="2" charset="-122"/>
          <a:sym typeface="Arial" panose="020B0604020202020204" pitchFamily="34" charset="0"/>
        </a:defRPr>
      </a:lvl7pPr>
      <a:lvl8pPr marL="3429000" indent="-228600" algn="just" defTabSz="0" rtl="0" eaLnBrk="0" fontAlgn="base" hangingPunct="0">
        <a:spcBef>
          <a:spcPct val="20000"/>
        </a:spcBef>
        <a:spcAft>
          <a:spcPct val="0"/>
        </a:spcAft>
        <a:buClr>
          <a:srgbClr val="FF6600"/>
        </a:buClr>
        <a:buFont typeface="Wingdings" panose="05000000000000000000" pitchFamily="2" charset="2"/>
        <a:buChar char="»"/>
        <a:defRPr sz="2000" b="1">
          <a:solidFill>
            <a:schemeClr val="tx1"/>
          </a:solidFill>
          <a:latin typeface="+mn-lt"/>
          <a:ea typeface="宋体" panose="02010600030101010101" pitchFamily="2" charset="-122"/>
          <a:sym typeface="Arial" panose="020B0604020202020204" pitchFamily="34" charset="0"/>
        </a:defRPr>
      </a:lvl8pPr>
      <a:lvl9pPr marL="3886200" indent="-228600" algn="just" defTabSz="0" rtl="0" eaLnBrk="0" fontAlgn="base" hangingPunct="0">
        <a:spcBef>
          <a:spcPct val="20000"/>
        </a:spcBef>
        <a:spcAft>
          <a:spcPct val="0"/>
        </a:spcAft>
        <a:buClr>
          <a:srgbClr val="FF6600"/>
        </a:buClr>
        <a:buFont typeface="Wingdings" panose="05000000000000000000" pitchFamily="2" charset="2"/>
        <a:buChar char="»"/>
        <a:defRPr sz="2000" b="1">
          <a:solidFill>
            <a:schemeClr val="tx1"/>
          </a:solidFill>
          <a:latin typeface="+mn-lt"/>
          <a:ea typeface="宋体" panose="02010600030101010101" pitchFamily="2" charset="-122"/>
          <a:sym typeface="Arial" panose="020B0604020202020204" pitchFamily="34" charset="0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AutoShape 29"/>
          <p:cNvSpPr>
            <a:spLocks noChangeArrowheads="1"/>
          </p:cNvSpPr>
          <p:nvPr userDrawn="1"/>
        </p:nvSpPr>
        <p:spPr bwMode="auto">
          <a:xfrm>
            <a:off x="611188" y="188913"/>
            <a:ext cx="3241675" cy="144462"/>
          </a:xfrm>
          <a:prstGeom prst="cloudCallout">
            <a:avLst>
              <a:gd name="adj1" fmla="val 49019"/>
              <a:gd name="adj2" fmla="val 6042"/>
            </a:avLst>
          </a:prstGeom>
          <a:gradFill rotWithShape="1">
            <a:gsLst>
              <a:gs pos="0">
                <a:schemeClr val="bg1"/>
              </a:gs>
              <a:gs pos="100000">
                <a:schemeClr val="bg1">
                  <a:alpha val="32001"/>
                </a:schemeClr>
              </a:gs>
            </a:gsLst>
            <a:path path="rect">
              <a:fillToRect l="50000" t="50000" r="50000" b="50000"/>
            </a:path>
          </a:gradFill>
          <a:ln>
            <a:noFill/>
          </a:ln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0" lang="zh-CN" altLang="zh-CN" sz="1800">
              <a:solidFill>
                <a:srgbClr val="000000"/>
              </a:solidFill>
              <a:latin typeface="华文中宋" panose="02010600040101010101" pitchFamily="2" charset="-122"/>
              <a:cs typeface="华文中宋" panose="02010600040101010101" pitchFamily="2" charset="-122"/>
            </a:endParaRPr>
          </a:p>
        </p:txBody>
      </p:sp>
      <p:sp>
        <p:nvSpPr>
          <p:cNvPr id="1027" name="AutoShape 27"/>
          <p:cNvSpPr>
            <a:spLocks noChangeArrowheads="1"/>
          </p:cNvSpPr>
          <p:nvPr userDrawn="1"/>
        </p:nvSpPr>
        <p:spPr bwMode="auto">
          <a:xfrm>
            <a:off x="4140200" y="115888"/>
            <a:ext cx="1223963" cy="142875"/>
          </a:xfrm>
          <a:prstGeom prst="cloudCallout">
            <a:avLst>
              <a:gd name="adj1" fmla="val 36639"/>
              <a:gd name="adj2" fmla="val 35556"/>
            </a:avLst>
          </a:prstGeom>
          <a:gradFill rotWithShape="1">
            <a:gsLst>
              <a:gs pos="0">
                <a:schemeClr val="bg1"/>
              </a:gs>
              <a:gs pos="100000">
                <a:schemeClr val="bg1">
                  <a:alpha val="32001"/>
                </a:schemeClr>
              </a:gs>
            </a:gsLst>
            <a:path path="rect">
              <a:fillToRect l="50000" t="50000" r="50000" b="50000"/>
            </a:path>
          </a:gradFill>
          <a:ln>
            <a:noFill/>
          </a:ln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0" lang="zh-CN" altLang="zh-CN" sz="1800">
              <a:solidFill>
                <a:srgbClr val="000000"/>
              </a:solidFill>
              <a:latin typeface="华文中宋" panose="02010600040101010101" pitchFamily="2" charset="-122"/>
              <a:cs typeface="华文中宋" panose="02010600040101010101" pitchFamily="2" charset="-122"/>
            </a:endParaRPr>
          </a:p>
        </p:txBody>
      </p:sp>
      <p:sp>
        <p:nvSpPr>
          <p:cNvPr id="1028" name="AutoShape 8"/>
          <p:cNvSpPr>
            <a:spLocks noChangeArrowheads="1"/>
          </p:cNvSpPr>
          <p:nvPr userDrawn="1"/>
        </p:nvSpPr>
        <p:spPr bwMode="auto">
          <a:xfrm>
            <a:off x="358775" y="114300"/>
            <a:ext cx="2519363" cy="312738"/>
          </a:xfrm>
          <a:prstGeom prst="cloudCallout">
            <a:avLst>
              <a:gd name="adj1" fmla="val -7907"/>
              <a:gd name="adj2" fmla="val 2792"/>
            </a:avLst>
          </a:prstGeom>
          <a:gradFill rotWithShape="1">
            <a:gsLst>
              <a:gs pos="0">
                <a:schemeClr val="bg1"/>
              </a:gs>
              <a:gs pos="100000">
                <a:schemeClr val="bg1">
                  <a:alpha val="32001"/>
                </a:schemeClr>
              </a:gs>
            </a:gsLst>
            <a:path path="rect">
              <a:fillToRect l="50000" t="50000" r="50000" b="50000"/>
            </a:path>
          </a:gradFill>
          <a:ln>
            <a:noFill/>
          </a:ln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0" lang="zh-CN" altLang="zh-CN" sz="1800">
              <a:solidFill>
                <a:srgbClr val="000000"/>
              </a:solidFill>
              <a:latin typeface="华文中宋" panose="02010600040101010101" pitchFamily="2" charset="-122"/>
              <a:cs typeface="华文中宋" panose="02010600040101010101" pitchFamily="2" charset="-122"/>
            </a:endParaRPr>
          </a:p>
        </p:txBody>
      </p:sp>
      <p:sp>
        <p:nvSpPr>
          <p:cNvPr id="1029" name="AutoShape 10"/>
          <p:cNvSpPr>
            <a:spLocks noChangeArrowheads="1"/>
          </p:cNvSpPr>
          <p:nvPr userDrawn="1"/>
        </p:nvSpPr>
        <p:spPr bwMode="auto">
          <a:xfrm>
            <a:off x="3924300" y="0"/>
            <a:ext cx="3887788" cy="188913"/>
          </a:xfrm>
          <a:prstGeom prst="cloudCallout">
            <a:avLst>
              <a:gd name="adj1" fmla="val 17782"/>
              <a:gd name="adj2" fmla="val -34032"/>
            </a:avLst>
          </a:prstGeom>
          <a:gradFill rotWithShape="1">
            <a:gsLst>
              <a:gs pos="0">
                <a:schemeClr val="bg1"/>
              </a:gs>
              <a:gs pos="100000">
                <a:schemeClr val="bg1">
                  <a:alpha val="32001"/>
                </a:schemeClr>
              </a:gs>
            </a:gsLst>
            <a:path path="rect">
              <a:fillToRect l="50000" t="50000" r="50000" b="50000"/>
            </a:path>
          </a:gradFill>
          <a:ln>
            <a:noFill/>
          </a:ln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0" lang="zh-CN" altLang="zh-CN" sz="1800">
              <a:solidFill>
                <a:srgbClr val="000000"/>
              </a:solidFill>
              <a:latin typeface="华文中宋" panose="02010600040101010101" pitchFamily="2" charset="-122"/>
              <a:cs typeface="华文中宋" panose="02010600040101010101" pitchFamily="2" charset="-122"/>
            </a:endParaRPr>
          </a:p>
        </p:txBody>
      </p:sp>
      <p:sp>
        <p:nvSpPr>
          <p:cNvPr id="1030" name="AutoShape 24"/>
          <p:cNvSpPr>
            <a:spLocks noChangeArrowheads="1"/>
          </p:cNvSpPr>
          <p:nvPr userDrawn="1"/>
        </p:nvSpPr>
        <p:spPr bwMode="auto">
          <a:xfrm>
            <a:off x="1547813" y="115888"/>
            <a:ext cx="1655762" cy="144462"/>
          </a:xfrm>
          <a:prstGeom prst="cloudCallout">
            <a:avLst>
              <a:gd name="adj1" fmla="val 14046"/>
              <a:gd name="adj2" fmla="val -15935"/>
            </a:avLst>
          </a:prstGeom>
          <a:gradFill rotWithShape="1">
            <a:gsLst>
              <a:gs pos="0">
                <a:schemeClr val="bg1"/>
              </a:gs>
              <a:gs pos="100000">
                <a:schemeClr val="bg1">
                  <a:alpha val="32001"/>
                </a:schemeClr>
              </a:gs>
            </a:gsLst>
            <a:path path="rect">
              <a:fillToRect l="50000" t="50000" r="50000" b="50000"/>
            </a:path>
          </a:gradFill>
          <a:ln>
            <a:noFill/>
          </a:ln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0" lang="zh-CN" altLang="zh-CN" sz="1800">
              <a:solidFill>
                <a:srgbClr val="000000"/>
              </a:solidFill>
              <a:latin typeface="华文中宋" panose="02010600040101010101" pitchFamily="2" charset="-122"/>
              <a:cs typeface="华文中宋" panose="02010600040101010101" pitchFamily="2" charset="-122"/>
            </a:endParaRPr>
          </a:p>
        </p:txBody>
      </p:sp>
      <p:sp>
        <p:nvSpPr>
          <p:cNvPr id="1031" name="AutoShape 26"/>
          <p:cNvSpPr>
            <a:spLocks noChangeArrowheads="1"/>
          </p:cNvSpPr>
          <p:nvPr userDrawn="1"/>
        </p:nvSpPr>
        <p:spPr bwMode="auto">
          <a:xfrm>
            <a:off x="0" y="-71438"/>
            <a:ext cx="1223963" cy="142876"/>
          </a:xfrm>
          <a:prstGeom prst="cloudCallout">
            <a:avLst>
              <a:gd name="adj1" fmla="val 36639"/>
              <a:gd name="adj2" fmla="val -15556"/>
            </a:avLst>
          </a:prstGeom>
          <a:gradFill rotWithShape="1">
            <a:gsLst>
              <a:gs pos="0">
                <a:schemeClr val="bg1"/>
              </a:gs>
              <a:gs pos="100000">
                <a:schemeClr val="bg1">
                  <a:alpha val="32001"/>
                </a:schemeClr>
              </a:gs>
            </a:gsLst>
            <a:path path="rect">
              <a:fillToRect l="50000" t="50000" r="50000" b="50000"/>
            </a:path>
          </a:gradFill>
          <a:ln>
            <a:noFill/>
          </a:ln>
        </p:spPr>
        <p:txBody>
          <a:bodyPr/>
          <a:lstStyle>
            <a:lvl1pPr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algn="ctr" eaLnBrk="1" hangingPunct="1">
              <a:defRPr/>
            </a:pPr>
            <a:endParaRPr kumimoji="0" lang="zh-CN" altLang="zh-CN" sz="1800">
              <a:solidFill>
                <a:srgbClr val="000000"/>
              </a:solidFill>
              <a:latin typeface="华文中宋" panose="02010600040101010101" pitchFamily="2" charset="-122"/>
              <a:cs typeface="华文中宋" panose="02010600040101010101" pitchFamily="2" charset="-122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</p:sldLayoutIdLst>
  <p:hf hdr="0" ftr="0" dt="0"/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b="1" kern="1200">
          <a:solidFill>
            <a:schemeClr val="tx2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Times New Roman" panose="02020603050405020304" pitchFamily="18" charset="0"/>
          <a:ea typeface="宋体" panose="02010600030101010101" pitchFamily="2" charset="-122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Times New Roman" panose="02020603050405020304" pitchFamily="18" charset="0"/>
          <a:ea typeface="宋体" panose="02010600030101010101" pitchFamily="2" charset="-122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Times New Roman" panose="02020603050405020304" pitchFamily="18" charset="0"/>
          <a:ea typeface="宋体" panose="02010600030101010101" pitchFamily="2" charset="-122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Times New Roman" panose="02020603050405020304" pitchFamily="18" charset="0"/>
          <a:ea typeface="宋体" panose="02010600030101010101" pitchFamily="2" charset="-122"/>
        </a:defRPr>
      </a:lvl5pPr>
      <a:lvl6pPr marL="457200" algn="ctr" rtl="0" fontAlgn="base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Times New Roman" panose="02020603050405020304" pitchFamily="18" charset="0"/>
          <a:ea typeface="宋体" panose="02010600030101010101" pitchFamily="2" charset="-122"/>
        </a:defRPr>
      </a:lvl6pPr>
      <a:lvl7pPr marL="914400" algn="ctr" rtl="0" fontAlgn="base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Times New Roman" panose="02020603050405020304" pitchFamily="18" charset="0"/>
          <a:ea typeface="宋体" panose="02010600030101010101" pitchFamily="2" charset="-122"/>
        </a:defRPr>
      </a:lvl7pPr>
      <a:lvl8pPr marL="1371600" algn="ctr" rtl="0" fontAlgn="base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Times New Roman" panose="02020603050405020304" pitchFamily="18" charset="0"/>
          <a:ea typeface="宋体" panose="02010600030101010101" pitchFamily="2" charset="-122"/>
        </a:defRPr>
      </a:lvl8pPr>
      <a:lvl9pPr marL="1828800" algn="ctr" rtl="0" fontAlgn="base">
        <a:spcBef>
          <a:spcPct val="0"/>
        </a:spcBef>
        <a:spcAft>
          <a:spcPct val="0"/>
        </a:spcAft>
        <a:defRPr sz="4400" b="1">
          <a:solidFill>
            <a:schemeClr val="tx2"/>
          </a:solidFill>
          <a:latin typeface="Times New Roman" panose="02020603050405020304" pitchFamily="18" charset="0"/>
          <a:ea typeface="宋体" panose="02010600030101010101" pitchFamily="2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24200" y="6248400"/>
            <a:ext cx="28956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 algn="ctr">
              <a:defRPr sz="1200">
                <a:solidFill>
                  <a:srgbClr val="000000"/>
                </a:solidFill>
                <a:latin typeface="华文中宋" panose="02010600040101010101" pitchFamily="2" charset="-122"/>
                <a:ea typeface="+mn-ea"/>
                <a:cs typeface="华文中宋" panose="02010600040101010101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6387" name="Rectangle 3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53200" y="6248400"/>
            <a:ext cx="2133600" cy="4572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 algn="r">
              <a:defRPr sz="1200">
                <a:solidFill>
                  <a:srgbClr val="000000"/>
                </a:solidFill>
                <a:latin typeface="Arial Black" panose="020B0A04020102020204" pitchFamily="34" charset="0"/>
                <a:ea typeface="宋体" panose="02010600030101010101" pitchFamily="2" charset="-122"/>
                <a:cs typeface="华文中宋" panose="02010600040101010101" pitchFamily="2" charset="-122"/>
              </a:defRPr>
            </a:lvl1pPr>
          </a:lstStyle>
          <a:p>
            <a:pPr>
              <a:defRPr/>
            </a:pPr>
            <a:fld id="{18D3D8D6-D2D6-43CF-91A8-D9580B07DE9B}" type="slidenum">
              <a:rPr lang="en-US" altLang="zh-CN"/>
              <a:t>‹#›</a:t>
            </a:fld>
            <a:endParaRPr lang="en-US" altLang="zh-CN"/>
          </a:p>
        </p:txBody>
      </p:sp>
      <p:grpSp>
        <p:nvGrpSpPr>
          <p:cNvPr id="1028" name="Group 4"/>
          <p:cNvGrpSpPr/>
          <p:nvPr/>
        </p:nvGrpSpPr>
        <p:grpSpPr bwMode="auto">
          <a:xfrm>
            <a:off x="0" y="0"/>
            <a:ext cx="9144000" cy="546100"/>
            <a:chOff x="0" y="0"/>
            <a:chExt cx="5760" cy="344"/>
          </a:xfrm>
        </p:grpSpPr>
        <p:sp>
          <p:nvSpPr>
            <p:cNvPr id="2056" name="Rectangle 5"/>
            <p:cNvSpPr>
              <a:spLocks noChangeArrowheads="1"/>
            </p:cNvSpPr>
            <p:nvPr/>
          </p:nvSpPr>
          <p:spPr bwMode="auto">
            <a:xfrm>
              <a:off x="0" y="0"/>
              <a:ext cx="180" cy="336"/>
            </a:xfrm>
            <a:prstGeom prst="rect">
              <a:avLst/>
            </a:prstGeom>
            <a:gradFill rotWithShape="0">
              <a:gsLst>
                <a:gs pos="0">
                  <a:schemeClr val="folHlink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</p:spPr>
          <p:txBody>
            <a:bodyPr wrap="none" anchor="ctr"/>
            <a:lstStyle>
              <a:lvl1pPr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algn="ctr">
                <a:defRPr/>
              </a:pPr>
              <a:endParaRPr lang="zh-CN" altLang="zh-CN">
                <a:solidFill>
                  <a:srgbClr val="000000"/>
                </a:solidFill>
                <a:cs typeface="华文中宋" panose="02010600040101010101" pitchFamily="2" charset="-122"/>
              </a:endParaRPr>
            </a:p>
          </p:txBody>
        </p:sp>
        <p:sp>
          <p:nvSpPr>
            <p:cNvPr id="2057" name="Rectangle 6"/>
            <p:cNvSpPr>
              <a:spLocks noChangeArrowheads="1"/>
            </p:cNvSpPr>
            <p:nvPr/>
          </p:nvSpPr>
          <p:spPr bwMode="auto">
            <a:xfrm>
              <a:off x="260" y="85"/>
              <a:ext cx="5500" cy="173"/>
            </a:xfrm>
            <a:prstGeom prst="rect">
              <a:avLst/>
            </a:prstGeom>
            <a:gradFill rotWithShape="0">
              <a:gsLst>
                <a:gs pos="0">
                  <a:schemeClr val="bg2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</p:spPr>
          <p:txBody>
            <a:bodyPr/>
            <a:lstStyle>
              <a:lvl1pPr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>
                <a:defRPr/>
              </a:pPr>
              <a:endParaRPr lang="zh-CN" altLang="zh-CN">
                <a:solidFill>
                  <a:srgbClr val="000000"/>
                </a:solidFill>
                <a:cs typeface="华文中宋" panose="02010600040101010101" pitchFamily="2" charset="-122"/>
              </a:endParaRPr>
            </a:p>
          </p:txBody>
        </p:sp>
        <p:sp>
          <p:nvSpPr>
            <p:cNvPr id="2058" name="Rectangle 7"/>
            <p:cNvSpPr>
              <a:spLocks noChangeArrowheads="1"/>
            </p:cNvSpPr>
            <p:nvPr/>
          </p:nvSpPr>
          <p:spPr bwMode="auto">
            <a:xfrm>
              <a:off x="258" y="85"/>
              <a:ext cx="87" cy="89"/>
            </a:xfrm>
            <a:prstGeom prst="rect">
              <a:avLst/>
            </a:prstGeom>
            <a:solidFill>
              <a:schemeClr val="folHlink"/>
            </a:solidFill>
            <a:ln>
              <a:noFill/>
            </a:ln>
          </p:spPr>
          <p:txBody>
            <a:bodyPr/>
            <a:lstStyle>
              <a:lvl1pPr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>
                <a:defRPr/>
              </a:pPr>
              <a:endParaRPr lang="zh-CN" altLang="zh-CN" sz="1800">
                <a:solidFill>
                  <a:srgbClr val="666699"/>
                </a:solidFill>
                <a:latin typeface="华文中宋" panose="02010600040101010101" pitchFamily="2" charset="-122"/>
                <a:cs typeface="华文中宋" panose="02010600040101010101" pitchFamily="2" charset="-122"/>
              </a:endParaRPr>
            </a:p>
          </p:txBody>
        </p:sp>
        <p:sp>
          <p:nvSpPr>
            <p:cNvPr id="2059" name="Rectangle 8"/>
            <p:cNvSpPr>
              <a:spLocks noChangeArrowheads="1"/>
            </p:cNvSpPr>
            <p:nvPr/>
          </p:nvSpPr>
          <p:spPr bwMode="auto">
            <a:xfrm>
              <a:off x="345" y="0"/>
              <a:ext cx="88" cy="87"/>
            </a:xfrm>
            <a:prstGeom prst="rect">
              <a:avLst/>
            </a:prstGeom>
            <a:solidFill>
              <a:schemeClr val="folHlink"/>
            </a:solidFill>
            <a:ln>
              <a:noFill/>
            </a:ln>
          </p:spPr>
          <p:txBody>
            <a:bodyPr/>
            <a:lstStyle>
              <a:lvl1pPr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>
                <a:defRPr/>
              </a:pPr>
              <a:endParaRPr lang="zh-CN" altLang="zh-CN" sz="1800">
                <a:solidFill>
                  <a:srgbClr val="666699"/>
                </a:solidFill>
                <a:latin typeface="华文中宋" panose="02010600040101010101" pitchFamily="2" charset="-122"/>
                <a:cs typeface="华文中宋" panose="02010600040101010101" pitchFamily="2" charset="-122"/>
              </a:endParaRPr>
            </a:p>
          </p:txBody>
        </p:sp>
        <p:sp>
          <p:nvSpPr>
            <p:cNvPr id="2060" name="Rectangle 9"/>
            <p:cNvSpPr>
              <a:spLocks noChangeArrowheads="1"/>
            </p:cNvSpPr>
            <p:nvPr/>
          </p:nvSpPr>
          <p:spPr bwMode="auto">
            <a:xfrm>
              <a:off x="345" y="85"/>
              <a:ext cx="88" cy="89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lstStyle>
              <a:lvl1pPr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>
                <a:defRPr/>
              </a:pPr>
              <a:endParaRPr lang="zh-CN" altLang="zh-CN" sz="1800">
                <a:solidFill>
                  <a:srgbClr val="9999CC"/>
                </a:solidFill>
                <a:latin typeface="华文中宋" panose="02010600040101010101" pitchFamily="2" charset="-122"/>
                <a:cs typeface="华文中宋" panose="02010600040101010101" pitchFamily="2" charset="-122"/>
              </a:endParaRPr>
            </a:p>
          </p:txBody>
        </p:sp>
        <p:sp>
          <p:nvSpPr>
            <p:cNvPr id="2061" name="Rectangle 10"/>
            <p:cNvSpPr>
              <a:spLocks noChangeArrowheads="1"/>
            </p:cNvSpPr>
            <p:nvPr/>
          </p:nvSpPr>
          <p:spPr bwMode="auto">
            <a:xfrm>
              <a:off x="173" y="173"/>
              <a:ext cx="86" cy="87"/>
            </a:xfrm>
            <a:prstGeom prst="rect">
              <a:avLst/>
            </a:prstGeom>
            <a:solidFill>
              <a:schemeClr val="folHlink"/>
            </a:solidFill>
            <a:ln>
              <a:noFill/>
            </a:ln>
          </p:spPr>
          <p:txBody>
            <a:bodyPr/>
            <a:lstStyle>
              <a:lvl1pPr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>
                <a:defRPr/>
              </a:pPr>
              <a:endParaRPr lang="zh-CN" altLang="zh-CN" sz="1800">
                <a:solidFill>
                  <a:srgbClr val="666699"/>
                </a:solidFill>
                <a:latin typeface="华文中宋" panose="02010600040101010101" pitchFamily="2" charset="-122"/>
                <a:cs typeface="华文中宋" panose="02010600040101010101" pitchFamily="2" charset="-122"/>
              </a:endParaRPr>
            </a:p>
          </p:txBody>
        </p:sp>
        <p:sp>
          <p:nvSpPr>
            <p:cNvPr id="2062" name="Rectangle 11"/>
            <p:cNvSpPr>
              <a:spLocks noChangeArrowheads="1"/>
            </p:cNvSpPr>
            <p:nvPr/>
          </p:nvSpPr>
          <p:spPr bwMode="auto">
            <a:xfrm>
              <a:off x="83" y="86"/>
              <a:ext cx="89" cy="87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txBody>
            <a:bodyPr/>
            <a:lstStyle>
              <a:lvl1pPr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>
                <a:defRPr/>
              </a:pPr>
              <a:endParaRPr lang="zh-CN" altLang="zh-CN">
                <a:solidFill>
                  <a:srgbClr val="000000"/>
                </a:solidFill>
                <a:cs typeface="华文中宋" panose="02010600040101010101" pitchFamily="2" charset="-122"/>
              </a:endParaRPr>
            </a:p>
          </p:txBody>
        </p:sp>
        <p:sp>
          <p:nvSpPr>
            <p:cNvPr id="2063" name="Rectangle 12"/>
            <p:cNvSpPr>
              <a:spLocks noChangeArrowheads="1"/>
            </p:cNvSpPr>
            <p:nvPr/>
          </p:nvSpPr>
          <p:spPr bwMode="auto">
            <a:xfrm>
              <a:off x="258" y="171"/>
              <a:ext cx="87" cy="87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lstStyle>
              <a:lvl1pPr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>
                <a:defRPr/>
              </a:pPr>
              <a:endParaRPr lang="zh-CN" altLang="zh-CN" sz="1800">
                <a:solidFill>
                  <a:srgbClr val="9999CC"/>
                </a:solidFill>
                <a:latin typeface="华文中宋" panose="02010600040101010101" pitchFamily="2" charset="-122"/>
                <a:cs typeface="华文中宋" panose="02010600040101010101" pitchFamily="2" charset="-122"/>
              </a:endParaRPr>
            </a:p>
          </p:txBody>
        </p:sp>
        <p:sp>
          <p:nvSpPr>
            <p:cNvPr id="2064" name="Rectangle 13"/>
            <p:cNvSpPr>
              <a:spLocks noChangeArrowheads="1"/>
            </p:cNvSpPr>
            <p:nvPr/>
          </p:nvSpPr>
          <p:spPr bwMode="auto">
            <a:xfrm>
              <a:off x="173" y="258"/>
              <a:ext cx="86" cy="86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/>
            <a:lstStyle>
              <a:lvl1pPr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>
                <a:defRPr/>
              </a:pPr>
              <a:endParaRPr lang="zh-CN" altLang="zh-CN" sz="1800">
                <a:solidFill>
                  <a:srgbClr val="9999CC"/>
                </a:solidFill>
                <a:latin typeface="华文中宋" panose="02010600040101010101" pitchFamily="2" charset="-122"/>
                <a:cs typeface="华文中宋" panose="02010600040101010101" pitchFamily="2" charset="-122"/>
              </a:endParaRPr>
            </a:p>
          </p:txBody>
        </p:sp>
      </p:grpSp>
      <p:sp>
        <p:nvSpPr>
          <p:cNvPr id="1029" name="Rectangle 14"/>
          <p:cNvSpPr>
            <a:spLocks noGrp="1" noChangeArrowheads="1"/>
          </p:cNvSpPr>
          <p:nvPr>
            <p:ph type="title"/>
          </p:nvPr>
        </p:nvSpPr>
        <p:spPr bwMode="auto">
          <a:xfrm>
            <a:off x="457200" y="457200"/>
            <a:ext cx="8229600" cy="1371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30" name="Rectangle 15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981200"/>
            <a:ext cx="8229600" cy="3886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16400" name="Rectangle 16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57200" y="6245225"/>
            <a:ext cx="2133600" cy="47625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/>
          <a:lstStyle>
            <a:lvl1pPr>
              <a:defRPr sz="1200">
                <a:solidFill>
                  <a:srgbClr val="000000"/>
                </a:solidFill>
                <a:latin typeface="华文中宋" panose="02010600040101010101" pitchFamily="2" charset="-122"/>
                <a:ea typeface="+mn-ea"/>
                <a:cs typeface="华文中宋" panose="02010600040101010101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690" r:id="rId2"/>
    <p:sldLayoutId id="2147483691" r:id="rId3"/>
    <p:sldLayoutId id="2147483692" r:id="rId4"/>
    <p:sldLayoutId id="2147483693" r:id="rId5"/>
    <p:sldLayoutId id="2147483694" r:id="rId6"/>
    <p:sldLayoutId id="2147483695" r:id="rId7"/>
    <p:sldLayoutId id="2147483696" r:id="rId8"/>
    <p:sldLayoutId id="2147483697" r:id="rId9"/>
    <p:sldLayoutId id="2147483698" r:id="rId10"/>
    <p:sldLayoutId id="2147483699" r:id="rId11"/>
  </p:sldLayoutIdLst>
  <p:transition spd="slow"/>
  <p:txStyles>
    <p:titleStyle>
      <a:lvl1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华文中宋" panose="02010600040101010101" pitchFamily="2" charset="-122"/>
          <a:ea typeface="+mj-ea"/>
          <a:cs typeface="华文中宋" panose="02010600040101010101" pitchFamily="2" charset="-122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</a:defRPr>
      </a:lvl5pPr>
      <a:lvl6pPr marL="457200" algn="l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Arial" panose="020B0604020202020204" pitchFamily="34" charset="0"/>
          <a:ea typeface="宋体" panose="02010600030101010101" pitchFamily="2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lr>
          <a:schemeClr val="bg2"/>
        </a:buClr>
        <a:buSzPct val="75000"/>
        <a:buFont typeface="Wingdings" panose="05000000000000000000" pitchFamily="2" charset="2"/>
        <a:buChar char="n"/>
        <a:defRPr sz="3200">
          <a:solidFill>
            <a:schemeClr val="tx1"/>
          </a:solidFill>
          <a:latin typeface="华文中宋" panose="02010600040101010101" pitchFamily="2" charset="-122"/>
          <a:ea typeface="+mn-ea"/>
          <a:cs typeface="华文中宋" panose="02010600040101010101" pitchFamily="2" charset="-122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80000"/>
        <a:buFont typeface="Wingdings" panose="05000000000000000000" pitchFamily="2" charset="2"/>
        <a:buChar char="¨"/>
        <a:defRPr sz="2800">
          <a:solidFill>
            <a:schemeClr val="tx1"/>
          </a:solidFill>
          <a:latin typeface="华文中宋" panose="02010600040101010101" pitchFamily="2" charset="-122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chemeClr val="bg2"/>
        </a:buClr>
        <a:buSzPct val="65000"/>
        <a:buFont typeface="Wingdings" panose="05000000000000000000" pitchFamily="2" charset="2"/>
        <a:buChar char="n"/>
        <a:defRPr sz="2400">
          <a:solidFill>
            <a:schemeClr val="tx1"/>
          </a:solidFill>
          <a:latin typeface="华文中宋" panose="02010600040101010101" pitchFamily="2" charset="-122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lr>
          <a:schemeClr val="accent2"/>
        </a:buClr>
        <a:buSzPct val="70000"/>
        <a:buFont typeface="Wingdings" panose="05000000000000000000" pitchFamily="2" charset="2"/>
        <a:buChar char="¨"/>
        <a:defRPr sz="2000">
          <a:solidFill>
            <a:schemeClr val="tx1"/>
          </a:solidFill>
          <a:latin typeface="华文中宋" panose="02010600040101010101" pitchFamily="2" charset="-122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bg2"/>
        </a:buClr>
        <a:buFont typeface="Wingdings" panose="05000000000000000000" pitchFamily="2" charset="2"/>
        <a:buChar char="§"/>
        <a:defRPr sz="2000">
          <a:solidFill>
            <a:schemeClr val="tx1"/>
          </a:solidFill>
          <a:latin typeface="华文中宋" panose="02010600040101010101" pitchFamily="2" charset="-122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bg2"/>
        </a:buClr>
        <a:buFont typeface="Wingdings" panose="05000000000000000000" pitchFamily="2" charset="2"/>
        <a:buChar char="§"/>
        <a:defRPr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bg2"/>
        </a:buClr>
        <a:buFont typeface="Wingdings" panose="05000000000000000000" pitchFamily="2" charset="2"/>
        <a:buChar char="§"/>
        <a:defRPr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bg2"/>
        </a:buClr>
        <a:buFont typeface="Wingdings" panose="05000000000000000000" pitchFamily="2" charset="2"/>
        <a:buChar char="§"/>
        <a:defRPr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bg2"/>
        </a:buClr>
        <a:buFont typeface="Wingdings" panose="05000000000000000000" pitchFamily="2" charset="2"/>
        <a:buChar char="§"/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audio" Target="../media/audio1.wav"/><Relationship Id="rId1" Type="http://schemas.openxmlformats.org/officeDocument/2006/relationships/slideLayout" Target="../slideLayouts/slideLayout44.xml"/><Relationship Id="rId4" Type="http://schemas.openxmlformats.org/officeDocument/2006/relationships/image" Target="../media/image5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4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tags" Target="../tags/tag9.xml"/><Relationship Id="rId13" Type="http://schemas.openxmlformats.org/officeDocument/2006/relationships/tags" Target="../tags/tag14.xml"/><Relationship Id="rId18" Type="http://schemas.openxmlformats.org/officeDocument/2006/relationships/tags" Target="../tags/tag19.xml"/><Relationship Id="rId26" Type="http://schemas.openxmlformats.org/officeDocument/2006/relationships/slideLayout" Target="../slideLayouts/slideLayout44.xml"/><Relationship Id="rId3" Type="http://schemas.openxmlformats.org/officeDocument/2006/relationships/tags" Target="../tags/tag4.xml"/><Relationship Id="rId21" Type="http://schemas.openxmlformats.org/officeDocument/2006/relationships/tags" Target="../tags/tag22.xml"/><Relationship Id="rId7" Type="http://schemas.openxmlformats.org/officeDocument/2006/relationships/tags" Target="../tags/tag8.xml"/><Relationship Id="rId12" Type="http://schemas.openxmlformats.org/officeDocument/2006/relationships/tags" Target="../tags/tag13.xml"/><Relationship Id="rId17" Type="http://schemas.openxmlformats.org/officeDocument/2006/relationships/tags" Target="../tags/tag18.xml"/><Relationship Id="rId25" Type="http://schemas.openxmlformats.org/officeDocument/2006/relationships/tags" Target="../tags/tag26.xml"/><Relationship Id="rId2" Type="http://schemas.openxmlformats.org/officeDocument/2006/relationships/tags" Target="../tags/tag3.xml"/><Relationship Id="rId16" Type="http://schemas.openxmlformats.org/officeDocument/2006/relationships/tags" Target="../tags/tag17.xml"/><Relationship Id="rId20" Type="http://schemas.openxmlformats.org/officeDocument/2006/relationships/tags" Target="../tags/tag21.xml"/><Relationship Id="rId1" Type="http://schemas.openxmlformats.org/officeDocument/2006/relationships/tags" Target="../tags/tag2.xml"/><Relationship Id="rId6" Type="http://schemas.openxmlformats.org/officeDocument/2006/relationships/tags" Target="../tags/tag7.xml"/><Relationship Id="rId11" Type="http://schemas.openxmlformats.org/officeDocument/2006/relationships/tags" Target="../tags/tag12.xml"/><Relationship Id="rId24" Type="http://schemas.openxmlformats.org/officeDocument/2006/relationships/tags" Target="../tags/tag25.xml"/><Relationship Id="rId5" Type="http://schemas.openxmlformats.org/officeDocument/2006/relationships/tags" Target="../tags/tag6.xml"/><Relationship Id="rId15" Type="http://schemas.openxmlformats.org/officeDocument/2006/relationships/tags" Target="../tags/tag16.xml"/><Relationship Id="rId23" Type="http://schemas.openxmlformats.org/officeDocument/2006/relationships/tags" Target="../tags/tag24.xml"/><Relationship Id="rId28" Type="http://schemas.openxmlformats.org/officeDocument/2006/relationships/image" Target="../media/image6.png"/><Relationship Id="rId10" Type="http://schemas.openxmlformats.org/officeDocument/2006/relationships/tags" Target="../tags/tag11.xml"/><Relationship Id="rId19" Type="http://schemas.openxmlformats.org/officeDocument/2006/relationships/tags" Target="../tags/tag20.xml"/><Relationship Id="rId4" Type="http://schemas.openxmlformats.org/officeDocument/2006/relationships/tags" Target="../tags/tag5.xml"/><Relationship Id="rId9" Type="http://schemas.openxmlformats.org/officeDocument/2006/relationships/tags" Target="../tags/tag10.xml"/><Relationship Id="rId14" Type="http://schemas.openxmlformats.org/officeDocument/2006/relationships/tags" Target="../tags/tag15.xml"/><Relationship Id="rId22" Type="http://schemas.openxmlformats.org/officeDocument/2006/relationships/tags" Target="../tags/tag23.xml"/><Relationship Id="rId27" Type="http://schemas.openxmlformats.org/officeDocument/2006/relationships/slide" Target="slide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tags" Target="../tags/tag34.xml"/><Relationship Id="rId13" Type="http://schemas.openxmlformats.org/officeDocument/2006/relationships/tags" Target="../tags/tag39.xml"/><Relationship Id="rId18" Type="http://schemas.openxmlformats.org/officeDocument/2006/relationships/tags" Target="../tags/tag44.xml"/><Relationship Id="rId26" Type="http://schemas.openxmlformats.org/officeDocument/2006/relationships/tags" Target="../tags/tag52.xml"/><Relationship Id="rId3" Type="http://schemas.openxmlformats.org/officeDocument/2006/relationships/tags" Target="../tags/tag29.xml"/><Relationship Id="rId21" Type="http://schemas.openxmlformats.org/officeDocument/2006/relationships/tags" Target="../tags/tag47.xml"/><Relationship Id="rId7" Type="http://schemas.openxmlformats.org/officeDocument/2006/relationships/tags" Target="../tags/tag33.xml"/><Relationship Id="rId12" Type="http://schemas.openxmlformats.org/officeDocument/2006/relationships/tags" Target="../tags/tag38.xml"/><Relationship Id="rId17" Type="http://schemas.openxmlformats.org/officeDocument/2006/relationships/tags" Target="../tags/tag43.xml"/><Relationship Id="rId25" Type="http://schemas.openxmlformats.org/officeDocument/2006/relationships/tags" Target="../tags/tag51.xml"/><Relationship Id="rId2" Type="http://schemas.openxmlformats.org/officeDocument/2006/relationships/tags" Target="../tags/tag28.xml"/><Relationship Id="rId16" Type="http://schemas.openxmlformats.org/officeDocument/2006/relationships/tags" Target="../tags/tag42.xml"/><Relationship Id="rId20" Type="http://schemas.openxmlformats.org/officeDocument/2006/relationships/tags" Target="../tags/tag46.xml"/><Relationship Id="rId29" Type="http://schemas.openxmlformats.org/officeDocument/2006/relationships/slide" Target="slide1.xml"/><Relationship Id="rId1" Type="http://schemas.openxmlformats.org/officeDocument/2006/relationships/tags" Target="../tags/tag27.xml"/><Relationship Id="rId6" Type="http://schemas.openxmlformats.org/officeDocument/2006/relationships/tags" Target="../tags/tag32.xml"/><Relationship Id="rId11" Type="http://schemas.openxmlformats.org/officeDocument/2006/relationships/tags" Target="../tags/tag37.xml"/><Relationship Id="rId24" Type="http://schemas.openxmlformats.org/officeDocument/2006/relationships/tags" Target="../tags/tag50.xml"/><Relationship Id="rId5" Type="http://schemas.openxmlformats.org/officeDocument/2006/relationships/tags" Target="../tags/tag31.xml"/><Relationship Id="rId15" Type="http://schemas.openxmlformats.org/officeDocument/2006/relationships/tags" Target="../tags/tag41.xml"/><Relationship Id="rId23" Type="http://schemas.openxmlformats.org/officeDocument/2006/relationships/tags" Target="../tags/tag49.xml"/><Relationship Id="rId28" Type="http://schemas.openxmlformats.org/officeDocument/2006/relationships/slideLayout" Target="../slideLayouts/slideLayout44.xml"/><Relationship Id="rId10" Type="http://schemas.openxmlformats.org/officeDocument/2006/relationships/tags" Target="../tags/tag36.xml"/><Relationship Id="rId19" Type="http://schemas.openxmlformats.org/officeDocument/2006/relationships/tags" Target="../tags/tag45.xml"/><Relationship Id="rId4" Type="http://schemas.openxmlformats.org/officeDocument/2006/relationships/tags" Target="../tags/tag30.xml"/><Relationship Id="rId9" Type="http://schemas.openxmlformats.org/officeDocument/2006/relationships/tags" Target="../tags/tag35.xml"/><Relationship Id="rId14" Type="http://schemas.openxmlformats.org/officeDocument/2006/relationships/tags" Target="../tags/tag40.xml"/><Relationship Id="rId22" Type="http://schemas.openxmlformats.org/officeDocument/2006/relationships/tags" Target="../tags/tag48.xml"/><Relationship Id="rId27" Type="http://schemas.openxmlformats.org/officeDocument/2006/relationships/tags" Target="../tags/tag53.xml"/><Relationship Id="rId30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tags" Target="../tags/tag61.xml"/><Relationship Id="rId13" Type="http://schemas.openxmlformats.org/officeDocument/2006/relationships/tags" Target="../tags/tag66.xml"/><Relationship Id="rId18" Type="http://schemas.openxmlformats.org/officeDocument/2006/relationships/tags" Target="../tags/tag71.xml"/><Relationship Id="rId26" Type="http://schemas.openxmlformats.org/officeDocument/2006/relationships/slideLayout" Target="../slideLayouts/slideLayout44.xml"/><Relationship Id="rId3" Type="http://schemas.openxmlformats.org/officeDocument/2006/relationships/tags" Target="../tags/tag56.xml"/><Relationship Id="rId21" Type="http://schemas.openxmlformats.org/officeDocument/2006/relationships/tags" Target="../tags/tag74.xml"/><Relationship Id="rId7" Type="http://schemas.openxmlformats.org/officeDocument/2006/relationships/tags" Target="../tags/tag60.xml"/><Relationship Id="rId12" Type="http://schemas.openxmlformats.org/officeDocument/2006/relationships/tags" Target="../tags/tag65.xml"/><Relationship Id="rId17" Type="http://schemas.openxmlformats.org/officeDocument/2006/relationships/tags" Target="../tags/tag70.xml"/><Relationship Id="rId25" Type="http://schemas.openxmlformats.org/officeDocument/2006/relationships/tags" Target="../tags/tag78.xml"/><Relationship Id="rId2" Type="http://schemas.openxmlformats.org/officeDocument/2006/relationships/tags" Target="../tags/tag55.xml"/><Relationship Id="rId16" Type="http://schemas.openxmlformats.org/officeDocument/2006/relationships/tags" Target="../tags/tag69.xml"/><Relationship Id="rId20" Type="http://schemas.openxmlformats.org/officeDocument/2006/relationships/tags" Target="../tags/tag73.xml"/><Relationship Id="rId1" Type="http://schemas.openxmlformats.org/officeDocument/2006/relationships/tags" Target="../tags/tag54.xml"/><Relationship Id="rId6" Type="http://schemas.openxmlformats.org/officeDocument/2006/relationships/tags" Target="../tags/tag59.xml"/><Relationship Id="rId11" Type="http://schemas.openxmlformats.org/officeDocument/2006/relationships/tags" Target="../tags/tag64.xml"/><Relationship Id="rId24" Type="http://schemas.openxmlformats.org/officeDocument/2006/relationships/tags" Target="../tags/tag77.xml"/><Relationship Id="rId5" Type="http://schemas.openxmlformats.org/officeDocument/2006/relationships/tags" Target="../tags/tag58.xml"/><Relationship Id="rId15" Type="http://schemas.openxmlformats.org/officeDocument/2006/relationships/tags" Target="../tags/tag68.xml"/><Relationship Id="rId23" Type="http://schemas.openxmlformats.org/officeDocument/2006/relationships/tags" Target="../tags/tag76.xml"/><Relationship Id="rId28" Type="http://schemas.openxmlformats.org/officeDocument/2006/relationships/image" Target="../media/image6.png"/><Relationship Id="rId10" Type="http://schemas.openxmlformats.org/officeDocument/2006/relationships/tags" Target="../tags/tag63.xml"/><Relationship Id="rId19" Type="http://schemas.openxmlformats.org/officeDocument/2006/relationships/tags" Target="../tags/tag72.xml"/><Relationship Id="rId4" Type="http://schemas.openxmlformats.org/officeDocument/2006/relationships/tags" Target="../tags/tag57.xml"/><Relationship Id="rId9" Type="http://schemas.openxmlformats.org/officeDocument/2006/relationships/tags" Target="../tags/tag62.xml"/><Relationship Id="rId14" Type="http://schemas.openxmlformats.org/officeDocument/2006/relationships/tags" Target="../tags/tag67.xml"/><Relationship Id="rId22" Type="http://schemas.openxmlformats.org/officeDocument/2006/relationships/tags" Target="../tags/tag75.xml"/><Relationship Id="rId27" Type="http://schemas.openxmlformats.org/officeDocument/2006/relationships/slide" Target="slide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tags" Target="../tags/tag85.xml"/><Relationship Id="rId13" Type="http://schemas.openxmlformats.org/officeDocument/2006/relationships/image" Target="../media/image7.wmf"/><Relationship Id="rId3" Type="http://schemas.openxmlformats.org/officeDocument/2006/relationships/tags" Target="../tags/tag80.xml"/><Relationship Id="rId7" Type="http://schemas.openxmlformats.org/officeDocument/2006/relationships/tags" Target="../tags/tag84.xml"/><Relationship Id="rId12" Type="http://schemas.openxmlformats.org/officeDocument/2006/relationships/oleObject" Target="../embeddings/oleObject1.bin"/><Relationship Id="rId2" Type="http://schemas.openxmlformats.org/officeDocument/2006/relationships/tags" Target="../tags/tag79.xml"/><Relationship Id="rId1" Type="http://schemas.openxmlformats.org/officeDocument/2006/relationships/vmlDrawing" Target="../drawings/vmlDrawing1.vml"/><Relationship Id="rId6" Type="http://schemas.openxmlformats.org/officeDocument/2006/relationships/tags" Target="../tags/tag83.xml"/><Relationship Id="rId11" Type="http://schemas.openxmlformats.org/officeDocument/2006/relationships/image" Target="../media/image6.png"/><Relationship Id="rId5" Type="http://schemas.openxmlformats.org/officeDocument/2006/relationships/tags" Target="../tags/tag82.xml"/><Relationship Id="rId15" Type="http://schemas.openxmlformats.org/officeDocument/2006/relationships/image" Target="../media/image8.wmf"/><Relationship Id="rId10" Type="http://schemas.openxmlformats.org/officeDocument/2006/relationships/slide" Target="slide1.xml"/><Relationship Id="rId4" Type="http://schemas.openxmlformats.org/officeDocument/2006/relationships/tags" Target="../tags/tag81.xml"/><Relationship Id="rId9" Type="http://schemas.openxmlformats.org/officeDocument/2006/relationships/slideLayout" Target="../slideLayouts/slideLayout44.xml"/><Relationship Id="rId14" Type="http://schemas.openxmlformats.org/officeDocument/2006/relationships/oleObject" Target="../embeddings/oleObject2.bin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tags" Target="../tags/tag92.xml"/><Relationship Id="rId13" Type="http://schemas.openxmlformats.org/officeDocument/2006/relationships/image" Target="../media/image9.wmf"/><Relationship Id="rId3" Type="http://schemas.openxmlformats.org/officeDocument/2006/relationships/tags" Target="../tags/tag87.xml"/><Relationship Id="rId7" Type="http://schemas.openxmlformats.org/officeDocument/2006/relationships/tags" Target="../tags/tag91.xml"/><Relationship Id="rId12" Type="http://schemas.openxmlformats.org/officeDocument/2006/relationships/oleObject" Target="../embeddings/oleObject3.bin"/><Relationship Id="rId2" Type="http://schemas.openxmlformats.org/officeDocument/2006/relationships/tags" Target="../tags/tag86.xml"/><Relationship Id="rId1" Type="http://schemas.openxmlformats.org/officeDocument/2006/relationships/vmlDrawing" Target="../drawings/vmlDrawing2.vml"/><Relationship Id="rId6" Type="http://schemas.openxmlformats.org/officeDocument/2006/relationships/tags" Target="../tags/tag90.xml"/><Relationship Id="rId11" Type="http://schemas.openxmlformats.org/officeDocument/2006/relationships/image" Target="../media/image6.png"/><Relationship Id="rId5" Type="http://schemas.openxmlformats.org/officeDocument/2006/relationships/tags" Target="../tags/tag89.xml"/><Relationship Id="rId15" Type="http://schemas.openxmlformats.org/officeDocument/2006/relationships/image" Target="../media/image10.wmf"/><Relationship Id="rId10" Type="http://schemas.openxmlformats.org/officeDocument/2006/relationships/slide" Target="slide1.xml"/><Relationship Id="rId4" Type="http://schemas.openxmlformats.org/officeDocument/2006/relationships/tags" Target="../tags/tag88.xml"/><Relationship Id="rId9" Type="http://schemas.openxmlformats.org/officeDocument/2006/relationships/slideLayout" Target="../slideLayouts/slideLayout44.xml"/><Relationship Id="rId14" Type="http://schemas.openxmlformats.org/officeDocument/2006/relationships/oleObject" Target="../embeddings/oleObject4.bin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slide" Target="slide1.xml"/><Relationship Id="rId1" Type="http://schemas.openxmlformats.org/officeDocument/2006/relationships/slideLayout" Target="../slideLayouts/slideLayout44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oleObject" Target="../embeddings/oleObject6.bin"/><Relationship Id="rId3" Type="http://schemas.openxmlformats.org/officeDocument/2006/relationships/slide" Target="slide1.xml"/><Relationship Id="rId7" Type="http://schemas.openxmlformats.org/officeDocument/2006/relationships/image" Target="../media/image13.png"/><Relationship Id="rId12" Type="http://schemas.openxmlformats.org/officeDocument/2006/relationships/image" Target="../media/image18.png"/><Relationship Id="rId17" Type="http://schemas.openxmlformats.org/officeDocument/2006/relationships/image" Target="../media/image21.png"/><Relationship Id="rId2" Type="http://schemas.openxmlformats.org/officeDocument/2006/relationships/slideLayout" Target="../slideLayouts/slideLayout44.xml"/><Relationship Id="rId16" Type="http://schemas.openxmlformats.org/officeDocument/2006/relationships/image" Target="../media/image20.png"/><Relationship Id="rId1" Type="http://schemas.openxmlformats.org/officeDocument/2006/relationships/vmlDrawing" Target="../drawings/vmlDrawing3.vml"/><Relationship Id="rId6" Type="http://schemas.openxmlformats.org/officeDocument/2006/relationships/image" Target="../media/image11.wmf"/><Relationship Id="rId11" Type="http://schemas.openxmlformats.org/officeDocument/2006/relationships/image" Target="../media/image17.png"/><Relationship Id="rId5" Type="http://schemas.openxmlformats.org/officeDocument/2006/relationships/oleObject" Target="../embeddings/oleObject5.bin"/><Relationship Id="rId15" Type="http://schemas.openxmlformats.org/officeDocument/2006/relationships/image" Target="../media/image19.png"/><Relationship Id="rId10" Type="http://schemas.openxmlformats.org/officeDocument/2006/relationships/image" Target="../media/image16.png"/><Relationship Id="rId4" Type="http://schemas.openxmlformats.org/officeDocument/2006/relationships/image" Target="../media/image6.png"/><Relationship Id="rId9" Type="http://schemas.openxmlformats.org/officeDocument/2006/relationships/image" Target="../media/image15.png"/><Relationship Id="rId14" Type="http://schemas.openxmlformats.org/officeDocument/2006/relationships/image" Target="../media/image12.wmf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4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4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13" Type="http://schemas.openxmlformats.org/officeDocument/2006/relationships/image" Target="../media/image13.png"/><Relationship Id="rId3" Type="http://schemas.openxmlformats.org/officeDocument/2006/relationships/slide" Target="slide1.xml"/><Relationship Id="rId7" Type="http://schemas.openxmlformats.org/officeDocument/2006/relationships/image" Target="../media/image21.png"/><Relationship Id="rId12" Type="http://schemas.openxmlformats.org/officeDocument/2006/relationships/image" Target="../media/image28.png"/><Relationship Id="rId2" Type="http://schemas.openxmlformats.org/officeDocument/2006/relationships/slideLayout" Target="../slideLayouts/slideLayout44.xml"/><Relationship Id="rId1" Type="http://schemas.openxmlformats.org/officeDocument/2006/relationships/vmlDrawing" Target="../drawings/vmlDrawing4.vml"/><Relationship Id="rId6" Type="http://schemas.openxmlformats.org/officeDocument/2006/relationships/image" Target="../media/image25.wmf"/><Relationship Id="rId11" Type="http://schemas.openxmlformats.org/officeDocument/2006/relationships/image" Target="../media/image26.wmf"/><Relationship Id="rId5" Type="http://schemas.openxmlformats.org/officeDocument/2006/relationships/oleObject" Target="../embeddings/oleObject7.bin"/><Relationship Id="rId10" Type="http://schemas.openxmlformats.org/officeDocument/2006/relationships/oleObject" Target="../embeddings/oleObject8.bin"/><Relationship Id="rId4" Type="http://schemas.openxmlformats.org/officeDocument/2006/relationships/image" Target="../media/image6.png"/><Relationship Id="rId9" Type="http://schemas.openxmlformats.org/officeDocument/2006/relationships/image" Target="../media/image20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wmf"/><Relationship Id="rId13" Type="http://schemas.openxmlformats.org/officeDocument/2006/relationships/image" Target="../media/image34.png"/><Relationship Id="rId18" Type="http://schemas.openxmlformats.org/officeDocument/2006/relationships/oleObject" Target="../embeddings/oleObject12.bin"/><Relationship Id="rId3" Type="http://schemas.openxmlformats.org/officeDocument/2006/relationships/slide" Target="slide1.xml"/><Relationship Id="rId21" Type="http://schemas.openxmlformats.org/officeDocument/2006/relationships/image" Target="../media/image38.png"/><Relationship Id="rId7" Type="http://schemas.openxmlformats.org/officeDocument/2006/relationships/oleObject" Target="../embeddings/oleObject10.bin"/><Relationship Id="rId12" Type="http://schemas.openxmlformats.org/officeDocument/2006/relationships/image" Target="../media/image16.png"/><Relationship Id="rId17" Type="http://schemas.openxmlformats.org/officeDocument/2006/relationships/image" Target="../media/image36.png"/><Relationship Id="rId2" Type="http://schemas.openxmlformats.org/officeDocument/2006/relationships/slideLayout" Target="../slideLayouts/slideLayout44.xml"/><Relationship Id="rId16" Type="http://schemas.openxmlformats.org/officeDocument/2006/relationships/image" Target="../media/image14.png"/><Relationship Id="rId20" Type="http://schemas.openxmlformats.org/officeDocument/2006/relationships/image" Target="../media/image37.png"/><Relationship Id="rId1" Type="http://schemas.openxmlformats.org/officeDocument/2006/relationships/vmlDrawing" Target="../drawings/vmlDrawing5.vml"/><Relationship Id="rId6" Type="http://schemas.openxmlformats.org/officeDocument/2006/relationships/image" Target="../media/image29.wmf"/><Relationship Id="rId11" Type="http://schemas.openxmlformats.org/officeDocument/2006/relationships/image" Target="../media/image33.png"/><Relationship Id="rId5" Type="http://schemas.openxmlformats.org/officeDocument/2006/relationships/oleObject" Target="../embeddings/oleObject9.bin"/><Relationship Id="rId15" Type="http://schemas.openxmlformats.org/officeDocument/2006/relationships/image" Target="../media/image13.png"/><Relationship Id="rId10" Type="http://schemas.openxmlformats.org/officeDocument/2006/relationships/image" Target="../media/image31.wmf"/><Relationship Id="rId19" Type="http://schemas.openxmlformats.org/officeDocument/2006/relationships/image" Target="../media/image32.wmf"/><Relationship Id="rId4" Type="http://schemas.openxmlformats.org/officeDocument/2006/relationships/image" Target="../media/image6.png"/><Relationship Id="rId9" Type="http://schemas.openxmlformats.org/officeDocument/2006/relationships/oleObject" Target="../embeddings/oleObject11.bin"/><Relationship Id="rId14" Type="http://schemas.openxmlformats.org/officeDocument/2006/relationships/image" Target="../media/image35.png"/><Relationship Id="rId22" Type="http://schemas.openxmlformats.org/officeDocument/2006/relationships/image" Target="../media/image39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tags" Target="../tags/tag100.xml"/><Relationship Id="rId13" Type="http://schemas.openxmlformats.org/officeDocument/2006/relationships/tags" Target="../tags/tag105.xml"/><Relationship Id="rId18" Type="http://schemas.openxmlformats.org/officeDocument/2006/relationships/tags" Target="../tags/tag110.xml"/><Relationship Id="rId3" Type="http://schemas.openxmlformats.org/officeDocument/2006/relationships/tags" Target="../tags/tag95.xml"/><Relationship Id="rId21" Type="http://schemas.openxmlformats.org/officeDocument/2006/relationships/slide" Target="slide1.xml"/><Relationship Id="rId7" Type="http://schemas.openxmlformats.org/officeDocument/2006/relationships/tags" Target="../tags/tag99.xml"/><Relationship Id="rId12" Type="http://schemas.openxmlformats.org/officeDocument/2006/relationships/tags" Target="../tags/tag104.xml"/><Relationship Id="rId17" Type="http://schemas.openxmlformats.org/officeDocument/2006/relationships/tags" Target="../tags/tag109.xml"/><Relationship Id="rId2" Type="http://schemas.openxmlformats.org/officeDocument/2006/relationships/tags" Target="../tags/tag94.xml"/><Relationship Id="rId16" Type="http://schemas.openxmlformats.org/officeDocument/2006/relationships/tags" Target="../tags/tag108.xml"/><Relationship Id="rId20" Type="http://schemas.openxmlformats.org/officeDocument/2006/relationships/slideLayout" Target="../slideLayouts/slideLayout44.xml"/><Relationship Id="rId1" Type="http://schemas.openxmlformats.org/officeDocument/2006/relationships/tags" Target="../tags/tag93.xml"/><Relationship Id="rId6" Type="http://schemas.openxmlformats.org/officeDocument/2006/relationships/tags" Target="../tags/tag98.xml"/><Relationship Id="rId11" Type="http://schemas.openxmlformats.org/officeDocument/2006/relationships/tags" Target="../tags/tag103.xml"/><Relationship Id="rId5" Type="http://schemas.openxmlformats.org/officeDocument/2006/relationships/tags" Target="../tags/tag97.xml"/><Relationship Id="rId15" Type="http://schemas.openxmlformats.org/officeDocument/2006/relationships/tags" Target="../tags/tag107.xml"/><Relationship Id="rId10" Type="http://schemas.openxmlformats.org/officeDocument/2006/relationships/tags" Target="../tags/tag102.xml"/><Relationship Id="rId19" Type="http://schemas.openxmlformats.org/officeDocument/2006/relationships/tags" Target="../tags/tag111.xml"/><Relationship Id="rId4" Type="http://schemas.openxmlformats.org/officeDocument/2006/relationships/tags" Target="../tags/tag96.xml"/><Relationship Id="rId9" Type="http://schemas.openxmlformats.org/officeDocument/2006/relationships/tags" Target="../tags/tag101.xml"/><Relationship Id="rId14" Type="http://schemas.openxmlformats.org/officeDocument/2006/relationships/tags" Target="../tags/tag106.xml"/><Relationship Id="rId22" Type="http://schemas.openxmlformats.org/officeDocument/2006/relationships/image" Target="../media/image6.png"/></Relationships>
</file>

<file path=ppt/slides/_rels/slide16.xml.rels><?xml version="1.0" encoding="UTF-8" standalone="yes"?>
<Relationships xmlns="http://schemas.openxmlformats.org/package/2006/relationships"><Relationship Id="rId13" Type="http://schemas.openxmlformats.org/officeDocument/2006/relationships/tags" Target="../tags/tag124.xml"/><Relationship Id="rId18" Type="http://schemas.openxmlformats.org/officeDocument/2006/relationships/tags" Target="../tags/tag129.xml"/><Relationship Id="rId26" Type="http://schemas.openxmlformats.org/officeDocument/2006/relationships/tags" Target="../tags/tag137.xml"/><Relationship Id="rId39" Type="http://schemas.openxmlformats.org/officeDocument/2006/relationships/tags" Target="../tags/tag150.xml"/><Relationship Id="rId21" Type="http://schemas.openxmlformats.org/officeDocument/2006/relationships/tags" Target="../tags/tag132.xml"/><Relationship Id="rId34" Type="http://schemas.openxmlformats.org/officeDocument/2006/relationships/tags" Target="../tags/tag145.xml"/><Relationship Id="rId42" Type="http://schemas.openxmlformats.org/officeDocument/2006/relationships/tags" Target="../tags/tag153.xml"/><Relationship Id="rId47" Type="http://schemas.openxmlformats.org/officeDocument/2006/relationships/slide" Target="slide1.xml"/><Relationship Id="rId7" Type="http://schemas.openxmlformats.org/officeDocument/2006/relationships/tags" Target="../tags/tag118.xml"/><Relationship Id="rId2" Type="http://schemas.openxmlformats.org/officeDocument/2006/relationships/tags" Target="../tags/tag113.xml"/><Relationship Id="rId16" Type="http://schemas.openxmlformats.org/officeDocument/2006/relationships/tags" Target="../tags/tag127.xml"/><Relationship Id="rId29" Type="http://schemas.openxmlformats.org/officeDocument/2006/relationships/tags" Target="../tags/tag140.xml"/><Relationship Id="rId1" Type="http://schemas.openxmlformats.org/officeDocument/2006/relationships/tags" Target="../tags/tag112.xml"/><Relationship Id="rId6" Type="http://schemas.openxmlformats.org/officeDocument/2006/relationships/tags" Target="../tags/tag117.xml"/><Relationship Id="rId11" Type="http://schemas.openxmlformats.org/officeDocument/2006/relationships/tags" Target="../tags/tag122.xml"/><Relationship Id="rId24" Type="http://schemas.openxmlformats.org/officeDocument/2006/relationships/tags" Target="../tags/tag135.xml"/><Relationship Id="rId32" Type="http://schemas.openxmlformats.org/officeDocument/2006/relationships/tags" Target="../tags/tag143.xml"/><Relationship Id="rId37" Type="http://schemas.openxmlformats.org/officeDocument/2006/relationships/tags" Target="../tags/tag148.xml"/><Relationship Id="rId40" Type="http://schemas.openxmlformats.org/officeDocument/2006/relationships/tags" Target="../tags/tag151.xml"/><Relationship Id="rId45" Type="http://schemas.openxmlformats.org/officeDocument/2006/relationships/tags" Target="../tags/tag156.xml"/><Relationship Id="rId5" Type="http://schemas.openxmlformats.org/officeDocument/2006/relationships/tags" Target="../tags/tag116.xml"/><Relationship Id="rId15" Type="http://schemas.openxmlformats.org/officeDocument/2006/relationships/tags" Target="../tags/tag126.xml"/><Relationship Id="rId23" Type="http://schemas.openxmlformats.org/officeDocument/2006/relationships/tags" Target="../tags/tag134.xml"/><Relationship Id="rId28" Type="http://schemas.openxmlformats.org/officeDocument/2006/relationships/tags" Target="../tags/tag139.xml"/><Relationship Id="rId36" Type="http://schemas.openxmlformats.org/officeDocument/2006/relationships/tags" Target="../tags/tag147.xml"/><Relationship Id="rId10" Type="http://schemas.openxmlformats.org/officeDocument/2006/relationships/tags" Target="../tags/tag121.xml"/><Relationship Id="rId19" Type="http://schemas.openxmlformats.org/officeDocument/2006/relationships/tags" Target="../tags/tag130.xml"/><Relationship Id="rId31" Type="http://schemas.openxmlformats.org/officeDocument/2006/relationships/tags" Target="../tags/tag142.xml"/><Relationship Id="rId44" Type="http://schemas.openxmlformats.org/officeDocument/2006/relationships/tags" Target="../tags/tag155.xml"/><Relationship Id="rId4" Type="http://schemas.openxmlformats.org/officeDocument/2006/relationships/tags" Target="../tags/tag115.xml"/><Relationship Id="rId9" Type="http://schemas.openxmlformats.org/officeDocument/2006/relationships/tags" Target="../tags/tag120.xml"/><Relationship Id="rId14" Type="http://schemas.openxmlformats.org/officeDocument/2006/relationships/tags" Target="../tags/tag125.xml"/><Relationship Id="rId22" Type="http://schemas.openxmlformats.org/officeDocument/2006/relationships/tags" Target="../tags/tag133.xml"/><Relationship Id="rId27" Type="http://schemas.openxmlformats.org/officeDocument/2006/relationships/tags" Target="../tags/tag138.xml"/><Relationship Id="rId30" Type="http://schemas.openxmlformats.org/officeDocument/2006/relationships/tags" Target="../tags/tag141.xml"/><Relationship Id="rId35" Type="http://schemas.openxmlformats.org/officeDocument/2006/relationships/tags" Target="../tags/tag146.xml"/><Relationship Id="rId43" Type="http://schemas.openxmlformats.org/officeDocument/2006/relationships/tags" Target="../tags/tag154.xml"/><Relationship Id="rId48" Type="http://schemas.openxmlformats.org/officeDocument/2006/relationships/image" Target="../media/image6.png"/><Relationship Id="rId8" Type="http://schemas.openxmlformats.org/officeDocument/2006/relationships/tags" Target="../tags/tag119.xml"/><Relationship Id="rId3" Type="http://schemas.openxmlformats.org/officeDocument/2006/relationships/tags" Target="../tags/tag114.xml"/><Relationship Id="rId12" Type="http://schemas.openxmlformats.org/officeDocument/2006/relationships/tags" Target="../tags/tag123.xml"/><Relationship Id="rId17" Type="http://schemas.openxmlformats.org/officeDocument/2006/relationships/tags" Target="../tags/tag128.xml"/><Relationship Id="rId25" Type="http://schemas.openxmlformats.org/officeDocument/2006/relationships/tags" Target="../tags/tag136.xml"/><Relationship Id="rId33" Type="http://schemas.openxmlformats.org/officeDocument/2006/relationships/tags" Target="../tags/tag144.xml"/><Relationship Id="rId38" Type="http://schemas.openxmlformats.org/officeDocument/2006/relationships/tags" Target="../tags/tag149.xml"/><Relationship Id="rId46" Type="http://schemas.openxmlformats.org/officeDocument/2006/relationships/slideLayout" Target="../slideLayouts/slideLayout44.xml"/><Relationship Id="rId20" Type="http://schemas.openxmlformats.org/officeDocument/2006/relationships/tags" Target="../tags/tag131.xml"/><Relationship Id="rId41" Type="http://schemas.openxmlformats.org/officeDocument/2006/relationships/tags" Target="../tags/tag152.xml"/></Relationships>
</file>

<file path=ppt/slides/_rels/slide17.xml.rels><?xml version="1.0" encoding="UTF-8" standalone="yes"?>
<Relationships xmlns="http://schemas.openxmlformats.org/package/2006/relationships"><Relationship Id="rId13" Type="http://schemas.openxmlformats.org/officeDocument/2006/relationships/tags" Target="../tags/tag169.xml"/><Relationship Id="rId18" Type="http://schemas.openxmlformats.org/officeDocument/2006/relationships/tags" Target="../tags/tag174.xml"/><Relationship Id="rId26" Type="http://schemas.openxmlformats.org/officeDocument/2006/relationships/tags" Target="../tags/tag182.xml"/><Relationship Id="rId39" Type="http://schemas.openxmlformats.org/officeDocument/2006/relationships/tags" Target="../tags/tag195.xml"/><Relationship Id="rId21" Type="http://schemas.openxmlformats.org/officeDocument/2006/relationships/tags" Target="../tags/tag177.xml"/><Relationship Id="rId34" Type="http://schemas.openxmlformats.org/officeDocument/2006/relationships/tags" Target="../tags/tag190.xml"/><Relationship Id="rId42" Type="http://schemas.openxmlformats.org/officeDocument/2006/relationships/tags" Target="../tags/tag198.xml"/><Relationship Id="rId47" Type="http://schemas.openxmlformats.org/officeDocument/2006/relationships/tags" Target="../tags/tag203.xml"/><Relationship Id="rId50" Type="http://schemas.openxmlformats.org/officeDocument/2006/relationships/tags" Target="../tags/tag206.xml"/><Relationship Id="rId55" Type="http://schemas.openxmlformats.org/officeDocument/2006/relationships/image" Target="../media/image6.png"/><Relationship Id="rId7" Type="http://schemas.openxmlformats.org/officeDocument/2006/relationships/tags" Target="../tags/tag163.xml"/><Relationship Id="rId2" Type="http://schemas.openxmlformats.org/officeDocument/2006/relationships/tags" Target="../tags/tag158.xml"/><Relationship Id="rId16" Type="http://schemas.openxmlformats.org/officeDocument/2006/relationships/tags" Target="../tags/tag172.xml"/><Relationship Id="rId29" Type="http://schemas.openxmlformats.org/officeDocument/2006/relationships/tags" Target="../tags/tag185.xml"/><Relationship Id="rId11" Type="http://schemas.openxmlformats.org/officeDocument/2006/relationships/tags" Target="../tags/tag167.xml"/><Relationship Id="rId24" Type="http://schemas.openxmlformats.org/officeDocument/2006/relationships/tags" Target="../tags/tag180.xml"/><Relationship Id="rId32" Type="http://schemas.openxmlformats.org/officeDocument/2006/relationships/tags" Target="../tags/tag188.xml"/><Relationship Id="rId37" Type="http://schemas.openxmlformats.org/officeDocument/2006/relationships/tags" Target="../tags/tag193.xml"/><Relationship Id="rId40" Type="http://schemas.openxmlformats.org/officeDocument/2006/relationships/tags" Target="../tags/tag196.xml"/><Relationship Id="rId45" Type="http://schemas.openxmlformats.org/officeDocument/2006/relationships/tags" Target="../tags/tag201.xml"/><Relationship Id="rId53" Type="http://schemas.openxmlformats.org/officeDocument/2006/relationships/slideLayout" Target="../slideLayouts/slideLayout44.xml"/><Relationship Id="rId5" Type="http://schemas.openxmlformats.org/officeDocument/2006/relationships/tags" Target="../tags/tag161.xml"/><Relationship Id="rId10" Type="http://schemas.openxmlformats.org/officeDocument/2006/relationships/tags" Target="../tags/tag166.xml"/><Relationship Id="rId19" Type="http://schemas.openxmlformats.org/officeDocument/2006/relationships/tags" Target="../tags/tag175.xml"/><Relationship Id="rId31" Type="http://schemas.openxmlformats.org/officeDocument/2006/relationships/tags" Target="../tags/tag187.xml"/><Relationship Id="rId44" Type="http://schemas.openxmlformats.org/officeDocument/2006/relationships/tags" Target="../tags/tag200.xml"/><Relationship Id="rId52" Type="http://schemas.openxmlformats.org/officeDocument/2006/relationships/tags" Target="../tags/tag208.xml"/><Relationship Id="rId4" Type="http://schemas.openxmlformats.org/officeDocument/2006/relationships/tags" Target="../tags/tag160.xml"/><Relationship Id="rId9" Type="http://schemas.openxmlformats.org/officeDocument/2006/relationships/tags" Target="../tags/tag165.xml"/><Relationship Id="rId14" Type="http://schemas.openxmlformats.org/officeDocument/2006/relationships/tags" Target="../tags/tag170.xml"/><Relationship Id="rId22" Type="http://schemas.openxmlformats.org/officeDocument/2006/relationships/tags" Target="../tags/tag178.xml"/><Relationship Id="rId27" Type="http://schemas.openxmlformats.org/officeDocument/2006/relationships/tags" Target="../tags/tag183.xml"/><Relationship Id="rId30" Type="http://schemas.openxmlformats.org/officeDocument/2006/relationships/tags" Target="../tags/tag186.xml"/><Relationship Id="rId35" Type="http://schemas.openxmlformats.org/officeDocument/2006/relationships/tags" Target="../tags/tag191.xml"/><Relationship Id="rId43" Type="http://schemas.openxmlformats.org/officeDocument/2006/relationships/tags" Target="../tags/tag199.xml"/><Relationship Id="rId48" Type="http://schemas.openxmlformats.org/officeDocument/2006/relationships/tags" Target="../tags/tag204.xml"/><Relationship Id="rId8" Type="http://schemas.openxmlformats.org/officeDocument/2006/relationships/tags" Target="../tags/tag164.xml"/><Relationship Id="rId51" Type="http://schemas.openxmlformats.org/officeDocument/2006/relationships/tags" Target="../tags/tag207.xml"/><Relationship Id="rId3" Type="http://schemas.openxmlformats.org/officeDocument/2006/relationships/tags" Target="../tags/tag159.xml"/><Relationship Id="rId12" Type="http://schemas.openxmlformats.org/officeDocument/2006/relationships/tags" Target="../tags/tag168.xml"/><Relationship Id="rId17" Type="http://schemas.openxmlformats.org/officeDocument/2006/relationships/tags" Target="../tags/tag173.xml"/><Relationship Id="rId25" Type="http://schemas.openxmlformats.org/officeDocument/2006/relationships/tags" Target="../tags/tag181.xml"/><Relationship Id="rId33" Type="http://schemas.openxmlformats.org/officeDocument/2006/relationships/tags" Target="../tags/tag189.xml"/><Relationship Id="rId38" Type="http://schemas.openxmlformats.org/officeDocument/2006/relationships/tags" Target="../tags/tag194.xml"/><Relationship Id="rId46" Type="http://schemas.openxmlformats.org/officeDocument/2006/relationships/tags" Target="../tags/tag202.xml"/><Relationship Id="rId20" Type="http://schemas.openxmlformats.org/officeDocument/2006/relationships/tags" Target="../tags/tag176.xml"/><Relationship Id="rId41" Type="http://schemas.openxmlformats.org/officeDocument/2006/relationships/tags" Target="../tags/tag197.xml"/><Relationship Id="rId54" Type="http://schemas.openxmlformats.org/officeDocument/2006/relationships/slide" Target="slide1.xml"/><Relationship Id="rId1" Type="http://schemas.openxmlformats.org/officeDocument/2006/relationships/tags" Target="../tags/tag157.xml"/><Relationship Id="rId6" Type="http://schemas.openxmlformats.org/officeDocument/2006/relationships/tags" Target="../tags/tag162.xml"/><Relationship Id="rId15" Type="http://schemas.openxmlformats.org/officeDocument/2006/relationships/tags" Target="../tags/tag171.xml"/><Relationship Id="rId23" Type="http://schemas.openxmlformats.org/officeDocument/2006/relationships/tags" Target="../tags/tag179.xml"/><Relationship Id="rId28" Type="http://schemas.openxmlformats.org/officeDocument/2006/relationships/tags" Target="../tags/tag184.xml"/><Relationship Id="rId36" Type="http://schemas.openxmlformats.org/officeDocument/2006/relationships/tags" Target="../tags/tag192.xml"/><Relationship Id="rId49" Type="http://schemas.openxmlformats.org/officeDocument/2006/relationships/tags" Target="../tags/tag205.xml"/></Relationships>
</file>

<file path=ppt/slides/_rels/slide18.xml.rels><?xml version="1.0" encoding="UTF-8" standalone="yes"?>
<Relationships xmlns="http://schemas.openxmlformats.org/package/2006/relationships"><Relationship Id="rId26" Type="http://schemas.openxmlformats.org/officeDocument/2006/relationships/tags" Target="../tags/tag234.xml"/><Relationship Id="rId21" Type="http://schemas.openxmlformats.org/officeDocument/2006/relationships/tags" Target="../tags/tag229.xml"/><Relationship Id="rId34" Type="http://schemas.openxmlformats.org/officeDocument/2006/relationships/tags" Target="../tags/tag242.xml"/><Relationship Id="rId42" Type="http://schemas.openxmlformats.org/officeDocument/2006/relationships/tags" Target="../tags/tag250.xml"/><Relationship Id="rId47" Type="http://schemas.openxmlformats.org/officeDocument/2006/relationships/tags" Target="../tags/tag255.xml"/><Relationship Id="rId50" Type="http://schemas.openxmlformats.org/officeDocument/2006/relationships/tags" Target="../tags/tag258.xml"/><Relationship Id="rId55" Type="http://schemas.openxmlformats.org/officeDocument/2006/relationships/tags" Target="../tags/tag263.xml"/><Relationship Id="rId63" Type="http://schemas.openxmlformats.org/officeDocument/2006/relationships/tags" Target="../tags/tag271.xml"/><Relationship Id="rId7" Type="http://schemas.openxmlformats.org/officeDocument/2006/relationships/tags" Target="../tags/tag215.xml"/><Relationship Id="rId2" Type="http://schemas.openxmlformats.org/officeDocument/2006/relationships/tags" Target="../tags/tag210.xml"/><Relationship Id="rId16" Type="http://schemas.openxmlformats.org/officeDocument/2006/relationships/tags" Target="../tags/tag224.xml"/><Relationship Id="rId29" Type="http://schemas.openxmlformats.org/officeDocument/2006/relationships/tags" Target="../tags/tag237.xml"/><Relationship Id="rId11" Type="http://schemas.openxmlformats.org/officeDocument/2006/relationships/tags" Target="../tags/tag219.xml"/><Relationship Id="rId24" Type="http://schemas.openxmlformats.org/officeDocument/2006/relationships/tags" Target="../tags/tag232.xml"/><Relationship Id="rId32" Type="http://schemas.openxmlformats.org/officeDocument/2006/relationships/tags" Target="../tags/tag240.xml"/><Relationship Id="rId37" Type="http://schemas.openxmlformats.org/officeDocument/2006/relationships/tags" Target="../tags/tag245.xml"/><Relationship Id="rId40" Type="http://schemas.openxmlformats.org/officeDocument/2006/relationships/tags" Target="../tags/tag248.xml"/><Relationship Id="rId45" Type="http://schemas.openxmlformats.org/officeDocument/2006/relationships/tags" Target="../tags/tag253.xml"/><Relationship Id="rId53" Type="http://schemas.openxmlformats.org/officeDocument/2006/relationships/tags" Target="../tags/tag261.xml"/><Relationship Id="rId58" Type="http://schemas.openxmlformats.org/officeDocument/2006/relationships/tags" Target="../tags/tag266.xml"/><Relationship Id="rId66" Type="http://schemas.openxmlformats.org/officeDocument/2006/relationships/slide" Target="slide1.xml"/><Relationship Id="rId5" Type="http://schemas.openxmlformats.org/officeDocument/2006/relationships/tags" Target="../tags/tag213.xml"/><Relationship Id="rId61" Type="http://schemas.openxmlformats.org/officeDocument/2006/relationships/tags" Target="../tags/tag269.xml"/><Relationship Id="rId19" Type="http://schemas.openxmlformats.org/officeDocument/2006/relationships/tags" Target="../tags/tag227.xml"/><Relationship Id="rId14" Type="http://schemas.openxmlformats.org/officeDocument/2006/relationships/tags" Target="../tags/tag222.xml"/><Relationship Id="rId22" Type="http://schemas.openxmlformats.org/officeDocument/2006/relationships/tags" Target="../tags/tag230.xml"/><Relationship Id="rId27" Type="http://schemas.openxmlformats.org/officeDocument/2006/relationships/tags" Target="../tags/tag235.xml"/><Relationship Id="rId30" Type="http://schemas.openxmlformats.org/officeDocument/2006/relationships/tags" Target="../tags/tag238.xml"/><Relationship Id="rId35" Type="http://schemas.openxmlformats.org/officeDocument/2006/relationships/tags" Target="../tags/tag243.xml"/><Relationship Id="rId43" Type="http://schemas.openxmlformats.org/officeDocument/2006/relationships/tags" Target="../tags/tag251.xml"/><Relationship Id="rId48" Type="http://schemas.openxmlformats.org/officeDocument/2006/relationships/tags" Target="../tags/tag256.xml"/><Relationship Id="rId56" Type="http://schemas.openxmlformats.org/officeDocument/2006/relationships/tags" Target="../tags/tag264.xml"/><Relationship Id="rId64" Type="http://schemas.openxmlformats.org/officeDocument/2006/relationships/tags" Target="../tags/tag272.xml"/><Relationship Id="rId8" Type="http://schemas.openxmlformats.org/officeDocument/2006/relationships/tags" Target="../tags/tag216.xml"/><Relationship Id="rId51" Type="http://schemas.openxmlformats.org/officeDocument/2006/relationships/tags" Target="../tags/tag259.xml"/><Relationship Id="rId3" Type="http://schemas.openxmlformats.org/officeDocument/2006/relationships/tags" Target="../tags/tag211.xml"/><Relationship Id="rId12" Type="http://schemas.openxmlformats.org/officeDocument/2006/relationships/tags" Target="../tags/tag220.xml"/><Relationship Id="rId17" Type="http://schemas.openxmlformats.org/officeDocument/2006/relationships/tags" Target="../tags/tag225.xml"/><Relationship Id="rId25" Type="http://schemas.openxmlformats.org/officeDocument/2006/relationships/tags" Target="../tags/tag233.xml"/><Relationship Id="rId33" Type="http://schemas.openxmlformats.org/officeDocument/2006/relationships/tags" Target="../tags/tag241.xml"/><Relationship Id="rId38" Type="http://schemas.openxmlformats.org/officeDocument/2006/relationships/tags" Target="../tags/tag246.xml"/><Relationship Id="rId46" Type="http://schemas.openxmlformats.org/officeDocument/2006/relationships/tags" Target="../tags/tag254.xml"/><Relationship Id="rId59" Type="http://schemas.openxmlformats.org/officeDocument/2006/relationships/tags" Target="../tags/tag267.xml"/><Relationship Id="rId67" Type="http://schemas.openxmlformats.org/officeDocument/2006/relationships/image" Target="../media/image6.png"/><Relationship Id="rId20" Type="http://schemas.openxmlformats.org/officeDocument/2006/relationships/tags" Target="../tags/tag228.xml"/><Relationship Id="rId41" Type="http://schemas.openxmlformats.org/officeDocument/2006/relationships/tags" Target="../tags/tag249.xml"/><Relationship Id="rId54" Type="http://schemas.openxmlformats.org/officeDocument/2006/relationships/tags" Target="../tags/tag262.xml"/><Relationship Id="rId62" Type="http://schemas.openxmlformats.org/officeDocument/2006/relationships/tags" Target="../tags/tag270.xml"/><Relationship Id="rId1" Type="http://schemas.openxmlformats.org/officeDocument/2006/relationships/tags" Target="../tags/tag209.xml"/><Relationship Id="rId6" Type="http://schemas.openxmlformats.org/officeDocument/2006/relationships/tags" Target="../tags/tag214.xml"/><Relationship Id="rId15" Type="http://schemas.openxmlformats.org/officeDocument/2006/relationships/tags" Target="../tags/tag223.xml"/><Relationship Id="rId23" Type="http://schemas.openxmlformats.org/officeDocument/2006/relationships/tags" Target="../tags/tag231.xml"/><Relationship Id="rId28" Type="http://schemas.openxmlformats.org/officeDocument/2006/relationships/tags" Target="../tags/tag236.xml"/><Relationship Id="rId36" Type="http://schemas.openxmlformats.org/officeDocument/2006/relationships/tags" Target="../tags/tag244.xml"/><Relationship Id="rId49" Type="http://schemas.openxmlformats.org/officeDocument/2006/relationships/tags" Target="../tags/tag257.xml"/><Relationship Id="rId57" Type="http://schemas.openxmlformats.org/officeDocument/2006/relationships/tags" Target="../tags/tag265.xml"/><Relationship Id="rId10" Type="http://schemas.openxmlformats.org/officeDocument/2006/relationships/tags" Target="../tags/tag218.xml"/><Relationship Id="rId31" Type="http://schemas.openxmlformats.org/officeDocument/2006/relationships/tags" Target="../tags/tag239.xml"/><Relationship Id="rId44" Type="http://schemas.openxmlformats.org/officeDocument/2006/relationships/tags" Target="../tags/tag252.xml"/><Relationship Id="rId52" Type="http://schemas.openxmlformats.org/officeDocument/2006/relationships/tags" Target="../tags/tag260.xml"/><Relationship Id="rId60" Type="http://schemas.openxmlformats.org/officeDocument/2006/relationships/tags" Target="../tags/tag268.xml"/><Relationship Id="rId65" Type="http://schemas.openxmlformats.org/officeDocument/2006/relationships/slideLayout" Target="../slideLayouts/slideLayout44.xml"/><Relationship Id="rId4" Type="http://schemas.openxmlformats.org/officeDocument/2006/relationships/tags" Target="../tags/tag212.xml"/><Relationship Id="rId9" Type="http://schemas.openxmlformats.org/officeDocument/2006/relationships/tags" Target="../tags/tag217.xml"/><Relationship Id="rId13" Type="http://schemas.openxmlformats.org/officeDocument/2006/relationships/tags" Target="../tags/tag221.xml"/><Relationship Id="rId18" Type="http://schemas.openxmlformats.org/officeDocument/2006/relationships/tags" Target="../tags/tag226.xml"/><Relationship Id="rId39" Type="http://schemas.openxmlformats.org/officeDocument/2006/relationships/tags" Target="../tags/tag247.xml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2.emf"/><Relationship Id="rId3" Type="http://schemas.openxmlformats.org/officeDocument/2006/relationships/oleObject" Target="../embeddings/oleObject13.bin"/><Relationship Id="rId7" Type="http://schemas.openxmlformats.org/officeDocument/2006/relationships/oleObject" Target="../embeddings/oleObject15.bin"/><Relationship Id="rId12" Type="http://schemas.openxmlformats.org/officeDocument/2006/relationships/image" Target="../media/image44.emf"/><Relationship Id="rId2" Type="http://schemas.openxmlformats.org/officeDocument/2006/relationships/slideLayout" Target="../slideLayouts/slideLayout44.xml"/><Relationship Id="rId1" Type="http://schemas.openxmlformats.org/officeDocument/2006/relationships/vmlDrawing" Target="../drawings/vmlDrawing6.vml"/><Relationship Id="rId6" Type="http://schemas.openxmlformats.org/officeDocument/2006/relationships/image" Target="../media/image41.emf"/><Relationship Id="rId11" Type="http://schemas.openxmlformats.org/officeDocument/2006/relationships/oleObject" Target="../embeddings/oleObject17.bin"/><Relationship Id="rId5" Type="http://schemas.openxmlformats.org/officeDocument/2006/relationships/oleObject" Target="../embeddings/oleObject14.bin"/><Relationship Id="rId10" Type="http://schemas.openxmlformats.org/officeDocument/2006/relationships/image" Target="../media/image43.emf"/><Relationship Id="rId4" Type="http://schemas.openxmlformats.org/officeDocument/2006/relationships/image" Target="../media/image40.emf"/><Relationship Id="rId9" Type="http://schemas.openxmlformats.org/officeDocument/2006/relationships/oleObject" Target="../embeddings/oleObject16.bin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emf"/><Relationship Id="rId13" Type="http://schemas.openxmlformats.org/officeDocument/2006/relationships/oleObject" Target="../embeddings/oleObject23.bin"/><Relationship Id="rId3" Type="http://schemas.openxmlformats.org/officeDocument/2006/relationships/oleObject" Target="../embeddings/oleObject18.bin"/><Relationship Id="rId7" Type="http://schemas.openxmlformats.org/officeDocument/2006/relationships/oleObject" Target="../embeddings/oleObject20.bin"/><Relationship Id="rId12" Type="http://schemas.openxmlformats.org/officeDocument/2006/relationships/image" Target="../media/image49.emf"/><Relationship Id="rId2" Type="http://schemas.openxmlformats.org/officeDocument/2006/relationships/slideLayout" Target="../slideLayouts/slideLayout44.xml"/><Relationship Id="rId1" Type="http://schemas.openxmlformats.org/officeDocument/2006/relationships/vmlDrawing" Target="../drawings/vmlDrawing7.vml"/><Relationship Id="rId6" Type="http://schemas.openxmlformats.org/officeDocument/2006/relationships/image" Target="../media/image46.emf"/><Relationship Id="rId11" Type="http://schemas.openxmlformats.org/officeDocument/2006/relationships/oleObject" Target="../embeddings/oleObject22.bin"/><Relationship Id="rId5" Type="http://schemas.openxmlformats.org/officeDocument/2006/relationships/oleObject" Target="../embeddings/oleObject19.bin"/><Relationship Id="rId10" Type="http://schemas.openxmlformats.org/officeDocument/2006/relationships/image" Target="../media/image48.emf"/><Relationship Id="rId4" Type="http://schemas.openxmlformats.org/officeDocument/2006/relationships/image" Target="../media/image45.emf"/><Relationship Id="rId9" Type="http://schemas.openxmlformats.org/officeDocument/2006/relationships/oleObject" Target="../embeddings/oleObject21.bin"/><Relationship Id="rId14" Type="http://schemas.openxmlformats.org/officeDocument/2006/relationships/image" Target="../media/image50.emf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55.png"/><Relationship Id="rId3" Type="http://schemas.openxmlformats.org/officeDocument/2006/relationships/slide" Target="slide1.xml"/><Relationship Id="rId7" Type="http://schemas.openxmlformats.org/officeDocument/2006/relationships/image" Target="../media/image53.png"/><Relationship Id="rId12" Type="http://schemas.openxmlformats.org/officeDocument/2006/relationships/image" Target="../media/image52.wmf"/><Relationship Id="rId2" Type="http://schemas.openxmlformats.org/officeDocument/2006/relationships/slideLayout" Target="../slideLayouts/slideLayout44.xml"/><Relationship Id="rId16" Type="http://schemas.openxmlformats.org/officeDocument/2006/relationships/image" Target="../media/image56.png"/><Relationship Id="rId1" Type="http://schemas.openxmlformats.org/officeDocument/2006/relationships/vmlDrawing" Target="../drawings/vmlDrawing8.vml"/><Relationship Id="rId6" Type="http://schemas.openxmlformats.org/officeDocument/2006/relationships/image" Target="../media/image51.wmf"/><Relationship Id="rId11" Type="http://schemas.openxmlformats.org/officeDocument/2006/relationships/oleObject" Target="../embeddings/oleObject25.bin"/><Relationship Id="rId5" Type="http://schemas.openxmlformats.org/officeDocument/2006/relationships/oleObject" Target="../embeddings/oleObject24.bin"/><Relationship Id="rId15" Type="http://schemas.openxmlformats.org/officeDocument/2006/relationships/image" Target="../media/image34.png"/><Relationship Id="rId10" Type="http://schemas.openxmlformats.org/officeDocument/2006/relationships/image" Target="../media/image20.png"/><Relationship Id="rId4" Type="http://schemas.openxmlformats.org/officeDocument/2006/relationships/image" Target="../media/image6.png"/><Relationship Id="rId9" Type="http://schemas.openxmlformats.org/officeDocument/2006/relationships/image" Target="../media/image54.png"/><Relationship Id="rId14" Type="http://schemas.openxmlformats.org/officeDocument/2006/relationships/image" Target="../media/image35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tags" Target="../tags/tag279.xml"/><Relationship Id="rId13" Type="http://schemas.openxmlformats.org/officeDocument/2006/relationships/image" Target="../media/image57.wmf"/><Relationship Id="rId3" Type="http://schemas.openxmlformats.org/officeDocument/2006/relationships/tags" Target="../tags/tag274.xml"/><Relationship Id="rId7" Type="http://schemas.openxmlformats.org/officeDocument/2006/relationships/tags" Target="../tags/tag278.xml"/><Relationship Id="rId12" Type="http://schemas.openxmlformats.org/officeDocument/2006/relationships/oleObject" Target="../embeddings/oleObject26.bin"/><Relationship Id="rId2" Type="http://schemas.openxmlformats.org/officeDocument/2006/relationships/tags" Target="../tags/tag273.xml"/><Relationship Id="rId1" Type="http://schemas.openxmlformats.org/officeDocument/2006/relationships/vmlDrawing" Target="../drawings/vmlDrawing9.vml"/><Relationship Id="rId6" Type="http://schemas.openxmlformats.org/officeDocument/2006/relationships/tags" Target="../tags/tag277.xml"/><Relationship Id="rId11" Type="http://schemas.openxmlformats.org/officeDocument/2006/relationships/image" Target="../media/image6.png"/><Relationship Id="rId5" Type="http://schemas.openxmlformats.org/officeDocument/2006/relationships/tags" Target="../tags/tag276.xml"/><Relationship Id="rId10" Type="http://schemas.openxmlformats.org/officeDocument/2006/relationships/slide" Target="slide1.xml"/><Relationship Id="rId4" Type="http://schemas.openxmlformats.org/officeDocument/2006/relationships/tags" Target="../tags/tag275.xml"/><Relationship Id="rId9" Type="http://schemas.openxmlformats.org/officeDocument/2006/relationships/slideLayout" Target="../slideLayouts/slideLayout44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4.xml"/><Relationship Id="rId13" Type="http://schemas.openxmlformats.org/officeDocument/2006/relationships/oleObject" Target="../embeddings/oleObject28.bin"/><Relationship Id="rId3" Type="http://schemas.openxmlformats.org/officeDocument/2006/relationships/tags" Target="../tags/tag281.xml"/><Relationship Id="rId7" Type="http://schemas.openxmlformats.org/officeDocument/2006/relationships/tags" Target="../tags/tag285.xml"/><Relationship Id="rId12" Type="http://schemas.openxmlformats.org/officeDocument/2006/relationships/image" Target="../media/image58.wmf"/><Relationship Id="rId2" Type="http://schemas.openxmlformats.org/officeDocument/2006/relationships/tags" Target="../tags/tag280.xml"/><Relationship Id="rId1" Type="http://schemas.openxmlformats.org/officeDocument/2006/relationships/vmlDrawing" Target="../drawings/vmlDrawing10.vml"/><Relationship Id="rId6" Type="http://schemas.openxmlformats.org/officeDocument/2006/relationships/tags" Target="../tags/tag284.xml"/><Relationship Id="rId11" Type="http://schemas.openxmlformats.org/officeDocument/2006/relationships/oleObject" Target="../embeddings/oleObject27.bin"/><Relationship Id="rId5" Type="http://schemas.openxmlformats.org/officeDocument/2006/relationships/tags" Target="../tags/tag283.xml"/><Relationship Id="rId10" Type="http://schemas.openxmlformats.org/officeDocument/2006/relationships/image" Target="../media/image6.png"/><Relationship Id="rId4" Type="http://schemas.openxmlformats.org/officeDocument/2006/relationships/tags" Target="../tags/tag282.xml"/><Relationship Id="rId9" Type="http://schemas.openxmlformats.org/officeDocument/2006/relationships/slide" Target="slide1.xml"/><Relationship Id="rId14" Type="http://schemas.openxmlformats.org/officeDocument/2006/relationships/image" Target="../media/image59.wmf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4.xml"/><Relationship Id="rId13" Type="http://schemas.openxmlformats.org/officeDocument/2006/relationships/oleObject" Target="../embeddings/oleObject30.bin"/><Relationship Id="rId3" Type="http://schemas.openxmlformats.org/officeDocument/2006/relationships/tags" Target="../tags/tag287.xml"/><Relationship Id="rId7" Type="http://schemas.openxmlformats.org/officeDocument/2006/relationships/tags" Target="../tags/tag291.xml"/><Relationship Id="rId12" Type="http://schemas.openxmlformats.org/officeDocument/2006/relationships/image" Target="../media/image60.wmf"/><Relationship Id="rId2" Type="http://schemas.openxmlformats.org/officeDocument/2006/relationships/tags" Target="../tags/tag286.xml"/><Relationship Id="rId1" Type="http://schemas.openxmlformats.org/officeDocument/2006/relationships/vmlDrawing" Target="../drawings/vmlDrawing11.vml"/><Relationship Id="rId6" Type="http://schemas.openxmlformats.org/officeDocument/2006/relationships/tags" Target="../tags/tag290.xml"/><Relationship Id="rId11" Type="http://schemas.openxmlformats.org/officeDocument/2006/relationships/oleObject" Target="../embeddings/oleObject29.bin"/><Relationship Id="rId5" Type="http://schemas.openxmlformats.org/officeDocument/2006/relationships/tags" Target="../tags/tag289.xml"/><Relationship Id="rId10" Type="http://schemas.openxmlformats.org/officeDocument/2006/relationships/image" Target="../media/image6.png"/><Relationship Id="rId4" Type="http://schemas.openxmlformats.org/officeDocument/2006/relationships/tags" Target="../tags/tag288.xml"/><Relationship Id="rId9" Type="http://schemas.openxmlformats.org/officeDocument/2006/relationships/slide" Target="slide1.xml"/><Relationship Id="rId14" Type="http://schemas.openxmlformats.org/officeDocument/2006/relationships/image" Target="../media/image61.wmf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tags" Target="../tags/tag298.xml"/><Relationship Id="rId13" Type="http://schemas.openxmlformats.org/officeDocument/2006/relationships/slide" Target="slide1.xml"/><Relationship Id="rId18" Type="http://schemas.openxmlformats.org/officeDocument/2006/relationships/image" Target="../media/image63.wmf"/><Relationship Id="rId26" Type="http://schemas.openxmlformats.org/officeDocument/2006/relationships/image" Target="../media/image67.wmf"/><Relationship Id="rId3" Type="http://schemas.openxmlformats.org/officeDocument/2006/relationships/tags" Target="../tags/tag293.xml"/><Relationship Id="rId21" Type="http://schemas.openxmlformats.org/officeDocument/2006/relationships/oleObject" Target="../embeddings/oleObject34.bin"/><Relationship Id="rId7" Type="http://schemas.openxmlformats.org/officeDocument/2006/relationships/tags" Target="../tags/tag297.xml"/><Relationship Id="rId12" Type="http://schemas.openxmlformats.org/officeDocument/2006/relationships/slideLayout" Target="../slideLayouts/slideLayout44.xml"/><Relationship Id="rId17" Type="http://schemas.openxmlformats.org/officeDocument/2006/relationships/oleObject" Target="../embeddings/oleObject32.bin"/><Relationship Id="rId25" Type="http://schemas.openxmlformats.org/officeDocument/2006/relationships/oleObject" Target="../embeddings/oleObject36.bin"/><Relationship Id="rId2" Type="http://schemas.openxmlformats.org/officeDocument/2006/relationships/tags" Target="../tags/tag292.xml"/><Relationship Id="rId16" Type="http://schemas.openxmlformats.org/officeDocument/2006/relationships/image" Target="../media/image62.wmf"/><Relationship Id="rId20" Type="http://schemas.openxmlformats.org/officeDocument/2006/relationships/image" Target="../media/image64.wmf"/><Relationship Id="rId1" Type="http://schemas.openxmlformats.org/officeDocument/2006/relationships/vmlDrawing" Target="../drawings/vmlDrawing12.vml"/><Relationship Id="rId6" Type="http://schemas.openxmlformats.org/officeDocument/2006/relationships/tags" Target="../tags/tag296.xml"/><Relationship Id="rId11" Type="http://schemas.openxmlformats.org/officeDocument/2006/relationships/tags" Target="../tags/tag301.xml"/><Relationship Id="rId24" Type="http://schemas.openxmlformats.org/officeDocument/2006/relationships/image" Target="../media/image66.wmf"/><Relationship Id="rId5" Type="http://schemas.openxmlformats.org/officeDocument/2006/relationships/tags" Target="../tags/tag295.xml"/><Relationship Id="rId15" Type="http://schemas.openxmlformats.org/officeDocument/2006/relationships/oleObject" Target="../embeddings/oleObject31.bin"/><Relationship Id="rId23" Type="http://schemas.openxmlformats.org/officeDocument/2006/relationships/oleObject" Target="../embeddings/oleObject35.bin"/><Relationship Id="rId28" Type="http://schemas.openxmlformats.org/officeDocument/2006/relationships/image" Target="../media/image68.wmf"/><Relationship Id="rId10" Type="http://schemas.openxmlformats.org/officeDocument/2006/relationships/tags" Target="../tags/tag300.xml"/><Relationship Id="rId19" Type="http://schemas.openxmlformats.org/officeDocument/2006/relationships/oleObject" Target="../embeddings/oleObject33.bin"/><Relationship Id="rId4" Type="http://schemas.openxmlformats.org/officeDocument/2006/relationships/tags" Target="../tags/tag294.xml"/><Relationship Id="rId9" Type="http://schemas.openxmlformats.org/officeDocument/2006/relationships/tags" Target="../tags/tag299.xml"/><Relationship Id="rId14" Type="http://schemas.openxmlformats.org/officeDocument/2006/relationships/image" Target="../media/image6.png"/><Relationship Id="rId22" Type="http://schemas.openxmlformats.org/officeDocument/2006/relationships/image" Target="../media/image65.wmf"/><Relationship Id="rId27" Type="http://schemas.openxmlformats.org/officeDocument/2006/relationships/oleObject" Target="../embeddings/oleObject37.bin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.emf"/><Relationship Id="rId3" Type="http://schemas.openxmlformats.org/officeDocument/2006/relationships/oleObject" Target="../embeddings/oleObject38.bin"/><Relationship Id="rId7" Type="http://schemas.openxmlformats.org/officeDocument/2006/relationships/oleObject" Target="../embeddings/oleObject40.bin"/><Relationship Id="rId12" Type="http://schemas.openxmlformats.org/officeDocument/2006/relationships/image" Target="../media/image73.emf"/><Relationship Id="rId2" Type="http://schemas.openxmlformats.org/officeDocument/2006/relationships/slideLayout" Target="../slideLayouts/slideLayout44.xml"/><Relationship Id="rId1" Type="http://schemas.openxmlformats.org/officeDocument/2006/relationships/vmlDrawing" Target="../drawings/vmlDrawing13.vml"/><Relationship Id="rId6" Type="http://schemas.openxmlformats.org/officeDocument/2006/relationships/image" Target="../media/image70.emf"/><Relationship Id="rId11" Type="http://schemas.openxmlformats.org/officeDocument/2006/relationships/oleObject" Target="../embeddings/oleObject42.bin"/><Relationship Id="rId5" Type="http://schemas.openxmlformats.org/officeDocument/2006/relationships/oleObject" Target="../embeddings/oleObject39.bin"/><Relationship Id="rId10" Type="http://schemas.openxmlformats.org/officeDocument/2006/relationships/image" Target="../media/image72.emf"/><Relationship Id="rId4" Type="http://schemas.openxmlformats.org/officeDocument/2006/relationships/image" Target="../media/image69.emf"/><Relationship Id="rId9" Type="http://schemas.openxmlformats.org/officeDocument/2006/relationships/oleObject" Target="../embeddings/oleObject41.bin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44.xml"/><Relationship Id="rId2" Type="http://schemas.openxmlformats.org/officeDocument/2006/relationships/tags" Target="../tags/tag303.xml"/><Relationship Id="rId1" Type="http://schemas.openxmlformats.org/officeDocument/2006/relationships/tags" Target="../tags/tag302.xml"/><Relationship Id="rId5" Type="http://schemas.openxmlformats.org/officeDocument/2006/relationships/image" Target="../media/image6.png"/><Relationship Id="rId4" Type="http://schemas.openxmlformats.org/officeDocument/2006/relationships/slide" Target="slide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4.GIF"/><Relationship Id="rId1" Type="http://schemas.openxmlformats.org/officeDocument/2006/relationships/slideLayout" Target="../slideLayouts/slideLayout4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Line 2"/>
          <p:cNvSpPr>
            <a:spLocks noChangeShapeType="1"/>
          </p:cNvSpPr>
          <p:nvPr/>
        </p:nvSpPr>
        <p:spPr bwMode="auto">
          <a:xfrm>
            <a:off x="0" y="808038"/>
            <a:ext cx="9144000" cy="0"/>
          </a:xfrm>
          <a:prstGeom prst="line">
            <a:avLst/>
          </a:prstGeom>
          <a:noFill/>
          <a:ln w="76200" cmpd="tri">
            <a:solidFill>
              <a:srgbClr val="FF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华文中宋" panose="02010600040101010101" pitchFamily="2" charset="-122"/>
            </a:endParaRPr>
          </a:p>
        </p:txBody>
      </p:sp>
      <p:sp>
        <p:nvSpPr>
          <p:cNvPr id="43011" name="Rectangle 3"/>
          <p:cNvSpPr>
            <a:spLocks noChangeArrowheads="1"/>
          </p:cNvSpPr>
          <p:nvPr/>
        </p:nvSpPr>
        <p:spPr bwMode="auto">
          <a:xfrm>
            <a:off x="2267585" y="44768"/>
            <a:ext cx="5108575" cy="7067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57150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4000" b="1" i="0" u="none" strike="noStrike" kern="1200" cap="none" spc="0" normalizeH="0" baseline="0" noProof="0">
                <a:ln>
                  <a:noFill/>
                </a:ln>
                <a:solidFill>
                  <a:srgbClr val="CC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第二章  矩阵及其运算</a:t>
            </a:r>
          </a:p>
        </p:txBody>
      </p:sp>
      <p:sp>
        <p:nvSpPr>
          <p:cNvPr id="14" name="Text Box 4103">
            <a:hlinkClick r:id="rId3" action="ppaction://hlinksldjump" highlightClick="1"/>
            <a:hlinkHover r:id="" action="ppaction://macro?name=Macro1" highlightClick="1"/>
          </p:cNvPr>
          <p:cNvSpPr txBox="1">
            <a:spLocks noChangeArrowheads="1"/>
          </p:cNvSpPr>
          <p:nvPr/>
        </p:nvSpPr>
        <p:spPr bwMode="auto">
          <a:xfrm>
            <a:off x="2627630" y="1628775"/>
            <a:ext cx="3864610" cy="64516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en-US" altLang="zh-CN" sz="36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§2.4 </a:t>
            </a:r>
            <a:r>
              <a:rPr kumimoji="1" lang="zh-CN" alt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>
                  <a:outerShdw blurRad="38100" dist="38100" dir="2700000" algn="tl">
                    <a:srgbClr val="C0C0C0"/>
                  </a:outerShdw>
                </a:effectLst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分块矩阵</a:t>
            </a:r>
          </a:p>
        </p:txBody>
      </p:sp>
      <p:pic>
        <p:nvPicPr>
          <p:cNvPr id="3" name="图片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36450" y="0"/>
            <a:ext cx="1008112" cy="771926"/>
          </a:xfrm>
          <a:prstGeom prst="rect">
            <a:avLst/>
          </a:prstGeom>
        </p:spPr>
      </p:pic>
    </p:spTree>
  </p:cSld>
  <p:clrMapOvr>
    <a:masterClrMapping/>
  </p:clrMapOvr>
  <p:transition spd="slow">
    <p:sndAc>
      <p:stSnd>
        <p:snd r:embed="rId2" name="chim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lt">
                                    <p:tmPct val="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style.rotation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90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bldLvl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" action="ppaction://noaction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4924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前言</a:t>
            </a:r>
            <a:endParaRPr kumimoji="1" lang="zh-CN" altLang="en-US" sz="2600" b="1" i="0" u="none" strike="noStrike" kern="1200" cap="none" spc="0" normalizeH="0" baseline="0" noProof="0" dirty="0">
              <a:ln>
                <a:noFill/>
              </a:ln>
              <a:solidFill>
                <a:srgbClr val="CC0000"/>
              </a:solidFill>
              <a:effectLst/>
              <a:uLnTx/>
              <a:uFillTx/>
              <a:latin typeface="Times New Roman" panose="02020603050405020304" pitchFamily="18" charset="0"/>
              <a:ea typeface="华文中宋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" name="Text Box 3"/>
          <p:cNvSpPr>
            <a:spLocks noChangeArrowheads="1"/>
          </p:cNvSpPr>
          <p:nvPr/>
        </p:nvSpPr>
        <p:spPr bwMode="auto">
          <a:xfrm>
            <a:off x="755650" y="1628775"/>
            <a:ext cx="7835265" cy="1470025"/>
          </a:xfrm>
          <a:prstGeom prst="rect">
            <a:avLst/>
          </a:prstGeom>
          <a:solidFill>
            <a:schemeClr val="bg1">
              <a:alpha val="56078"/>
            </a:schemeClr>
          </a:solidFill>
          <a:ln w="38100">
            <a:solidFill>
              <a:schemeClr val="bg1"/>
            </a:solidFill>
            <a:miter lim="800000"/>
          </a:ln>
        </p:spPr>
        <p:txBody>
          <a:bodyPr wrap="square" anchor="ctr" anchorCtr="1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algn="l" defTabSz="914400" rtl="0" eaLnBrk="1" fontAlgn="base" latinLnBrk="0" hangingPunct="1">
              <a:lnSpc>
                <a:spcPct val="150000"/>
              </a:lnSpc>
              <a:buClrTx/>
              <a:buSzTx/>
              <a:buFont typeface="华文中宋" panose="02010600040101010101" pitchFamily="2" charset="-122"/>
              <a:buChar char="•"/>
              <a:defRPr/>
            </a:pPr>
            <a:r>
              <a:rPr lang="zh-CN" altLang="en-US" sz="2800" b="1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sym typeface="+mn-ea"/>
              </a:rPr>
              <a:t>矩阵分块能使得矩阵的结构显得简单而清晰.</a:t>
            </a:r>
          </a:p>
          <a:p>
            <a:pPr marL="0" marR="0" lvl="0" algn="l" defTabSz="914400" rtl="0" eaLnBrk="1" fontAlgn="base" latinLnBrk="0" hangingPunct="1">
              <a:lnSpc>
                <a:spcPct val="150000"/>
              </a:lnSpc>
              <a:buClrTx/>
              <a:buSzTx/>
              <a:buFont typeface="华文中宋" panose="02010600040101010101" pitchFamily="2" charset="-122"/>
              <a:buChar char="•"/>
              <a:defRPr/>
            </a:pPr>
            <a:r>
              <a:rPr lang="zh-CN" altLang="en-US" sz="2800" b="1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sym typeface="Arial" panose="020B0604020202020204" pitchFamily="34" charset="0"/>
              </a:rPr>
              <a:t>本节讨论分块矩阵的定义、运算和分块对角矩阵</a:t>
            </a:r>
            <a:endParaRPr kumimoji="1" lang="zh-CN" altLang="en-US" sz="1800" b="0" i="0" u="none" strike="noStrike" kern="1200" cap="none" spc="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Times New Roman" panose="02020603050405020304" pitchFamily="18" charset="0"/>
              <a:ea typeface="华文中宋" panose="02010600040101010101" pitchFamily="2" charset="-122"/>
              <a:cs typeface="+mn-cs"/>
              <a:sym typeface="Arial" panose="020B0604020202020204" pitchFamily="34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ldLvl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27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2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4914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基本问题</a:t>
            </a:r>
            <a:r>
              <a:rPr kumimoji="1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:  </a:t>
            </a:r>
            <a:r>
              <a:rPr kumimoji="1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分块矩阵</a:t>
            </a: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的定义</a:t>
            </a:r>
            <a:endParaRPr kumimoji="1" lang="zh-CN" altLang="en-US" sz="26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华文中宋" panose="02010600040101010101" pitchFamily="2" charset="-122"/>
              <a:ea typeface="华文中宋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0658" name="Text Box 2"/>
          <p:cNvSpPr txBox="1"/>
          <p:nvPr>
            <p:custDataLst>
              <p:tags r:id="rId1"/>
            </p:custDataLst>
          </p:nvPr>
        </p:nvSpPr>
        <p:spPr>
          <a:xfrm>
            <a:off x="611188" y="836930"/>
            <a:ext cx="8001000" cy="16414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</a:lstStyle>
          <a:p>
            <a:pPr marL="0" lvl="0" indent="0" algn="just" eaLnBrk="1" hangingPunct="1">
              <a:lnSpc>
                <a:spcPct val="120000"/>
              </a:lnSpc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        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在矩阵的讨论和运算中，有时需要将一个矩阵分成若干个“子块”</a:t>
            </a:r>
            <a:r>
              <a:rPr lang="en-US" altLang="zh-CN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(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子矩阵</a:t>
            </a:r>
            <a:r>
              <a:rPr lang="en-US" altLang="zh-CN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)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，使原矩阵显得结构简单而清晰。</a:t>
            </a:r>
            <a:endParaRPr lang="zh-CN" altLang="en-US" sz="2800" b="1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华文中宋" panose="02010600040101010101" pitchFamily="2" charset="-122"/>
              <a:ea typeface="华文中宋" panose="02010600040101010101" pitchFamily="2" charset="-122"/>
              <a:cs typeface="华文中宋" panose="02010600040101010101" pitchFamily="2" charset="-122"/>
            </a:endParaRPr>
          </a:p>
        </p:txBody>
      </p:sp>
      <p:sp>
        <p:nvSpPr>
          <p:cNvPr id="49156" name="Text Box 4"/>
          <p:cNvSpPr txBox="1"/>
          <p:nvPr>
            <p:custDataLst>
              <p:tags r:id="rId2"/>
            </p:custDataLst>
          </p:nvPr>
        </p:nvSpPr>
        <p:spPr>
          <a:xfrm>
            <a:off x="626110" y="3148965"/>
            <a:ext cx="1651000" cy="47625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algn="just" eaLnBrk="1" hangingPunct="1">
              <a:lnSpc>
                <a:spcPct val="120000"/>
              </a:lnSpc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        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例如：</a:t>
            </a:r>
          </a:p>
        </p:txBody>
      </p:sp>
      <p:grpSp>
        <p:nvGrpSpPr>
          <p:cNvPr id="49157" name="Group 5"/>
          <p:cNvGrpSpPr/>
          <p:nvPr/>
        </p:nvGrpSpPr>
        <p:grpSpPr>
          <a:xfrm>
            <a:off x="2227898" y="2564765"/>
            <a:ext cx="2867025" cy="1625600"/>
            <a:chOff x="1153" y="1128"/>
            <a:chExt cx="1806" cy="1024"/>
          </a:xfrm>
        </p:grpSpPr>
        <p:sp>
          <p:nvSpPr>
            <p:cNvPr id="22557" name="Text Box 6"/>
            <p:cNvSpPr txBox="1"/>
            <p:nvPr>
              <p:custDataLst>
                <p:tags r:id="rId20"/>
              </p:custDataLst>
            </p:nvPr>
          </p:nvSpPr>
          <p:spPr>
            <a:xfrm>
              <a:off x="1621" y="1128"/>
              <a:ext cx="156" cy="100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cs typeface="华文中宋" panose="02010600040101010101" pitchFamily="2" charset="-122"/>
                </a:rPr>
                <a:t>1</a:t>
              </a:r>
            </a:p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cs typeface="华文中宋" panose="02010600040101010101" pitchFamily="2" charset="-122"/>
                </a:rPr>
                <a:t>0</a:t>
              </a:r>
              <a:endParaRPr lang="en-US" altLang="zh-CN" sz="2600" b="1" baseline="-25000" dirty="0">
                <a:latin typeface="Times New Roman" panose="02020603050405020304" pitchFamily="18" charset="0"/>
                <a:cs typeface="华文中宋" panose="02010600040101010101" pitchFamily="2" charset="-122"/>
              </a:endParaRPr>
            </a:p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cs typeface="华文中宋" panose="02010600040101010101" pitchFamily="2" charset="-122"/>
                </a:rPr>
                <a:t>0</a:t>
              </a:r>
            </a:p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cs typeface="华文中宋" panose="02010600040101010101" pitchFamily="2" charset="-122"/>
                </a:rPr>
                <a:t>0 </a:t>
              </a:r>
            </a:p>
          </p:txBody>
        </p:sp>
        <p:sp>
          <p:nvSpPr>
            <p:cNvPr id="22558" name="Text Box 7"/>
            <p:cNvSpPr txBox="1"/>
            <p:nvPr>
              <p:custDataLst>
                <p:tags r:id="rId21"/>
              </p:custDataLst>
            </p:nvPr>
          </p:nvSpPr>
          <p:spPr>
            <a:xfrm>
              <a:off x="1984" y="1128"/>
              <a:ext cx="156" cy="100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cs typeface="华文中宋" panose="02010600040101010101" pitchFamily="2" charset="-122"/>
                </a:rPr>
                <a:t>0</a:t>
              </a:r>
            </a:p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cs typeface="华文中宋" panose="02010600040101010101" pitchFamily="2" charset="-122"/>
                </a:rPr>
                <a:t>1</a:t>
              </a:r>
              <a:endParaRPr lang="en-US" altLang="zh-CN" sz="2600" b="1" baseline="-25000" dirty="0">
                <a:latin typeface="Times New Roman" panose="02020603050405020304" pitchFamily="18" charset="0"/>
                <a:cs typeface="华文中宋" panose="02010600040101010101" pitchFamily="2" charset="-122"/>
              </a:endParaRPr>
            </a:p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cs typeface="华文中宋" panose="02010600040101010101" pitchFamily="2" charset="-122"/>
                </a:rPr>
                <a:t>0</a:t>
              </a:r>
            </a:p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cs typeface="华文中宋" panose="02010600040101010101" pitchFamily="2" charset="-122"/>
                </a:rPr>
                <a:t>0 </a:t>
              </a:r>
            </a:p>
          </p:txBody>
        </p:sp>
        <p:sp>
          <p:nvSpPr>
            <p:cNvPr id="22559" name="Text Box 8"/>
            <p:cNvSpPr txBox="1"/>
            <p:nvPr>
              <p:custDataLst>
                <p:tags r:id="rId22"/>
              </p:custDataLst>
            </p:nvPr>
          </p:nvSpPr>
          <p:spPr>
            <a:xfrm>
              <a:off x="2634" y="1128"/>
              <a:ext cx="218" cy="100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cs typeface="华文中宋" panose="02010600040101010101" pitchFamily="2" charset="-122"/>
                </a:rPr>
                <a:t>3</a:t>
              </a: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Symbol" panose="05050102010706020507" pitchFamily="18" charset="2"/>
                  <a:cs typeface="华文中宋" panose="02010600040101010101" pitchFamily="2" charset="-122"/>
                </a:rPr>
                <a:t>-</a:t>
              </a:r>
              <a:r>
                <a:rPr lang="en-US" altLang="zh-CN" sz="2600" b="1" dirty="0">
                  <a:latin typeface="Times New Roman" panose="02020603050405020304" pitchFamily="18" charset="0"/>
                  <a:cs typeface="华文中宋" panose="02010600040101010101" pitchFamily="2" charset="-122"/>
                </a:rPr>
                <a:t>1</a:t>
              </a:r>
              <a:endParaRPr lang="en-US" altLang="zh-CN" sz="2600" b="1" baseline="-25000" dirty="0">
                <a:latin typeface="Times New Roman" panose="02020603050405020304" pitchFamily="18" charset="0"/>
                <a:cs typeface="华文中宋" panose="02010600040101010101" pitchFamily="2" charset="-122"/>
              </a:endParaRP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cs typeface="华文中宋" panose="02010600040101010101" pitchFamily="2" charset="-122"/>
                </a:rPr>
                <a:t>0</a:t>
              </a: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cs typeface="华文中宋" panose="02010600040101010101" pitchFamily="2" charset="-122"/>
                </a:rPr>
                <a:t> 1</a:t>
              </a:r>
            </a:p>
          </p:txBody>
        </p:sp>
        <p:sp>
          <p:nvSpPr>
            <p:cNvPr id="22560" name="Text Box 9"/>
            <p:cNvSpPr txBox="1"/>
            <p:nvPr>
              <p:custDataLst>
                <p:tags r:id="rId23"/>
              </p:custDataLst>
            </p:nvPr>
          </p:nvSpPr>
          <p:spPr>
            <a:xfrm>
              <a:off x="2347" y="1128"/>
              <a:ext cx="156" cy="100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cs typeface="华文中宋" panose="02010600040101010101" pitchFamily="2" charset="-122"/>
                </a:rPr>
                <a:t>0</a:t>
              </a:r>
            </a:p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cs typeface="华文中宋" panose="02010600040101010101" pitchFamily="2" charset="-122"/>
                </a:rPr>
                <a:t>0</a:t>
              </a:r>
              <a:endParaRPr lang="en-US" altLang="zh-CN" sz="2600" b="1" baseline="-25000" dirty="0">
                <a:latin typeface="Times New Roman" panose="02020603050405020304" pitchFamily="18" charset="0"/>
                <a:cs typeface="华文中宋" panose="02010600040101010101" pitchFamily="2" charset="-122"/>
              </a:endParaRPr>
            </a:p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cs typeface="华文中宋" panose="02010600040101010101" pitchFamily="2" charset="-122"/>
                </a:rPr>
                <a:t>1</a:t>
              </a:r>
            </a:p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cs typeface="华文中宋" panose="02010600040101010101" pitchFamily="2" charset="-122"/>
                </a:rPr>
                <a:t>0 </a:t>
              </a:r>
            </a:p>
          </p:txBody>
        </p:sp>
        <p:sp>
          <p:nvSpPr>
            <p:cNvPr id="22561" name="Text Box 10"/>
            <p:cNvSpPr txBox="1"/>
            <p:nvPr>
              <p:custDataLst>
                <p:tags r:id="rId24"/>
              </p:custDataLst>
            </p:nvPr>
          </p:nvSpPr>
          <p:spPr>
            <a:xfrm>
              <a:off x="1153" y="1482"/>
              <a:ext cx="316" cy="329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algn="just" eaLnBrk="1" hangingPunct="1">
                <a:lnSpc>
                  <a:spcPct val="12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i="1" dirty="0">
                  <a:latin typeface="Times New Roman" panose="02020603050405020304" pitchFamily="18" charset="0"/>
                  <a:cs typeface="华文中宋" panose="02010600040101010101" pitchFamily="2" charset="-122"/>
                </a:rPr>
                <a:t>A </a:t>
              </a:r>
              <a:r>
                <a:rPr lang="en-US" altLang="zh-CN" sz="2600" b="1" dirty="0">
                  <a:latin typeface="Symbol" panose="05050102010706020507" pitchFamily="18" charset="2"/>
                  <a:cs typeface="华文中宋" panose="02010600040101010101" pitchFamily="2" charset="-122"/>
                </a:rPr>
                <a:t>=</a:t>
              </a:r>
            </a:p>
          </p:txBody>
        </p:sp>
        <p:sp>
          <p:nvSpPr>
            <p:cNvPr id="22562" name="AutoShape 11"/>
            <p:cNvSpPr/>
            <p:nvPr>
              <p:custDataLst>
                <p:tags r:id="rId25"/>
              </p:custDataLst>
            </p:nvPr>
          </p:nvSpPr>
          <p:spPr>
            <a:xfrm>
              <a:off x="1536" y="1181"/>
              <a:ext cx="1423" cy="971"/>
            </a:xfrm>
            <a:prstGeom prst="bracketPair">
              <a:avLst>
                <a:gd name="adj" fmla="val 6477"/>
              </a:avLst>
            </a:prstGeom>
            <a:noFill/>
            <a:ln w="9525" cap="flat" cmpd="sng">
              <a:solidFill>
                <a:schemeClr val="tx1"/>
              </a:solidFill>
              <a:prstDash val="solid"/>
              <a:headEnd type="none" w="med" len="med"/>
              <a:tailEnd type="none" w="med" len="med"/>
            </a:ln>
          </p:spPr>
          <p:txBody>
            <a:bodyPr wrap="none" anchor="ctr" anchorCtr="0"/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zh-CN" altLang="en-US" sz="1800" dirty="0">
                <a:cs typeface="华文中宋" panose="02010600040101010101" pitchFamily="2" charset="-122"/>
              </a:endParaRPr>
            </a:p>
          </p:txBody>
        </p:sp>
      </p:grpSp>
      <p:sp>
        <p:nvSpPr>
          <p:cNvPr id="49164" name="Text Box 12"/>
          <p:cNvSpPr txBox="1"/>
          <p:nvPr>
            <p:custDataLst>
              <p:tags r:id="rId3"/>
            </p:custDataLst>
          </p:nvPr>
        </p:nvSpPr>
        <p:spPr>
          <a:xfrm>
            <a:off x="626110" y="4661853"/>
            <a:ext cx="660400" cy="47625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algn="just" eaLnBrk="1" hangingPunct="1">
              <a:lnSpc>
                <a:spcPct val="120000"/>
              </a:lnSpc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其中</a:t>
            </a:r>
          </a:p>
        </p:txBody>
      </p:sp>
      <p:sp>
        <p:nvSpPr>
          <p:cNvPr id="49165" name="Text Box 13"/>
          <p:cNvSpPr txBox="1"/>
          <p:nvPr>
            <p:custDataLst>
              <p:tags r:id="rId4"/>
            </p:custDataLst>
          </p:nvPr>
        </p:nvSpPr>
        <p:spPr>
          <a:xfrm>
            <a:off x="5702935" y="4661853"/>
            <a:ext cx="2041525" cy="48260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algn="just" eaLnBrk="1" hangingPunct="1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i="1" dirty="0">
                <a:latin typeface="Times New Roman" panose="02020603050405020304" pitchFamily="18" charset="0"/>
                <a:cs typeface="华文中宋" panose="02010600040101010101" pitchFamily="2" charset="-122"/>
              </a:rPr>
              <a:t>O</a:t>
            </a:r>
            <a:r>
              <a:rPr lang="en-US" altLang="zh-CN" sz="2600" b="1" dirty="0">
                <a:latin typeface="Symbol" panose="05050102010706020507" pitchFamily="18" charset="2"/>
                <a:cs typeface="华文中宋" panose="02010600040101010101" pitchFamily="2" charset="-122"/>
              </a:rPr>
              <a:t>=</a:t>
            </a:r>
            <a:r>
              <a:rPr lang="en-US" altLang="zh-CN" sz="2600" b="1" dirty="0">
                <a:latin typeface="Times New Roman" panose="02020603050405020304" pitchFamily="18" charset="0"/>
                <a:cs typeface="华文中宋" panose="02010600040101010101" pitchFamily="2" charset="-122"/>
              </a:rPr>
              <a:t>(0   0    0)</a:t>
            </a:r>
            <a:r>
              <a:rPr lang="zh-CN" altLang="en-US" sz="2600" b="1" dirty="0">
                <a:latin typeface="Symbol" panose="05050102010706020507" pitchFamily="18" charset="2"/>
                <a:cs typeface="华文中宋" panose="02010600040101010101" pitchFamily="2" charset="-122"/>
              </a:rPr>
              <a:t>，</a:t>
            </a:r>
          </a:p>
        </p:txBody>
      </p:sp>
      <p:sp>
        <p:nvSpPr>
          <p:cNvPr id="49166" name="Text Box 14"/>
          <p:cNvSpPr txBox="1"/>
          <p:nvPr>
            <p:custDataLst>
              <p:tags r:id="rId5"/>
            </p:custDataLst>
          </p:nvPr>
        </p:nvSpPr>
        <p:spPr>
          <a:xfrm>
            <a:off x="7801610" y="4661853"/>
            <a:ext cx="1241425" cy="48260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algn="just" eaLnBrk="1" hangingPunct="1">
              <a:lnSpc>
                <a:spcPct val="11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i="1" dirty="0">
                <a:latin typeface="Times New Roman" panose="02020603050405020304" pitchFamily="18" charset="0"/>
                <a:cs typeface="华文中宋" panose="02010600040101010101" pitchFamily="2" charset="-122"/>
              </a:rPr>
              <a:t>A</a:t>
            </a:r>
            <a:r>
              <a:rPr lang="en-US" altLang="zh-CN" sz="2600" b="1" baseline="-25000" dirty="0">
                <a:latin typeface="Times New Roman" panose="02020603050405020304" pitchFamily="18" charset="0"/>
                <a:cs typeface="华文中宋" panose="02010600040101010101" pitchFamily="2" charset="-122"/>
              </a:rPr>
              <a:t>2</a:t>
            </a:r>
            <a:r>
              <a:rPr lang="en-US" altLang="zh-CN" sz="2600" b="1" dirty="0">
                <a:latin typeface="Symbol" panose="05050102010706020507" pitchFamily="18" charset="2"/>
                <a:cs typeface="华文中宋" panose="02010600040101010101" pitchFamily="2" charset="-122"/>
              </a:rPr>
              <a:t>=</a:t>
            </a:r>
            <a:r>
              <a:rPr lang="en-US" altLang="zh-CN" sz="2600" b="1" dirty="0">
                <a:latin typeface="Times New Roman" panose="02020603050405020304" pitchFamily="18" charset="0"/>
                <a:cs typeface="华文中宋" panose="02010600040101010101" pitchFamily="2" charset="-122"/>
              </a:rPr>
              <a:t>(1)</a:t>
            </a:r>
            <a:r>
              <a:rPr lang="zh-CN" altLang="en-US" sz="2600" b="1" dirty="0">
                <a:latin typeface="Symbol" panose="05050102010706020507" pitchFamily="18" charset="2"/>
                <a:ea typeface="华文中宋" panose="02010600040101010101" pitchFamily="2" charset="-122"/>
                <a:cs typeface="华文中宋" panose="02010600040101010101" pitchFamily="2" charset="-122"/>
              </a:rPr>
              <a:t>。</a:t>
            </a:r>
          </a:p>
        </p:txBody>
      </p:sp>
      <p:grpSp>
        <p:nvGrpSpPr>
          <p:cNvPr id="49167" name="Group 15"/>
          <p:cNvGrpSpPr/>
          <p:nvPr/>
        </p:nvGrpSpPr>
        <p:grpSpPr>
          <a:xfrm>
            <a:off x="1619885" y="4330065"/>
            <a:ext cx="2495550" cy="1190625"/>
            <a:chOff x="770" y="2240"/>
            <a:chExt cx="1572" cy="750"/>
          </a:xfrm>
        </p:grpSpPr>
        <p:sp>
          <p:nvSpPr>
            <p:cNvPr id="22551" name="Text Box 16"/>
            <p:cNvSpPr txBox="1"/>
            <p:nvPr>
              <p:custDataLst>
                <p:tags r:id="rId15"/>
              </p:custDataLst>
            </p:nvPr>
          </p:nvSpPr>
          <p:spPr>
            <a:xfrm>
              <a:off x="770" y="2449"/>
              <a:ext cx="1572" cy="30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algn="just" eaLnBrk="1" hangingPunct="1">
                <a:lnSpc>
                  <a:spcPct val="11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i="1" dirty="0">
                  <a:latin typeface="Times New Roman" panose="02020603050405020304" pitchFamily="18" charset="0"/>
                  <a:cs typeface="华文中宋" panose="02010600040101010101" pitchFamily="2" charset="-122"/>
                </a:rPr>
                <a:t>I</a:t>
              </a:r>
              <a:r>
                <a:rPr lang="en-US" altLang="zh-CN" sz="2600" b="1" baseline="-25000" dirty="0">
                  <a:latin typeface="Times New Roman" panose="02020603050405020304" pitchFamily="18" charset="0"/>
                  <a:cs typeface="华文中宋" panose="02010600040101010101" pitchFamily="2" charset="-122"/>
                </a:rPr>
                <a:t>3</a:t>
              </a:r>
              <a:r>
                <a:rPr lang="en-US" altLang="zh-CN" sz="2600" b="1" dirty="0">
                  <a:latin typeface="Symbol" panose="05050102010706020507" pitchFamily="18" charset="2"/>
                  <a:cs typeface="华文中宋" panose="02010600040101010101" pitchFamily="2" charset="-122"/>
                </a:rPr>
                <a:t>=                     </a:t>
              </a:r>
              <a:r>
                <a:rPr lang="zh-CN" altLang="en-US" sz="2600" b="1" dirty="0">
                  <a:latin typeface="Symbol" panose="05050102010706020507" pitchFamily="18" charset="2"/>
                  <a:cs typeface="华文中宋" panose="02010600040101010101" pitchFamily="2" charset="-122"/>
                </a:rPr>
                <a:t>，</a:t>
              </a:r>
            </a:p>
          </p:txBody>
        </p:sp>
        <p:grpSp>
          <p:nvGrpSpPr>
            <p:cNvPr id="22552" name="Group 17"/>
            <p:cNvGrpSpPr/>
            <p:nvPr/>
          </p:nvGrpSpPr>
          <p:grpSpPr>
            <a:xfrm>
              <a:off x="1050" y="2240"/>
              <a:ext cx="991" cy="750"/>
              <a:chOff x="929" y="2901"/>
              <a:chExt cx="991" cy="750"/>
            </a:xfrm>
          </p:grpSpPr>
          <p:sp>
            <p:nvSpPr>
              <p:cNvPr id="22553" name="Text Box 18"/>
              <p:cNvSpPr txBox="1"/>
              <p:nvPr>
                <p:custDataLst>
                  <p:tags r:id="rId16"/>
                </p:custDataLst>
              </p:nvPr>
            </p:nvSpPr>
            <p:spPr>
              <a:xfrm>
                <a:off x="1014" y="2901"/>
                <a:ext cx="156" cy="750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 lIns="0" tIns="0" rIns="0" bIns="0">
                <a:spAutoFit/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75000"/>
                  <a:buFont typeface="Wingdings" panose="05000000000000000000" pitchFamily="2" charset="2"/>
                  <a:buChar char="v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Wingdings" panose="05000000000000000000" pitchFamily="2" charset="2"/>
                  <a:buChar char="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90000"/>
                  <a:buFont typeface="Wingdings" panose="05000000000000000000" pitchFamily="2" charset="2"/>
                  <a:buChar char="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</a:lstStyle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600" b="1" dirty="0">
                    <a:latin typeface="Times New Roman" panose="02020603050405020304" pitchFamily="18" charset="0"/>
                    <a:cs typeface="华文中宋" panose="02010600040101010101" pitchFamily="2" charset="-122"/>
                  </a:rPr>
                  <a:t>1</a:t>
                </a:r>
              </a:p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600" b="1" dirty="0">
                    <a:latin typeface="Times New Roman" panose="02020603050405020304" pitchFamily="18" charset="0"/>
                    <a:cs typeface="华文中宋" panose="02010600040101010101" pitchFamily="2" charset="-122"/>
                  </a:rPr>
                  <a:t>0</a:t>
                </a:r>
                <a:endParaRPr lang="en-US" altLang="zh-CN" sz="2600" b="1" baseline="-25000" dirty="0">
                  <a:latin typeface="Times New Roman" panose="02020603050405020304" pitchFamily="18" charset="0"/>
                  <a:cs typeface="华文中宋" panose="02010600040101010101" pitchFamily="2" charset="-122"/>
                </a:endParaRPr>
              </a:p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600" b="1" dirty="0">
                    <a:latin typeface="Times New Roman" panose="02020603050405020304" pitchFamily="18" charset="0"/>
                    <a:cs typeface="华文中宋" panose="02010600040101010101" pitchFamily="2" charset="-122"/>
                  </a:rPr>
                  <a:t>0 </a:t>
                </a:r>
              </a:p>
            </p:txBody>
          </p:sp>
          <p:sp>
            <p:nvSpPr>
              <p:cNvPr id="22554" name="Text Box 19"/>
              <p:cNvSpPr txBox="1"/>
              <p:nvPr>
                <p:custDataLst>
                  <p:tags r:id="rId17"/>
                </p:custDataLst>
              </p:nvPr>
            </p:nvSpPr>
            <p:spPr>
              <a:xfrm>
                <a:off x="1377" y="2901"/>
                <a:ext cx="156" cy="750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 lIns="0" tIns="0" rIns="0" bIns="0">
                <a:spAutoFit/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75000"/>
                  <a:buFont typeface="Wingdings" panose="05000000000000000000" pitchFamily="2" charset="2"/>
                  <a:buChar char="v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Wingdings" panose="05000000000000000000" pitchFamily="2" charset="2"/>
                  <a:buChar char="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90000"/>
                  <a:buFont typeface="Wingdings" panose="05000000000000000000" pitchFamily="2" charset="2"/>
                  <a:buChar char="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</a:lstStyle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600" b="1" dirty="0">
                    <a:latin typeface="Times New Roman" panose="02020603050405020304" pitchFamily="18" charset="0"/>
                    <a:cs typeface="华文中宋" panose="02010600040101010101" pitchFamily="2" charset="-122"/>
                  </a:rPr>
                  <a:t>0</a:t>
                </a:r>
              </a:p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600" b="1" dirty="0">
                    <a:latin typeface="Times New Roman" panose="02020603050405020304" pitchFamily="18" charset="0"/>
                    <a:cs typeface="华文中宋" panose="02010600040101010101" pitchFamily="2" charset="-122"/>
                  </a:rPr>
                  <a:t>1</a:t>
                </a:r>
                <a:endParaRPr lang="en-US" altLang="zh-CN" sz="2600" b="1" baseline="-25000" dirty="0">
                  <a:latin typeface="Times New Roman" panose="02020603050405020304" pitchFamily="18" charset="0"/>
                  <a:cs typeface="华文中宋" panose="02010600040101010101" pitchFamily="2" charset="-122"/>
                </a:endParaRPr>
              </a:p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600" b="1" dirty="0">
                    <a:latin typeface="Times New Roman" panose="02020603050405020304" pitchFamily="18" charset="0"/>
                    <a:cs typeface="华文中宋" panose="02010600040101010101" pitchFamily="2" charset="-122"/>
                  </a:rPr>
                  <a:t>0 </a:t>
                </a:r>
              </a:p>
            </p:txBody>
          </p:sp>
          <p:sp>
            <p:nvSpPr>
              <p:cNvPr id="22555" name="Text Box 20"/>
              <p:cNvSpPr txBox="1"/>
              <p:nvPr>
                <p:custDataLst>
                  <p:tags r:id="rId18"/>
                </p:custDataLst>
              </p:nvPr>
            </p:nvSpPr>
            <p:spPr>
              <a:xfrm>
                <a:off x="1740" y="2901"/>
                <a:ext cx="156" cy="750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 lIns="0" tIns="0" rIns="0" bIns="0">
                <a:spAutoFit/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75000"/>
                  <a:buFont typeface="Wingdings" panose="05000000000000000000" pitchFamily="2" charset="2"/>
                  <a:buChar char="v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Wingdings" panose="05000000000000000000" pitchFamily="2" charset="2"/>
                  <a:buChar char="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90000"/>
                  <a:buFont typeface="Wingdings" panose="05000000000000000000" pitchFamily="2" charset="2"/>
                  <a:buChar char="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</a:lstStyle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600" b="1" dirty="0">
                    <a:latin typeface="Times New Roman" panose="02020603050405020304" pitchFamily="18" charset="0"/>
                    <a:cs typeface="华文中宋" panose="02010600040101010101" pitchFamily="2" charset="-122"/>
                  </a:rPr>
                  <a:t>0</a:t>
                </a:r>
              </a:p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600" b="1" dirty="0">
                    <a:latin typeface="Times New Roman" panose="02020603050405020304" pitchFamily="18" charset="0"/>
                    <a:cs typeface="华文中宋" panose="02010600040101010101" pitchFamily="2" charset="-122"/>
                  </a:rPr>
                  <a:t>0</a:t>
                </a:r>
                <a:endParaRPr lang="en-US" altLang="zh-CN" sz="2600" b="1" baseline="-25000" dirty="0">
                  <a:latin typeface="Times New Roman" panose="02020603050405020304" pitchFamily="18" charset="0"/>
                  <a:cs typeface="华文中宋" panose="02010600040101010101" pitchFamily="2" charset="-122"/>
                </a:endParaRPr>
              </a:p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600" b="1" dirty="0">
                    <a:latin typeface="Times New Roman" panose="02020603050405020304" pitchFamily="18" charset="0"/>
                    <a:cs typeface="华文中宋" panose="02010600040101010101" pitchFamily="2" charset="-122"/>
                  </a:rPr>
                  <a:t>1 </a:t>
                </a:r>
              </a:p>
            </p:txBody>
          </p:sp>
          <p:sp>
            <p:nvSpPr>
              <p:cNvPr id="22556" name="AutoShape 21"/>
              <p:cNvSpPr/>
              <p:nvPr>
                <p:custDataLst>
                  <p:tags r:id="rId19"/>
                </p:custDataLst>
              </p:nvPr>
            </p:nvSpPr>
            <p:spPr>
              <a:xfrm>
                <a:off x="929" y="2943"/>
                <a:ext cx="991" cy="666"/>
              </a:xfrm>
              <a:prstGeom prst="bracketPair">
                <a:avLst>
                  <a:gd name="adj" fmla="val 6477"/>
                </a:avLst>
              </a:prstGeom>
              <a:noFill/>
              <a:ln w="9525" cap="flat" cmpd="sng">
                <a:solidFill>
                  <a:schemeClr val="tx1"/>
                </a:solidFill>
                <a:prstDash val="solid"/>
                <a:headEnd type="none" w="med" len="med"/>
                <a:tailEnd type="none" w="med" len="med"/>
              </a:ln>
            </p:spPr>
            <p:txBody>
              <a:bodyPr wrap="none" anchor="ctr" anchorCtr="0"/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75000"/>
                  <a:buFont typeface="Wingdings" panose="05000000000000000000" pitchFamily="2" charset="2"/>
                  <a:buChar char="v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Wingdings" panose="05000000000000000000" pitchFamily="2" charset="2"/>
                  <a:buChar char="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90000"/>
                  <a:buFont typeface="Wingdings" panose="05000000000000000000" pitchFamily="2" charset="2"/>
                  <a:buChar char="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</a:lstStyle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CN" altLang="en-US" sz="1800" dirty="0">
                  <a:cs typeface="华文中宋" panose="02010600040101010101" pitchFamily="2" charset="-122"/>
                </a:endParaRPr>
              </a:p>
            </p:txBody>
          </p:sp>
        </p:grpSp>
      </p:grpSp>
      <p:grpSp>
        <p:nvGrpSpPr>
          <p:cNvPr id="49174" name="Group 22"/>
          <p:cNvGrpSpPr/>
          <p:nvPr/>
        </p:nvGrpSpPr>
        <p:grpSpPr>
          <a:xfrm>
            <a:off x="4142423" y="4330065"/>
            <a:ext cx="1517650" cy="1190625"/>
            <a:chOff x="2359" y="2240"/>
            <a:chExt cx="956" cy="750"/>
          </a:xfrm>
        </p:grpSpPr>
        <p:sp>
          <p:nvSpPr>
            <p:cNvPr id="22547" name="Text Box 23"/>
            <p:cNvSpPr txBox="1"/>
            <p:nvPr>
              <p:custDataLst>
                <p:tags r:id="rId12"/>
              </p:custDataLst>
            </p:nvPr>
          </p:nvSpPr>
          <p:spPr>
            <a:xfrm>
              <a:off x="2359" y="2449"/>
              <a:ext cx="956" cy="304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algn="just" eaLnBrk="1" hangingPunct="1">
                <a:lnSpc>
                  <a:spcPct val="11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i="1" dirty="0">
                  <a:latin typeface="Times New Roman" panose="02020603050405020304" pitchFamily="18" charset="0"/>
                  <a:cs typeface="华文中宋" panose="02010600040101010101" pitchFamily="2" charset="-122"/>
                </a:rPr>
                <a:t>A</a:t>
              </a:r>
              <a:r>
                <a:rPr lang="en-US" altLang="zh-CN" sz="2600" b="1" baseline="-25000" dirty="0">
                  <a:latin typeface="Times New Roman" panose="02020603050405020304" pitchFamily="18" charset="0"/>
                  <a:cs typeface="华文中宋" panose="02010600040101010101" pitchFamily="2" charset="-122"/>
                </a:rPr>
                <a:t>1</a:t>
              </a:r>
              <a:r>
                <a:rPr lang="en-US" altLang="zh-CN" sz="2600" b="1" dirty="0">
                  <a:latin typeface="Symbol" panose="05050102010706020507" pitchFamily="18" charset="2"/>
                  <a:cs typeface="华文中宋" panose="02010600040101010101" pitchFamily="2" charset="-122"/>
                </a:rPr>
                <a:t>=        </a:t>
              </a:r>
              <a:r>
                <a:rPr lang="zh-CN" altLang="en-US" sz="2600" b="1" dirty="0">
                  <a:latin typeface="Symbol" panose="05050102010706020507" pitchFamily="18" charset="2"/>
                  <a:cs typeface="华文中宋" panose="02010600040101010101" pitchFamily="2" charset="-122"/>
                </a:rPr>
                <a:t>，</a:t>
              </a:r>
            </a:p>
          </p:txBody>
        </p:sp>
        <p:grpSp>
          <p:nvGrpSpPr>
            <p:cNvPr id="22548" name="Group 24"/>
            <p:cNvGrpSpPr/>
            <p:nvPr/>
          </p:nvGrpSpPr>
          <p:grpSpPr>
            <a:xfrm>
              <a:off x="2722" y="2240"/>
              <a:ext cx="302" cy="750"/>
              <a:chOff x="1739" y="3200"/>
              <a:chExt cx="302" cy="750"/>
            </a:xfrm>
          </p:grpSpPr>
          <p:sp>
            <p:nvSpPr>
              <p:cNvPr id="22549" name="Text Box 25"/>
              <p:cNvSpPr txBox="1"/>
              <p:nvPr>
                <p:custDataLst>
                  <p:tags r:id="rId13"/>
                </p:custDataLst>
              </p:nvPr>
            </p:nvSpPr>
            <p:spPr>
              <a:xfrm>
                <a:off x="1784" y="3200"/>
                <a:ext cx="218" cy="750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 lIns="0" tIns="0" rIns="0" bIns="0">
                <a:spAutoFit/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75000"/>
                  <a:buFont typeface="Wingdings" panose="05000000000000000000" pitchFamily="2" charset="2"/>
                  <a:buChar char="v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Wingdings" panose="05000000000000000000" pitchFamily="2" charset="2"/>
                  <a:buChar char="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90000"/>
                  <a:buFont typeface="Wingdings" panose="05000000000000000000" pitchFamily="2" charset="2"/>
                  <a:buChar char="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</a:lstStyle>
              <a:p>
                <a:pPr marL="0" lvl="0" indent="0" algn="r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600" b="1" dirty="0">
                    <a:latin typeface="Times New Roman" panose="02020603050405020304" pitchFamily="18" charset="0"/>
                    <a:cs typeface="华文中宋" panose="02010600040101010101" pitchFamily="2" charset="-122"/>
                  </a:rPr>
                  <a:t>3</a:t>
                </a:r>
              </a:p>
              <a:p>
                <a:pPr marL="0" lvl="0" indent="0" algn="r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600" b="1" dirty="0">
                    <a:latin typeface="Symbol" panose="05050102010706020507" pitchFamily="18" charset="2"/>
                    <a:cs typeface="华文中宋" panose="02010600040101010101" pitchFamily="2" charset="-122"/>
                  </a:rPr>
                  <a:t>-</a:t>
                </a:r>
                <a:r>
                  <a:rPr lang="en-US" altLang="zh-CN" sz="2600" b="1" dirty="0">
                    <a:latin typeface="Times New Roman" panose="02020603050405020304" pitchFamily="18" charset="0"/>
                    <a:cs typeface="华文中宋" panose="02010600040101010101" pitchFamily="2" charset="-122"/>
                  </a:rPr>
                  <a:t>1</a:t>
                </a:r>
                <a:endParaRPr lang="en-US" altLang="zh-CN" sz="2600" b="1" baseline="-25000" dirty="0">
                  <a:latin typeface="Times New Roman" panose="02020603050405020304" pitchFamily="18" charset="0"/>
                  <a:cs typeface="华文中宋" panose="02010600040101010101" pitchFamily="2" charset="-122"/>
                </a:endParaRPr>
              </a:p>
              <a:p>
                <a:pPr marL="0" lvl="0" indent="0" algn="r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600" b="1" dirty="0">
                    <a:latin typeface="Times New Roman" panose="02020603050405020304" pitchFamily="18" charset="0"/>
                    <a:cs typeface="华文中宋" panose="02010600040101010101" pitchFamily="2" charset="-122"/>
                  </a:rPr>
                  <a:t>0</a:t>
                </a:r>
              </a:p>
            </p:txBody>
          </p:sp>
          <p:sp>
            <p:nvSpPr>
              <p:cNvPr id="22550" name="AutoShape 26"/>
              <p:cNvSpPr/>
              <p:nvPr>
                <p:custDataLst>
                  <p:tags r:id="rId14"/>
                </p:custDataLst>
              </p:nvPr>
            </p:nvSpPr>
            <p:spPr>
              <a:xfrm>
                <a:off x="1739" y="3242"/>
                <a:ext cx="302" cy="666"/>
              </a:xfrm>
              <a:prstGeom prst="bracketPair">
                <a:avLst>
                  <a:gd name="adj" fmla="val 6477"/>
                </a:avLst>
              </a:prstGeom>
              <a:noFill/>
              <a:ln w="9525" cap="flat" cmpd="sng">
                <a:solidFill>
                  <a:schemeClr val="tx1"/>
                </a:solidFill>
                <a:prstDash val="solid"/>
                <a:headEnd type="none" w="med" len="med"/>
                <a:tailEnd type="none" w="med" len="med"/>
              </a:ln>
            </p:spPr>
            <p:txBody>
              <a:bodyPr wrap="none" anchor="ctr" anchorCtr="0"/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75000"/>
                  <a:buFont typeface="Wingdings" panose="05000000000000000000" pitchFamily="2" charset="2"/>
                  <a:buChar char="v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Wingdings" panose="05000000000000000000" pitchFamily="2" charset="2"/>
                  <a:buChar char="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90000"/>
                  <a:buFont typeface="Wingdings" panose="05000000000000000000" pitchFamily="2" charset="2"/>
                  <a:buChar char="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</a:lstStyle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CN" altLang="en-US" sz="1800" dirty="0">
                  <a:cs typeface="华文中宋" panose="02010600040101010101" pitchFamily="2" charset="-122"/>
                </a:endParaRPr>
              </a:p>
            </p:txBody>
          </p:sp>
        </p:grpSp>
      </p:grpSp>
      <p:sp>
        <p:nvSpPr>
          <p:cNvPr id="49179" name="Line 27"/>
          <p:cNvSpPr/>
          <p:nvPr>
            <p:custDataLst>
              <p:tags r:id="rId6"/>
            </p:custDataLst>
          </p:nvPr>
        </p:nvSpPr>
        <p:spPr>
          <a:xfrm>
            <a:off x="2924810" y="3768090"/>
            <a:ext cx="2062163" cy="0"/>
          </a:xfrm>
          <a:prstGeom prst="line">
            <a:avLst/>
          </a:prstGeom>
          <a:ln w="9525" cap="flat" cmpd="sng">
            <a:solidFill>
              <a:schemeClr val="accent2"/>
            </a:solidFill>
            <a:prstDash val="solid"/>
            <a:headEnd type="none" w="med" len="med"/>
            <a:tailEnd type="none" w="med" len="med"/>
          </a:ln>
        </p:spPr>
      </p:sp>
      <p:sp>
        <p:nvSpPr>
          <p:cNvPr id="49180" name="Line 28"/>
          <p:cNvSpPr/>
          <p:nvPr>
            <p:custDataLst>
              <p:tags r:id="rId7"/>
            </p:custDataLst>
          </p:nvPr>
        </p:nvSpPr>
        <p:spPr>
          <a:xfrm>
            <a:off x="4485323" y="2656840"/>
            <a:ext cx="0" cy="1487488"/>
          </a:xfrm>
          <a:prstGeom prst="line">
            <a:avLst/>
          </a:prstGeom>
          <a:ln w="9525" cap="flat" cmpd="sng">
            <a:solidFill>
              <a:schemeClr val="accent2"/>
            </a:solidFill>
            <a:prstDash val="solid"/>
            <a:headEnd type="none" w="med" len="med"/>
            <a:tailEnd type="none" w="med" len="med"/>
          </a:ln>
        </p:spPr>
      </p:sp>
      <p:grpSp>
        <p:nvGrpSpPr>
          <p:cNvPr id="49181" name="Group 29"/>
          <p:cNvGrpSpPr/>
          <p:nvPr/>
        </p:nvGrpSpPr>
        <p:grpSpPr>
          <a:xfrm>
            <a:off x="5185410" y="3033078"/>
            <a:ext cx="1666875" cy="800100"/>
            <a:chOff x="3016" y="1423"/>
            <a:chExt cx="1050" cy="504"/>
          </a:xfrm>
        </p:grpSpPr>
        <p:sp>
          <p:nvSpPr>
            <p:cNvPr id="22542" name="Text Box 30"/>
            <p:cNvSpPr txBox="1"/>
            <p:nvPr>
              <p:custDataLst>
                <p:tags r:id="rId8"/>
              </p:custDataLst>
            </p:nvPr>
          </p:nvSpPr>
          <p:spPr>
            <a:xfrm>
              <a:off x="3016" y="1482"/>
              <a:ext cx="1050" cy="329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algn="just" eaLnBrk="1" hangingPunct="1">
                <a:lnSpc>
                  <a:spcPct val="12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Symbol" panose="05050102010706020507" pitchFamily="18" charset="2"/>
                  <a:cs typeface="华文中宋" panose="02010600040101010101" pitchFamily="2" charset="-122"/>
                </a:rPr>
                <a:t>=              </a:t>
              </a:r>
              <a:r>
                <a:rPr lang="zh-CN" altLang="en-US" sz="2600" b="1" dirty="0">
                  <a:latin typeface="Times New Roman" panose="02020603050405020304" pitchFamily="18" charset="0"/>
                  <a:cs typeface="华文中宋" panose="02010600040101010101" pitchFamily="2" charset="-122"/>
                </a:rPr>
                <a:t>，</a:t>
              </a:r>
              <a:endParaRPr lang="zh-CN" altLang="en-US" sz="2600" b="1" dirty="0">
                <a:latin typeface="Symbol" panose="05050102010706020507" pitchFamily="18" charset="2"/>
                <a:cs typeface="华文中宋" panose="02010600040101010101" pitchFamily="2" charset="-122"/>
              </a:endParaRPr>
            </a:p>
          </p:txBody>
        </p:sp>
        <p:grpSp>
          <p:nvGrpSpPr>
            <p:cNvPr id="22543" name="Group 31"/>
            <p:cNvGrpSpPr/>
            <p:nvPr/>
          </p:nvGrpSpPr>
          <p:grpSpPr>
            <a:xfrm>
              <a:off x="3195" y="1423"/>
              <a:ext cx="655" cy="504"/>
              <a:chOff x="3195" y="1423"/>
              <a:chExt cx="655" cy="504"/>
            </a:xfrm>
          </p:grpSpPr>
          <p:sp>
            <p:nvSpPr>
              <p:cNvPr id="22544" name="Text Box 32"/>
              <p:cNvSpPr txBox="1"/>
              <p:nvPr>
                <p:custDataLst>
                  <p:tags r:id="rId9"/>
                </p:custDataLst>
              </p:nvPr>
            </p:nvSpPr>
            <p:spPr>
              <a:xfrm>
                <a:off x="3294" y="1423"/>
                <a:ext cx="202" cy="504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 lIns="0" tIns="0" rIns="0" bIns="0">
                <a:spAutoFit/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75000"/>
                  <a:buFont typeface="Wingdings" panose="05000000000000000000" pitchFamily="2" charset="2"/>
                  <a:buChar char="v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Wingdings" panose="05000000000000000000" pitchFamily="2" charset="2"/>
                  <a:buChar char="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90000"/>
                  <a:buFont typeface="Wingdings" panose="05000000000000000000" pitchFamily="2" charset="2"/>
                  <a:buChar char="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</a:lstStyle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600" b="1" i="1" dirty="0">
                    <a:latin typeface="Times New Roman" panose="02020603050405020304" pitchFamily="18" charset="0"/>
                    <a:cs typeface="华文中宋" panose="02010600040101010101" pitchFamily="2" charset="-122"/>
                  </a:rPr>
                  <a:t>I</a:t>
                </a:r>
                <a:r>
                  <a:rPr lang="en-US" altLang="zh-CN" sz="2600" b="1" baseline="-25000" dirty="0">
                    <a:latin typeface="Times New Roman" panose="02020603050405020304" pitchFamily="18" charset="0"/>
                    <a:cs typeface="华文中宋" panose="02010600040101010101" pitchFamily="2" charset="-122"/>
                  </a:rPr>
                  <a:t>3</a:t>
                </a:r>
                <a:endParaRPr lang="en-US" altLang="zh-CN" sz="2600" b="1" dirty="0">
                  <a:latin typeface="Times New Roman" panose="02020603050405020304" pitchFamily="18" charset="0"/>
                  <a:cs typeface="华文中宋" panose="02010600040101010101" pitchFamily="2" charset="-122"/>
                </a:endParaRPr>
              </a:p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600" b="1" i="1" dirty="0">
                    <a:latin typeface="Times New Roman" panose="02020603050405020304" pitchFamily="18" charset="0"/>
                    <a:cs typeface="华文中宋" panose="02010600040101010101" pitchFamily="2" charset="-122"/>
                  </a:rPr>
                  <a:t>O</a:t>
                </a:r>
                <a:r>
                  <a:rPr lang="en-US" altLang="zh-CN" sz="2600" b="1" dirty="0">
                    <a:latin typeface="Times New Roman" panose="02020603050405020304" pitchFamily="18" charset="0"/>
                    <a:cs typeface="华文中宋" panose="02010600040101010101" pitchFamily="2" charset="-122"/>
                  </a:rPr>
                  <a:t> </a:t>
                </a:r>
              </a:p>
            </p:txBody>
          </p:sp>
          <p:sp>
            <p:nvSpPr>
              <p:cNvPr id="22545" name="Text Box 33"/>
              <p:cNvSpPr txBox="1"/>
              <p:nvPr>
                <p:custDataLst>
                  <p:tags r:id="rId10"/>
                </p:custDataLst>
              </p:nvPr>
            </p:nvSpPr>
            <p:spPr>
              <a:xfrm>
                <a:off x="3580" y="1423"/>
                <a:ext cx="270" cy="500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 lIns="0" tIns="0" rIns="0" bIns="0">
                <a:spAutoFit/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75000"/>
                  <a:buFont typeface="Wingdings" panose="05000000000000000000" pitchFamily="2" charset="2"/>
                  <a:buChar char="v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Wingdings" panose="05000000000000000000" pitchFamily="2" charset="2"/>
                  <a:buChar char="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90000"/>
                  <a:buFont typeface="Wingdings" panose="05000000000000000000" pitchFamily="2" charset="2"/>
                  <a:buChar char="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</a:lstStyle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600" b="1" i="1" dirty="0">
                    <a:latin typeface="Times New Roman" panose="02020603050405020304" pitchFamily="18" charset="0"/>
                    <a:cs typeface="华文中宋" panose="02010600040101010101" pitchFamily="2" charset="-122"/>
                  </a:rPr>
                  <a:t>A</a:t>
                </a:r>
                <a:r>
                  <a:rPr lang="en-US" altLang="zh-CN" sz="2600" b="1" baseline="-25000" dirty="0">
                    <a:latin typeface="Times New Roman" panose="02020603050405020304" pitchFamily="18" charset="0"/>
                    <a:cs typeface="华文中宋" panose="02010600040101010101" pitchFamily="2" charset="-122"/>
                  </a:rPr>
                  <a:t>1</a:t>
                </a:r>
                <a:endParaRPr lang="en-US" altLang="zh-CN" sz="2600" b="1" dirty="0">
                  <a:latin typeface="Times New Roman" panose="02020603050405020304" pitchFamily="18" charset="0"/>
                  <a:cs typeface="华文中宋" panose="02010600040101010101" pitchFamily="2" charset="-122"/>
                </a:endParaRPr>
              </a:p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600" b="1" i="1" dirty="0">
                    <a:latin typeface="Times New Roman" panose="02020603050405020304" pitchFamily="18" charset="0"/>
                    <a:cs typeface="华文中宋" panose="02010600040101010101" pitchFamily="2" charset="-122"/>
                  </a:rPr>
                  <a:t>A</a:t>
                </a:r>
                <a:r>
                  <a:rPr lang="en-US" altLang="zh-CN" sz="2600" b="1" baseline="-25000" dirty="0">
                    <a:latin typeface="Times New Roman" panose="02020603050405020304" pitchFamily="18" charset="0"/>
                    <a:cs typeface="华文中宋" panose="02010600040101010101" pitchFamily="2" charset="-122"/>
                  </a:rPr>
                  <a:t>2</a:t>
                </a:r>
                <a:r>
                  <a:rPr lang="en-US" altLang="zh-CN" sz="2600" b="1" dirty="0">
                    <a:latin typeface="Times New Roman" panose="02020603050405020304" pitchFamily="18" charset="0"/>
                    <a:cs typeface="华文中宋" panose="02010600040101010101" pitchFamily="2" charset="-122"/>
                  </a:rPr>
                  <a:t> </a:t>
                </a:r>
              </a:p>
            </p:txBody>
          </p:sp>
          <p:sp>
            <p:nvSpPr>
              <p:cNvPr id="22546" name="AutoShape 34"/>
              <p:cNvSpPr/>
              <p:nvPr>
                <p:custDataLst>
                  <p:tags r:id="rId11"/>
                </p:custDataLst>
              </p:nvPr>
            </p:nvSpPr>
            <p:spPr>
              <a:xfrm flipH="1">
                <a:off x="3195" y="1468"/>
                <a:ext cx="622" cy="418"/>
              </a:xfrm>
              <a:prstGeom prst="bracketPair">
                <a:avLst>
                  <a:gd name="adj" fmla="val 6477"/>
                </a:avLst>
              </a:prstGeom>
              <a:noFill/>
              <a:ln w="9525" cap="flat" cmpd="sng">
                <a:solidFill>
                  <a:schemeClr val="tx1"/>
                </a:solidFill>
                <a:prstDash val="solid"/>
                <a:headEnd type="none" w="med" len="med"/>
                <a:tailEnd type="none" w="med" len="med"/>
              </a:ln>
            </p:spPr>
            <p:txBody>
              <a:bodyPr wrap="none" anchor="ctr" anchorCtr="0"/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75000"/>
                  <a:buFont typeface="Wingdings" panose="05000000000000000000" pitchFamily="2" charset="2"/>
                  <a:buChar char="v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Wingdings" panose="05000000000000000000" pitchFamily="2" charset="2"/>
                  <a:buChar char="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90000"/>
                  <a:buFont typeface="Wingdings" panose="05000000000000000000" pitchFamily="2" charset="2"/>
                  <a:buChar char="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</a:lstStyle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CN" altLang="en-US" sz="1800" dirty="0">
                  <a:cs typeface="华文中宋" panose="02010600040101010101" pitchFamily="2" charset="-122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06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91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91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91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491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9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6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916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491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491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4916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1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491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0658" grpId="0" build="p"/>
      <p:bldP spid="49156" grpId="0" build="p"/>
      <p:bldP spid="49164" grpId="0" build="p"/>
      <p:bldP spid="49165" grpId="0" build="p"/>
      <p:bldP spid="49166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29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3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4914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基本问题</a:t>
            </a:r>
            <a:r>
              <a:rPr kumimoji="1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:  </a:t>
            </a:r>
            <a:r>
              <a:rPr kumimoji="1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分块矩阵</a:t>
            </a: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的定义</a:t>
            </a:r>
            <a:endParaRPr kumimoji="1" lang="zh-CN" altLang="en-US" sz="26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华文中宋" panose="02010600040101010101" pitchFamily="2" charset="-122"/>
              <a:ea typeface="华文中宋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0658" name="Text Box 2"/>
          <p:cNvSpPr txBox="1"/>
          <p:nvPr>
            <p:custDataLst>
              <p:tags r:id="rId1"/>
            </p:custDataLst>
          </p:nvPr>
        </p:nvSpPr>
        <p:spPr>
          <a:xfrm>
            <a:off x="611188" y="836930"/>
            <a:ext cx="8001000" cy="16414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</a:lstStyle>
          <a:p>
            <a:pPr marL="0" lvl="0" indent="0" algn="just" eaLnBrk="1" hangingPunct="1">
              <a:lnSpc>
                <a:spcPct val="120000"/>
              </a:lnSpc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        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在矩阵的讨论和运算中，有时需要将一个矩阵分成若干个“子块”</a:t>
            </a:r>
            <a:r>
              <a:rPr lang="en-US" altLang="zh-CN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(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子矩阵</a:t>
            </a:r>
            <a:r>
              <a:rPr lang="en-US" altLang="zh-CN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)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，使原矩阵显得结构简单而清晰。</a:t>
            </a:r>
            <a:endParaRPr lang="zh-CN" altLang="en-US" sz="2800" b="1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华文中宋" panose="02010600040101010101" pitchFamily="2" charset="-122"/>
              <a:ea typeface="华文中宋" panose="02010600040101010101" pitchFamily="2" charset="-122"/>
              <a:cs typeface="华文中宋" panose="02010600040101010101" pitchFamily="2" charset="-122"/>
            </a:endParaRPr>
          </a:p>
        </p:txBody>
      </p:sp>
      <p:grpSp>
        <p:nvGrpSpPr>
          <p:cNvPr id="23554" name="Group 2"/>
          <p:cNvGrpSpPr/>
          <p:nvPr/>
        </p:nvGrpSpPr>
        <p:grpSpPr>
          <a:xfrm>
            <a:off x="2679383" y="2407603"/>
            <a:ext cx="2867025" cy="1625600"/>
            <a:chOff x="1153" y="1128"/>
            <a:chExt cx="1806" cy="1024"/>
          </a:xfrm>
        </p:grpSpPr>
        <p:sp>
          <p:nvSpPr>
            <p:cNvPr id="23582" name="Text Box 3"/>
            <p:cNvSpPr txBox="1"/>
            <p:nvPr>
              <p:custDataLst>
                <p:tags r:id="rId22"/>
              </p:custDataLst>
            </p:nvPr>
          </p:nvSpPr>
          <p:spPr>
            <a:xfrm>
              <a:off x="1621" y="1128"/>
              <a:ext cx="156" cy="100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cs typeface="华文中宋" panose="02010600040101010101" pitchFamily="2" charset="-122"/>
                </a:rPr>
                <a:t>1</a:t>
              </a:r>
            </a:p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cs typeface="华文中宋" panose="02010600040101010101" pitchFamily="2" charset="-122"/>
                </a:rPr>
                <a:t>0</a:t>
              </a:r>
              <a:endParaRPr lang="en-US" altLang="zh-CN" sz="2600" b="1" baseline="-25000" dirty="0">
                <a:latin typeface="Times New Roman" panose="02020603050405020304" pitchFamily="18" charset="0"/>
                <a:cs typeface="华文中宋" panose="02010600040101010101" pitchFamily="2" charset="-122"/>
              </a:endParaRPr>
            </a:p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cs typeface="华文中宋" panose="02010600040101010101" pitchFamily="2" charset="-122"/>
                </a:rPr>
                <a:t>0</a:t>
              </a:r>
            </a:p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cs typeface="华文中宋" panose="02010600040101010101" pitchFamily="2" charset="-122"/>
                </a:rPr>
                <a:t>0 </a:t>
              </a:r>
            </a:p>
          </p:txBody>
        </p:sp>
        <p:sp>
          <p:nvSpPr>
            <p:cNvPr id="23583" name="Text Box 4"/>
            <p:cNvSpPr txBox="1"/>
            <p:nvPr>
              <p:custDataLst>
                <p:tags r:id="rId23"/>
              </p:custDataLst>
            </p:nvPr>
          </p:nvSpPr>
          <p:spPr>
            <a:xfrm>
              <a:off x="1984" y="1128"/>
              <a:ext cx="156" cy="100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cs typeface="华文中宋" panose="02010600040101010101" pitchFamily="2" charset="-122"/>
                </a:rPr>
                <a:t>0</a:t>
              </a:r>
            </a:p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cs typeface="华文中宋" panose="02010600040101010101" pitchFamily="2" charset="-122"/>
                </a:rPr>
                <a:t>1</a:t>
              </a:r>
              <a:endParaRPr lang="en-US" altLang="zh-CN" sz="2600" b="1" baseline="-25000" dirty="0">
                <a:latin typeface="Times New Roman" panose="02020603050405020304" pitchFamily="18" charset="0"/>
                <a:cs typeface="华文中宋" panose="02010600040101010101" pitchFamily="2" charset="-122"/>
              </a:endParaRPr>
            </a:p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cs typeface="华文中宋" panose="02010600040101010101" pitchFamily="2" charset="-122"/>
                </a:rPr>
                <a:t>0</a:t>
              </a:r>
            </a:p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cs typeface="华文中宋" panose="02010600040101010101" pitchFamily="2" charset="-122"/>
                </a:rPr>
                <a:t>0 </a:t>
              </a:r>
            </a:p>
          </p:txBody>
        </p:sp>
        <p:sp>
          <p:nvSpPr>
            <p:cNvPr id="23584" name="Text Box 5"/>
            <p:cNvSpPr txBox="1"/>
            <p:nvPr>
              <p:custDataLst>
                <p:tags r:id="rId24"/>
              </p:custDataLst>
            </p:nvPr>
          </p:nvSpPr>
          <p:spPr>
            <a:xfrm>
              <a:off x="2634" y="1128"/>
              <a:ext cx="218" cy="100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cs typeface="华文中宋" panose="02010600040101010101" pitchFamily="2" charset="-122"/>
                </a:rPr>
                <a:t>3</a:t>
              </a: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Symbol" panose="05050102010706020507" pitchFamily="18" charset="2"/>
                  <a:cs typeface="华文中宋" panose="02010600040101010101" pitchFamily="2" charset="-122"/>
                </a:rPr>
                <a:t>-</a:t>
              </a:r>
              <a:r>
                <a:rPr lang="en-US" altLang="zh-CN" sz="2600" b="1" dirty="0">
                  <a:latin typeface="Times New Roman" panose="02020603050405020304" pitchFamily="18" charset="0"/>
                  <a:cs typeface="华文中宋" panose="02010600040101010101" pitchFamily="2" charset="-122"/>
                </a:rPr>
                <a:t>1</a:t>
              </a:r>
              <a:endParaRPr lang="en-US" altLang="zh-CN" sz="2600" b="1" baseline="-25000" dirty="0">
                <a:latin typeface="Times New Roman" panose="02020603050405020304" pitchFamily="18" charset="0"/>
                <a:cs typeface="华文中宋" panose="02010600040101010101" pitchFamily="2" charset="-122"/>
              </a:endParaRP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cs typeface="华文中宋" panose="02010600040101010101" pitchFamily="2" charset="-122"/>
                </a:rPr>
                <a:t>0</a:t>
              </a: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cs typeface="华文中宋" panose="02010600040101010101" pitchFamily="2" charset="-122"/>
                </a:rPr>
                <a:t> 1</a:t>
              </a:r>
            </a:p>
          </p:txBody>
        </p:sp>
        <p:sp>
          <p:nvSpPr>
            <p:cNvPr id="23585" name="Text Box 6"/>
            <p:cNvSpPr txBox="1"/>
            <p:nvPr>
              <p:custDataLst>
                <p:tags r:id="rId25"/>
              </p:custDataLst>
            </p:nvPr>
          </p:nvSpPr>
          <p:spPr>
            <a:xfrm>
              <a:off x="2347" y="1128"/>
              <a:ext cx="156" cy="100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cs typeface="华文中宋" panose="02010600040101010101" pitchFamily="2" charset="-122"/>
                </a:rPr>
                <a:t>0</a:t>
              </a:r>
            </a:p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cs typeface="华文中宋" panose="02010600040101010101" pitchFamily="2" charset="-122"/>
                </a:rPr>
                <a:t>0</a:t>
              </a:r>
              <a:endParaRPr lang="en-US" altLang="zh-CN" sz="2600" b="1" baseline="-25000" dirty="0">
                <a:latin typeface="Times New Roman" panose="02020603050405020304" pitchFamily="18" charset="0"/>
                <a:cs typeface="华文中宋" panose="02010600040101010101" pitchFamily="2" charset="-122"/>
              </a:endParaRPr>
            </a:p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cs typeface="华文中宋" panose="02010600040101010101" pitchFamily="2" charset="-122"/>
                </a:rPr>
                <a:t>1</a:t>
              </a:r>
            </a:p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cs typeface="华文中宋" panose="02010600040101010101" pitchFamily="2" charset="-122"/>
                </a:rPr>
                <a:t>0 </a:t>
              </a:r>
            </a:p>
          </p:txBody>
        </p:sp>
        <p:sp>
          <p:nvSpPr>
            <p:cNvPr id="23586" name="Text Box 7"/>
            <p:cNvSpPr txBox="1"/>
            <p:nvPr>
              <p:custDataLst>
                <p:tags r:id="rId26"/>
              </p:custDataLst>
            </p:nvPr>
          </p:nvSpPr>
          <p:spPr>
            <a:xfrm>
              <a:off x="1153" y="1482"/>
              <a:ext cx="316" cy="329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algn="just" eaLnBrk="1" hangingPunct="1">
                <a:lnSpc>
                  <a:spcPct val="12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i="1" dirty="0">
                  <a:latin typeface="Times New Roman" panose="02020603050405020304" pitchFamily="18" charset="0"/>
                  <a:cs typeface="华文中宋" panose="02010600040101010101" pitchFamily="2" charset="-122"/>
                </a:rPr>
                <a:t>A </a:t>
              </a:r>
              <a:r>
                <a:rPr lang="en-US" altLang="zh-CN" sz="2600" b="1" dirty="0">
                  <a:latin typeface="Symbol" panose="05050102010706020507" pitchFamily="18" charset="2"/>
                  <a:cs typeface="华文中宋" panose="02010600040101010101" pitchFamily="2" charset="-122"/>
                </a:rPr>
                <a:t>=</a:t>
              </a:r>
            </a:p>
          </p:txBody>
        </p:sp>
        <p:sp>
          <p:nvSpPr>
            <p:cNvPr id="23587" name="AutoShape 8"/>
            <p:cNvSpPr/>
            <p:nvPr>
              <p:custDataLst>
                <p:tags r:id="rId27"/>
              </p:custDataLst>
            </p:nvPr>
          </p:nvSpPr>
          <p:spPr>
            <a:xfrm>
              <a:off x="1536" y="1181"/>
              <a:ext cx="1423" cy="971"/>
            </a:xfrm>
            <a:prstGeom prst="bracketPair">
              <a:avLst>
                <a:gd name="adj" fmla="val 6477"/>
              </a:avLst>
            </a:prstGeom>
            <a:noFill/>
            <a:ln w="9525" cap="flat" cmpd="sng">
              <a:solidFill>
                <a:schemeClr val="tx1"/>
              </a:solidFill>
              <a:prstDash val="solid"/>
              <a:headEnd type="none" w="med" len="med"/>
              <a:tailEnd type="none" w="med" len="med"/>
            </a:ln>
          </p:spPr>
          <p:txBody>
            <a:bodyPr wrap="none" anchor="ctr" anchorCtr="0"/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zh-CN" altLang="en-US" sz="1800" dirty="0">
                <a:cs typeface="华文中宋" panose="02010600040101010101" pitchFamily="2" charset="-122"/>
              </a:endParaRPr>
            </a:p>
          </p:txBody>
        </p:sp>
      </p:grpSp>
      <p:sp>
        <p:nvSpPr>
          <p:cNvPr id="50185" name="Text Box 9"/>
          <p:cNvSpPr txBox="1"/>
          <p:nvPr>
            <p:custDataLst>
              <p:tags r:id="rId2"/>
            </p:custDataLst>
          </p:nvPr>
        </p:nvSpPr>
        <p:spPr>
          <a:xfrm>
            <a:off x="1077595" y="4504690"/>
            <a:ext cx="660400" cy="47625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algn="just" eaLnBrk="1" hangingPunct="1">
              <a:lnSpc>
                <a:spcPct val="120000"/>
              </a:lnSpc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其中</a:t>
            </a:r>
          </a:p>
        </p:txBody>
      </p:sp>
      <p:grpSp>
        <p:nvGrpSpPr>
          <p:cNvPr id="50186" name="Group 10"/>
          <p:cNvGrpSpPr/>
          <p:nvPr/>
        </p:nvGrpSpPr>
        <p:grpSpPr>
          <a:xfrm>
            <a:off x="2074545" y="4364990"/>
            <a:ext cx="1914525" cy="793750"/>
            <a:chOff x="772" y="2361"/>
            <a:chExt cx="1206" cy="500"/>
          </a:xfrm>
        </p:grpSpPr>
        <p:sp>
          <p:nvSpPr>
            <p:cNvPr id="23578" name="Text Box 11"/>
            <p:cNvSpPr txBox="1"/>
            <p:nvPr>
              <p:custDataLst>
                <p:tags r:id="rId18"/>
              </p:custDataLst>
            </p:nvPr>
          </p:nvSpPr>
          <p:spPr>
            <a:xfrm>
              <a:off x="772" y="2449"/>
              <a:ext cx="1206" cy="30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algn="just" eaLnBrk="1" hangingPunct="1">
                <a:lnSpc>
                  <a:spcPct val="11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i="1" dirty="0">
                  <a:latin typeface="Times New Roman" panose="02020603050405020304" pitchFamily="18" charset="0"/>
                  <a:cs typeface="华文中宋" panose="02010600040101010101" pitchFamily="2" charset="-122"/>
                </a:rPr>
                <a:t>I</a:t>
              </a:r>
              <a:r>
                <a:rPr lang="en-US" altLang="zh-CN" sz="2600" b="1" baseline="-25000" dirty="0">
                  <a:latin typeface="Times New Roman" panose="02020603050405020304" pitchFamily="18" charset="0"/>
                  <a:cs typeface="华文中宋" panose="02010600040101010101" pitchFamily="2" charset="-122"/>
                </a:rPr>
                <a:t>2</a:t>
              </a:r>
              <a:r>
                <a:rPr lang="en-US" altLang="zh-CN" sz="2600" b="1" dirty="0">
                  <a:latin typeface="Symbol" panose="05050102010706020507" pitchFamily="18" charset="2"/>
                  <a:cs typeface="华文中宋" panose="02010600040101010101" pitchFamily="2" charset="-122"/>
                </a:rPr>
                <a:t>=              </a:t>
              </a:r>
              <a:r>
                <a:rPr lang="zh-CN" altLang="en-US" sz="2600" b="1" dirty="0">
                  <a:latin typeface="Symbol" panose="05050102010706020507" pitchFamily="18" charset="2"/>
                  <a:cs typeface="华文中宋" panose="02010600040101010101" pitchFamily="2" charset="-122"/>
                </a:rPr>
                <a:t>，</a:t>
              </a:r>
            </a:p>
          </p:txBody>
        </p:sp>
        <p:sp>
          <p:nvSpPr>
            <p:cNvPr id="23579" name="Text Box 12"/>
            <p:cNvSpPr txBox="1"/>
            <p:nvPr>
              <p:custDataLst>
                <p:tags r:id="rId19"/>
              </p:custDataLst>
            </p:nvPr>
          </p:nvSpPr>
          <p:spPr>
            <a:xfrm>
              <a:off x="1157" y="2361"/>
              <a:ext cx="156" cy="50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cs typeface="华文中宋" panose="02010600040101010101" pitchFamily="2" charset="-122"/>
                </a:rPr>
                <a:t>1</a:t>
              </a:r>
            </a:p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cs typeface="华文中宋" panose="02010600040101010101" pitchFamily="2" charset="-122"/>
                </a:rPr>
                <a:t>0 </a:t>
              </a:r>
            </a:p>
          </p:txBody>
        </p:sp>
        <p:sp>
          <p:nvSpPr>
            <p:cNvPr id="23580" name="Text Box 13"/>
            <p:cNvSpPr txBox="1"/>
            <p:nvPr>
              <p:custDataLst>
                <p:tags r:id="rId20"/>
              </p:custDataLst>
            </p:nvPr>
          </p:nvSpPr>
          <p:spPr>
            <a:xfrm>
              <a:off x="1465" y="2361"/>
              <a:ext cx="156" cy="50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cs typeface="华文中宋" panose="02010600040101010101" pitchFamily="2" charset="-122"/>
                </a:rPr>
                <a:t>0</a:t>
              </a:r>
            </a:p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cs typeface="华文中宋" panose="02010600040101010101" pitchFamily="2" charset="-122"/>
                </a:rPr>
                <a:t>1 </a:t>
              </a:r>
            </a:p>
          </p:txBody>
        </p:sp>
        <p:sp>
          <p:nvSpPr>
            <p:cNvPr id="23581" name="AutoShape 14"/>
            <p:cNvSpPr/>
            <p:nvPr>
              <p:custDataLst>
                <p:tags r:id="rId21"/>
              </p:custDataLst>
            </p:nvPr>
          </p:nvSpPr>
          <p:spPr>
            <a:xfrm flipH="1">
              <a:off x="1036" y="2406"/>
              <a:ext cx="622" cy="418"/>
            </a:xfrm>
            <a:prstGeom prst="bracketPair">
              <a:avLst>
                <a:gd name="adj" fmla="val 6477"/>
              </a:avLst>
            </a:prstGeom>
            <a:noFill/>
            <a:ln w="9525" cap="flat" cmpd="sng">
              <a:solidFill>
                <a:schemeClr val="tx1"/>
              </a:solidFill>
              <a:prstDash val="solid"/>
              <a:headEnd type="none" w="med" len="med"/>
              <a:tailEnd type="none" w="med" len="med"/>
            </a:ln>
          </p:spPr>
          <p:txBody>
            <a:bodyPr wrap="none" anchor="ctr" anchorCtr="0"/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zh-CN" altLang="en-US" sz="1800" dirty="0">
                <a:cs typeface="华文中宋" panose="02010600040101010101" pitchFamily="2" charset="-122"/>
              </a:endParaRPr>
            </a:p>
          </p:txBody>
        </p:sp>
      </p:grpSp>
      <p:sp>
        <p:nvSpPr>
          <p:cNvPr id="50191" name="Line 15"/>
          <p:cNvSpPr/>
          <p:nvPr>
            <p:custDataLst>
              <p:tags r:id="rId3"/>
            </p:custDataLst>
          </p:nvPr>
        </p:nvSpPr>
        <p:spPr>
          <a:xfrm>
            <a:off x="3409633" y="3217228"/>
            <a:ext cx="2062162" cy="0"/>
          </a:xfrm>
          <a:prstGeom prst="line">
            <a:avLst/>
          </a:prstGeom>
          <a:ln w="9525" cap="flat" cmpd="sng">
            <a:solidFill>
              <a:schemeClr val="accent2"/>
            </a:solidFill>
            <a:prstDash val="solid"/>
            <a:headEnd type="none" w="med" len="med"/>
            <a:tailEnd type="none" w="med" len="med"/>
          </a:ln>
        </p:spPr>
      </p:sp>
      <p:sp>
        <p:nvSpPr>
          <p:cNvPr id="50192" name="Line 16"/>
          <p:cNvSpPr/>
          <p:nvPr>
            <p:custDataLst>
              <p:tags r:id="rId4"/>
            </p:custDataLst>
          </p:nvPr>
        </p:nvSpPr>
        <p:spPr>
          <a:xfrm>
            <a:off x="4360545" y="2499678"/>
            <a:ext cx="0" cy="1487487"/>
          </a:xfrm>
          <a:prstGeom prst="line">
            <a:avLst/>
          </a:prstGeom>
          <a:ln w="9525" cap="flat" cmpd="sng">
            <a:solidFill>
              <a:schemeClr val="accent2"/>
            </a:solidFill>
            <a:prstDash val="solid"/>
            <a:headEnd type="none" w="med" len="med"/>
            <a:tailEnd type="none" w="med" len="med"/>
          </a:ln>
        </p:spPr>
      </p:sp>
      <p:grpSp>
        <p:nvGrpSpPr>
          <p:cNvPr id="50193" name="Group 17"/>
          <p:cNvGrpSpPr/>
          <p:nvPr/>
        </p:nvGrpSpPr>
        <p:grpSpPr>
          <a:xfrm>
            <a:off x="4017645" y="4364990"/>
            <a:ext cx="2012950" cy="793750"/>
            <a:chOff x="1996" y="2361"/>
            <a:chExt cx="1268" cy="500"/>
          </a:xfrm>
        </p:grpSpPr>
        <p:sp>
          <p:nvSpPr>
            <p:cNvPr id="23574" name="Text Box 18"/>
            <p:cNvSpPr txBox="1"/>
            <p:nvPr>
              <p:custDataLst>
                <p:tags r:id="rId14"/>
              </p:custDataLst>
            </p:nvPr>
          </p:nvSpPr>
          <p:spPr>
            <a:xfrm>
              <a:off x="1996" y="2449"/>
              <a:ext cx="1268" cy="304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algn="just" eaLnBrk="1" hangingPunct="1">
                <a:lnSpc>
                  <a:spcPct val="11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i="1" dirty="0">
                  <a:latin typeface="Times New Roman" panose="02020603050405020304" pitchFamily="18" charset="0"/>
                  <a:cs typeface="华文中宋" panose="02010600040101010101" pitchFamily="2" charset="-122"/>
                </a:rPr>
                <a:t>A</a:t>
              </a:r>
              <a:r>
                <a:rPr lang="en-US" altLang="zh-CN" sz="2600" b="1" baseline="-25000" dirty="0">
                  <a:latin typeface="Times New Roman" panose="02020603050405020304" pitchFamily="18" charset="0"/>
                  <a:cs typeface="华文中宋" panose="02010600040101010101" pitchFamily="2" charset="-122"/>
                </a:rPr>
                <a:t>3</a:t>
              </a:r>
              <a:r>
                <a:rPr lang="en-US" altLang="zh-CN" sz="2600" b="1" dirty="0">
                  <a:latin typeface="Symbol" panose="05050102010706020507" pitchFamily="18" charset="2"/>
                  <a:cs typeface="华文中宋" panose="02010600040101010101" pitchFamily="2" charset="-122"/>
                </a:rPr>
                <a:t>=              </a:t>
              </a:r>
              <a:r>
                <a:rPr lang="zh-CN" altLang="en-US" sz="2600" b="1" dirty="0">
                  <a:latin typeface="Symbol" panose="05050102010706020507" pitchFamily="18" charset="2"/>
                  <a:cs typeface="华文中宋" panose="02010600040101010101" pitchFamily="2" charset="-122"/>
                </a:rPr>
                <a:t>，</a:t>
              </a:r>
            </a:p>
          </p:txBody>
        </p:sp>
        <p:sp>
          <p:nvSpPr>
            <p:cNvPr id="23575" name="Text Box 19"/>
            <p:cNvSpPr txBox="1"/>
            <p:nvPr>
              <p:custDataLst>
                <p:tags r:id="rId15"/>
              </p:custDataLst>
            </p:nvPr>
          </p:nvSpPr>
          <p:spPr>
            <a:xfrm>
              <a:off x="2471" y="2361"/>
              <a:ext cx="156" cy="50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cs typeface="华文中宋" panose="02010600040101010101" pitchFamily="2" charset="-122"/>
                </a:rPr>
                <a:t>0</a:t>
              </a:r>
            </a:p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cs typeface="华文中宋" panose="02010600040101010101" pitchFamily="2" charset="-122"/>
                </a:rPr>
                <a:t>0 </a:t>
              </a:r>
            </a:p>
          </p:txBody>
        </p:sp>
        <p:sp>
          <p:nvSpPr>
            <p:cNvPr id="23576" name="Text Box 20"/>
            <p:cNvSpPr txBox="1"/>
            <p:nvPr>
              <p:custDataLst>
                <p:tags r:id="rId16"/>
              </p:custDataLst>
            </p:nvPr>
          </p:nvSpPr>
          <p:spPr>
            <a:xfrm>
              <a:off x="2677" y="2361"/>
              <a:ext cx="218" cy="50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cs typeface="华文中宋" panose="02010600040101010101" pitchFamily="2" charset="-122"/>
                </a:rPr>
                <a:t>3</a:t>
              </a: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Symbol" panose="05050102010706020507" pitchFamily="18" charset="2"/>
                  <a:cs typeface="华文中宋" panose="02010600040101010101" pitchFamily="2" charset="-122"/>
                </a:rPr>
                <a:t>-</a:t>
              </a:r>
              <a:r>
                <a:rPr lang="en-US" altLang="zh-CN" sz="2600" b="1" dirty="0">
                  <a:latin typeface="Times New Roman" panose="02020603050405020304" pitchFamily="18" charset="0"/>
                  <a:cs typeface="华文中宋" panose="02010600040101010101" pitchFamily="2" charset="-122"/>
                </a:rPr>
                <a:t>1</a:t>
              </a:r>
            </a:p>
          </p:txBody>
        </p:sp>
        <p:sp>
          <p:nvSpPr>
            <p:cNvPr id="23577" name="AutoShape 21"/>
            <p:cNvSpPr/>
            <p:nvPr>
              <p:custDataLst>
                <p:tags r:id="rId17"/>
              </p:custDataLst>
            </p:nvPr>
          </p:nvSpPr>
          <p:spPr>
            <a:xfrm flipH="1">
              <a:off x="2350" y="2406"/>
              <a:ext cx="622" cy="418"/>
            </a:xfrm>
            <a:prstGeom prst="bracketPair">
              <a:avLst>
                <a:gd name="adj" fmla="val 6477"/>
              </a:avLst>
            </a:prstGeom>
            <a:noFill/>
            <a:ln w="9525" cap="flat" cmpd="sng">
              <a:solidFill>
                <a:schemeClr val="tx1"/>
              </a:solidFill>
              <a:prstDash val="solid"/>
              <a:headEnd type="none" w="med" len="med"/>
              <a:tailEnd type="none" w="med" len="med"/>
            </a:ln>
          </p:spPr>
          <p:txBody>
            <a:bodyPr wrap="none" anchor="ctr" anchorCtr="0"/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zh-CN" altLang="en-US" sz="1800" dirty="0">
                <a:cs typeface="华文中宋" panose="02010600040101010101" pitchFamily="2" charset="-122"/>
              </a:endParaRPr>
            </a:p>
          </p:txBody>
        </p:sp>
      </p:grpSp>
      <p:grpSp>
        <p:nvGrpSpPr>
          <p:cNvPr id="50198" name="Group 22"/>
          <p:cNvGrpSpPr/>
          <p:nvPr/>
        </p:nvGrpSpPr>
        <p:grpSpPr>
          <a:xfrm>
            <a:off x="6127433" y="4364990"/>
            <a:ext cx="1914525" cy="793750"/>
            <a:chOff x="772" y="2361"/>
            <a:chExt cx="1206" cy="500"/>
          </a:xfrm>
        </p:grpSpPr>
        <p:sp>
          <p:nvSpPr>
            <p:cNvPr id="23570" name="Text Box 23"/>
            <p:cNvSpPr txBox="1"/>
            <p:nvPr>
              <p:custDataLst>
                <p:tags r:id="rId10"/>
              </p:custDataLst>
            </p:nvPr>
          </p:nvSpPr>
          <p:spPr>
            <a:xfrm>
              <a:off x="772" y="2449"/>
              <a:ext cx="1206" cy="30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algn="just" eaLnBrk="1" hangingPunct="1">
                <a:lnSpc>
                  <a:spcPct val="11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i="1" dirty="0">
                  <a:latin typeface="Times New Roman" panose="02020603050405020304" pitchFamily="18" charset="0"/>
                  <a:cs typeface="华文中宋" panose="02010600040101010101" pitchFamily="2" charset="-122"/>
                </a:rPr>
                <a:t>I</a:t>
              </a:r>
              <a:r>
                <a:rPr lang="en-US" altLang="zh-CN" sz="2600" b="1" baseline="-25000" dirty="0">
                  <a:latin typeface="Times New Roman" panose="02020603050405020304" pitchFamily="18" charset="0"/>
                  <a:cs typeface="华文中宋" panose="02010600040101010101" pitchFamily="2" charset="-122"/>
                </a:rPr>
                <a:t>2</a:t>
              </a:r>
              <a:r>
                <a:rPr lang="en-US" altLang="zh-CN" sz="2600" b="1" dirty="0">
                  <a:latin typeface="Symbol" panose="05050102010706020507" pitchFamily="18" charset="2"/>
                  <a:cs typeface="华文中宋" panose="02010600040101010101" pitchFamily="2" charset="-122"/>
                </a:rPr>
                <a:t>=              </a:t>
              </a:r>
              <a:r>
                <a:rPr lang="zh-CN" altLang="en-US" sz="2600" b="1" dirty="0">
                  <a:latin typeface="Symbol" panose="05050102010706020507" pitchFamily="18" charset="2"/>
                  <a:cs typeface="华文中宋" panose="02010600040101010101" pitchFamily="2" charset="-122"/>
                </a:rPr>
                <a:t>。</a:t>
              </a:r>
            </a:p>
          </p:txBody>
        </p:sp>
        <p:sp>
          <p:nvSpPr>
            <p:cNvPr id="23571" name="Text Box 24"/>
            <p:cNvSpPr txBox="1"/>
            <p:nvPr>
              <p:custDataLst>
                <p:tags r:id="rId11"/>
              </p:custDataLst>
            </p:nvPr>
          </p:nvSpPr>
          <p:spPr>
            <a:xfrm>
              <a:off x="1157" y="2361"/>
              <a:ext cx="156" cy="50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cs typeface="华文中宋" panose="02010600040101010101" pitchFamily="2" charset="-122"/>
                </a:rPr>
                <a:t>0</a:t>
              </a:r>
            </a:p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cs typeface="华文中宋" panose="02010600040101010101" pitchFamily="2" charset="-122"/>
                </a:rPr>
                <a:t>0 </a:t>
              </a:r>
            </a:p>
          </p:txBody>
        </p:sp>
        <p:sp>
          <p:nvSpPr>
            <p:cNvPr id="23572" name="Text Box 25"/>
            <p:cNvSpPr txBox="1"/>
            <p:nvPr>
              <p:custDataLst>
                <p:tags r:id="rId12"/>
              </p:custDataLst>
            </p:nvPr>
          </p:nvSpPr>
          <p:spPr>
            <a:xfrm>
              <a:off x="1465" y="2361"/>
              <a:ext cx="156" cy="50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cs typeface="华文中宋" panose="02010600040101010101" pitchFamily="2" charset="-122"/>
                </a:rPr>
                <a:t>0</a:t>
              </a:r>
            </a:p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cs typeface="华文中宋" panose="02010600040101010101" pitchFamily="2" charset="-122"/>
                </a:rPr>
                <a:t>0 </a:t>
              </a:r>
            </a:p>
          </p:txBody>
        </p:sp>
        <p:sp>
          <p:nvSpPr>
            <p:cNvPr id="23573" name="AutoShape 26"/>
            <p:cNvSpPr/>
            <p:nvPr>
              <p:custDataLst>
                <p:tags r:id="rId13"/>
              </p:custDataLst>
            </p:nvPr>
          </p:nvSpPr>
          <p:spPr>
            <a:xfrm flipH="1">
              <a:off x="1036" y="2406"/>
              <a:ext cx="622" cy="418"/>
            </a:xfrm>
            <a:prstGeom prst="bracketPair">
              <a:avLst>
                <a:gd name="adj" fmla="val 6477"/>
              </a:avLst>
            </a:prstGeom>
            <a:noFill/>
            <a:ln w="9525" cap="flat" cmpd="sng">
              <a:solidFill>
                <a:schemeClr val="tx1"/>
              </a:solidFill>
              <a:prstDash val="solid"/>
              <a:headEnd type="none" w="med" len="med"/>
              <a:tailEnd type="none" w="med" len="med"/>
            </a:ln>
          </p:spPr>
          <p:txBody>
            <a:bodyPr wrap="none" anchor="ctr" anchorCtr="0"/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zh-CN" altLang="en-US" sz="1800" dirty="0">
                <a:cs typeface="华文中宋" panose="02010600040101010101" pitchFamily="2" charset="-122"/>
              </a:endParaRPr>
            </a:p>
          </p:txBody>
        </p:sp>
      </p:grpSp>
      <p:sp>
        <p:nvSpPr>
          <p:cNvPr id="23562" name="Text Box 28"/>
          <p:cNvSpPr txBox="1"/>
          <p:nvPr>
            <p:custDataLst>
              <p:tags r:id="rId5"/>
            </p:custDataLst>
          </p:nvPr>
        </p:nvSpPr>
        <p:spPr>
          <a:xfrm>
            <a:off x="1077595" y="2991803"/>
            <a:ext cx="1651000" cy="47625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algn="just" eaLnBrk="1" hangingPunct="1">
              <a:lnSpc>
                <a:spcPct val="120000"/>
              </a:lnSpc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        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例如：</a:t>
            </a:r>
          </a:p>
        </p:txBody>
      </p:sp>
      <p:grpSp>
        <p:nvGrpSpPr>
          <p:cNvPr id="50205" name="Group 29"/>
          <p:cNvGrpSpPr/>
          <p:nvPr/>
        </p:nvGrpSpPr>
        <p:grpSpPr>
          <a:xfrm>
            <a:off x="5636895" y="2875915"/>
            <a:ext cx="1666875" cy="800100"/>
            <a:chOff x="3016" y="1423"/>
            <a:chExt cx="1050" cy="504"/>
          </a:xfrm>
        </p:grpSpPr>
        <p:sp>
          <p:nvSpPr>
            <p:cNvPr id="23565" name="Text Box 30"/>
            <p:cNvSpPr txBox="1"/>
            <p:nvPr>
              <p:custDataLst>
                <p:tags r:id="rId6"/>
              </p:custDataLst>
            </p:nvPr>
          </p:nvSpPr>
          <p:spPr>
            <a:xfrm>
              <a:off x="3016" y="1482"/>
              <a:ext cx="1050" cy="329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algn="just" eaLnBrk="1" hangingPunct="1">
                <a:lnSpc>
                  <a:spcPct val="12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Symbol" panose="05050102010706020507" pitchFamily="18" charset="2"/>
                  <a:cs typeface="华文中宋" panose="02010600040101010101" pitchFamily="2" charset="-122"/>
                </a:rPr>
                <a:t>=              </a:t>
              </a:r>
              <a:r>
                <a:rPr lang="zh-CN" altLang="en-US" sz="2600" b="1" dirty="0">
                  <a:latin typeface="Times New Roman" panose="02020603050405020304" pitchFamily="18" charset="0"/>
                  <a:cs typeface="华文中宋" panose="02010600040101010101" pitchFamily="2" charset="-122"/>
                </a:rPr>
                <a:t>，</a:t>
              </a:r>
              <a:endParaRPr lang="zh-CN" altLang="en-US" sz="2600" b="1" dirty="0">
                <a:latin typeface="Symbol" panose="05050102010706020507" pitchFamily="18" charset="2"/>
                <a:cs typeface="华文中宋" panose="02010600040101010101" pitchFamily="2" charset="-122"/>
              </a:endParaRPr>
            </a:p>
          </p:txBody>
        </p:sp>
        <p:grpSp>
          <p:nvGrpSpPr>
            <p:cNvPr id="23566" name="Group 31"/>
            <p:cNvGrpSpPr/>
            <p:nvPr/>
          </p:nvGrpSpPr>
          <p:grpSpPr>
            <a:xfrm>
              <a:off x="3195" y="1423"/>
              <a:ext cx="622" cy="504"/>
              <a:chOff x="3195" y="1423"/>
              <a:chExt cx="622" cy="504"/>
            </a:xfrm>
          </p:grpSpPr>
          <p:sp>
            <p:nvSpPr>
              <p:cNvPr id="23567" name="Text Box 32"/>
              <p:cNvSpPr txBox="1"/>
              <p:nvPr>
                <p:custDataLst>
                  <p:tags r:id="rId7"/>
                </p:custDataLst>
              </p:nvPr>
            </p:nvSpPr>
            <p:spPr>
              <a:xfrm>
                <a:off x="3294" y="1423"/>
                <a:ext cx="202" cy="504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 lIns="0" tIns="0" rIns="0" bIns="0">
                <a:spAutoFit/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75000"/>
                  <a:buFont typeface="Wingdings" panose="05000000000000000000" pitchFamily="2" charset="2"/>
                  <a:buChar char="v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Wingdings" panose="05000000000000000000" pitchFamily="2" charset="2"/>
                  <a:buChar char="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90000"/>
                  <a:buFont typeface="Wingdings" panose="05000000000000000000" pitchFamily="2" charset="2"/>
                  <a:buChar char="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</a:lstStyle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600" b="1" i="1" dirty="0">
                    <a:latin typeface="Times New Roman" panose="02020603050405020304" pitchFamily="18" charset="0"/>
                    <a:cs typeface="华文中宋" panose="02010600040101010101" pitchFamily="2" charset="-122"/>
                  </a:rPr>
                  <a:t>I</a:t>
                </a:r>
                <a:r>
                  <a:rPr lang="en-US" altLang="zh-CN" sz="2600" b="1" baseline="-25000" dirty="0">
                    <a:latin typeface="Times New Roman" panose="02020603050405020304" pitchFamily="18" charset="0"/>
                    <a:cs typeface="华文中宋" panose="02010600040101010101" pitchFamily="2" charset="-122"/>
                  </a:rPr>
                  <a:t>2</a:t>
                </a:r>
                <a:endParaRPr lang="en-US" altLang="zh-CN" sz="2600" b="1" dirty="0">
                  <a:latin typeface="Times New Roman" panose="02020603050405020304" pitchFamily="18" charset="0"/>
                  <a:cs typeface="华文中宋" panose="02010600040101010101" pitchFamily="2" charset="-122"/>
                </a:endParaRPr>
              </a:p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600" b="1" i="1" dirty="0">
                    <a:latin typeface="Times New Roman" panose="02020603050405020304" pitchFamily="18" charset="0"/>
                    <a:cs typeface="华文中宋" panose="02010600040101010101" pitchFamily="2" charset="-122"/>
                  </a:rPr>
                  <a:t>O</a:t>
                </a:r>
                <a:r>
                  <a:rPr lang="en-US" altLang="zh-CN" sz="2600" b="1" dirty="0">
                    <a:latin typeface="Times New Roman" panose="02020603050405020304" pitchFamily="18" charset="0"/>
                    <a:cs typeface="华文中宋" panose="02010600040101010101" pitchFamily="2" charset="-122"/>
                  </a:rPr>
                  <a:t> </a:t>
                </a:r>
              </a:p>
            </p:txBody>
          </p:sp>
          <p:sp>
            <p:nvSpPr>
              <p:cNvPr id="23568" name="Text Box 33"/>
              <p:cNvSpPr txBox="1"/>
              <p:nvPr>
                <p:custDataLst>
                  <p:tags r:id="rId8"/>
                </p:custDataLst>
              </p:nvPr>
            </p:nvSpPr>
            <p:spPr>
              <a:xfrm>
                <a:off x="3580" y="1423"/>
                <a:ext cx="206" cy="504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 lIns="0" tIns="0" rIns="0" bIns="0">
                <a:spAutoFit/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75000"/>
                  <a:buFont typeface="Wingdings" panose="05000000000000000000" pitchFamily="2" charset="2"/>
                  <a:buChar char="v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Wingdings" panose="05000000000000000000" pitchFamily="2" charset="2"/>
                  <a:buChar char="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90000"/>
                  <a:buFont typeface="Wingdings" panose="05000000000000000000" pitchFamily="2" charset="2"/>
                  <a:buChar char="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</a:lstStyle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600" b="1" i="1" dirty="0">
                    <a:latin typeface="Times New Roman" panose="02020603050405020304" pitchFamily="18" charset="0"/>
                    <a:cs typeface="华文中宋" panose="02010600040101010101" pitchFamily="2" charset="-122"/>
                  </a:rPr>
                  <a:t>A</a:t>
                </a:r>
                <a:r>
                  <a:rPr lang="en-US" altLang="zh-CN" sz="2600" b="1" baseline="-25000" dirty="0">
                    <a:latin typeface="Times New Roman" panose="02020603050405020304" pitchFamily="18" charset="0"/>
                    <a:cs typeface="华文中宋" panose="02010600040101010101" pitchFamily="2" charset="-122"/>
                  </a:rPr>
                  <a:t>3</a:t>
                </a:r>
                <a:endParaRPr lang="en-US" altLang="zh-CN" sz="2600" b="1" dirty="0">
                  <a:latin typeface="Times New Roman" panose="02020603050405020304" pitchFamily="18" charset="0"/>
                  <a:cs typeface="华文中宋" panose="02010600040101010101" pitchFamily="2" charset="-122"/>
                </a:endParaRPr>
              </a:p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600" b="1" i="1" dirty="0">
                    <a:latin typeface="Times New Roman" panose="02020603050405020304" pitchFamily="18" charset="0"/>
                    <a:cs typeface="华文中宋" panose="02010600040101010101" pitchFamily="2" charset="-122"/>
                  </a:rPr>
                  <a:t>I</a:t>
                </a:r>
                <a:r>
                  <a:rPr lang="en-US" altLang="zh-CN" sz="2600" b="1" baseline="-25000" dirty="0">
                    <a:latin typeface="Times New Roman" panose="02020603050405020304" pitchFamily="18" charset="0"/>
                    <a:cs typeface="华文中宋" panose="02010600040101010101" pitchFamily="2" charset="-122"/>
                  </a:rPr>
                  <a:t>2</a:t>
                </a:r>
                <a:r>
                  <a:rPr lang="en-US" altLang="zh-CN" sz="2600" b="1" dirty="0">
                    <a:latin typeface="Times New Roman" panose="02020603050405020304" pitchFamily="18" charset="0"/>
                    <a:cs typeface="华文中宋" panose="02010600040101010101" pitchFamily="2" charset="-122"/>
                  </a:rPr>
                  <a:t> </a:t>
                </a:r>
              </a:p>
            </p:txBody>
          </p:sp>
          <p:sp>
            <p:nvSpPr>
              <p:cNvPr id="23569" name="AutoShape 34"/>
              <p:cNvSpPr/>
              <p:nvPr>
                <p:custDataLst>
                  <p:tags r:id="rId9"/>
                </p:custDataLst>
              </p:nvPr>
            </p:nvSpPr>
            <p:spPr>
              <a:xfrm flipH="1">
                <a:off x="3195" y="1468"/>
                <a:ext cx="622" cy="418"/>
              </a:xfrm>
              <a:prstGeom prst="bracketPair">
                <a:avLst>
                  <a:gd name="adj" fmla="val 6477"/>
                </a:avLst>
              </a:prstGeom>
              <a:noFill/>
              <a:ln w="9525" cap="flat" cmpd="sng">
                <a:solidFill>
                  <a:schemeClr val="tx1"/>
                </a:solidFill>
                <a:prstDash val="solid"/>
                <a:headEnd type="none" w="med" len="med"/>
                <a:tailEnd type="none" w="med" len="med"/>
              </a:ln>
            </p:spPr>
            <p:txBody>
              <a:bodyPr wrap="none" anchor="ctr" anchorCtr="0"/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75000"/>
                  <a:buFont typeface="Wingdings" panose="05000000000000000000" pitchFamily="2" charset="2"/>
                  <a:buChar char="v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Wingdings" panose="05000000000000000000" pitchFamily="2" charset="2"/>
                  <a:buChar char="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90000"/>
                  <a:buFont typeface="Wingdings" panose="05000000000000000000" pitchFamily="2" charset="2"/>
                  <a:buChar char="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</a:lstStyle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CN" altLang="en-US" sz="1800" dirty="0">
                  <a:cs typeface="华文中宋" panose="02010600040101010101" pitchFamily="2" charset="-122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01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50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02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8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018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01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0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01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185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27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2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4914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基本问题</a:t>
            </a:r>
            <a:r>
              <a:rPr kumimoji="1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:  </a:t>
            </a:r>
            <a:r>
              <a:rPr kumimoji="1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分块矩阵</a:t>
            </a: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的定义</a:t>
            </a:r>
            <a:endParaRPr kumimoji="1" lang="zh-CN" altLang="en-US" sz="26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华文中宋" panose="02010600040101010101" pitchFamily="2" charset="-122"/>
              <a:ea typeface="华文中宋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0658" name="Text Box 2"/>
          <p:cNvSpPr txBox="1"/>
          <p:nvPr>
            <p:custDataLst>
              <p:tags r:id="rId1"/>
            </p:custDataLst>
          </p:nvPr>
        </p:nvSpPr>
        <p:spPr>
          <a:xfrm>
            <a:off x="611188" y="836930"/>
            <a:ext cx="8001000" cy="16414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</a:lstStyle>
          <a:p>
            <a:pPr marL="0" lvl="0" indent="0" algn="just" eaLnBrk="1" hangingPunct="1">
              <a:lnSpc>
                <a:spcPct val="120000"/>
              </a:lnSpc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        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在矩阵的讨论和运算中，有时需要将一个矩阵分成若干个“子块”</a:t>
            </a:r>
            <a:r>
              <a:rPr lang="en-US" altLang="zh-CN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(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子矩阵</a:t>
            </a:r>
            <a:r>
              <a:rPr lang="en-US" altLang="zh-CN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)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，使原矩阵显得结构简单而清晰。</a:t>
            </a:r>
            <a:endParaRPr lang="zh-CN" altLang="en-US" sz="2800" b="1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华文中宋" panose="02010600040101010101" pitchFamily="2" charset="-122"/>
              <a:ea typeface="华文中宋" panose="02010600040101010101" pitchFamily="2" charset="-122"/>
              <a:cs typeface="华文中宋" panose="02010600040101010101" pitchFamily="2" charset="-122"/>
            </a:endParaRPr>
          </a:p>
        </p:txBody>
      </p:sp>
      <p:grpSp>
        <p:nvGrpSpPr>
          <p:cNvPr id="24578" name="Group 2"/>
          <p:cNvGrpSpPr/>
          <p:nvPr/>
        </p:nvGrpSpPr>
        <p:grpSpPr>
          <a:xfrm>
            <a:off x="2359343" y="2287588"/>
            <a:ext cx="2867025" cy="1625600"/>
            <a:chOff x="1153" y="1128"/>
            <a:chExt cx="1806" cy="1024"/>
          </a:xfrm>
        </p:grpSpPr>
        <p:sp>
          <p:nvSpPr>
            <p:cNvPr id="24607" name="Text Box 3"/>
            <p:cNvSpPr txBox="1"/>
            <p:nvPr>
              <p:custDataLst>
                <p:tags r:id="rId20"/>
              </p:custDataLst>
            </p:nvPr>
          </p:nvSpPr>
          <p:spPr>
            <a:xfrm>
              <a:off x="1621" y="1128"/>
              <a:ext cx="156" cy="100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cs typeface="华文中宋" panose="02010600040101010101" pitchFamily="2" charset="-122"/>
                </a:rPr>
                <a:t>1</a:t>
              </a:r>
            </a:p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cs typeface="华文中宋" panose="02010600040101010101" pitchFamily="2" charset="-122"/>
                </a:rPr>
                <a:t>0</a:t>
              </a:r>
              <a:endParaRPr lang="en-US" altLang="zh-CN" sz="2600" b="1" baseline="-25000" dirty="0">
                <a:latin typeface="Times New Roman" panose="02020603050405020304" pitchFamily="18" charset="0"/>
                <a:cs typeface="华文中宋" panose="02010600040101010101" pitchFamily="2" charset="-122"/>
              </a:endParaRPr>
            </a:p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cs typeface="华文中宋" panose="02010600040101010101" pitchFamily="2" charset="-122"/>
                </a:rPr>
                <a:t>0</a:t>
              </a:r>
            </a:p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cs typeface="华文中宋" panose="02010600040101010101" pitchFamily="2" charset="-122"/>
                </a:rPr>
                <a:t>0 </a:t>
              </a:r>
            </a:p>
          </p:txBody>
        </p:sp>
        <p:sp>
          <p:nvSpPr>
            <p:cNvPr id="24608" name="Text Box 4"/>
            <p:cNvSpPr txBox="1"/>
            <p:nvPr>
              <p:custDataLst>
                <p:tags r:id="rId21"/>
              </p:custDataLst>
            </p:nvPr>
          </p:nvSpPr>
          <p:spPr>
            <a:xfrm>
              <a:off x="1984" y="1128"/>
              <a:ext cx="156" cy="100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cs typeface="华文中宋" panose="02010600040101010101" pitchFamily="2" charset="-122"/>
                </a:rPr>
                <a:t>0</a:t>
              </a:r>
            </a:p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cs typeface="华文中宋" panose="02010600040101010101" pitchFamily="2" charset="-122"/>
                </a:rPr>
                <a:t>1</a:t>
              </a:r>
              <a:endParaRPr lang="en-US" altLang="zh-CN" sz="2600" b="1" baseline="-25000" dirty="0">
                <a:latin typeface="Times New Roman" panose="02020603050405020304" pitchFamily="18" charset="0"/>
                <a:cs typeface="华文中宋" panose="02010600040101010101" pitchFamily="2" charset="-122"/>
              </a:endParaRPr>
            </a:p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cs typeface="华文中宋" panose="02010600040101010101" pitchFamily="2" charset="-122"/>
                </a:rPr>
                <a:t>0</a:t>
              </a:r>
            </a:p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cs typeface="华文中宋" panose="02010600040101010101" pitchFamily="2" charset="-122"/>
                </a:rPr>
                <a:t>0 </a:t>
              </a:r>
            </a:p>
          </p:txBody>
        </p:sp>
        <p:sp>
          <p:nvSpPr>
            <p:cNvPr id="24609" name="Text Box 5"/>
            <p:cNvSpPr txBox="1"/>
            <p:nvPr>
              <p:custDataLst>
                <p:tags r:id="rId22"/>
              </p:custDataLst>
            </p:nvPr>
          </p:nvSpPr>
          <p:spPr>
            <a:xfrm>
              <a:off x="2634" y="1128"/>
              <a:ext cx="218" cy="100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cs typeface="华文中宋" panose="02010600040101010101" pitchFamily="2" charset="-122"/>
                </a:rPr>
                <a:t>3</a:t>
              </a: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Symbol" panose="05050102010706020507" pitchFamily="18" charset="2"/>
                  <a:cs typeface="华文中宋" panose="02010600040101010101" pitchFamily="2" charset="-122"/>
                </a:rPr>
                <a:t>-</a:t>
              </a:r>
              <a:r>
                <a:rPr lang="en-US" altLang="zh-CN" sz="2600" b="1" dirty="0">
                  <a:latin typeface="Times New Roman" panose="02020603050405020304" pitchFamily="18" charset="0"/>
                  <a:cs typeface="华文中宋" panose="02010600040101010101" pitchFamily="2" charset="-122"/>
                </a:rPr>
                <a:t>1</a:t>
              </a:r>
              <a:endParaRPr lang="en-US" altLang="zh-CN" sz="2600" b="1" baseline="-25000" dirty="0">
                <a:latin typeface="Times New Roman" panose="02020603050405020304" pitchFamily="18" charset="0"/>
                <a:cs typeface="华文中宋" panose="02010600040101010101" pitchFamily="2" charset="-122"/>
              </a:endParaRP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cs typeface="华文中宋" panose="02010600040101010101" pitchFamily="2" charset="-122"/>
                </a:rPr>
                <a:t>0</a:t>
              </a: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cs typeface="华文中宋" panose="02010600040101010101" pitchFamily="2" charset="-122"/>
                </a:rPr>
                <a:t> 1</a:t>
              </a:r>
            </a:p>
          </p:txBody>
        </p:sp>
        <p:sp>
          <p:nvSpPr>
            <p:cNvPr id="24610" name="Text Box 6"/>
            <p:cNvSpPr txBox="1"/>
            <p:nvPr>
              <p:custDataLst>
                <p:tags r:id="rId23"/>
              </p:custDataLst>
            </p:nvPr>
          </p:nvSpPr>
          <p:spPr>
            <a:xfrm>
              <a:off x="2347" y="1128"/>
              <a:ext cx="156" cy="100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cs typeface="华文中宋" panose="02010600040101010101" pitchFamily="2" charset="-122"/>
                </a:rPr>
                <a:t>0</a:t>
              </a:r>
            </a:p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cs typeface="华文中宋" panose="02010600040101010101" pitchFamily="2" charset="-122"/>
                </a:rPr>
                <a:t>0</a:t>
              </a:r>
              <a:endParaRPr lang="en-US" altLang="zh-CN" sz="2600" b="1" baseline="-25000" dirty="0">
                <a:latin typeface="Times New Roman" panose="02020603050405020304" pitchFamily="18" charset="0"/>
                <a:cs typeface="华文中宋" panose="02010600040101010101" pitchFamily="2" charset="-122"/>
              </a:endParaRPr>
            </a:p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cs typeface="华文中宋" panose="02010600040101010101" pitchFamily="2" charset="-122"/>
                </a:rPr>
                <a:t>1</a:t>
              </a:r>
            </a:p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cs typeface="华文中宋" panose="02010600040101010101" pitchFamily="2" charset="-122"/>
                </a:rPr>
                <a:t>0 </a:t>
              </a:r>
            </a:p>
          </p:txBody>
        </p:sp>
        <p:sp>
          <p:nvSpPr>
            <p:cNvPr id="24611" name="Text Box 7"/>
            <p:cNvSpPr txBox="1"/>
            <p:nvPr>
              <p:custDataLst>
                <p:tags r:id="rId24"/>
              </p:custDataLst>
            </p:nvPr>
          </p:nvSpPr>
          <p:spPr>
            <a:xfrm>
              <a:off x="1153" y="1482"/>
              <a:ext cx="316" cy="329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algn="just" eaLnBrk="1" hangingPunct="1">
                <a:lnSpc>
                  <a:spcPct val="12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i="1" dirty="0">
                  <a:latin typeface="Times New Roman" panose="02020603050405020304" pitchFamily="18" charset="0"/>
                  <a:cs typeface="华文中宋" panose="02010600040101010101" pitchFamily="2" charset="-122"/>
                </a:rPr>
                <a:t>A </a:t>
              </a:r>
              <a:r>
                <a:rPr lang="en-US" altLang="zh-CN" sz="2600" b="1" dirty="0">
                  <a:latin typeface="Symbol" panose="05050102010706020507" pitchFamily="18" charset="2"/>
                  <a:cs typeface="华文中宋" panose="02010600040101010101" pitchFamily="2" charset="-122"/>
                </a:rPr>
                <a:t>=</a:t>
              </a:r>
            </a:p>
          </p:txBody>
        </p:sp>
        <p:sp>
          <p:nvSpPr>
            <p:cNvPr id="24612" name="AutoShape 8"/>
            <p:cNvSpPr/>
            <p:nvPr>
              <p:custDataLst>
                <p:tags r:id="rId25"/>
              </p:custDataLst>
            </p:nvPr>
          </p:nvSpPr>
          <p:spPr>
            <a:xfrm>
              <a:off x="1536" y="1181"/>
              <a:ext cx="1423" cy="971"/>
            </a:xfrm>
            <a:prstGeom prst="bracketPair">
              <a:avLst>
                <a:gd name="adj" fmla="val 6477"/>
              </a:avLst>
            </a:prstGeom>
            <a:noFill/>
            <a:ln w="9525" cap="flat" cmpd="sng">
              <a:solidFill>
                <a:schemeClr val="tx1"/>
              </a:solidFill>
              <a:prstDash val="solid"/>
              <a:headEnd type="none" w="med" len="med"/>
              <a:tailEnd type="none" w="med" len="med"/>
            </a:ln>
          </p:spPr>
          <p:txBody>
            <a:bodyPr wrap="none" anchor="ctr" anchorCtr="0"/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zh-CN" altLang="en-US" sz="1800" dirty="0">
                <a:cs typeface="华文中宋" panose="02010600040101010101" pitchFamily="2" charset="-122"/>
              </a:endParaRPr>
            </a:p>
          </p:txBody>
        </p:sp>
      </p:grpSp>
      <p:sp>
        <p:nvSpPr>
          <p:cNvPr id="51209" name="Text Box 9"/>
          <p:cNvSpPr txBox="1"/>
          <p:nvPr>
            <p:custDataLst>
              <p:tags r:id="rId2"/>
            </p:custDataLst>
          </p:nvPr>
        </p:nvSpPr>
        <p:spPr>
          <a:xfrm>
            <a:off x="757555" y="4594225"/>
            <a:ext cx="660400" cy="47625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algn="just" eaLnBrk="1" hangingPunct="1">
              <a:lnSpc>
                <a:spcPct val="120000"/>
              </a:lnSpc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其中</a:t>
            </a:r>
          </a:p>
        </p:txBody>
      </p:sp>
      <p:grpSp>
        <p:nvGrpSpPr>
          <p:cNvPr id="51210" name="Group 10"/>
          <p:cNvGrpSpPr/>
          <p:nvPr/>
        </p:nvGrpSpPr>
        <p:grpSpPr>
          <a:xfrm>
            <a:off x="1724343" y="4070350"/>
            <a:ext cx="1425575" cy="1587500"/>
            <a:chOff x="753" y="2119"/>
            <a:chExt cx="898" cy="1000"/>
          </a:xfrm>
        </p:grpSpPr>
        <p:sp>
          <p:nvSpPr>
            <p:cNvPr id="24603" name="Text Box 11"/>
            <p:cNvSpPr txBox="1"/>
            <p:nvPr>
              <p:custDataLst>
                <p:tags r:id="rId17"/>
              </p:custDataLst>
            </p:nvPr>
          </p:nvSpPr>
          <p:spPr>
            <a:xfrm>
              <a:off x="753" y="2449"/>
              <a:ext cx="898" cy="304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algn="just" eaLnBrk="1" hangingPunct="1">
                <a:lnSpc>
                  <a:spcPct val="11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i="1" dirty="0">
                  <a:latin typeface="Symbol" panose="05050102010706020507" pitchFamily="18" charset="2"/>
                  <a:cs typeface="华文中宋" panose="02010600040101010101" pitchFamily="2" charset="-122"/>
                </a:rPr>
                <a:t>e</a:t>
              </a:r>
              <a:r>
                <a:rPr lang="en-US" altLang="zh-CN" sz="2600" b="1" baseline="-25000" dirty="0">
                  <a:latin typeface="Times New Roman" panose="02020603050405020304" pitchFamily="18" charset="0"/>
                  <a:cs typeface="华文中宋" panose="02010600040101010101" pitchFamily="2" charset="-122"/>
                </a:rPr>
                <a:t>1</a:t>
              </a:r>
              <a:r>
                <a:rPr lang="en-US" altLang="zh-CN" sz="2600" b="1" dirty="0">
                  <a:latin typeface="Symbol" panose="05050102010706020507" pitchFamily="18" charset="2"/>
                  <a:cs typeface="华文中宋" panose="02010600040101010101" pitchFamily="2" charset="-122"/>
                </a:rPr>
                <a:t>=        </a:t>
              </a:r>
              <a:r>
                <a:rPr lang="zh-CN" altLang="en-US" sz="2600" b="1" dirty="0">
                  <a:latin typeface="Symbol" panose="05050102010706020507" pitchFamily="18" charset="2"/>
                  <a:cs typeface="华文中宋" panose="02010600040101010101" pitchFamily="2" charset="-122"/>
                </a:rPr>
                <a:t>，</a:t>
              </a:r>
            </a:p>
          </p:txBody>
        </p:sp>
        <p:grpSp>
          <p:nvGrpSpPr>
            <p:cNvPr id="24604" name="Group 12"/>
            <p:cNvGrpSpPr/>
            <p:nvPr/>
          </p:nvGrpSpPr>
          <p:grpSpPr>
            <a:xfrm>
              <a:off x="1116" y="2119"/>
              <a:ext cx="302" cy="1000"/>
              <a:chOff x="1116" y="2240"/>
              <a:chExt cx="302" cy="1000"/>
            </a:xfrm>
          </p:grpSpPr>
          <p:sp>
            <p:nvSpPr>
              <p:cNvPr id="24605" name="Text Box 13"/>
              <p:cNvSpPr txBox="1"/>
              <p:nvPr>
                <p:custDataLst>
                  <p:tags r:id="rId18"/>
                </p:custDataLst>
              </p:nvPr>
            </p:nvSpPr>
            <p:spPr>
              <a:xfrm>
                <a:off x="1215" y="2240"/>
                <a:ext cx="104" cy="1000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 lIns="0" tIns="0" rIns="0" bIns="0">
                <a:spAutoFit/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75000"/>
                  <a:buFont typeface="Wingdings" panose="05000000000000000000" pitchFamily="2" charset="2"/>
                  <a:buChar char="v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Wingdings" panose="05000000000000000000" pitchFamily="2" charset="2"/>
                  <a:buChar char="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90000"/>
                  <a:buFont typeface="Wingdings" panose="05000000000000000000" pitchFamily="2" charset="2"/>
                  <a:buChar char="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</a:lstStyle>
              <a:p>
                <a:pPr marL="0" lvl="0" indent="0" algn="r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600" b="1" dirty="0">
                    <a:latin typeface="Times New Roman" panose="02020603050405020304" pitchFamily="18" charset="0"/>
                    <a:cs typeface="华文中宋" panose="02010600040101010101" pitchFamily="2" charset="-122"/>
                  </a:rPr>
                  <a:t>1</a:t>
                </a:r>
              </a:p>
              <a:p>
                <a:pPr marL="0" lvl="0" indent="0" algn="r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600" b="1" dirty="0">
                    <a:latin typeface="Times New Roman" panose="02020603050405020304" pitchFamily="18" charset="0"/>
                    <a:cs typeface="华文中宋" panose="02010600040101010101" pitchFamily="2" charset="-122"/>
                  </a:rPr>
                  <a:t>0</a:t>
                </a:r>
                <a:endParaRPr lang="en-US" altLang="zh-CN" sz="2600" b="1" baseline="-25000" dirty="0">
                  <a:latin typeface="Times New Roman" panose="02020603050405020304" pitchFamily="18" charset="0"/>
                  <a:cs typeface="华文中宋" panose="02010600040101010101" pitchFamily="2" charset="-122"/>
                </a:endParaRPr>
              </a:p>
              <a:p>
                <a:pPr marL="0" lvl="0" indent="0" algn="r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600" b="1" dirty="0">
                    <a:latin typeface="Times New Roman" panose="02020603050405020304" pitchFamily="18" charset="0"/>
                    <a:cs typeface="华文中宋" panose="02010600040101010101" pitchFamily="2" charset="-122"/>
                  </a:rPr>
                  <a:t>0</a:t>
                </a:r>
              </a:p>
              <a:p>
                <a:pPr marL="0" lvl="0" indent="0" algn="r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600" b="1" dirty="0">
                    <a:latin typeface="Times New Roman" panose="02020603050405020304" pitchFamily="18" charset="0"/>
                    <a:cs typeface="华文中宋" panose="02010600040101010101" pitchFamily="2" charset="-122"/>
                  </a:rPr>
                  <a:t>0</a:t>
                </a:r>
              </a:p>
            </p:txBody>
          </p:sp>
          <p:sp>
            <p:nvSpPr>
              <p:cNvPr id="24606" name="AutoShape 14"/>
              <p:cNvSpPr/>
              <p:nvPr>
                <p:custDataLst>
                  <p:tags r:id="rId19"/>
                </p:custDataLst>
              </p:nvPr>
            </p:nvSpPr>
            <p:spPr>
              <a:xfrm>
                <a:off x="1116" y="2282"/>
                <a:ext cx="302" cy="926"/>
              </a:xfrm>
              <a:prstGeom prst="bracketPair">
                <a:avLst>
                  <a:gd name="adj" fmla="val 6477"/>
                </a:avLst>
              </a:prstGeom>
              <a:noFill/>
              <a:ln w="9525" cap="flat" cmpd="sng">
                <a:solidFill>
                  <a:schemeClr val="tx1"/>
                </a:solidFill>
                <a:prstDash val="solid"/>
                <a:headEnd type="none" w="med" len="med"/>
                <a:tailEnd type="none" w="med" len="med"/>
              </a:ln>
            </p:spPr>
            <p:txBody>
              <a:bodyPr wrap="none" anchor="ctr" anchorCtr="0"/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75000"/>
                  <a:buFont typeface="Wingdings" panose="05000000000000000000" pitchFamily="2" charset="2"/>
                  <a:buChar char="v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Wingdings" panose="05000000000000000000" pitchFamily="2" charset="2"/>
                  <a:buChar char="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90000"/>
                  <a:buFont typeface="Wingdings" panose="05000000000000000000" pitchFamily="2" charset="2"/>
                  <a:buChar char="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</a:lstStyle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CN" altLang="en-US" sz="1800" dirty="0">
                  <a:cs typeface="华文中宋" panose="02010600040101010101" pitchFamily="2" charset="-122"/>
                </a:endParaRPr>
              </a:p>
            </p:txBody>
          </p:sp>
        </p:grpSp>
      </p:grpSp>
      <p:sp>
        <p:nvSpPr>
          <p:cNvPr id="51215" name="Line 15"/>
          <p:cNvSpPr/>
          <p:nvPr>
            <p:custDataLst>
              <p:tags r:id="rId3"/>
            </p:custDataLst>
          </p:nvPr>
        </p:nvSpPr>
        <p:spPr>
          <a:xfrm>
            <a:off x="3434080" y="2398713"/>
            <a:ext cx="0" cy="1487487"/>
          </a:xfrm>
          <a:prstGeom prst="line">
            <a:avLst/>
          </a:prstGeom>
          <a:ln w="9525" cap="flat" cmpd="sng">
            <a:solidFill>
              <a:schemeClr val="accent2"/>
            </a:solidFill>
            <a:prstDash val="solid"/>
            <a:headEnd type="none" w="med" len="med"/>
            <a:tailEnd type="none" w="med" len="med"/>
          </a:ln>
        </p:spPr>
      </p:sp>
      <p:sp>
        <p:nvSpPr>
          <p:cNvPr id="51216" name="Text Box 16"/>
          <p:cNvSpPr txBox="1"/>
          <p:nvPr>
            <p:custDataLst>
              <p:tags r:id="rId4"/>
            </p:custDataLst>
          </p:nvPr>
        </p:nvSpPr>
        <p:spPr>
          <a:xfrm>
            <a:off x="5316855" y="2849563"/>
            <a:ext cx="2235200" cy="522287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algn="just" eaLnBrk="1" hangingPunct="1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dirty="0">
                <a:latin typeface="Symbol" panose="05050102010706020507" pitchFamily="18" charset="2"/>
                <a:cs typeface="华文中宋" panose="02010600040101010101" pitchFamily="2" charset="-122"/>
              </a:rPr>
              <a:t>=</a:t>
            </a:r>
            <a:r>
              <a:rPr lang="en-US" altLang="zh-CN" sz="2600" b="1" dirty="0">
                <a:latin typeface="Times New Roman" panose="02020603050405020304" pitchFamily="18" charset="0"/>
                <a:cs typeface="华文中宋" panose="02010600040101010101" pitchFamily="2" charset="-122"/>
              </a:rPr>
              <a:t>(</a:t>
            </a:r>
            <a:r>
              <a:rPr lang="en-US" altLang="zh-CN" sz="2600" b="1" i="1" dirty="0">
                <a:latin typeface="Symbol" panose="05050102010706020507" pitchFamily="18" charset="2"/>
                <a:cs typeface="华文中宋" panose="02010600040101010101" pitchFamily="2" charset="-122"/>
              </a:rPr>
              <a:t>e</a:t>
            </a:r>
            <a:r>
              <a:rPr lang="en-US" altLang="zh-CN" sz="2600" b="1" baseline="-25000" dirty="0">
                <a:latin typeface="Symbol" panose="05050102010706020507" pitchFamily="18" charset="2"/>
                <a:cs typeface="华文中宋" panose="02010600040101010101" pitchFamily="2" charset="-122"/>
              </a:rPr>
              <a:t>1   </a:t>
            </a:r>
            <a:r>
              <a:rPr lang="en-US" altLang="zh-CN" sz="2600" b="1" i="1" dirty="0">
                <a:latin typeface="Symbol" panose="05050102010706020507" pitchFamily="18" charset="2"/>
                <a:cs typeface="华文中宋" panose="02010600040101010101" pitchFamily="2" charset="-122"/>
              </a:rPr>
              <a:t>e</a:t>
            </a:r>
            <a:r>
              <a:rPr lang="en-US" altLang="zh-CN" sz="2600" b="1" baseline="-25000" dirty="0">
                <a:latin typeface="Symbol" panose="05050102010706020507" pitchFamily="18" charset="2"/>
                <a:cs typeface="华文中宋" panose="02010600040101010101" pitchFamily="2" charset="-122"/>
              </a:rPr>
              <a:t>2   </a:t>
            </a:r>
            <a:r>
              <a:rPr lang="en-US" altLang="zh-CN" sz="2600" b="1" i="1" dirty="0">
                <a:latin typeface="Symbol" panose="05050102010706020507" pitchFamily="18" charset="2"/>
                <a:cs typeface="华文中宋" panose="02010600040101010101" pitchFamily="2" charset="-122"/>
              </a:rPr>
              <a:t>e</a:t>
            </a:r>
            <a:r>
              <a:rPr lang="en-US" altLang="zh-CN" sz="2600" b="1" baseline="-25000" dirty="0">
                <a:latin typeface="Symbol" panose="05050102010706020507" pitchFamily="18" charset="2"/>
                <a:cs typeface="华文中宋" panose="02010600040101010101" pitchFamily="2" charset="-122"/>
              </a:rPr>
              <a:t>3   </a:t>
            </a:r>
            <a:r>
              <a:rPr lang="en-US" altLang="zh-CN" sz="2600" b="1" i="1" dirty="0">
                <a:latin typeface="Symbol" panose="05050102010706020507" pitchFamily="18" charset="2"/>
                <a:cs typeface="华文中宋" panose="02010600040101010101" pitchFamily="2" charset="-122"/>
              </a:rPr>
              <a:t>a</a:t>
            </a:r>
            <a:r>
              <a:rPr lang="en-US" altLang="zh-CN" sz="2600" b="1" dirty="0">
                <a:latin typeface="Times New Roman" panose="02020603050405020304" pitchFamily="18" charset="0"/>
                <a:cs typeface="华文中宋" panose="02010600040101010101" pitchFamily="2" charset="-122"/>
              </a:rPr>
              <a:t>)</a:t>
            </a:r>
            <a:r>
              <a:rPr lang="zh-CN" altLang="en-US" sz="2600" b="1" dirty="0">
                <a:latin typeface="Times New Roman" panose="02020603050405020304" pitchFamily="18" charset="0"/>
                <a:cs typeface="华文中宋" panose="02010600040101010101" pitchFamily="2" charset="-122"/>
              </a:rPr>
              <a:t>，</a:t>
            </a:r>
            <a:r>
              <a:rPr lang="zh-CN" altLang="en-US" sz="2600" b="1" baseline="-25000" dirty="0">
                <a:latin typeface="Symbol" panose="05050102010706020507" pitchFamily="18" charset="2"/>
                <a:cs typeface="华文中宋" panose="02010600040101010101" pitchFamily="2" charset="-122"/>
              </a:rPr>
              <a:t> </a:t>
            </a:r>
          </a:p>
        </p:txBody>
      </p:sp>
      <p:sp>
        <p:nvSpPr>
          <p:cNvPr id="51217" name="Line 17"/>
          <p:cNvSpPr/>
          <p:nvPr>
            <p:custDataLst>
              <p:tags r:id="rId5"/>
            </p:custDataLst>
          </p:nvPr>
        </p:nvSpPr>
        <p:spPr>
          <a:xfrm>
            <a:off x="4005580" y="2398713"/>
            <a:ext cx="0" cy="1487487"/>
          </a:xfrm>
          <a:prstGeom prst="line">
            <a:avLst/>
          </a:prstGeom>
          <a:ln w="9525" cap="flat" cmpd="sng">
            <a:solidFill>
              <a:schemeClr val="accent2"/>
            </a:solidFill>
            <a:prstDash val="solid"/>
            <a:headEnd type="none" w="med" len="med"/>
            <a:tailEnd type="none" w="med" len="med"/>
          </a:ln>
        </p:spPr>
      </p:sp>
      <p:sp>
        <p:nvSpPr>
          <p:cNvPr id="51218" name="Line 18"/>
          <p:cNvSpPr/>
          <p:nvPr>
            <p:custDataLst>
              <p:tags r:id="rId6"/>
            </p:custDataLst>
          </p:nvPr>
        </p:nvSpPr>
        <p:spPr>
          <a:xfrm>
            <a:off x="4578668" y="2398713"/>
            <a:ext cx="0" cy="1487487"/>
          </a:xfrm>
          <a:prstGeom prst="line">
            <a:avLst/>
          </a:prstGeom>
          <a:ln w="9525" cap="flat" cmpd="sng">
            <a:solidFill>
              <a:schemeClr val="accent2"/>
            </a:solidFill>
            <a:prstDash val="solid"/>
            <a:headEnd type="none" w="med" len="med"/>
            <a:tailEnd type="none" w="med" len="med"/>
          </a:ln>
        </p:spPr>
      </p:sp>
      <p:grpSp>
        <p:nvGrpSpPr>
          <p:cNvPr id="51219" name="Group 19"/>
          <p:cNvGrpSpPr/>
          <p:nvPr/>
        </p:nvGrpSpPr>
        <p:grpSpPr>
          <a:xfrm>
            <a:off x="3224530" y="4070350"/>
            <a:ext cx="1425575" cy="1587500"/>
            <a:chOff x="753" y="2119"/>
            <a:chExt cx="898" cy="1000"/>
          </a:xfrm>
        </p:grpSpPr>
        <p:sp>
          <p:nvSpPr>
            <p:cNvPr id="24599" name="Text Box 20"/>
            <p:cNvSpPr txBox="1"/>
            <p:nvPr>
              <p:custDataLst>
                <p:tags r:id="rId14"/>
              </p:custDataLst>
            </p:nvPr>
          </p:nvSpPr>
          <p:spPr>
            <a:xfrm>
              <a:off x="753" y="2449"/>
              <a:ext cx="898" cy="304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algn="just" eaLnBrk="1" hangingPunct="1">
                <a:lnSpc>
                  <a:spcPct val="11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i="1" dirty="0">
                  <a:latin typeface="Symbol" panose="05050102010706020507" pitchFamily="18" charset="2"/>
                  <a:cs typeface="华文中宋" panose="02010600040101010101" pitchFamily="2" charset="-122"/>
                </a:rPr>
                <a:t>e</a:t>
              </a:r>
              <a:r>
                <a:rPr lang="en-US" altLang="zh-CN" sz="2600" b="1" baseline="-25000" dirty="0">
                  <a:latin typeface="Times New Roman" panose="02020603050405020304" pitchFamily="18" charset="0"/>
                  <a:cs typeface="华文中宋" panose="02010600040101010101" pitchFamily="2" charset="-122"/>
                </a:rPr>
                <a:t>2</a:t>
              </a:r>
              <a:r>
                <a:rPr lang="en-US" altLang="zh-CN" sz="2600" b="1" dirty="0">
                  <a:latin typeface="Symbol" panose="05050102010706020507" pitchFamily="18" charset="2"/>
                  <a:cs typeface="华文中宋" panose="02010600040101010101" pitchFamily="2" charset="-122"/>
                </a:rPr>
                <a:t>=        </a:t>
              </a:r>
              <a:r>
                <a:rPr lang="zh-CN" altLang="en-US" sz="2600" b="1" dirty="0">
                  <a:latin typeface="Symbol" panose="05050102010706020507" pitchFamily="18" charset="2"/>
                  <a:cs typeface="华文中宋" panose="02010600040101010101" pitchFamily="2" charset="-122"/>
                </a:rPr>
                <a:t>，</a:t>
              </a:r>
            </a:p>
          </p:txBody>
        </p:sp>
        <p:grpSp>
          <p:nvGrpSpPr>
            <p:cNvPr id="24600" name="Group 21"/>
            <p:cNvGrpSpPr/>
            <p:nvPr/>
          </p:nvGrpSpPr>
          <p:grpSpPr>
            <a:xfrm>
              <a:off x="1116" y="2119"/>
              <a:ext cx="302" cy="1000"/>
              <a:chOff x="1116" y="2240"/>
              <a:chExt cx="302" cy="1000"/>
            </a:xfrm>
          </p:grpSpPr>
          <p:sp>
            <p:nvSpPr>
              <p:cNvPr id="24601" name="Text Box 22"/>
              <p:cNvSpPr txBox="1"/>
              <p:nvPr>
                <p:custDataLst>
                  <p:tags r:id="rId15"/>
                </p:custDataLst>
              </p:nvPr>
            </p:nvSpPr>
            <p:spPr>
              <a:xfrm>
                <a:off x="1215" y="2240"/>
                <a:ext cx="104" cy="1000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 lIns="0" tIns="0" rIns="0" bIns="0">
                <a:spAutoFit/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75000"/>
                  <a:buFont typeface="Wingdings" panose="05000000000000000000" pitchFamily="2" charset="2"/>
                  <a:buChar char="v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Wingdings" panose="05000000000000000000" pitchFamily="2" charset="2"/>
                  <a:buChar char="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90000"/>
                  <a:buFont typeface="Wingdings" panose="05000000000000000000" pitchFamily="2" charset="2"/>
                  <a:buChar char="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</a:lstStyle>
              <a:p>
                <a:pPr marL="0" lvl="0" indent="0" algn="r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600" b="1" dirty="0">
                    <a:latin typeface="Times New Roman" panose="02020603050405020304" pitchFamily="18" charset="0"/>
                    <a:cs typeface="华文中宋" panose="02010600040101010101" pitchFamily="2" charset="-122"/>
                  </a:rPr>
                  <a:t>0</a:t>
                </a:r>
              </a:p>
              <a:p>
                <a:pPr marL="0" lvl="0" indent="0" algn="r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600" b="1" dirty="0">
                    <a:latin typeface="Times New Roman" panose="02020603050405020304" pitchFamily="18" charset="0"/>
                    <a:cs typeface="华文中宋" panose="02010600040101010101" pitchFamily="2" charset="-122"/>
                  </a:rPr>
                  <a:t>1</a:t>
                </a:r>
                <a:endParaRPr lang="en-US" altLang="zh-CN" sz="2600" b="1" baseline="-25000" dirty="0">
                  <a:latin typeface="Times New Roman" panose="02020603050405020304" pitchFamily="18" charset="0"/>
                  <a:cs typeface="华文中宋" panose="02010600040101010101" pitchFamily="2" charset="-122"/>
                </a:endParaRPr>
              </a:p>
              <a:p>
                <a:pPr marL="0" lvl="0" indent="0" algn="r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600" b="1" dirty="0">
                    <a:latin typeface="Times New Roman" panose="02020603050405020304" pitchFamily="18" charset="0"/>
                    <a:cs typeface="华文中宋" panose="02010600040101010101" pitchFamily="2" charset="-122"/>
                  </a:rPr>
                  <a:t>0</a:t>
                </a:r>
              </a:p>
              <a:p>
                <a:pPr marL="0" lvl="0" indent="0" algn="r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600" b="1" dirty="0">
                    <a:latin typeface="Times New Roman" panose="02020603050405020304" pitchFamily="18" charset="0"/>
                    <a:cs typeface="华文中宋" panose="02010600040101010101" pitchFamily="2" charset="-122"/>
                  </a:rPr>
                  <a:t>0</a:t>
                </a:r>
              </a:p>
            </p:txBody>
          </p:sp>
          <p:sp>
            <p:nvSpPr>
              <p:cNvPr id="24602" name="AutoShape 23"/>
              <p:cNvSpPr/>
              <p:nvPr>
                <p:custDataLst>
                  <p:tags r:id="rId16"/>
                </p:custDataLst>
              </p:nvPr>
            </p:nvSpPr>
            <p:spPr>
              <a:xfrm>
                <a:off x="1116" y="2282"/>
                <a:ext cx="302" cy="926"/>
              </a:xfrm>
              <a:prstGeom prst="bracketPair">
                <a:avLst>
                  <a:gd name="adj" fmla="val 6477"/>
                </a:avLst>
              </a:prstGeom>
              <a:noFill/>
              <a:ln w="9525" cap="flat" cmpd="sng">
                <a:solidFill>
                  <a:schemeClr val="tx1"/>
                </a:solidFill>
                <a:prstDash val="solid"/>
                <a:headEnd type="none" w="med" len="med"/>
                <a:tailEnd type="none" w="med" len="med"/>
              </a:ln>
            </p:spPr>
            <p:txBody>
              <a:bodyPr wrap="none" anchor="ctr" anchorCtr="0"/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75000"/>
                  <a:buFont typeface="Wingdings" panose="05000000000000000000" pitchFamily="2" charset="2"/>
                  <a:buChar char="v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Wingdings" panose="05000000000000000000" pitchFamily="2" charset="2"/>
                  <a:buChar char="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90000"/>
                  <a:buFont typeface="Wingdings" panose="05000000000000000000" pitchFamily="2" charset="2"/>
                  <a:buChar char="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</a:lstStyle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CN" altLang="en-US" sz="1800" dirty="0">
                  <a:cs typeface="华文中宋" panose="02010600040101010101" pitchFamily="2" charset="-122"/>
                </a:endParaRPr>
              </a:p>
            </p:txBody>
          </p:sp>
        </p:grpSp>
      </p:grpSp>
      <p:grpSp>
        <p:nvGrpSpPr>
          <p:cNvPr id="51224" name="Group 24"/>
          <p:cNvGrpSpPr/>
          <p:nvPr/>
        </p:nvGrpSpPr>
        <p:grpSpPr>
          <a:xfrm>
            <a:off x="4724718" y="4070350"/>
            <a:ext cx="1425575" cy="1587500"/>
            <a:chOff x="753" y="2119"/>
            <a:chExt cx="898" cy="1000"/>
          </a:xfrm>
        </p:grpSpPr>
        <p:sp>
          <p:nvSpPr>
            <p:cNvPr id="24595" name="Text Box 25"/>
            <p:cNvSpPr txBox="1"/>
            <p:nvPr>
              <p:custDataLst>
                <p:tags r:id="rId11"/>
              </p:custDataLst>
            </p:nvPr>
          </p:nvSpPr>
          <p:spPr>
            <a:xfrm>
              <a:off x="753" y="2449"/>
              <a:ext cx="898" cy="304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algn="just" eaLnBrk="1" hangingPunct="1">
                <a:lnSpc>
                  <a:spcPct val="11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i="1" dirty="0">
                  <a:latin typeface="Symbol" panose="05050102010706020507" pitchFamily="18" charset="2"/>
                  <a:cs typeface="华文中宋" panose="02010600040101010101" pitchFamily="2" charset="-122"/>
                </a:rPr>
                <a:t>e</a:t>
              </a:r>
              <a:r>
                <a:rPr lang="en-US" altLang="zh-CN" sz="2600" b="1" baseline="-25000" dirty="0">
                  <a:latin typeface="Times New Roman" panose="02020603050405020304" pitchFamily="18" charset="0"/>
                  <a:cs typeface="华文中宋" panose="02010600040101010101" pitchFamily="2" charset="-122"/>
                </a:rPr>
                <a:t>3</a:t>
              </a:r>
              <a:r>
                <a:rPr lang="en-US" altLang="zh-CN" sz="2600" b="1" dirty="0">
                  <a:latin typeface="Symbol" panose="05050102010706020507" pitchFamily="18" charset="2"/>
                  <a:cs typeface="华文中宋" panose="02010600040101010101" pitchFamily="2" charset="-122"/>
                </a:rPr>
                <a:t>=        </a:t>
              </a:r>
              <a:r>
                <a:rPr lang="zh-CN" altLang="en-US" sz="2600" b="1" dirty="0">
                  <a:latin typeface="Symbol" panose="05050102010706020507" pitchFamily="18" charset="2"/>
                  <a:cs typeface="华文中宋" panose="02010600040101010101" pitchFamily="2" charset="-122"/>
                </a:rPr>
                <a:t>，</a:t>
              </a:r>
            </a:p>
          </p:txBody>
        </p:sp>
        <p:grpSp>
          <p:nvGrpSpPr>
            <p:cNvPr id="24596" name="Group 26"/>
            <p:cNvGrpSpPr/>
            <p:nvPr/>
          </p:nvGrpSpPr>
          <p:grpSpPr>
            <a:xfrm>
              <a:off x="1116" y="2119"/>
              <a:ext cx="302" cy="1000"/>
              <a:chOff x="1116" y="2240"/>
              <a:chExt cx="302" cy="1000"/>
            </a:xfrm>
          </p:grpSpPr>
          <p:sp>
            <p:nvSpPr>
              <p:cNvPr id="24597" name="Text Box 27"/>
              <p:cNvSpPr txBox="1"/>
              <p:nvPr>
                <p:custDataLst>
                  <p:tags r:id="rId12"/>
                </p:custDataLst>
              </p:nvPr>
            </p:nvSpPr>
            <p:spPr>
              <a:xfrm>
                <a:off x="1215" y="2240"/>
                <a:ext cx="104" cy="1000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 lIns="0" tIns="0" rIns="0" bIns="0">
                <a:spAutoFit/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75000"/>
                  <a:buFont typeface="Wingdings" panose="05000000000000000000" pitchFamily="2" charset="2"/>
                  <a:buChar char="v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Wingdings" panose="05000000000000000000" pitchFamily="2" charset="2"/>
                  <a:buChar char="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90000"/>
                  <a:buFont typeface="Wingdings" panose="05000000000000000000" pitchFamily="2" charset="2"/>
                  <a:buChar char="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</a:lstStyle>
              <a:p>
                <a:pPr marL="0" lvl="0" indent="0" algn="r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600" b="1" dirty="0">
                    <a:latin typeface="Times New Roman" panose="02020603050405020304" pitchFamily="18" charset="0"/>
                    <a:cs typeface="华文中宋" panose="02010600040101010101" pitchFamily="2" charset="-122"/>
                  </a:rPr>
                  <a:t>0</a:t>
                </a:r>
              </a:p>
              <a:p>
                <a:pPr marL="0" lvl="0" indent="0" algn="r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600" b="1" dirty="0">
                    <a:latin typeface="Times New Roman" panose="02020603050405020304" pitchFamily="18" charset="0"/>
                    <a:cs typeface="华文中宋" panose="02010600040101010101" pitchFamily="2" charset="-122"/>
                  </a:rPr>
                  <a:t>0</a:t>
                </a:r>
                <a:endParaRPr lang="en-US" altLang="zh-CN" sz="2600" b="1" baseline="-25000" dirty="0">
                  <a:latin typeface="Times New Roman" panose="02020603050405020304" pitchFamily="18" charset="0"/>
                  <a:cs typeface="华文中宋" panose="02010600040101010101" pitchFamily="2" charset="-122"/>
                </a:endParaRPr>
              </a:p>
              <a:p>
                <a:pPr marL="0" lvl="0" indent="0" algn="r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600" b="1" dirty="0">
                    <a:latin typeface="Times New Roman" panose="02020603050405020304" pitchFamily="18" charset="0"/>
                    <a:cs typeface="华文中宋" panose="02010600040101010101" pitchFamily="2" charset="-122"/>
                  </a:rPr>
                  <a:t>1</a:t>
                </a:r>
              </a:p>
              <a:p>
                <a:pPr marL="0" lvl="0" indent="0" algn="r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600" b="1" dirty="0">
                    <a:latin typeface="Times New Roman" panose="02020603050405020304" pitchFamily="18" charset="0"/>
                    <a:cs typeface="华文中宋" panose="02010600040101010101" pitchFamily="2" charset="-122"/>
                  </a:rPr>
                  <a:t>0</a:t>
                </a:r>
              </a:p>
            </p:txBody>
          </p:sp>
          <p:sp>
            <p:nvSpPr>
              <p:cNvPr id="24598" name="AutoShape 28"/>
              <p:cNvSpPr/>
              <p:nvPr>
                <p:custDataLst>
                  <p:tags r:id="rId13"/>
                </p:custDataLst>
              </p:nvPr>
            </p:nvSpPr>
            <p:spPr>
              <a:xfrm>
                <a:off x="1116" y="2282"/>
                <a:ext cx="302" cy="926"/>
              </a:xfrm>
              <a:prstGeom prst="bracketPair">
                <a:avLst>
                  <a:gd name="adj" fmla="val 6477"/>
                </a:avLst>
              </a:prstGeom>
              <a:noFill/>
              <a:ln w="9525" cap="flat" cmpd="sng">
                <a:solidFill>
                  <a:schemeClr val="tx1"/>
                </a:solidFill>
                <a:prstDash val="solid"/>
                <a:headEnd type="none" w="med" len="med"/>
                <a:tailEnd type="none" w="med" len="med"/>
              </a:ln>
            </p:spPr>
            <p:txBody>
              <a:bodyPr wrap="none" anchor="ctr" anchorCtr="0"/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75000"/>
                  <a:buFont typeface="Wingdings" panose="05000000000000000000" pitchFamily="2" charset="2"/>
                  <a:buChar char="v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Wingdings" panose="05000000000000000000" pitchFamily="2" charset="2"/>
                  <a:buChar char="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90000"/>
                  <a:buFont typeface="Wingdings" panose="05000000000000000000" pitchFamily="2" charset="2"/>
                  <a:buChar char="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</a:lstStyle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CN" altLang="en-US" sz="1800" dirty="0">
                  <a:cs typeface="华文中宋" panose="02010600040101010101" pitchFamily="2" charset="-122"/>
                </a:endParaRPr>
              </a:p>
            </p:txBody>
          </p:sp>
        </p:grpSp>
      </p:grpSp>
      <p:grpSp>
        <p:nvGrpSpPr>
          <p:cNvPr id="51229" name="Group 29"/>
          <p:cNvGrpSpPr/>
          <p:nvPr/>
        </p:nvGrpSpPr>
        <p:grpSpPr>
          <a:xfrm>
            <a:off x="6226493" y="4070350"/>
            <a:ext cx="1462087" cy="1587500"/>
            <a:chOff x="3589" y="2119"/>
            <a:chExt cx="921" cy="1000"/>
          </a:xfrm>
        </p:grpSpPr>
        <p:sp>
          <p:nvSpPr>
            <p:cNvPr id="24592" name="Text Box 30"/>
            <p:cNvSpPr txBox="1"/>
            <p:nvPr>
              <p:custDataLst>
                <p:tags r:id="rId8"/>
              </p:custDataLst>
            </p:nvPr>
          </p:nvSpPr>
          <p:spPr>
            <a:xfrm>
              <a:off x="3589" y="2449"/>
              <a:ext cx="921" cy="304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algn="just" eaLnBrk="1" hangingPunct="1">
                <a:lnSpc>
                  <a:spcPct val="11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i="1" dirty="0">
                  <a:latin typeface="Symbol" panose="05050102010706020507" pitchFamily="18" charset="2"/>
                  <a:cs typeface="华文中宋" panose="02010600040101010101" pitchFamily="2" charset="-122"/>
                </a:rPr>
                <a:t>a</a:t>
              </a:r>
              <a:r>
                <a:rPr lang="en-US" altLang="zh-CN" sz="2600" b="1" dirty="0">
                  <a:latin typeface="Symbol" panose="05050102010706020507" pitchFamily="18" charset="2"/>
                  <a:cs typeface="华文中宋" panose="02010600040101010101" pitchFamily="2" charset="-122"/>
                </a:rPr>
                <a:t>=         </a:t>
              </a:r>
              <a:r>
                <a:rPr lang="zh-CN" altLang="en-US" sz="2600" b="1" dirty="0">
                  <a:latin typeface="Symbol" panose="05050102010706020507" pitchFamily="18" charset="2"/>
                  <a:cs typeface="华文中宋" panose="02010600040101010101" pitchFamily="2" charset="-122"/>
                </a:rPr>
                <a:t>。</a:t>
              </a:r>
            </a:p>
          </p:txBody>
        </p:sp>
        <p:sp>
          <p:nvSpPr>
            <p:cNvPr id="24593" name="Text Box 31"/>
            <p:cNvSpPr txBox="1"/>
            <p:nvPr>
              <p:custDataLst>
                <p:tags r:id="rId9"/>
              </p:custDataLst>
            </p:nvPr>
          </p:nvSpPr>
          <p:spPr>
            <a:xfrm>
              <a:off x="3937" y="2119"/>
              <a:ext cx="218" cy="100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cs typeface="华文中宋" panose="02010600040101010101" pitchFamily="2" charset="-122"/>
                </a:rPr>
                <a:t>3</a:t>
              </a: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Symbol" panose="05050102010706020507" pitchFamily="18" charset="2"/>
                  <a:cs typeface="华文中宋" panose="02010600040101010101" pitchFamily="2" charset="-122"/>
                </a:rPr>
                <a:t>-</a:t>
              </a:r>
              <a:r>
                <a:rPr lang="en-US" altLang="zh-CN" sz="2600" b="1" dirty="0">
                  <a:latin typeface="Times New Roman" panose="02020603050405020304" pitchFamily="18" charset="0"/>
                  <a:cs typeface="华文中宋" panose="02010600040101010101" pitchFamily="2" charset="-122"/>
                </a:rPr>
                <a:t>1</a:t>
              </a:r>
              <a:endParaRPr lang="en-US" altLang="zh-CN" sz="2600" b="1" baseline="-25000" dirty="0">
                <a:latin typeface="Times New Roman" panose="02020603050405020304" pitchFamily="18" charset="0"/>
                <a:cs typeface="华文中宋" panose="02010600040101010101" pitchFamily="2" charset="-122"/>
              </a:endParaRP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cs typeface="华文中宋" panose="02010600040101010101" pitchFamily="2" charset="-122"/>
                </a:rPr>
                <a:t>0</a:t>
              </a: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cs typeface="华文中宋" panose="02010600040101010101" pitchFamily="2" charset="-122"/>
                </a:rPr>
                <a:t>1</a:t>
              </a:r>
            </a:p>
          </p:txBody>
        </p:sp>
        <p:sp>
          <p:nvSpPr>
            <p:cNvPr id="24594" name="AutoShape 32"/>
            <p:cNvSpPr/>
            <p:nvPr>
              <p:custDataLst>
                <p:tags r:id="rId10"/>
              </p:custDataLst>
            </p:nvPr>
          </p:nvSpPr>
          <p:spPr>
            <a:xfrm>
              <a:off x="3884" y="2161"/>
              <a:ext cx="370" cy="926"/>
            </a:xfrm>
            <a:prstGeom prst="bracketPair">
              <a:avLst>
                <a:gd name="adj" fmla="val 6477"/>
              </a:avLst>
            </a:prstGeom>
            <a:noFill/>
            <a:ln w="9525" cap="flat" cmpd="sng">
              <a:solidFill>
                <a:schemeClr val="tx1"/>
              </a:solidFill>
              <a:prstDash val="solid"/>
              <a:headEnd type="none" w="med" len="med"/>
              <a:tailEnd type="none" w="med" len="med"/>
            </a:ln>
          </p:spPr>
          <p:txBody>
            <a:bodyPr wrap="none" anchor="ctr" anchorCtr="0"/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zh-CN" altLang="en-US" sz="1800" dirty="0">
                <a:cs typeface="华文中宋" panose="02010600040101010101" pitchFamily="2" charset="-122"/>
              </a:endParaRPr>
            </a:p>
          </p:txBody>
        </p:sp>
      </p:grpSp>
      <p:sp>
        <p:nvSpPr>
          <p:cNvPr id="24590" name="Text Box 35"/>
          <p:cNvSpPr txBox="1"/>
          <p:nvPr>
            <p:custDataLst>
              <p:tags r:id="rId7"/>
            </p:custDataLst>
          </p:nvPr>
        </p:nvSpPr>
        <p:spPr>
          <a:xfrm>
            <a:off x="757555" y="2871788"/>
            <a:ext cx="1651000" cy="47625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algn="just" eaLnBrk="1" hangingPunct="1">
              <a:lnSpc>
                <a:spcPct val="120000"/>
              </a:lnSpc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        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例如：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512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512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512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12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0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120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12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12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12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1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1209" grpId="0" build="p"/>
      <p:bldP spid="51216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10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4914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基本问题</a:t>
            </a:r>
            <a:r>
              <a:rPr kumimoji="1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:  </a:t>
            </a:r>
            <a:r>
              <a:rPr kumimoji="1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分块矩阵</a:t>
            </a: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的定义</a:t>
            </a:r>
            <a:endParaRPr kumimoji="1" lang="zh-CN" altLang="en-US" sz="26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华文中宋" panose="02010600040101010101" pitchFamily="2" charset="-122"/>
              <a:ea typeface="华文中宋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0658" name="Text Box 2"/>
          <p:cNvSpPr txBox="1"/>
          <p:nvPr>
            <p:custDataLst>
              <p:tags r:id="rId2"/>
            </p:custDataLst>
          </p:nvPr>
        </p:nvSpPr>
        <p:spPr>
          <a:xfrm>
            <a:off x="611188" y="836930"/>
            <a:ext cx="8001000" cy="16414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</a:lstStyle>
          <a:p>
            <a:pPr marL="0" lvl="0" indent="0" algn="just" eaLnBrk="1" hangingPunct="1">
              <a:lnSpc>
                <a:spcPct val="120000"/>
              </a:lnSpc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        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在矩阵的讨论和运算中，有时需要将一个矩阵分成若干个“子块”</a:t>
            </a:r>
            <a:r>
              <a:rPr lang="en-US" altLang="zh-CN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(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子矩阵</a:t>
            </a:r>
            <a:r>
              <a:rPr lang="en-US" altLang="zh-CN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)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，使原矩阵显得结构简单而清晰。</a:t>
            </a:r>
            <a:endParaRPr lang="zh-CN" altLang="en-US" sz="2800" b="1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华文中宋" panose="02010600040101010101" pitchFamily="2" charset="-122"/>
              <a:ea typeface="华文中宋" panose="02010600040101010101" pitchFamily="2" charset="-122"/>
              <a:cs typeface="华文中宋" panose="02010600040101010101" pitchFamily="2" charset="-122"/>
            </a:endParaRPr>
          </a:p>
        </p:txBody>
      </p:sp>
      <p:sp>
        <p:nvSpPr>
          <p:cNvPr id="24590" name="Text Box 35"/>
          <p:cNvSpPr txBox="1"/>
          <p:nvPr>
            <p:custDataLst>
              <p:tags r:id="rId3"/>
            </p:custDataLst>
          </p:nvPr>
        </p:nvSpPr>
        <p:spPr>
          <a:xfrm>
            <a:off x="69533" y="2565083"/>
            <a:ext cx="4189095" cy="479425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algn="just" eaLnBrk="1" hangingPunct="1">
              <a:lnSpc>
                <a:spcPct val="120000"/>
              </a:lnSpc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        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又如将矩阵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A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按行分块：</a:t>
            </a:r>
          </a:p>
        </p:txBody>
      </p:sp>
      <p:graphicFrame>
        <p:nvGraphicFramePr>
          <p:cNvPr id="58372" name="Object 4"/>
          <p:cNvGraphicFramePr>
            <a:graphicFrameLocks noChangeAspect="1"/>
          </p:cNvGraphicFramePr>
          <p:nvPr>
            <p:custDataLst>
              <p:tags r:id="rId4"/>
            </p:custDataLst>
          </p:nvPr>
        </p:nvGraphicFramePr>
        <p:xfrm>
          <a:off x="1137603" y="2997200"/>
          <a:ext cx="4378960" cy="268668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43" name="Equation" r:id="rId12" imgW="1651000" imgH="939800" progId="Equation.DSMT4">
                  <p:embed/>
                </p:oleObj>
              </mc:Choice>
              <mc:Fallback>
                <p:oleObj name="Equation" r:id="rId12" imgW="1651000" imgH="939800" progId="Equation.DSMT4">
                  <p:embed/>
                  <p:pic>
                    <p:nvPicPr>
                      <p:cNvPr id="0" name="图片 3078"/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1137603" y="2997200"/>
                        <a:ext cx="4378960" cy="2686685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Line 4"/>
          <p:cNvSpPr/>
          <p:nvPr>
            <p:custDataLst>
              <p:tags r:id="rId5"/>
            </p:custDataLst>
          </p:nvPr>
        </p:nvSpPr>
        <p:spPr>
          <a:xfrm>
            <a:off x="2123758" y="3789045"/>
            <a:ext cx="3024187" cy="0"/>
          </a:xfrm>
          <a:prstGeom prst="line">
            <a:avLst/>
          </a:prstGeom>
          <a:ln w="38100" cap="flat" cmpd="sng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</p:sp>
      <p:sp>
        <p:nvSpPr>
          <p:cNvPr id="3" name="Line 5"/>
          <p:cNvSpPr/>
          <p:nvPr>
            <p:custDataLst>
              <p:tags r:id="rId6"/>
            </p:custDataLst>
          </p:nvPr>
        </p:nvSpPr>
        <p:spPr>
          <a:xfrm>
            <a:off x="2123440" y="4364673"/>
            <a:ext cx="3024188" cy="0"/>
          </a:xfrm>
          <a:prstGeom prst="line">
            <a:avLst/>
          </a:prstGeom>
          <a:ln w="38100" cap="flat" cmpd="sng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4" name="Line 6"/>
          <p:cNvSpPr/>
          <p:nvPr>
            <p:custDataLst>
              <p:tags r:id="rId7"/>
            </p:custDataLst>
          </p:nvPr>
        </p:nvSpPr>
        <p:spPr>
          <a:xfrm>
            <a:off x="2051368" y="5073968"/>
            <a:ext cx="3024187" cy="0"/>
          </a:xfrm>
          <a:prstGeom prst="line">
            <a:avLst/>
          </a:prstGeom>
          <a:ln w="38100" cap="flat" cmpd="sng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</p:sp>
      <p:graphicFrame>
        <p:nvGraphicFramePr>
          <p:cNvPr id="5" name="Object 4"/>
          <p:cNvGraphicFramePr>
            <a:graphicFrameLocks noChangeAspect="1"/>
          </p:cNvGraphicFramePr>
          <p:nvPr>
            <p:custDataLst>
              <p:tags r:id="rId8"/>
            </p:custDataLst>
          </p:nvPr>
        </p:nvGraphicFramePr>
        <p:xfrm>
          <a:off x="5383213" y="2997200"/>
          <a:ext cx="1280160" cy="268668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44" name="Equation" r:id="rId14" imgW="482600" imgH="939800" progId="Equation.DSMT4">
                  <p:embed/>
                </p:oleObj>
              </mc:Choice>
              <mc:Fallback>
                <p:oleObj name="Equation" r:id="rId14" imgW="482600" imgH="939800" progId="Equation.DSMT4">
                  <p:embed/>
                  <p:pic>
                    <p:nvPicPr>
                      <p:cNvPr id="0" name="图片 3078"/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5383213" y="2997200"/>
                        <a:ext cx="1280160" cy="2686685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83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10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4914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基本问题</a:t>
            </a:r>
            <a:r>
              <a:rPr kumimoji="1" lang="en-US" altLang="zh-CN" sz="2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:  </a:t>
            </a:r>
            <a:r>
              <a:rPr kumimoji="1" lang="zh-CN" altLang="en-US" sz="26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</a:rPr>
              <a:t>分块矩阵</a:t>
            </a: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的定义</a:t>
            </a:r>
            <a:endParaRPr kumimoji="1" lang="zh-CN" altLang="en-US" sz="26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华文中宋" panose="02010600040101010101" pitchFamily="2" charset="-122"/>
              <a:ea typeface="华文中宋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0658" name="Text Box 2"/>
          <p:cNvSpPr txBox="1"/>
          <p:nvPr>
            <p:custDataLst>
              <p:tags r:id="rId2"/>
            </p:custDataLst>
          </p:nvPr>
        </p:nvSpPr>
        <p:spPr>
          <a:xfrm>
            <a:off x="611188" y="836930"/>
            <a:ext cx="8001000" cy="16414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</a:lstStyle>
          <a:p>
            <a:pPr marL="0" lvl="0" indent="0" algn="just" eaLnBrk="1" hangingPunct="1">
              <a:lnSpc>
                <a:spcPct val="120000"/>
              </a:lnSpc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        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在矩阵的讨论和运算中，有时需要将一个矩阵分成若干个“子块”</a:t>
            </a:r>
            <a:r>
              <a:rPr lang="en-US" altLang="zh-CN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(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子矩阵</a:t>
            </a:r>
            <a:r>
              <a:rPr lang="en-US" altLang="zh-CN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)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，使原矩阵显得结构简单而清晰。</a:t>
            </a:r>
            <a:endParaRPr lang="zh-CN" altLang="en-US" sz="2800" b="1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华文中宋" panose="02010600040101010101" pitchFamily="2" charset="-122"/>
              <a:ea typeface="华文中宋" panose="02010600040101010101" pitchFamily="2" charset="-122"/>
              <a:cs typeface="华文中宋" panose="02010600040101010101" pitchFamily="2" charset="-122"/>
            </a:endParaRPr>
          </a:p>
        </p:txBody>
      </p:sp>
      <p:sp>
        <p:nvSpPr>
          <p:cNvPr id="24590" name="Text Box 35"/>
          <p:cNvSpPr txBox="1"/>
          <p:nvPr>
            <p:custDataLst>
              <p:tags r:id="rId3"/>
            </p:custDataLst>
          </p:nvPr>
        </p:nvSpPr>
        <p:spPr>
          <a:xfrm>
            <a:off x="400368" y="2565083"/>
            <a:ext cx="3527425" cy="479425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algn="just" eaLnBrk="1" hangingPunct="1">
              <a:lnSpc>
                <a:spcPct val="120000"/>
              </a:lnSpc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        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将矩阵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A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按列分块：</a:t>
            </a:r>
          </a:p>
        </p:txBody>
      </p:sp>
      <p:graphicFrame>
        <p:nvGraphicFramePr>
          <p:cNvPr id="58372" name="Object 4"/>
          <p:cNvGraphicFramePr>
            <a:graphicFrameLocks noChangeAspect="1"/>
          </p:cNvGraphicFramePr>
          <p:nvPr>
            <p:custDataLst>
              <p:tags r:id="rId4"/>
            </p:custDataLst>
          </p:nvPr>
        </p:nvGraphicFramePr>
        <p:xfrm>
          <a:off x="798830" y="2960370"/>
          <a:ext cx="4264660" cy="261747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67" name="Equation" r:id="rId12" imgW="1651000" imgH="939800" progId="Equation.DSMT4">
                  <p:embed/>
                </p:oleObj>
              </mc:Choice>
              <mc:Fallback>
                <p:oleObj name="Equation" r:id="rId12" imgW="1651000" imgH="939800" progId="Equation.DSMT4">
                  <p:embed/>
                  <p:pic>
                    <p:nvPicPr>
                      <p:cNvPr id="0" name="图片 3078"/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798830" y="2960370"/>
                        <a:ext cx="4264660" cy="2617470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Line 4"/>
          <p:cNvSpPr/>
          <p:nvPr>
            <p:custDataLst>
              <p:tags r:id="rId5"/>
            </p:custDataLst>
          </p:nvPr>
        </p:nvSpPr>
        <p:spPr>
          <a:xfrm rot="5400000" flipV="1">
            <a:off x="1266825" y="4357370"/>
            <a:ext cx="2366010" cy="25400"/>
          </a:xfrm>
          <a:prstGeom prst="line">
            <a:avLst/>
          </a:prstGeom>
          <a:ln w="38100" cap="flat" cmpd="sng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</p:sp>
      <p:sp>
        <p:nvSpPr>
          <p:cNvPr id="3" name="Line 4"/>
          <p:cNvSpPr/>
          <p:nvPr>
            <p:custDataLst>
              <p:tags r:id="rId6"/>
            </p:custDataLst>
          </p:nvPr>
        </p:nvSpPr>
        <p:spPr>
          <a:xfrm rot="5400000" flipV="1">
            <a:off x="2024380" y="4357370"/>
            <a:ext cx="2366010" cy="25400"/>
          </a:xfrm>
          <a:prstGeom prst="line">
            <a:avLst/>
          </a:prstGeom>
          <a:ln w="38100" cap="flat" cmpd="sng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</p:sp>
      <p:sp>
        <p:nvSpPr>
          <p:cNvPr id="4" name="Line 4"/>
          <p:cNvSpPr/>
          <p:nvPr>
            <p:custDataLst>
              <p:tags r:id="rId7"/>
            </p:custDataLst>
          </p:nvPr>
        </p:nvSpPr>
        <p:spPr>
          <a:xfrm rot="5400000" flipV="1">
            <a:off x="2969895" y="4311650"/>
            <a:ext cx="2366010" cy="25400"/>
          </a:xfrm>
          <a:prstGeom prst="line">
            <a:avLst/>
          </a:prstGeom>
          <a:ln w="38100" cap="flat" cmpd="sng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</p:sp>
      <p:graphicFrame>
        <p:nvGraphicFramePr>
          <p:cNvPr id="5" name="Object 4"/>
          <p:cNvGraphicFramePr>
            <a:graphicFrameLocks noChangeAspect="1"/>
          </p:cNvGraphicFramePr>
          <p:nvPr>
            <p:custDataLst>
              <p:tags r:id="rId8"/>
            </p:custDataLst>
          </p:nvPr>
        </p:nvGraphicFramePr>
        <p:xfrm>
          <a:off x="5085715" y="3933190"/>
          <a:ext cx="3072130" cy="6413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68" name="Equation" r:id="rId14" imgW="1308100" imgH="254000" progId="Equation.DSMT4">
                  <p:embed/>
                </p:oleObj>
              </mc:Choice>
              <mc:Fallback>
                <p:oleObj name="Equation" r:id="rId14" imgW="1308100" imgH="254000" progId="Equation.DSMT4">
                  <p:embed/>
                  <p:pic>
                    <p:nvPicPr>
                      <p:cNvPr id="0" name="图片 3078"/>
                      <p:cNvPicPr/>
                      <p:nvPr/>
                    </p:nvPicPr>
                    <p:blipFill>
                      <a:blip r:embed="rId15"/>
                      <a:stretch>
                        <a:fillRect/>
                      </a:stretch>
                    </p:blipFill>
                    <p:spPr>
                      <a:xfrm>
                        <a:off x="5085715" y="3933190"/>
                        <a:ext cx="3072130" cy="641350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3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83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2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4914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基本问题</a:t>
            </a:r>
            <a:r>
              <a:rPr lang="en-US" altLang="zh-CN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:  </a:t>
            </a: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分块矩阵的定义</a:t>
            </a:r>
          </a:p>
        </p:txBody>
      </p:sp>
      <p:sp>
        <p:nvSpPr>
          <p:cNvPr id="70658" name="Text Box 2"/>
          <p:cNvSpPr txBox="1"/>
          <p:nvPr/>
        </p:nvSpPr>
        <p:spPr>
          <a:xfrm>
            <a:off x="539433" y="872490"/>
            <a:ext cx="8001000" cy="164147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</a:lstStyle>
          <a:p>
            <a:pPr marL="0" lvl="0" indent="0" algn="just" eaLnBrk="1" hangingPunct="1">
              <a:lnSpc>
                <a:spcPct val="120000"/>
              </a:lnSpc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solidFill>
                  <a:srgbClr val="C00000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定义</a:t>
            </a:r>
            <a:r>
              <a:rPr lang="en-US" altLang="zh-CN" sz="2800" b="1" dirty="0">
                <a:solidFill>
                  <a:srgbClr val="C00000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2.10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 </a:t>
            </a:r>
            <a:r>
              <a:rPr lang="en-US" altLang="zh-CN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   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像这样用若干条，纵线和横线将一个矩阵分成若干块(称为子块或子矩阵)，并以所分的子块（子矩阵）为元素的矩阵称为</a:t>
            </a:r>
            <a:r>
              <a:rPr lang="zh-CN" altLang="en-US" sz="2800" b="1" dirty="0">
                <a:solidFill>
                  <a:srgbClr val="C00000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分块矩阵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。</a:t>
            </a:r>
            <a:endParaRPr lang="zh-CN" altLang="en-US" sz="2800" b="1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华文中宋" panose="02010600040101010101" pitchFamily="2" charset="-122"/>
              <a:ea typeface="华文中宋" panose="02010600040101010101" pitchFamily="2" charset="-122"/>
              <a:cs typeface="华文中宋" panose="02010600040101010101" pitchFamily="2" charset="-122"/>
            </a:endParaRPr>
          </a:p>
        </p:txBody>
      </p:sp>
      <p:sp>
        <p:nvSpPr>
          <p:cNvPr id="3" name="Text Box 2"/>
          <p:cNvSpPr txBox="1"/>
          <p:nvPr/>
        </p:nvSpPr>
        <p:spPr>
          <a:xfrm>
            <a:off x="517843" y="2853055"/>
            <a:ext cx="8001000" cy="112458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</a:lstStyle>
          <a:p>
            <a:pPr marL="0" lvl="0" indent="0" algn="just" eaLnBrk="1" hangingPunct="1">
              <a:lnSpc>
                <a:spcPct val="120000"/>
              </a:lnSpc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solidFill>
                  <a:srgbClr val="C00000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注：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 </a:t>
            </a:r>
            <a:r>
              <a:rPr lang="en-US" altLang="zh-CN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   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究竟采用哪种方式分块，要根据矩阵的具体结构和运算来确定</a:t>
            </a:r>
            <a:r>
              <a:rPr lang="en-US" altLang="zh-CN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.</a:t>
            </a:r>
            <a:endParaRPr lang="en-US" altLang="zh-CN" sz="2800" b="1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华文中宋" panose="02010600040101010101" pitchFamily="2" charset="-122"/>
              <a:ea typeface="华文中宋" panose="02010600040101010101" pitchFamily="2" charset="-122"/>
              <a:cs typeface="华文中宋" panose="02010600040101010101" pitchFamily="2" charset="-122"/>
              <a:sym typeface="+mn-ea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06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0658" grpId="0"/>
      <p:bldP spid="70658" grpId="1"/>
      <p:bldP spid="3" grpId="0"/>
      <p:bldP spid="3" grpId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3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4914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重（难）点问题</a:t>
            </a:r>
            <a:r>
              <a:rPr lang="en-US" altLang="zh-CN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:  </a:t>
            </a: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分块矩阵的运算</a:t>
            </a:r>
            <a:endParaRPr kumimoji="1" lang="zh-CN" altLang="en-US" sz="26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华文中宋" panose="02010600040101010101" pitchFamily="2" charset="-122"/>
              <a:ea typeface="华文中宋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0658" name="Text Box 2"/>
          <p:cNvSpPr txBox="1"/>
          <p:nvPr/>
        </p:nvSpPr>
        <p:spPr>
          <a:xfrm>
            <a:off x="539433" y="872490"/>
            <a:ext cx="8001000" cy="112458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</a:lstStyle>
          <a:p>
            <a:pPr marL="0" lvl="0" indent="0" algn="just" eaLnBrk="1" hangingPunct="1">
              <a:lnSpc>
                <a:spcPct val="120000"/>
              </a:lnSpc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solidFill>
                  <a:srgbClr val="C00000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分块矩阵的加法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 </a:t>
            </a:r>
            <a:r>
              <a:rPr lang="en-US" altLang="zh-CN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   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设矩阵</a:t>
            </a:r>
            <a:r>
              <a:rPr lang="en-US" altLang="zh-CN" sz="2800" b="1" i="1" noProof="0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A 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与</a:t>
            </a:r>
            <a:r>
              <a:rPr lang="en-US" altLang="zh-CN" sz="2800" b="1" i="1" noProof="0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 B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的行数相同、列数相同，采用是相同的分块法，有：</a:t>
            </a:r>
            <a:endParaRPr lang="zh-CN" altLang="en-US" sz="2800" b="1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华文中宋" panose="02010600040101010101" pitchFamily="2" charset="-122"/>
              <a:ea typeface="华文中宋" panose="02010600040101010101" pitchFamily="2" charset="-122"/>
              <a:cs typeface="华文中宋" panose="02010600040101010101" pitchFamily="2" charset="-122"/>
            </a:endParaRPr>
          </a:p>
        </p:txBody>
      </p:sp>
      <p:sp>
        <p:nvSpPr>
          <p:cNvPr id="4" name="Text Box 2"/>
          <p:cNvSpPr txBox="1"/>
          <p:nvPr/>
        </p:nvSpPr>
        <p:spPr>
          <a:xfrm>
            <a:off x="645478" y="3789045"/>
            <a:ext cx="8001000" cy="60769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</a:lstStyle>
          <a:p>
            <a:pPr marL="0" lvl="0" algn="just" eaLnBrk="1" hangingPunct="1">
              <a:lnSpc>
                <a:spcPct val="120000"/>
              </a:lnSpc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且各对应位置的子块有相同的行数和列数，则</a:t>
            </a:r>
          </a:p>
        </p:txBody>
      </p:sp>
      <p:sp>
        <p:nvSpPr>
          <p:cNvPr id="6" name="Text Box 2"/>
          <p:cNvSpPr txBox="1"/>
          <p:nvPr/>
        </p:nvSpPr>
        <p:spPr>
          <a:xfrm>
            <a:off x="518160" y="6021705"/>
            <a:ext cx="8239760" cy="60769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</a:lstStyle>
          <a:p>
            <a:pPr marL="0" lvl="0" algn="just" eaLnBrk="1" hangingPunct="1">
              <a:lnSpc>
                <a:spcPct val="120000"/>
              </a:lnSpc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solidFill>
                  <a:srgbClr val="C00000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注：</a:t>
            </a:r>
            <a:r>
              <a:rPr lang="en-US" altLang="zh-CN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 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在进行加法运算时，两个矩阵要有相同的分法。</a:t>
            </a:r>
            <a:endParaRPr lang="zh-CN" altLang="en-US" sz="2800" b="1" dirty="0">
              <a:latin typeface="华文中宋" panose="02010600040101010101" pitchFamily="2" charset="-122"/>
              <a:ea typeface="华文中宋" panose="02010600040101010101" pitchFamily="2" charset="-122"/>
              <a:cs typeface="华文中宋" panose="02010600040101010101" pitchFamily="2" charset="-122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6AE4FC5-11A0-F94E-AE18-039358DB74EF}"/>
              </a:ext>
            </a:extLst>
          </p:cNvPr>
          <p:cNvGrpSpPr/>
          <p:nvPr/>
        </p:nvGrpSpPr>
        <p:grpSpPr>
          <a:xfrm>
            <a:off x="1403350" y="2014855"/>
            <a:ext cx="6018530" cy="1630170"/>
            <a:chOff x="1403350" y="2014855"/>
            <a:chExt cx="6018530" cy="1630170"/>
          </a:xfrm>
        </p:grpSpPr>
        <mc:AlternateContent xmlns:mc="http://schemas.openxmlformats.org/markup-compatibility/2006">
          <mc:Choice xmlns:a14="http://schemas.microsoft.com/office/drawing/2010/main" Requires="a14">
            <p:graphicFrame>
              <p:nvGraphicFramePr>
                <p:cNvPr id="2" name="对象 -2147482070"/>
                <p:cNvGraphicFramePr>
                  <a:graphicFrameLocks noChangeAspect="1"/>
                </p:cNvGraphicFramePr>
                <p:nvPr>
                  <p:extLst>
                    <p:ext uri="{D42A27DB-BD31-4B8C-83A1-F6EECF244321}">
                      <p14:modId xmlns:p14="http://schemas.microsoft.com/office/powerpoint/2010/main" val="959422529"/>
                    </p:ext>
                  </p:extLst>
                </p:nvPr>
              </p:nvGraphicFramePr>
              <p:xfrm>
                <a:off x="1403350" y="2014855"/>
                <a:ext cx="6018530" cy="1612900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spid="_x0000_s3091" name="Equation" r:id="rId5" imgW="2641600" imgH="711200" progId="Equation.DSMT4">
                        <p:embed/>
                      </p:oleObj>
                    </mc:Choice>
                    <mc:Fallback>
                      <p:oleObj name="Equation" r:id="rId5" imgW="2641600" imgH="711200" progId="Equation.DSMT4">
                        <p:embed/>
                        <p:pic>
                          <p:nvPicPr>
                            <p:cNvPr id="0" name="图片 3075"/>
                            <p:cNvPicPr/>
                            <p:nvPr/>
                          </p:nvPicPr>
                          <p:blipFill>
                            <a:blip r:embed="rId6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1403350" y="2014855"/>
                              <a:ext cx="6018530" cy="1612900"/>
                            </a:xfrm>
                            <a:prstGeom prst="rect">
                              <a:avLst/>
                            </a:prstGeom>
                            <a:noFill/>
                            <a:ln w="38100">
                              <a:noFill/>
                              <a:miter/>
                            </a:ln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Choice>
          <mc:Fallback>
            <p:graphicFrame>
              <p:nvGraphicFramePr>
                <p:cNvPr id="2" name="对象 -2147482070"/>
                <p:cNvGraphicFramePr>
                  <a:graphicFrameLocks noChangeAspect="1"/>
                </p:cNvGraphicFramePr>
                <p:nvPr>
                  <p:extLst>
                    <p:ext uri="{D42A27DB-BD31-4B8C-83A1-F6EECF244321}">
                      <p14:modId xmlns:p14="http://schemas.microsoft.com/office/powerpoint/2010/main" val="959422529"/>
                    </p:ext>
                  </p:extLst>
                </p:nvPr>
              </p:nvGraphicFramePr>
              <p:xfrm>
                <a:off x="1403350" y="2014855"/>
                <a:ext cx="6018530" cy="1612900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spid="_x0000_s3091" name="Equation" r:id="rId5" imgW="2641600" imgH="711200" progId="Equation.DSMT4">
                        <p:embed/>
                      </p:oleObj>
                    </mc:Choice>
                    <mc:Fallback>
                      <p:oleObj name="Equation" r:id="rId5" imgW="2641600" imgH="711200" progId="Equation.DSMT4">
                        <p:embed/>
                        <p:pic>
                          <p:nvPicPr>
                            <p:cNvPr id="0" name="图片 3075"/>
                            <p:cNvPicPr/>
                            <p:nvPr/>
                          </p:nvPicPr>
                          <p:blipFill>
                            <a:blip r:embed="rId6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1403350" y="2014855"/>
                              <a:ext cx="6018530" cy="1612900"/>
                            </a:xfrm>
                            <a:prstGeom prst="rect">
                              <a:avLst/>
                            </a:prstGeom>
                            <a:noFill/>
                            <a:ln w="38100">
                              <a:noFill/>
                              <a:miter/>
                            </a:ln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962AFB3F-F450-6242-B4D5-90EF98EE7827}"/>
                    </a:ext>
                  </a:extLst>
                </p:cNvPr>
                <p:cNvSpPr/>
                <p:nvPr/>
              </p:nvSpPr>
              <p:spPr>
                <a:xfrm>
                  <a:off x="2250951" y="2617470"/>
                  <a:ext cx="432048" cy="43204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962AFB3F-F450-6242-B4D5-90EF98EE782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50951" y="2617470"/>
                  <a:ext cx="432048" cy="432043"/>
                </a:xfrm>
                <a:prstGeom prst="rect">
                  <a:avLst/>
                </a:prstGeom>
                <a:blipFill>
                  <a:blip r:embed="rId7"/>
                  <a:stretch>
                    <a:fillRect b="-2703"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D7589769-5A80-4D49-91D0-BF100CF0CF9B}"/>
                    </a:ext>
                  </a:extLst>
                </p:cNvPr>
                <p:cNvSpPr/>
                <p:nvPr/>
              </p:nvSpPr>
              <p:spPr>
                <a:xfrm>
                  <a:off x="3750745" y="2636917"/>
                  <a:ext cx="432048" cy="43204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D7589769-5A80-4D49-91D0-BF100CF0CF9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50745" y="2636917"/>
                  <a:ext cx="432048" cy="432043"/>
                </a:xfrm>
                <a:prstGeom prst="rect">
                  <a:avLst/>
                </a:prstGeom>
                <a:blipFill>
                  <a:blip r:embed="rId8"/>
                  <a:stretch>
                    <a:fillRect b="-2703"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3AF0B563-49C7-9248-9E6B-848761D2595E}"/>
                    </a:ext>
                  </a:extLst>
                </p:cNvPr>
                <p:cNvSpPr/>
                <p:nvPr/>
              </p:nvSpPr>
              <p:spPr>
                <a:xfrm rot="5400000">
                  <a:off x="2800984" y="2148719"/>
                  <a:ext cx="432048" cy="43204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3AF0B563-49C7-9248-9E6B-848761D2595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800984" y="2148719"/>
                  <a:ext cx="432048" cy="432043"/>
                </a:xfrm>
                <a:prstGeom prst="rect">
                  <a:avLst/>
                </a:prstGeom>
                <a:blipFill>
                  <a:blip r:embed="rId9"/>
                  <a:stretch>
                    <a:fillRect l="-5405"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B73191F0-592C-8F44-84A5-42A2B95D7FDA}"/>
                    </a:ext>
                  </a:extLst>
                </p:cNvPr>
                <p:cNvSpPr/>
                <p:nvPr/>
              </p:nvSpPr>
              <p:spPr>
                <a:xfrm rot="5400000">
                  <a:off x="2796138" y="3132528"/>
                  <a:ext cx="432048" cy="43204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B73191F0-592C-8F44-84A5-42A2B95D7FD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796138" y="3132528"/>
                  <a:ext cx="432048" cy="432043"/>
                </a:xfrm>
                <a:prstGeom prst="rect">
                  <a:avLst/>
                </a:prstGeom>
                <a:blipFill>
                  <a:blip r:embed="rId10"/>
                  <a:stretch>
                    <a:fillRect l="-2703"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1E9C622E-44DA-2046-9AE1-94B752384190}"/>
                    </a:ext>
                  </a:extLst>
                </p:cNvPr>
                <p:cNvSpPr/>
                <p:nvPr/>
              </p:nvSpPr>
              <p:spPr>
                <a:xfrm rot="5400000">
                  <a:off x="5897616" y="2148719"/>
                  <a:ext cx="432048" cy="43204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1E9C622E-44DA-2046-9AE1-94B752384190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897616" y="2148719"/>
                  <a:ext cx="432048" cy="432043"/>
                </a:xfrm>
                <a:prstGeom prst="rect">
                  <a:avLst/>
                </a:prstGeom>
                <a:blipFill>
                  <a:blip r:embed="rId11"/>
                  <a:stretch>
                    <a:fillRect l="-2703"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022BE33D-CCE5-FE41-8050-584117EBDE13}"/>
                    </a:ext>
                  </a:extLst>
                </p:cNvPr>
                <p:cNvSpPr/>
                <p:nvPr/>
              </p:nvSpPr>
              <p:spPr>
                <a:xfrm rot="5400000">
                  <a:off x="5869273" y="3212979"/>
                  <a:ext cx="432048" cy="43204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022BE33D-CCE5-FE41-8050-584117EBDE1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869273" y="3212979"/>
                  <a:ext cx="432048" cy="432043"/>
                </a:xfrm>
                <a:prstGeom prst="rect">
                  <a:avLst/>
                </a:prstGeom>
                <a:blipFill>
                  <a:blip r:embed="rId12"/>
                  <a:stretch>
                    <a:fillRect l="-2703"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1D4F154F-511D-7647-AFDE-4A2517DDC567}"/>
                    </a:ext>
                  </a:extLst>
                </p:cNvPr>
                <p:cNvSpPr/>
                <p:nvPr/>
              </p:nvSpPr>
              <p:spPr>
                <a:xfrm>
                  <a:off x="5274014" y="2617470"/>
                  <a:ext cx="432048" cy="43204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1D4F154F-511D-7647-AFDE-4A2517DDC56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74014" y="2617470"/>
                  <a:ext cx="432048" cy="432043"/>
                </a:xfrm>
                <a:prstGeom prst="rect">
                  <a:avLst/>
                </a:prstGeom>
                <a:blipFill>
                  <a:blip r:embed="rId7"/>
                  <a:stretch>
                    <a:fillRect b="-2703"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2F5FAFDA-98BD-5641-92B2-3571AEAAC1A8}"/>
                    </a:ext>
                  </a:extLst>
                </p:cNvPr>
                <p:cNvSpPr/>
                <p:nvPr/>
              </p:nvSpPr>
              <p:spPr>
                <a:xfrm>
                  <a:off x="6773808" y="2636917"/>
                  <a:ext cx="432048" cy="43204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2F5FAFDA-98BD-5641-92B2-3571AEAAC1A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73808" y="2636917"/>
                  <a:ext cx="432048" cy="432043"/>
                </a:xfrm>
                <a:prstGeom prst="rect">
                  <a:avLst/>
                </a:prstGeom>
                <a:blipFill>
                  <a:blip r:embed="rId8"/>
                  <a:stretch>
                    <a:fillRect b="-2703"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1B398409-4007-E140-A313-A1B73047C18B}"/>
              </a:ext>
            </a:extLst>
          </p:cNvPr>
          <p:cNvGrpSpPr/>
          <p:nvPr/>
        </p:nvGrpSpPr>
        <p:grpSpPr>
          <a:xfrm>
            <a:off x="1600835" y="4377055"/>
            <a:ext cx="5381625" cy="1720215"/>
            <a:chOff x="1600835" y="4377055"/>
            <a:chExt cx="5381625" cy="1720215"/>
          </a:xfrm>
        </p:grpSpPr>
        <mc:AlternateContent xmlns:mc="http://schemas.openxmlformats.org/markup-compatibility/2006">
          <mc:Choice xmlns:a14="http://schemas.microsoft.com/office/drawing/2010/main" Requires="a14">
            <p:graphicFrame>
              <p:nvGraphicFramePr>
                <p:cNvPr id="3" name="对象 -2147482067"/>
                <p:cNvGraphicFramePr>
                  <a:graphicFrameLocks noChangeAspect="1"/>
                </p:cNvGraphicFramePr>
                <p:nvPr>
                  <p:extLst>
                    <p:ext uri="{D42A27DB-BD31-4B8C-83A1-F6EECF244321}">
                      <p14:modId xmlns:p14="http://schemas.microsoft.com/office/powerpoint/2010/main" val="3717227619"/>
                    </p:ext>
                  </p:extLst>
                </p:nvPr>
              </p:nvGraphicFramePr>
              <p:xfrm>
                <a:off x="1600835" y="4377055"/>
                <a:ext cx="5381625" cy="1720215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spid="_x0000_s3092" name="Equation" r:id="rId13" imgW="2209800" imgH="711200" progId="Equation.DSMT4">
                        <p:embed/>
                      </p:oleObj>
                    </mc:Choice>
                    <mc:Fallback>
                      <p:oleObj name="Equation" r:id="rId13" imgW="2209800" imgH="711200" progId="Equation.DSMT4">
                        <p:embed/>
                        <p:pic>
                          <p:nvPicPr>
                            <p:cNvPr id="0" name="图片 4"/>
                            <p:cNvPicPr/>
                            <p:nvPr/>
                          </p:nvPicPr>
                          <p:blipFill>
                            <a:blip r:embed="rId14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1600835" y="4377055"/>
                              <a:ext cx="5381625" cy="1720215"/>
                            </a:xfrm>
                            <a:prstGeom prst="rect">
                              <a:avLst/>
                            </a:prstGeom>
                            <a:noFill/>
                            <a:ln w="38100">
                              <a:noFill/>
                              <a:miter/>
                            </a:ln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Choice>
          <mc:Fallback>
            <p:graphicFrame>
              <p:nvGraphicFramePr>
                <p:cNvPr id="3" name="对象 -2147482067"/>
                <p:cNvGraphicFramePr>
                  <a:graphicFrameLocks noChangeAspect="1"/>
                </p:cNvGraphicFramePr>
                <p:nvPr>
                  <p:extLst>
                    <p:ext uri="{D42A27DB-BD31-4B8C-83A1-F6EECF244321}">
                      <p14:modId xmlns:p14="http://schemas.microsoft.com/office/powerpoint/2010/main" val="3717227619"/>
                    </p:ext>
                  </p:extLst>
                </p:nvPr>
              </p:nvGraphicFramePr>
              <p:xfrm>
                <a:off x="1600835" y="4377055"/>
                <a:ext cx="5381625" cy="1720215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spid="_x0000_s3092" name="Equation" r:id="rId13" imgW="2209800" imgH="711200" progId="Equation.DSMT4">
                        <p:embed/>
                      </p:oleObj>
                    </mc:Choice>
                    <mc:Fallback>
                      <p:oleObj name="Equation" r:id="rId13" imgW="2209800" imgH="711200" progId="Equation.DSMT4">
                        <p:embed/>
                        <p:pic>
                          <p:nvPicPr>
                            <p:cNvPr id="0" name="图片 4"/>
                            <p:cNvPicPr/>
                            <p:nvPr/>
                          </p:nvPicPr>
                          <p:blipFill>
                            <a:blip r:embed="rId14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1600835" y="4377055"/>
                              <a:ext cx="5381625" cy="1720215"/>
                            </a:xfrm>
                            <a:prstGeom prst="rect">
                              <a:avLst/>
                            </a:prstGeom>
                            <a:noFill/>
                            <a:ln w="38100">
                              <a:noFill/>
                              <a:miter/>
                            </a:ln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E604C046-22BF-FE47-8AD1-2107AD05A038}"/>
                    </a:ext>
                  </a:extLst>
                </p:cNvPr>
                <p:cNvSpPr/>
                <p:nvPr/>
              </p:nvSpPr>
              <p:spPr>
                <a:xfrm rot="5400000">
                  <a:off x="4539930" y="4417475"/>
                  <a:ext cx="432048" cy="43204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E604C046-22BF-FE47-8AD1-2107AD05A03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4539930" y="4417475"/>
                  <a:ext cx="432048" cy="432043"/>
                </a:xfrm>
                <a:prstGeom prst="rect">
                  <a:avLst/>
                </a:prstGeom>
                <a:blipFill>
                  <a:blip r:embed="rId15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3F163B55-FFAF-E24A-AC32-C8641AA82905}"/>
                    </a:ext>
                  </a:extLst>
                </p:cNvPr>
                <p:cNvSpPr/>
                <p:nvPr/>
              </p:nvSpPr>
              <p:spPr>
                <a:xfrm rot="5400000">
                  <a:off x="4571997" y="5589660"/>
                  <a:ext cx="432048" cy="43204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3F163B55-FFAF-E24A-AC32-C8641AA8290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4571997" y="5589660"/>
                  <a:ext cx="432048" cy="432043"/>
                </a:xfrm>
                <a:prstGeom prst="rect">
                  <a:avLst/>
                </a:prstGeom>
                <a:blipFill>
                  <a:blip r:embed="rId16"/>
                  <a:stretch>
                    <a:fillRect l="-2703"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5B659F66-7EC7-8C4F-96E5-A03FD7535343}"/>
                    </a:ext>
                  </a:extLst>
                </p:cNvPr>
                <p:cNvSpPr/>
                <p:nvPr/>
              </p:nvSpPr>
              <p:spPr>
                <a:xfrm>
                  <a:off x="3558196" y="5035165"/>
                  <a:ext cx="432048" cy="43204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5B659F66-7EC7-8C4F-96E5-A03FD753534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58196" y="5035165"/>
                  <a:ext cx="432048" cy="432043"/>
                </a:xfrm>
                <a:prstGeom prst="rect">
                  <a:avLst/>
                </a:prstGeom>
                <a:blipFill>
                  <a:blip r:embed="rId17"/>
                  <a:stretch>
                    <a:fillRect b="-2703"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9C35EF20-3626-664F-B0B5-618C478F607D}"/>
                    </a:ext>
                  </a:extLst>
                </p:cNvPr>
                <p:cNvSpPr/>
                <p:nvPr/>
              </p:nvSpPr>
              <p:spPr>
                <a:xfrm>
                  <a:off x="5947605" y="4995039"/>
                  <a:ext cx="432048" cy="43204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9C35EF20-3626-664F-B0B5-618C478F607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47605" y="4995039"/>
                  <a:ext cx="432048" cy="432043"/>
                </a:xfrm>
                <a:prstGeom prst="rect">
                  <a:avLst/>
                </a:prstGeom>
                <a:blipFill>
                  <a:blip r:embed="rId7"/>
                  <a:stretch>
                    <a:fillRect b="-2703"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D447EDA5-E169-3E4B-98EF-3E792000AA49}"/>
              </a:ext>
            </a:extLst>
          </p:cNvPr>
          <p:cNvSpPr txBox="1"/>
          <p:nvPr/>
        </p:nvSpPr>
        <p:spPr>
          <a:xfrm>
            <a:off x="179882" y="974361"/>
            <a:ext cx="18473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06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0658" grpId="0"/>
      <p:bldP spid="70658" grpId="1"/>
      <p:bldP spid="4" grpId="0"/>
      <p:bldP spid="4" grpId="1"/>
      <p:bldP spid="6" grpId="0"/>
      <p:bldP spid="6" grpId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25">
            <a:extLst>
              <a:ext uri="{FF2B5EF4-FFF2-40B4-BE49-F238E27FC236}">
                <a16:creationId xmlns:a16="http://schemas.microsoft.com/office/drawing/2014/main" id="{AB840421-F917-9B48-8073-BC96CCBAE53A}"/>
              </a:ext>
            </a:extLst>
          </p:cNvPr>
          <p:cNvSpPr/>
          <p:nvPr/>
        </p:nvSpPr>
        <p:spPr bwMode="auto">
          <a:xfrm>
            <a:off x="539750" y="1427927"/>
            <a:ext cx="1010670" cy="517074"/>
          </a:xfrm>
          <a:prstGeom prst="rect">
            <a:avLst/>
          </a:prstGeom>
          <a:solidFill>
            <a:srgbClr val="005DA2"/>
          </a:solidFill>
          <a:ln w="25400" cap="flat" cmpd="sng" algn="ctr">
            <a:noFill/>
            <a:prstDash val="solid"/>
          </a:ln>
          <a:effectLst/>
        </p:spPr>
        <p:txBody>
          <a:bodyPr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CN" alt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imes New Roman"/>
                <a:ea typeface="微软雅黑"/>
                <a:cs typeface="+mn-cs"/>
              </a:rPr>
              <a:t>例 </a:t>
            </a:r>
            <a:endParaRPr kumimoji="0" lang="en-US" altLang="zh-CN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imes New Roman"/>
              <a:ea typeface="微软雅黑"/>
              <a:cs typeface="+mn-cs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矩形 9">
                <a:extLst>
                  <a:ext uri="{FF2B5EF4-FFF2-40B4-BE49-F238E27FC236}">
                    <a16:creationId xmlns:a16="http://schemas.microsoft.com/office/drawing/2014/main" id="{14C8987C-C1B1-9747-BA20-FAD3CF4F9F6E}"/>
                  </a:ext>
                </a:extLst>
              </p:cNvPr>
              <p:cNvSpPr/>
              <p:nvPr/>
            </p:nvSpPr>
            <p:spPr>
              <a:xfrm>
                <a:off x="269815" y="1196752"/>
                <a:ext cx="8604369" cy="371332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eaLnBrk="1" fontAlgn="auto" hangingPunct="1">
                  <a:lnSpc>
                    <a:spcPct val="200000"/>
                  </a:lnSpc>
                  <a:spcBef>
                    <a:spcPts val="0"/>
                  </a:spcBef>
                  <a:spcAft>
                    <a:spcPts val="0"/>
                  </a:spcAft>
                </a:pPr>
                <a:r>
                  <a:rPr kumimoji="0" lang="en-US" altLang="zh-CN" dirty="0">
                    <a:solidFill>
                      <a:prstClr val="black"/>
                    </a:solidFill>
                    <a:latin typeface="Times New Roman"/>
                    <a:ea typeface="微软雅黑"/>
                  </a:rPr>
                  <a:t>        </a:t>
                </a:r>
                <a:r>
                  <a:rPr kumimoji="0" lang="zh-CN" altLang="zh-CN" dirty="0">
                    <a:solidFill>
                      <a:prstClr val="black"/>
                    </a:solidFill>
                    <a:latin typeface="Times New Roman"/>
                    <a:ea typeface="微软雅黑"/>
                  </a:rPr>
                  <a:t>求矩阵</a:t>
                </a:r>
                <a14:m>
                  <m:oMath xmlns:m="http://schemas.openxmlformats.org/officeDocument/2006/math">
                    <m:r>
                      <a:rPr kumimoji="0" lang="en-US" altLang="zh-CN" sz="2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kumimoji="0" lang="en-US" altLang="zh-CN" sz="24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kumimoji="0" lang="zh-CN" altLang="zh-CN" sz="2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4"/>
                                  <m:mcJc m:val="center"/>
                                </m:mcPr>
                              </m:mc>
                            </m:mcs>
                            <m:ctrlPr>
                              <a:rPr kumimoji="0" lang="zh-CN" altLang="zh-CN" sz="2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kumimoji="0" lang="en-US" altLang="zh-CN" sz="24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kumimoji="0" lang="en-US" altLang="zh-CN" sz="24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kumimoji="0" lang="en-US" altLang="zh-CN" sz="24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kumimoji="0" lang="en-US" altLang="zh-CN" sz="24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kumimoji="0" lang="en-US" altLang="zh-CN" sz="24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kumimoji="0" lang="en-US" altLang="zh-CN" sz="24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kumimoji="0" lang="en-US" altLang="zh-CN" sz="24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kumimoji="0" lang="en-US" altLang="zh-CN" sz="24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kumimoji="0" lang="en-US" altLang="zh-CN" sz="24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kumimoji="0" lang="en-US" altLang="zh-CN" sz="24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kumimoji="0" lang="en-US" altLang="zh-CN" sz="24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kumimoji="0" lang="en-US" altLang="zh-CN" sz="24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kumimoji="0" lang="en-US" altLang="zh-CN" sz="24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kumimoji="0" lang="en-US" altLang="zh-CN" sz="24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kumimoji="0" lang="en-US" altLang="zh-CN" sz="24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kumimoji="0" lang="en-US" altLang="zh-CN" sz="24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kumimoji="0" lang="zh-CN" altLang="zh-CN" dirty="0">
                    <a:solidFill>
                      <a:prstClr val="black"/>
                    </a:solidFill>
                    <a:latin typeface="Times New Roman"/>
                    <a:ea typeface="微软雅黑"/>
                  </a:rPr>
                  <a:t>与</a:t>
                </a:r>
                <a14:m>
                  <m:oMath xmlns:m="http://schemas.openxmlformats.org/officeDocument/2006/math">
                    <m:r>
                      <a:rPr kumimoji="0" lang="en-US" altLang="zh-CN" sz="2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kumimoji="0" lang="en-US" altLang="zh-CN" sz="24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kumimoji="0" lang="zh-CN" altLang="zh-CN" sz="2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4"/>
                                  <m:mcJc m:val="center"/>
                                </m:mcPr>
                              </m:mc>
                            </m:mcs>
                            <m:ctrlPr>
                              <a:rPr kumimoji="0" lang="zh-CN" altLang="zh-CN" sz="2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kumimoji="0" lang="en-US" altLang="zh-CN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kumimoji="0" lang="en-US" altLang="zh-CN" sz="24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kumimoji="0" lang="en-US" altLang="zh-CN" sz="24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kumimoji="0" lang="en-US" altLang="zh-CN" sz="24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kumimoji="0" lang="en-US" altLang="zh-CN" sz="24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kumimoji="0" lang="en-US" altLang="zh-CN" sz="24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kumimoji="0" lang="en-US" altLang="zh-CN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kumimoji="0" lang="en-US" altLang="zh-CN" sz="24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kumimoji="0" lang="en-US" altLang="zh-CN" sz="24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kumimoji="0" lang="en-US" altLang="zh-CN" sz="24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kumimoji="0" lang="en-US" altLang="zh-CN" sz="24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kumimoji="0" lang="en-US" altLang="zh-CN" sz="24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kumimoji="0" lang="en-US" altLang="zh-CN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kumimoji="0" lang="en-US" altLang="zh-CN" sz="24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e>
                            <m:e>
                              <m:r>
                                <a:rPr kumimoji="0" lang="en-US" altLang="zh-CN" sz="24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  <m:mr>
                            <m:e>
                              <m:r>
                                <a:rPr kumimoji="0" lang="en-US" altLang="zh-CN" sz="24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kumimoji="0" lang="en-US" altLang="zh-CN" sz="24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kumimoji="0" lang="en-US" altLang="zh-CN" sz="24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  <m:e>
                              <m:r>
                                <a:rPr kumimoji="0" lang="en-US" altLang="zh-CN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kumimoji="0" lang="en-US" altLang="zh-CN" sz="24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kumimoji="0" lang="zh-CN" altLang="zh-CN" dirty="0">
                    <a:solidFill>
                      <a:prstClr val="black"/>
                    </a:solidFill>
                    <a:latin typeface="Times New Roman"/>
                    <a:ea typeface="微软雅黑"/>
                  </a:rPr>
                  <a:t>的和</a:t>
                </a:r>
                <a14:m>
                  <m:oMath xmlns:m="http://schemas.openxmlformats.org/officeDocument/2006/math">
                    <m:r>
                      <a:rPr kumimoji="0" lang="en-US" altLang="zh-CN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kumimoji="0" lang="en-US" altLang="zh-CN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kumimoji="0" lang="en-US" altLang="zh-CN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kumimoji="0" lang="en-US" altLang="zh-CN" dirty="0">
                    <a:solidFill>
                      <a:prstClr val="black"/>
                    </a:solidFill>
                    <a:latin typeface="Times New Roman"/>
                    <a:ea typeface="微软雅黑"/>
                  </a:rPr>
                  <a:t>.  </a:t>
                </a:r>
                <a:endParaRPr kumimoji="0" lang="zh-CN" altLang="zh-CN" dirty="0">
                  <a:solidFill>
                    <a:prstClr val="black"/>
                  </a:solidFill>
                  <a:latin typeface="Times New Roman"/>
                  <a:ea typeface="微软雅黑"/>
                </a:endParaRPr>
              </a:p>
            </p:txBody>
          </p:sp>
        </mc:Choice>
        <mc:Fallback>
          <p:sp>
            <p:nvSpPr>
              <p:cNvPr id="5" name="矩形 9">
                <a:extLst>
                  <a:ext uri="{FF2B5EF4-FFF2-40B4-BE49-F238E27FC236}">
                    <a16:creationId xmlns:a16="http://schemas.microsoft.com/office/drawing/2014/main" id="{14C8987C-C1B1-9747-BA20-FAD3CF4F9F6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9815" y="1196752"/>
                <a:ext cx="8604369" cy="3713324"/>
              </a:xfrm>
              <a:prstGeom prst="rect">
                <a:avLst/>
              </a:prstGeom>
              <a:blipFill>
                <a:blip r:embed="rId2"/>
                <a:stretch>
                  <a:fillRect l="-13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61935191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wd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27">
            <a:extLst>
              <a:ext uri="{FF2B5EF4-FFF2-40B4-BE49-F238E27FC236}">
                <a16:creationId xmlns:a16="http://schemas.microsoft.com/office/drawing/2014/main" id="{04039A48-88CB-C942-A10D-A1370837C57E}"/>
              </a:ext>
            </a:extLst>
          </p:cNvPr>
          <p:cNvSpPr/>
          <p:nvPr/>
        </p:nvSpPr>
        <p:spPr bwMode="auto">
          <a:xfrm>
            <a:off x="539750" y="1064936"/>
            <a:ext cx="551560" cy="523220"/>
          </a:xfrm>
          <a:prstGeom prst="rect">
            <a:avLst/>
          </a:prstGeom>
          <a:solidFill>
            <a:srgbClr val="FFC000"/>
          </a:solidFill>
          <a:ln w="317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wrap="square" anchor="ctr">
            <a:spAutoFit/>
          </a:bodyPr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zh-CN" altLang="en-US" dirty="0">
                <a:solidFill>
                  <a:prstClr val="black"/>
                </a:solidFill>
                <a:latin typeface="微软雅黑"/>
                <a:ea typeface="微软雅黑"/>
              </a:rPr>
              <a:t>解</a:t>
            </a:r>
            <a:endParaRPr kumimoji="0" lang="zh-CN" altLang="en-US" dirty="0">
              <a:solidFill>
                <a:srgbClr val="1F497D"/>
              </a:solidFill>
              <a:latin typeface="微软雅黑"/>
              <a:ea typeface="微软雅黑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矩形 9">
                <a:extLst>
                  <a:ext uri="{FF2B5EF4-FFF2-40B4-BE49-F238E27FC236}">
                    <a16:creationId xmlns:a16="http://schemas.microsoft.com/office/drawing/2014/main" id="{7BB7A40F-CA62-4046-A799-9828741D6A7C}"/>
                  </a:ext>
                </a:extLst>
              </p:cNvPr>
              <p:cNvSpPr/>
              <p:nvPr/>
            </p:nvSpPr>
            <p:spPr>
              <a:xfrm>
                <a:off x="414338" y="1073602"/>
                <a:ext cx="8458200" cy="5577424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1800"/>
                  </a:spcAft>
                </a:pPr>
                <a:r>
                  <a:rPr kumimoji="0" lang="en-US" altLang="zh-CN" dirty="0">
                    <a:solidFill>
                      <a:prstClr val="black"/>
                    </a:solidFill>
                    <a:latin typeface="Times New Roman"/>
                    <a:ea typeface="微软雅黑"/>
                  </a:rPr>
                  <a:t>       </a:t>
                </a:r>
                <a:r>
                  <a:rPr kumimoji="0" lang="zh-CN" altLang="zh-CN" dirty="0">
                    <a:solidFill>
                      <a:prstClr val="black"/>
                    </a:solidFill>
                    <a:latin typeface="Times New Roman"/>
                    <a:ea typeface="微软雅黑"/>
                  </a:rPr>
                  <a:t>将矩阵</a:t>
                </a:r>
                <a14:m>
                  <m:oMath xmlns:m="http://schemas.openxmlformats.org/officeDocument/2006/math">
                    <m:r>
                      <a:rPr kumimoji="0" lang="en-US" altLang="zh-CN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kumimoji="0" lang="zh-CN" altLang="zh-CN" dirty="0">
                    <a:solidFill>
                      <a:prstClr val="black"/>
                    </a:solidFill>
                    <a:latin typeface="Times New Roman"/>
                    <a:ea typeface="微软雅黑"/>
                  </a:rPr>
                  <a:t>与</a:t>
                </a:r>
                <a14:m>
                  <m:oMath xmlns:m="http://schemas.openxmlformats.org/officeDocument/2006/math">
                    <m:r>
                      <a:rPr kumimoji="0" lang="en-US" altLang="zh-CN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kumimoji="0" lang="zh-CN" altLang="zh-CN" dirty="0">
                    <a:solidFill>
                      <a:prstClr val="black"/>
                    </a:solidFill>
                    <a:latin typeface="Times New Roman"/>
                    <a:ea typeface="微软雅黑"/>
                  </a:rPr>
                  <a:t>写成分块矩阵如下：</a:t>
                </a:r>
                <a:r>
                  <a:rPr kumimoji="0" lang="en-US" altLang="zh-CN" dirty="0">
                    <a:solidFill>
                      <a:prstClr val="black"/>
                    </a:solidFill>
                    <a:latin typeface="Times New Roman"/>
                    <a:ea typeface="微软雅黑"/>
                  </a:rPr>
                  <a:t>   </a:t>
                </a:r>
                <a:endParaRPr kumimoji="0" lang="zh-CN" altLang="zh-CN" dirty="0">
                  <a:solidFill>
                    <a:prstClr val="black"/>
                  </a:solidFill>
                  <a:latin typeface="Times New Roman"/>
                  <a:ea typeface="微软雅黑"/>
                </a:endParaRPr>
              </a:p>
              <a:p>
                <a:pPr algn="ctr" eaLnBrk="1" fontAlgn="auto" hangingPunct="1">
                  <a:spcBef>
                    <a:spcPts val="0"/>
                  </a:spcBef>
                  <a:spcAft>
                    <a:spcPts val="1800"/>
                  </a:spcAft>
                </a:pPr>
                <a14:m>
                  <m:oMath xmlns:m="http://schemas.openxmlformats.org/officeDocument/2006/math">
                    <m:r>
                      <a:rPr kumimoji="0" lang="en-US" altLang="zh-CN" sz="2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kumimoji="0" lang="en-US" altLang="zh-CN" sz="24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kumimoji="0" lang="zh-CN" altLang="zh-CN" sz="2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4"/>
                                  <m:mcJc m:val="center"/>
                                </m:mcPr>
                              </m:mc>
                            </m:mcs>
                            <m:ctrlPr>
                              <a:rPr kumimoji="0" lang="zh-CN" altLang="zh-CN" sz="2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kumimoji="0" lang="en-US" altLang="zh-CN" sz="24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kumimoji="0" lang="en-US" altLang="zh-CN" sz="24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kumimoji="0" lang="en-US" altLang="zh-CN" sz="24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kumimoji="0" lang="en-US" altLang="zh-CN" sz="24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kumimoji="0" lang="en-US" altLang="zh-CN" sz="24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kumimoji="0" lang="en-US" altLang="zh-CN" sz="24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kumimoji="0" lang="en-US" altLang="zh-CN" sz="24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kumimoji="0" lang="en-US" altLang="zh-CN" sz="24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kumimoji="0" lang="en-US" altLang="zh-CN" sz="24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kumimoji="0" lang="en-US" altLang="zh-CN" sz="24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kumimoji="0" lang="en-US" altLang="zh-CN" sz="24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kumimoji="0" lang="en-US" altLang="zh-CN" sz="24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kumimoji="0" lang="en-US" altLang="zh-CN" sz="24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kumimoji="0" lang="en-US" altLang="zh-CN" sz="24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kumimoji="0" lang="en-US" altLang="zh-CN" sz="24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kumimoji="0" lang="en-US" altLang="zh-CN" sz="24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mr>
                        </m:m>
                      </m:e>
                    </m:d>
                    <m:r>
                      <a:rPr kumimoji="0" lang="en-US" altLang="zh-CN" sz="24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kumimoji="0" lang="zh-CN" altLang="zh-CN" sz="2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kumimoji="0" lang="zh-CN" altLang="zh-CN" sz="2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kumimoji="0" lang="zh-CN" altLang="zh-CN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CN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kumimoji="0" lang="en-US" altLang="zh-CN" sz="240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kumimoji="0" lang="en-US" altLang="zh-CN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𝑂</m:t>
                              </m:r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kumimoji="0" lang="zh-CN" altLang="zh-CN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CN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kumimoji="0" lang="en-US" altLang="zh-CN" sz="240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kumimoji="0" lang="zh-CN" altLang="zh-CN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CN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kumimoji="0" lang="en-US" altLang="zh-CN" sz="2400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r>
                  <a:rPr kumimoji="0" lang="zh-CN" altLang="zh-CN" sz="2400" dirty="0">
                    <a:solidFill>
                      <a:prstClr val="black"/>
                    </a:solidFill>
                    <a:latin typeface="Times New Roman"/>
                    <a:ea typeface="微软雅黑"/>
                  </a:rPr>
                  <a:t>，</a:t>
                </a:r>
                <a:endParaRPr kumimoji="0" lang="en-US" altLang="zh-CN" sz="2400" dirty="0">
                  <a:solidFill>
                    <a:prstClr val="black"/>
                  </a:solidFill>
                  <a:latin typeface="Times New Roman"/>
                  <a:ea typeface="微软雅黑"/>
                </a:endParaRPr>
              </a:p>
              <a:p>
                <a:pPr eaLnBrk="1" fontAlgn="auto" hangingPunct="1">
                  <a:spcBef>
                    <a:spcPts val="0"/>
                  </a:spcBef>
                  <a:spcAft>
                    <a:spcPts val="1800"/>
                  </a:spcAft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0" lang="en-US" altLang="zh-CN" sz="2400" i="1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kumimoji="0" lang="en-US" altLang="zh-CN" sz="24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kumimoji="0" lang="zh-CN" altLang="zh-CN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kumimoji="0" lang="zh-CN" altLang="zh-CN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kumimoji="0" lang="en-US" altLang="zh-CN" sz="24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kumimoji="0" lang="en-US" altLang="zh-CN" sz="240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kumimoji="0" lang="en-US" altLang="zh-CN" sz="240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kumimoji="0" lang="en-US" altLang="zh-CN" sz="240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kumimoji="0" lang="en-US" altLang="zh-CN" sz="240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kumimoji="0" lang="en-US" altLang="zh-CN" sz="240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kumimoji="0" lang="en-US" altLang="zh-CN" sz="24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kumimoji="0" lang="en-US" altLang="zh-CN" sz="240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kumimoji="0" lang="en-US" altLang="zh-CN" sz="240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kumimoji="0" lang="en-US" altLang="zh-CN" sz="240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kumimoji="0" lang="en-US" altLang="zh-CN" sz="240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kumimoji="0" lang="en-US" altLang="zh-CN" sz="240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kumimoji="0" lang="en-US" altLang="zh-CN" sz="24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kumimoji="0" lang="en-US" altLang="zh-CN" sz="240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  <m:e>
                                <m:r>
                                  <a:rPr kumimoji="0" lang="en-US" altLang="zh-CN" sz="240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kumimoji="0" lang="en-US" altLang="zh-CN" sz="240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  <m:e>
                                <m:r>
                                  <a:rPr kumimoji="0" lang="en-US" altLang="zh-CN" sz="24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kumimoji="0" lang="en-US" altLang="zh-CN" sz="240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kumimoji="0" lang="en-US" altLang="zh-CN" sz="240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kumimoji="0" lang="en-US" altLang="zh-CN" sz="2400" i="1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kumimoji="0" lang="en-US" altLang="zh-CN" sz="2400">
                                    <a:solidFill>
                                      <a:prstClr val="black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</m:mr>
                          </m:m>
                        </m:e>
                      </m:d>
                      <m:r>
                        <a:rPr kumimoji="0" lang="en-US" altLang="zh-CN" sz="2400">
                          <a:solidFill>
                            <a:prstClr val="black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kumimoji="0" lang="zh-CN" altLang="zh-CN" sz="2400" i="1">
                              <a:solidFill>
                                <a:prstClr val="black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kumimoji="0" lang="zh-CN" altLang="zh-CN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kumimoji="0" lang="zh-CN" altLang="zh-CN" sz="2400" i="1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CN" sz="2400" i="1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  <m:sub>
                                    <m:r>
                                      <a:rPr kumimoji="0" lang="en-US" altLang="zh-CN" sz="240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kumimoji="0" lang="zh-CN" altLang="zh-CN" sz="2400" i="1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CN" sz="2400" i="1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  <m:sub>
                                    <m:r>
                                      <a:rPr kumimoji="0" lang="en-US" altLang="zh-CN" sz="240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kumimoji="0" lang="zh-CN" altLang="zh-CN" sz="2400" i="1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CN" sz="2400" i="1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  <m:sub>
                                    <m:r>
                                      <a:rPr kumimoji="0" lang="en-US" altLang="zh-CN" sz="240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  <m:e>
                                <m:sSub>
                                  <m:sSubPr>
                                    <m:ctrlPr>
                                      <a:rPr kumimoji="0" lang="zh-CN" altLang="zh-CN" sz="2400" i="1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0" lang="en-US" altLang="zh-CN" sz="2400" i="1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𝐵</m:t>
                                    </m:r>
                                  </m:e>
                                  <m:sub>
                                    <m:r>
                                      <a:rPr kumimoji="0" lang="en-US" altLang="zh-CN" sz="2400">
                                        <a:solidFill>
                                          <a:prstClr val="black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kumimoji="0" lang="en-US" altLang="zh-CN" sz="2400" dirty="0">
                  <a:solidFill>
                    <a:prstClr val="black"/>
                  </a:solidFill>
                  <a:latin typeface="Times New Roman"/>
                  <a:ea typeface="微软雅黑"/>
                </a:endParaRPr>
              </a:p>
              <a:p>
                <a:pPr eaLnBrk="1" fontAlgn="auto" hangingPunct="1">
                  <a:spcBef>
                    <a:spcPts val="0"/>
                  </a:spcBef>
                  <a:spcAft>
                    <a:spcPts val="1800"/>
                  </a:spcAft>
                </a:pPr>
                <a:r>
                  <a:rPr kumimoji="0" lang="zh-CN" altLang="zh-CN" dirty="0">
                    <a:solidFill>
                      <a:prstClr val="black"/>
                    </a:solidFill>
                    <a:latin typeface="Times New Roman"/>
                    <a:ea typeface="微软雅黑"/>
                  </a:rPr>
                  <a:t>于是，</a:t>
                </a:r>
                <a14:m>
                  <m:oMath xmlns:m="http://schemas.openxmlformats.org/officeDocument/2006/math">
                    <m:r>
                      <a:rPr kumimoji="0" lang="en-US" altLang="zh-CN" sz="2400" i="1" smtClean="0">
                        <a:solidFill>
                          <a:prstClr val="black"/>
                        </a:solidFill>
                        <a:latin typeface="Cambria Math"/>
                      </a:rPr>
                      <m:t>𝐴</m:t>
                    </m:r>
                    <m:r>
                      <a:rPr kumimoji="0" lang="en-US" altLang="zh-CN" sz="2400">
                        <a:solidFill>
                          <a:prstClr val="black"/>
                        </a:solidFill>
                        <a:latin typeface="Cambria Math"/>
                      </a:rPr>
                      <m:t>+</m:t>
                    </m:r>
                    <m:r>
                      <a:rPr kumimoji="0" lang="en-US" altLang="zh-CN" sz="2400" i="1">
                        <a:solidFill>
                          <a:prstClr val="black"/>
                        </a:solidFill>
                        <a:latin typeface="Cambria Math"/>
                      </a:rPr>
                      <m:t>𝐵</m:t>
                    </m:r>
                    <m:r>
                      <a:rPr kumimoji="0" lang="en-US" altLang="zh-CN" sz="2400">
                        <a:solidFill>
                          <a:prstClr val="black"/>
                        </a:solidFill>
                        <a:latin typeface="Cambria Math"/>
                      </a:rPr>
                      <m:t>=</m:t>
                    </m:r>
                    <m:d>
                      <m:dPr>
                        <m:ctrlPr>
                          <a:rPr kumimoji="0" lang="zh-CN" altLang="zh-CN" sz="2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kumimoji="0" lang="zh-CN" altLang="zh-CN" sz="2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kumimoji="0" lang="zh-CN" altLang="zh-CN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CN" sz="2400" i="1">
                                      <a:solidFill>
                                        <a:prstClr val="black"/>
                                      </a:solidFill>
                                      <a:latin typeface="Cambria Math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kumimoji="0" lang="en-US" altLang="zh-CN" sz="2400">
                                      <a:solidFill>
                                        <a:prstClr val="black"/>
                                      </a:solidFill>
                                      <a:latin typeface="Cambria Math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kumimoji="0" lang="en-US" altLang="zh-CN" sz="2400" i="1">
                                  <a:solidFill>
                                    <a:prstClr val="black"/>
                                  </a:solidFill>
                                  <a:latin typeface="Cambria Math"/>
                                </a:rPr>
                                <m:t>𝑂</m:t>
                              </m:r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kumimoji="0" lang="zh-CN" altLang="zh-CN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CN" sz="2400" i="1">
                                      <a:solidFill>
                                        <a:prstClr val="black"/>
                                      </a:solidFill>
                                      <a:latin typeface="Cambria Math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kumimoji="0" lang="en-US" altLang="zh-CN" sz="2400">
                                      <a:solidFill>
                                        <a:prstClr val="black"/>
                                      </a:solidFill>
                                      <a:latin typeface="Cambria Math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kumimoji="0" lang="zh-CN" altLang="zh-CN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CN" sz="2400" i="1">
                                      <a:solidFill>
                                        <a:prstClr val="black"/>
                                      </a:solidFill>
                                      <a:latin typeface="Cambria Math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kumimoji="0" lang="en-US" altLang="zh-CN" sz="2400">
                                      <a:solidFill>
                                        <a:prstClr val="black"/>
                                      </a:solidFill>
                                      <a:latin typeface="Cambria Math"/>
                                    </a:rPr>
                                    <m:t>3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kumimoji="0" lang="en-US" altLang="zh-CN" sz="2400">
                        <a:solidFill>
                          <a:prstClr val="black"/>
                        </a:solidFill>
                        <a:latin typeface="Cambria Math"/>
                      </a:rPr>
                      <m:t>+</m:t>
                    </m:r>
                    <m:d>
                      <m:dPr>
                        <m:ctrlPr>
                          <a:rPr kumimoji="0" lang="zh-CN" altLang="zh-CN" sz="2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kumimoji="0" lang="zh-CN" altLang="zh-CN" sz="2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kumimoji="0" lang="zh-CN" altLang="zh-CN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CN" sz="2400" i="1">
                                      <a:solidFill>
                                        <a:prstClr val="black"/>
                                      </a:solidFill>
                                      <a:latin typeface="Cambria Math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kumimoji="0" lang="en-US" altLang="zh-CN" sz="2400">
                                      <a:solidFill>
                                        <a:prstClr val="black"/>
                                      </a:solidFill>
                                      <a:latin typeface="Cambria Math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kumimoji="0" lang="zh-CN" altLang="zh-CN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CN" sz="2400" i="1">
                                      <a:solidFill>
                                        <a:prstClr val="black"/>
                                      </a:solidFill>
                                      <a:latin typeface="Cambria Math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kumimoji="0" lang="en-US" altLang="zh-CN" sz="2400">
                                      <a:solidFill>
                                        <a:prstClr val="black"/>
                                      </a:solidFill>
                                      <a:latin typeface="Cambria Math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kumimoji="0" lang="zh-CN" altLang="zh-CN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CN" sz="2400" i="1">
                                      <a:solidFill>
                                        <a:prstClr val="black"/>
                                      </a:solidFill>
                                      <a:latin typeface="Cambria Math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kumimoji="0" lang="en-US" altLang="zh-CN" sz="2400">
                                      <a:solidFill>
                                        <a:prstClr val="black"/>
                                      </a:solidFill>
                                      <a:latin typeface="Cambria Math"/>
                                    </a:rPr>
                                    <m:t>3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kumimoji="0" lang="zh-CN" altLang="zh-CN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CN" sz="2400" i="1">
                                      <a:solidFill>
                                        <a:prstClr val="black"/>
                                      </a:solidFill>
                                      <a:latin typeface="Cambria Math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kumimoji="0" lang="en-US" altLang="zh-CN" sz="2400">
                                      <a:solidFill>
                                        <a:prstClr val="black"/>
                                      </a:solidFill>
                                      <a:latin typeface="Cambria Math"/>
                                    </a:rPr>
                                    <m:t>4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kumimoji="0" lang="en-US" altLang="zh-CN" sz="2400">
                        <a:solidFill>
                          <a:prstClr val="black"/>
                        </a:solidFill>
                        <a:latin typeface="Cambria Math"/>
                      </a:rPr>
                      <m:t>=</m:t>
                    </m:r>
                    <m:d>
                      <m:dPr>
                        <m:ctrlPr>
                          <a:rPr kumimoji="0" lang="zh-CN" altLang="zh-CN" sz="2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kumimoji="0" lang="zh-CN" altLang="zh-CN" sz="2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kumimoji="0" lang="zh-CN" altLang="zh-CN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CN" sz="2400" i="1">
                                      <a:solidFill>
                                        <a:prstClr val="black"/>
                                      </a:solidFill>
                                      <a:latin typeface="Cambria Math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kumimoji="0" lang="en-US" altLang="zh-CN" sz="2400">
                                      <a:solidFill>
                                        <a:prstClr val="black"/>
                                      </a:solidFill>
                                      <a:latin typeface="Cambria Math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kumimoji="0" lang="en-US" altLang="zh-CN" sz="2400">
                                  <a:solidFill>
                                    <a:prstClr val="black"/>
                                  </a:solidFill>
                                  <a:latin typeface="Cambria Math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kumimoji="0" lang="zh-CN" altLang="zh-CN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CN" sz="2400" i="1">
                                      <a:solidFill>
                                        <a:prstClr val="black"/>
                                      </a:solidFill>
                                      <a:latin typeface="Cambria Math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kumimoji="0" lang="en-US" altLang="zh-CN" sz="2400">
                                      <a:solidFill>
                                        <a:prstClr val="black"/>
                                      </a:solidFill>
                                      <a:latin typeface="Cambria Math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kumimoji="0" lang="en-US" altLang="zh-CN" sz="2400" i="1">
                                  <a:solidFill>
                                    <a:prstClr val="black"/>
                                  </a:solidFill>
                                  <a:latin typeface="Cambria Math"/>
                                </a:rPr>
                                <m:t>𝑂</m:t>
                              </m:r>
                              <m:r>
                                <a:rPr kumimoji="0" lang="en-US" altLang="zh-CN" sz="2400">
                                  <a:solidFill>
                                    <a:prstClr val="black"/>
                                  </a:solidFill>
                                  <a:latin typeface="Cambria Math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kumimoji="0" lang="zh-CN" altLang="zh-CN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CN" sz="2400" i="1">
                                      <a:solidFill>
                                        <a:prstClr val="black"/>
                                      </a:solidFill>
                                      <a:latin typeface="Cambria Math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kumimoji="0" lang="en-US" altLang="zh-CN" sz="2400">
                                      <a:solidFill>
                                        <a:prstClr val="black"/>
                                      </a:solidFill>
                                      <a:latin typeface="Cambria Math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kumimoji="0" lang="zh-CN" altLang="zh-CN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CN" sz="2400" i="1">
                                      <a:solidFill>
                                        <a:prstClr val="black"/>
                                      </a:solidFill>
                                      <a:latin typeface="Cambria Math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kumimoji="0" lang="en-US" altLang="zh-CN" sz="2400">
                                      <a:solidFill>
                                        <a:prstClr val="black"/>
                                      </a:solidFill>
                                      <a:latin typeface="Cambria Math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kumimoji="0" lang="en-US" altLang="zh-CN" sz="2400">
                                  <a:solidFill>
                                    <a:prstClr val="black"/>
                                  </a:solidFill>
                                  <a:latin typeface="Cambria Math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kumimoji="0" lang="zh-CN" altLang="zh-CN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CN" sz="2400" i="1">
                                      <a:solidFill>
                                        <a:prstClr val="black"/>
                                      </a:solidFill>
                                      <a:latin typeface="Cambria Math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kumimoji="0" lang="en-US" altLang="zh-CN" sz="2400">
                                      <a:solidFill>
                                        <a:prstClr val="black"/>
                                      </a:solidFill>
                                      <a:latin typeface="Cambria Math"/>
                                    </a:rPr>
                                    <m:t>3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kumimoji="0" lang="zh-CN" altLang="zh-CN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CN" sz="2400" i="1">
                                      <a:solidFill>
                                        <a:prstClr val="black"/>
                                      </a:solidFill>
                                      <a:latin typeface="Cambria Math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kumimoji="0" lang="en-US" altLang="zh-CN" sz="2400">
                                      <a:solidFill>
                                        <a:prstClr val="black"/>
                                      </a:solidFill>
                                      <a:latin typeface="Cambria Math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kumimoji="0" lang="en-US" altLang="zh-CN" sz="2400">
                                  <a:solidFill>
                                    <a:prstClr val="black"/>
                                  </a:solidFill>
                                  <a:latin typeface="Cambria Math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kumimoji="0" lang="zh-CN" altLang="zh-CN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CN" sz="2400" i="1">
                                      <a:solidFill>
                                        <a:prstClr val="black"/>
                                      </a:solidFill>
                                      <a:latin typeface="Cambria Math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kumimoji="0" lang="en-US" altLang="zh-CN" sz="2400">
                                      <a:solidFill>
                                        <a:prstClr val="black"/>
                                      </a:solidFill>
                                      <a:latin typeface="Cambria Math"/>
                                    </a:rPr>
                                    <m:t>4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endParaRPr kumimoji="0" lang="en-US" altLang="zh-CN" sz="2400" i="1" dirty="0">
                  <a:solidFill>
                    <a:prstClr val="black"/>
                  </a:solidFill>
                  <a:latin typeface="Cambria Math"/>
                  <a:ea typeface="微软雅黑"/>
                </a:endParaRPr>
              </a:p>
              <a:p>
                <a:pPr eaLnBrk="1" fontAlgn="auto" hangingPunct="1">
                  <a:spcBef>
                    <a:spcPts val="0"/>
                  </a:spcBef>
                  <a:spcAft>
                    <a:spcPts val="1800"/>
                  </a:spcAft>
                </a:pPr>
                <a:r>
                  <a:rPr kumimoji="0" lang="en-US" altLang="zh-CN" sz="2400" dirty="0">
                    <a:solidFill>
                      <a:prstClr val="black"/>
                    </a:solidFill>
                    <a:latin typeface="Times New Roman"/>
                    <a:ea typeface="微软雅黑"/>
                  </a:rPr>
                  <a:t>                         </a:t>
                </a:r>
                <a14:m>
                  <m:oMath xmlns:m="http://schemas.openxmlformats.org/officeDocument/2006/math">
                    <m:r>
                      <a:rPr kumimoji="0" lang="en-US" altLang="zh-CN" sz="2400">
                        <a:solidFill>
                          <a:prstClr val="black"/>
                        </a:solidFill>
                        <a:latin typeface="Cambria Math"/>
                      </a:rPr>
                      <m:t>=</m:t>
                    </m:r>
                    <m:d>
                      <m:dPr>
                        <m:ctrlPr>
                          <a:rPr kumimoji="0" lang="zh-CN" altLang="zh-CN" sz="2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kumimoji="0" lang="zh-CN" altLang="zh-CN" sz="2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kumimoji="0" lang="zh-CN" altLang="zh-CN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CN" sz="2400" i="1">
                                      <a:solidFill>
                                        <a:prstClr val="black"/>
                                      </a:solidFill>
                                      <a:latin typeface="Cambria Math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kumimoji="0" lang="en-US" altLang="zh-CN" sz="2400">
                                      <a:solidFill>
                                        <a:prstClr val="black"/>
                                      </a:solidFill>
                                      <a:latin typeface="Cambria Math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kumimoji="0" lang="en-US" altLang="zh-CN" sz="2400">
                                  <a:solidFill>
                                    <a:prstClr val="black"/>
                                  </a:solidFill>
                                  <a:latin typeface="Cambria Math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kumimoji="0" lang="zh-CN" altLang="zh-CN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CN" sz="2400" i="1">
                                      <a:solidFill>
                                        <a:prstClr val="black"/>
                                      </a:solidFill>
                                      <a:latin typeface="Cambria Math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kumimoji="0" lang="en-US" altLang="zh-CN" sz="2400">
                                      <a:solidFill>
                                        <a:prstClr val="black"/>
                                      </a:solidFill>
                                      <a:latin typeface="Cambria Math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kumimoji="0" lang="zh-CN" altLang="zh-CN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CN" sz="2400" i="1">
                                      <a:solidFill>
                                        <a:prstClr val="black"/>
                                      </a:solidFill>
                                      <a:latin typeface="Cambria Math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kumimoji="0" lang="en-US" altLang="zh-CN" sz="2400">
                                      <a:solidFill>
                                        <a:prstClr val="black"/>
                                      </a:solidFill>
                                      <a:latin typeface="Cambria Math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kumimoji="0" lang="zh-CN" altLang="zh-CN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CN" sz="2400" i="1">
                                      <a:solidFill>
                                        <a:prstClr val="black"/>
                                      </a:solidFill>
                                      <a:latin typeface="Cambria Math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kumimoji="0" lang="en-US" altLang="zh-CN" sz="2400">
                                      <a:solidFill>
                                        <a:prstClr val="black"/>
                                      </a:solidFill>
                                      <a:latin typeface="Cambria Math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kumimoji="0" lang="en-US" altLang="zh-CN" sz="2400">
                                  <a:solidFill>
                                    <a:prstClr val="black"/>
                                  </a:solidFill>
                                  <a:latin typeface="Cambria Math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kumimoji="0" lang="zh-CN" altLang="zh-CN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CN" sz="2400" i="1">
                                      <a:solidFill>
                                        <a:prstClr val="black"/>
                                      </a:solidFill>
                                      <a:latin typeface="Cambria Math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kumimoji="0" lang="en-US" altLang="zh-CN" sz="2400">
                                      <a:solidFill>
                                        <a:prstClr val="black"/>
                                      </a:solidFill>
                                      <a:latin typeface="Cambria Math"/>
                                    </a:rPr>
                                    <m:t>3</m:t>
                                  </m:r>
                                </m:sub>
                              </m:sSub>
                            </m:e>
                            <m:e>
                              <m:sSub>
                                <m:sSubPr>
                                  <m:ctrlPr>
                                    <a:rPr kumimoji="0" lang="zh-CN" altLang="zh-CN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CN" sz="2400" i="1">
                                      <a:solidFill>
                                        <a:prstClr val="black"/>
                                      </a:solidFill>
                                      <a:latin typeface="Cambria Math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kumimoji="0" lang="en-US" altLang="zh-CN" sz="2400">
                                      <a:solidFill>
                                        <a:prstClr val="black"/>
                                      </a:solidFill>
                                      <a:latin typeface="Cambria Math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kumimoji="0" lang="en-US" altLang="zh-CN" sz="2400">
                                  <a:solidFill>
                                    <a:prstClr val="black"/>
                                  </a:solidFill>
                                  <a:latin typeface="Cambria Math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kumimoji="0" lang="zh-CN" altLang="zh-CN" sz="2400" i="1">
                                      <a:solidFill>
                                        <a:prstClr val="black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0" lang="en-US" altLang="zh-CN" sz="2400" i="1">
                                      <a:solidFill>
                                        <a:prstClr val="black"/>
                                      </a:solidFill>
                                      <a:latin typeface="Cambria Math"/>
                                    </a:rPr>
                                    <m:t>𝐵</m:t>
                                  </m:r>
                                </m:e>
                                <m:sub>
                                  <m:r>
                                    <a:rPr kumimoji="0" lang="en-US" altLang="zh-CN" sz="2400">
                                      <a:solidFill>
                                        <a:prstClr val="black"/>
                                      </a:solidFill>
                                      <a:latin typeface="Cambria Math"/>
                                    </a:rPr>
                                    <m:t>4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r>
                  <a:rPr kumimoji="0" lang="en-US" altLang="zh-CN" sz="2400" dirty="0">
                    <a:solidFill>
                      <a:prstClr val="black"/>
                    </a:solidFill>
                    <a:latin typeface="Times New Roman"/>
                    <a:ea typeface="微软雅黑"/>
                  </a:rPr>
                  <a:t>.   </a:t>
                </a:r>
                <a:endParaRPr kumimoji="0" lang="zh-CN" altLang="zh-CN" sz="2400" dirty="0">
                  <a:solidFill>
                    <a:prstClr val="black"/>
                  </a:solidFill>
                  <a:latin typeface="Times New Roman"/>
                  <a:ea typeface="微软雅黑"/>
                </a:endParaRPr>
              </a:p>
            </p:txBody>
          </p:sp>
        </mc:Choice>
        <mc:Fallback>
          <p:sp>
            <p:nvSpPr>
              <p:cNvPr id="11" name="矩形 9">
                <a:extLst>
                  <a:ext uri="{FF2B5EF4-FFF2-40B4-BE49-F238E27FC236}">
                    <a16:creationId xmlns:a16="http://schemas.microsoft.com/office/drawing/2014/main" id="{7BB7A40F-CA62-4046-A799-9828741D6A7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4338" y="1073602"/>
                <a:ext cx="8458200" cy="5577424"/>
              </a:xfrm>
              <a:prstGeom prst="rect">
                <a:avLst/>
              </a:prstGeom>
              <a:blipFill>
                <a:blip r:embed="rId2"/>
                <a:stretch>
                  <a:fillRect l="-1499" t="-113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组合 1">
            <a:extLst>
              <a:ext uri="{FF2B5EF4-FFF2-40B4-BE49-F238E27FC236}">
                <a16:creationId xmlns:a16="http://schemas.microsoft.com/office/drawing/2014/main" id="{135E41A4-05E0-A544-8569-1AF1022381FB}"/>
              </a:ext>
            </a:extLst>
          </p:cNvPr>
          <p:cNvGrpSpPr/>
          <p:nvPr/>
        </p:nvGrpSpPr>
        <p:grpSpPr>
          <a:xfrm>
            <a:off x="3128963" y="1843088"/>
            <a:ext cx="1657350" cy="1300162"/>
            <a:chOff x="3128963" y="1843088"/>
            <a:chExt cx="1657350" cy="1300162"/>
          </a:xfrm>
        </p:grpSpPr>
        <p:cxnSp>
          <p:nvCxnSpPr>
            <p:cNvPr id="13" name="直接连接符 2">
              <a:extLst>
                <a:ext uri="{FF2B5EF4-FFF2-40B4-BE49-F238E27FC236}">
                  <a16:creationId xmlns:a16="http://schemas.microsoft.com/office/drawing/2014/main" id="{F5FD450A-CC34-724C-AEAA-2B626803E3A5}"/>
                </a:ext>
              </a:extLst>
            </p:cNvPr>
            <p:cNvCxnSpPr/>
            <p:nvPr/>
          </p:nvCxnSpPr>
          <p:spPr>
            <a:xfrm>
              <a:off x="3128963" y="2828925"/>
              <a:ext cx="1657350" cy="0"/>
            </a:xfrm>
            <a:prstGeom prst="line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dash"/>
            </a:ln>
            <a:effectLst/>
          </p:spPr>
        </p:cxnSp>
        <p:cxnSp>
          <p:nvCxnSpPr>
            <p:cNvPr id="14" name="直接连接符 5">
              <a:extLst>
                <a:ext uri="{FF2B5EF4-FFF2-40B4-BE49-F238E27FC236}">
                  <a16:creationId xmlns:a16="http://schemas.microsoft.com/office/drawing/2014/main" id="{83EE60BC-FBC1-974E-98A9-C4F4B904A536}"/>
                </a:ext>
              </a:extLst>
            </p:cNvPr>
            <p:cNvCxnSpPr/>
            <p:nvPr/>
          </p:nvCxnSpPr>
          <p:spPr>
            <a:xfrm>
              <a:off x="3457575" y="1843088"/>
              <a:ext cx="0" cy="1300162"/>
            </a:xfrm>
            <a:prstGeom prst="line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dash"/>
            </a:ln>
            <a:effectLst/>
          </p:spPr>
        </p:cxnSp>
      </p:grpSp>
      <p:grpSp>
        <p:nvGrpSpPr>
          <p:cNvPr id="15" name="组合 3">
            <a:extLst>
              <a:ext uri="{FF2B5EF4-FFF2-40B4-BE49-F238E27FC236}">
                <a16:creationId xmlns:a16="http://schemas.microsoft.com/office/drawing/2014/main" id="{BBF230AC-E29A-8542-AF5A-5F6788E3F41F}"/>
              </a:ext>
            </a:extLst>
          </p:cNvPr>
          <p:cNvGrpSpPr/>
          <p:nvPr/>
        </p:nvGrpSpPr>
        <p:grpSpPr>
          <a:xfrm>
            <a:off x="2814638" y="3429000"/>
            <a:ext cx="2600325" cy="1328738"/>
            <a:chOff x="2814638" y="3429000"/>
            <a:chExt cx="2600325" cy="1328738"/>
          </a:xfrm>
        </p:grpSpPr>
        <p:cxnSp>
          <p:nvCxnSpPr>
            <p:cNvPr id="16" name="直接连接符 7">
              <a:extLst>
                <a:ext uri="{FF2B5EF4-FFF2-40B4-BE49-F238E27FC236}">
                  <a16:creationId xmlns:a16="http://schemas.microsoft.com/office/drawing/2014/main" id="{8D901E8F-06F3-6545-81F8-848D86ABA443}"/>
                </a:ext>
              </a:extLst>
            </p:cNvPr>
            <p:cNvCxnSpPr/>
            <p:nvPr/>
          </p:nvCxnSpPr>
          <p:spPr>
            <a:xfrm>
              <a:off x="2814638" y="4429125"/>
              <a:ext cx="2600325" cy="0"/>
            </a:xfrm>
            <a:prstGeom prst="line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dash"/>
            </a:ln>
            <a:effectLst/>
          </p:spPr>
        </p:cxnSp>
        <p:cxnSp>
          <p:nvCxnSpPr>
            <p:cNvPr id="17" name="直接连接符 23">
              <a:extLst>
                <a:ext uri="{FF2B5EF4-FFF2-40B4-BE49-F238E27FC236}">
                  <a16:creationId xmlns:a16="http://schemas.microsoft.com/office/drawing/2014/main" id="{DC613581-9B5A-5A41-8C18-E568D82BCF99}"/>
                </a:ext>
              </a:extLst>
            </p:cNvPr>
            <p:cNvCxnSpPr/>
            <p:nvPr/>
          </p:nvCxnSpPr>
          <p:spPr>
            <a:xfrm>
              <a:off x="3386135" y="3429000"/>
              <a:ext cx="0" cy="1328738"/>
            </a:xfrm>
            <a:prstGeom prst="line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dash"/>
            </a:ln>
            <a:effectLst/>
          </p:spPr>
        </p:cxnSp>
      </p:grpSp>
    </p:spTree>
    <p:extLst>
      <p:ext uri="{BB962C8B-B14F-4D97-AF65-F5344CB8AC3E}">
        <p14:creationId xmlns:p14="http://schemas.microsoft.com/office/powerpoint/2010/main" val="3757781422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wd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wd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wd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wd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wd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50"/>
                            </p:stCondLst>
                            <p:childTnLst>
                              <p:par>
                                <p:cTn id="3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150"/>
                            </p:stCondLst>
                            <p:childTnLst>
                              <p:par>
                                <p:cTn id="3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6" name="矩形 9">
                <a:extLst>
                  <a:ext uri="{FF2B5EF4-FFF2-40B4-BE49-F238E27FC236}">
                    <a16:creationId xmlns:a16="http://schemas.microsoft.com/office/drawing/2014/main" id="{E7AE111A-D30E-F545-AE0D-F89E51BCC019}"/>
                  </a:ext>
                </a:extLst>
              </p:cNvPr>
              <p:cNvSpPr/>
              <p:nvPr/>
            </p:nvSpPr>
            <p:spPr>
              <a:xfrm>
                <a:off x="539750" y="1171417"/>
                <a:ext cx="8064500" cy="5203156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eaLnBrk="1" fontAlgn="auto" hangingPunct="1">
                  <a:spcBef>
                    <a:spcPts val="0"/>
                  </a:spcBef>
                  <a:spcAft>
                    <a:spcPts val="1800"/>
                  </a:spcAft>
                </a:pPr>
                <a:r>
                  <a:rPr kumimoji="0" lang="zh-CN" altLang="zh-CN" dirty="0">
                    <a:solidFill>
                      <a:prstClr val="black"/>
                    </a:solidFill>
                    <a:latin typeface="Times New Roman"/>
                    <a:ea typeface="微软雅黑"/>
                  </a:rPr>
                  <a:t>而</a:t>
                </a:r>
                <a:r>
                  <a:rPr kumimoji="0" lang="en-US" altLang="zh-CN" dirty="0">
                    <a:solidFill>
                      <a:prstClr val="black"/>
                    </a:solidFill>
                    <a:latin typeface="Times New Roman"/>
                    <a:ea typeface="微软雅黑"/>
                  </a:rPr>
                  <a:t>   </a:t>
                </a:r>
                <a:endParaRPr kumimoji="0" lang="zh-CN" altLang="zh-CN" dirty="0">
                  <a:solidFill>
                    <a:prstClr val="black"/>
                  </a:solidFill>
                  <a:latin typeface="Times New Roman"/>
                  <a:ea typeface="微软雅黑"/>
                </a:endParaRPr>
              </a:p>
              <a:p>
                <a:pPr algn="ctr" eaLnBrk="1" fontAlgn="auto" hangingPunct="1">
                  <a:spcBef>
                    <a:spcPts val="0"/>
                  </a:spcBef>
                  <a:spcAft>
                    <a:spcPts val="1800"/>
                  </a:spcAft>
                </a:pPr>
                <a14:m>
                  <m:oMath xmlns:m="http://schemas.openxmlformats.org/officeDocument/2006/math">
                    <m:sSub>
                      <m:sSubPr>
                        <m:ctrlPr>
                          <a:rPr kumimoji="0" lang="zh-CN" altLang="zh-CN" sz="2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0" lang="en-US" altLang="zh-CN" sz="2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kumimoji="0" lang="en-US" altLang="zh-CN" sz="240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kumimoji="0" lang="en-US" altLang="zh-CN" sz="24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kumimoji="0" lang="zh-CN" altLang="zh-CN" sz="2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0" lang="en-US" altLang="zh-CN" sz="2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kumimoji="0" lang="en-US" altLang="zh-CN" sz="240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kumimoji="0" lang="en-US" altLang="zh-CN" sz="24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kumimoji="0" lang="zh-CN" altLang="zh-CN" sz="2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kumimoji="0" lang="zh-CN" altLang="zh-CN" sz="2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kumimoji="0" lang="en-US" altLang="zh-CN" sz="24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kumimoji="0" lang="en-US" altLang="zh-CN" sz="24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kumimoji="0" lang="en-US" altLang="zh-CN" sz="24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</m:m>
                      </m:e>
                    </m:d>
                    <m:r>
                      <a:rPr kumimoji="0" lang="en-US" altLang="zh-CN" sz="24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kumimoji="0" lang="zh-CN" altLang="zh-CN" sz="2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kumimoji="0" lang="zh-CN" altLang="zh-CN" sz="2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kumimoji="0" lang="en-US" altLang="zh-CN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kumimoji="0" lang="en-US" altLang="zh-CN" sz="24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  <m:mr>
                            <m:e>
                              <m:r>
                                <a:rPr kumimoji="0" lang="en-US" altLang="zh-CN" sz="24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kumimoji="0" lang="en-US" altLang="zh-CN" sz="24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</m:m>
                      </m:e>
                    </m:d>
                    <m:r>
                      <a:rPr kumimoji="0" lang="en-US" altLang="zh-CN" sz="24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kumimoji="0" lang="zh-CN" altLang="zh-CN" sz="2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kumimoji="0" lang="zh-CN" altLang="zh-CN" sz="2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kumimoji="0" lang="en-US" altLang="zh-CN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kumimoji="0" lang="en-US" altLang="zh-CN" sz="24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kumimoji="0" lang="en-US" altLang="zh-CN" sz="24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kumimoji="0" lang="en-US" altLang="zh-CN" sz="24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kumimoji="0" lang="zh-CN" altLang="zh-CN" sz="2400" dirty="0">
                    <a:solidFill>
                      <a:prstClr val="black"/>
                    </a:solidFill>
                    <a:latin typeface="Times New Roman"/>
                    <a:ea typeface="微软雅黑"/>
                  </a:rPr>
                  <a:t>，</a:t>
                </a:r>
                <a:endParaRPr kumimoji="0" lang="en-US" altLang="zh-CN" sz="2400" dirty="0">
                  <a:solidFill>
                    <a:prstClr val="black"/>
                  </a:solidFill>
                  <a:latin typeface="Times New Roman"/>
                  <a:ea typeface="微软雅黑"/>
                </a:endParaRPr>
              </a:p>
              <a:p>
                <a:pPr algn="ctr" eaLnBrk="1" fontAlgn="auto" hangingPunct="1">
                  <a:spcBef>
                    <a:spcPts val="0"/>
                  </a:spcBef>
                  <a:spcAft>
                    <a:spcPts val="1800"/>
                  </a:spcAft>
                </a:pPr>
                <a:r>
                  <a:rPr kumimoji="0" lang="en-US" altLang="zh-CN" sz="2400" dirty="0">
                    <a:solidFill>
                      <a:prstClr val="black"/>
                    </a:solidFill>
                    <a:latin typeface="Times New Roman"/>
                    <a:ea typeface="微软雅黑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0" lang="zh-CN" altLang="zh-CN" sz="2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0" lang="en-US" altLang="zh-CN" sz="2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kumimoji="0" lang="en-US" altLang="zh-CN" sz="240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kumimoji="0" lang="en-US" altLang="zh-CN" sz="24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kumimoji="0" lang="zh-CN" altLang="zh-CN" sz="2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0" lang="en-US" altLang="zh-CN" sz="2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kumimoji="0" lang="en-US" altLang="zh-CN" sz="240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kumimoji="0" lang="en-US" altLang="zh-CN" sz="24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=1+2=3</m:t>
                    </m:r>
                  </m:oMath>
                </a14:m>
                <a:r>
                  <a:rPr kumimoji="0" lang="zh-CN" altLang="zh-CN" sz="2400" dirty="0">
                    <a:solidFill>
                      <a:prstClr val="black"/>
                    </a:solidFill>
                    <a:latin typeface="Times New Roman"/>
                    <a:ea typeface="微软雅黑"/>
                  </a:rPr>
                  <a:t>，</a:t>
                </a:r>
                <a:endParaRPr kumimoji="0" lang="en-US" altLang="zh-CN" sz="2400" dirty="0">
                  <a:solidFill>
                    <a:prstClr val="black"/>
                  </a:solidFill>
                  <a:latin typeface="Times New Roman"/>
                  <a:ea typeface="微软雅黑"/>
                </a:endParaRPr>
              </a:p>
              <a:p>
                <a:pPr algn="ctr" eaLnBrk="1" fontAlgn="auto" hangingPunct="1">
                  <a:spcBef>
                    <a:spcPts val="0"/>
                  </a:spcBef>
                  <a:spcAft>
                    <a:spcPts val="1800"/>
                  </a:spcAft>
                </a:pPr>
                <a:r>
                  <a:rPr kumimoji="0" lang="en-US" altLang="zh-CN" sz="2400" dirty="0">
                    <a:solidFill>
                      <a:prstClr val="black"/>
                    </a:solidFill>
                    <a:latin typeface="Times New Roman"/>
                    <a:ea typeface="微软雅黑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kumimoji="0" lang="zh-CN" altLang="zh-CN" sz="2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0" lang="en-US" altLang="zh-CN" sz="2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kumimoji="0" lang="en-US" altLang="zh-CN" sz="240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kumimoji="0" lang="en-US" altLang="zh-CN" sz="24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kumimoji="0" lang="zh-CN" altLang="zh-CN" sz="2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kumimoji="0" lang="en-US" altLang="zh-CN" sz="2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kumimoji="0" lang="en-US" altLang="zh-CN" sz="240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4</m:t>
                        </m:r>
                      </m:sub>
                    </m:sSub>
                    <m:r>
                      <a:rPr kumimoji="0" lang="en-US" altLang="zh-CN" sz="24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kumimoji="0" lang="zh-CN" altLang="zh-CN" sz="2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0" lang="en-US" altLang="zh-CN" sz="240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1,0,3</m:t>
                        </m:r>
                      </m:e>
                    </m:d>
                    <m:r>
                      <a:rPr kumimoji="0" lang="en-US" altLang="zh-CN" sz="24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kumimoji="0" lang="zh-CN" altLang="zh-CN" sz="2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0" lang="en-US" altLang="zh-CN" sz="2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kumimoji="0" lang="en-US" altLang="zh-CN" sz="240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1,0,</m:t>
                        </m:r>
                        <m:r>
                          <a:rPr kumimoji="0" lang="en-US" altLang="zh-CN" sz="2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kumimoji="0" lang="en-US" altLang="zh-CN" sz="240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  <m:r>
                      <a:rPr kumimoji="0" lang="en-US" altLang="zh-CN" sz="24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kumimoji="0" lang="zh-CN" altLang="zh-CN" sz="2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0" lang="en-US" altLang="zh-CN" sz="2400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  <m:t>0,0,0</m:t>
                        </m:r>
                      </m:e>
                    </m:d>
                  </m:oMath>
                </a14:m>
                <a:r>
                  <a:rPr kumimoji="0" lang="zh-CN" altLang="zh-CN" sz="2400" dirty="0">
                    <a:solidFill>
                      <a:prstClr val="black"/>
                    </a:solidFill>
                    <a:latin typeface="Times New Roman"/>
                    <a:ea typeface="微软雅黑"/>
                  </a:rPr>
                  <a:t>，</a:t>
                </a:r>
                <a:r>
                  <a:rPr kumimoji="0" lang="en-US" altLang="zh-CN" sz="2400" dirty="0">
                    <a:solidFill>
                      <a:prstClr val="black"/>
                    </a:solidFill>
                    <a:latin typeface="Times New Roman"/>
                    <a:ea typeface="微软雅黑"/>
                  </a:rPr>
                  <a:t>  </a:t>
                </a:r>
                <a:endParaRPr kumimoji="0" lang="zh-CN" altLang="zh-CN" sz="2400" dirty="0">
                  <a:solidFill>
                    <a:prstClr val="black"/>
                  </a:solidFill>
                  <a:latin typeface="Times New Roman"/>
                  <a:ea typeface="微软雅黑"/>
                </a:endParaRPr>
              </a:p>
              <a:p>
                <a:pPr eaLnBrk="1" fontAlgn="auto" hangingPunct="1">
                  <a:spcBef>
                    <a:spcPts val="0"/>
                  </a:spcBef>
                  <a:spcAft>
                    <a:spcPts val="1200"/>
                  </a:spcAft>
                </a:pPr>
                <a:r>
                  <a:rPr kumimoji="0" lang="zh-CN" altLang="zh-CN" dirty="0">
                    <a:solidFill>
                      <a:prstClr val="black"/>
                    </a:solidFill>
                    <a:latin typeface="Times New Roman"/>
                    <a:ea typeface="微软雅黑"/>
                  </a:rPr>
                  <a:t>所以</a:t>
                </a:r>
                <a:r>
                  <a:rPr kumimoji="0" lang="en-US" altLang="zh-CN" dirty="0">
                    <a:solidFill>
                      <a:prstClr val="black"/>
                    </a:solidFill>
                    <a:latin typeface="Times New Roman"/>
                    <a:ea typeface="微软雅黑"/>
                  </a:rPr>
                  <a:t> </a:t>
                </a:r>
                <a:r>
                  <a:rPr kumimoji="0" lang="en-US" altLang="zh-CN" sz="2400" dirty="0">
                    <a:solidFill>
                      <a:prstClr val="black"/>
                    </a:solidFill>
                    <a:latin typeface="Times New Roman"/>
                    <a:ea typeface="微软雅黑"/>
                  </a:rPr>
                  <a:t>  </a:t>
                </a:r>
                <a:endParaRPr kumimoji="0" lang="zh-CN" altLang="zh-CN" sz="2400" dirty="0">
                  <a:solidFill>
                    <a:prstClr val="black"/>
                  </a:solidFill>
                  <a:latin typeface="Times New Roman"/>
                  <a:ea typeface="微软雅黑"/>
                </a:endParaRPr>
              </a:p>
              <a:p>
                <a:pPr algn="ctr" eaLnBrk="1" fontAlgn="auto" hangingPunct="1">
                  <a:spcBef>
                    <a:spcPts val="0"/>
                  </a:spcBef>
                  <a:spcAft>
                    <a:spcPts val="1800"/>
                  </a:spcAft>
                </a:pPr>
                <a14:m>
                  <m:oMath xmlns:m="http://schemas.openxmlformats.org/officeDocument/2006/math">
                    <m:r>
                      <a:rPr kumimoji="0" lang="en-US" altLang="zh-CN" sz="2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kumimoji="0" lang="en-US" altLang="zh-CN" sz="2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kumimoji="0" lang="en-US" altLang="zh-CN" sz="24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kumimoji="0" lang="en-US" altLang="zh-CN" sz="2400" i="1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𝐵</m:t>
                    </m:r>
                    <m:r>
                      <a:rPr kumimoji="0" lang="en-US" altLang="zh-CN" sz="2400">
                        <a:solidFill>
                          <a:prstClr val="black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kumimoji="0" lang="zh-CN" altLang="zh-CN" sz="2400" i="1">
                            <a:solidFill>
                              <a:prstClr val="black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4"/>
                                  <m:mcJc m:val="center"/>
                                </m:mcPr>
                              </m:mc>
                            </m:mcs>
                            <m:ctrlPr>
                              <a:rPr kumimoji="0" lang="zh-CN" altLang="zh-CN" sz="2400" i="1">
                                <a:solidFill>
                                  <a:prstClr val="black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kumimoji="0" lang="en-US" altLang="zh-CN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kumimoji="0" lang="en-US" altLang="zh-CN" sz="24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kumimoji="0" lang="en-US" altLang="zh-CN" sz="24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kumimoji="0" lang="en-US" altLang="zh-CN" sz="24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kumimoji="0" lang="en-US" altLang="zh-CN" sz="24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kumimoji="0" lang="en-US" altLang="zh-CN" sz="24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kumimoji="0" lang="en-US" altLang="zh-CN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kumimoji="0" lang="en-US" altLang="zh-CN" sz="24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kumimoji="0" lang="en-US" altLang="zh-CN" sz="24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kumimoji="0" lang="en-US" altLang="zh-CN" sz="24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kumimoji="0" lang="en-US" altLang="zh-CN" sz="24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  <m:e>
                              <m:r>
                                <a:rPr kumimoji="0" lang="en-US" altLang="zh-CN" sz="24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kumimoji="0" lang="en-US" altLang="zh-CN" sz="2400" i="1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kumimoji="0" lang="en-US" altLang="zh-CN" sz="24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e>
                            <m:e>
                              <m:r>
                                <a:rPr kumimoji="0" lang="en-US" altLang="zh-CN" sz="24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  <m:mr>
                            <m:e>
                              <m:r>
                                <a:rPr kumimoji="0" lang="en-US" altLang="zh-CN" sz="24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  <m:e>
                              <m:r>
                                <a:rPr kumimoji="0" lang="en-US" altLang="zh-CN" sz="24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kumimoji="0" lang="en-US" altLang="zh-CN" sz="24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kumimoji="0" lang="en-US" altLang="zh-CN" sz="2400">
                                  <a:solidFill>
                                    <a:prstClr val="black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r>
                  <a:rPr kumimoji="0" lang="en-US" altLang="zh-CN" sz="2400" dirty="0">
                    <a:solidFill>
                      <a:prstClr val="black"/>
                    </a:solidFill>
                    <a:latin typeface="Times New Roman"/>
                    <a:ea typeface="微软雅黑"/>
                  </a:rPr>
                  <a:t>.</a:t>
                </a:r>
                <a:endParaRPr kumimoji="0" lang="zh-CN" altLang="zh-CN" sz="2400" dirty="0">
                  <a:solidFill>
                    <a:prstClr val="black"/>
                  </a:solidFill>
                  <a:latin typeface="Times New Roman"/>
                  <a:ea typeface="微软雅黑"/>
                </a:endParaRPr>
              </a:p>
            </p:txBody>
          </p:sp>
        </mc:Choice>
        <mc:Fallback>
          <p:sp>
            <p:nvSpPr>
              <p:cNvPr id="6" name="矩形 9">
                <a:extLst>
                  <a:ext uri="{FF2B5EF4-FFF2-40B4-BE49-F238E27FC236}">
                    <a16:creationId xmlns:a16="http://schemas.microsoft.com/office/drawing/2014/main" id="{E7AE111A-D30E-F545-AE0D-F89E51BCC01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9750" y="1171417"/>
                <a:ext cx="8064500" cy="5203156"/>
              </a:xfrm>
              <a:prstGeom prst="rect">
                <a:avLst/>
              </a:prstGeom>
              <a:blipFill>
                <a:blip r:embed="rId2"/>
                <a:stretch>
                  <a:fillRect l="-1572" t="-12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" name="组合 1">
            <a:extLst>
              <a:ext uri="{FF2B5EF4-FFF2-40B4-BE49-F238E27FC236}">
                <a16:creationId xmlns:a16="http://schemas.microsoft.com/office/drawing/2014/main" id="{51E65B6A-E3A3-4D4A-BEEF-AAA79DEFE42F}"/>
              </a:ext>
            </a:extLst>
          </p:cNvPr>
          <p:cNvGrpSpPr/>
          <p:nvPr/>
        </p:nvGrpSpPr>
        <p:grpSpPr>
          <a:xfrm>
            <a:off x="4000500" y="4857750"/>
            <a:ext cx="2371725" cy="1357313"/>
            <a:chOff x="4000500" y="4857750"/>
            <a:chExt cx="2371725" cy="1357313"/>
          </a:xfrm>
        </p:grpSpPr>
        <p:cxnSp>
          <p:nvCxnSpPr>
            <p:cNvPr id="8" name="直接连接符 2">
              <a:extLst>
                <a:ext uri="{FF2B5EF4-FFF2-40B4-BE49-F238E27FC236}">
                  <a16:creationId xmlns:a16="http://schemas.microsoft.com/office/drawing/2014/main" id="{C316D77A-CF85-B244-AE89-A1032400D784}"/>
                </a:ext>
              </a:extLst>
            </p:cNvPr>
            <p:cNvCxnSpPr/>
            <p:nvPr/>
          </p:nvCxnSpPr>
          <p:spPr>
            <a:xfrm>
              <a:off x="4000500" y="5915025"/>
              <a:ext cx="2371725" cy="0"/>
            </a:xfrm>
            <a:prstGeom prst="line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</a:ln>
            <a:effectLst/>
          </p:spPr>
        </p:cxnSp>
        <p:cxnSp>
          <p:nvCxnSpPr>
            <p:cNvPr id="9" name="直接连接符 5">
              <a:extLst>
                <a:ext uri="{FF2B5EF4-FFF2-40B4-BE49-F238E27FC236}">
                  <a16:creationId xmlns:a16="http://schemas.microsoft.com/office/drawing/2014/main" id="{5C4D2B34-41DB-A944-836B-33CF975AFEEA}"/>
                </a:ext>
              </a:extLst>
            </p:cNvPr>
            <p:cNvCxnSpPr/>
            <p:nvPr/>
          </p:nvCxnSpPr>
          <p:spPr>
            <a:xfrm>
              <a:off x="4557272" y="4857750"/>
              <a:ext cx="0" cy="1357313"/>
            </a:xfrm>
            <a:prstGeom prst="line">
              <a:avLst/>
            </a:prstGeom>
            <a:noFill/>
            <a:ln w="19050" cap="flat" cmpd="sng" algn="ctr">
              <a:solidFill>
                <a:sysClr val="windowText" lastClr="000000"/>
              </a:solidFill>
              <a:prstDash val="solid"/>
            </a:ln>
            <a:effectLst/>
          </p:spPr>
        </p:cxnSp>
      </p:grpSp>
    </p:spTree>
    <p:extLst>
      <p:ext uri="{BB962C8B-B14F-4D97-AF65-F5344CB8AC3E}">
        <p14:creationId xmlns:p14="http://schemas.microsoft.com/office/powerpoint/2010/main" val="3560733240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wd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wd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wd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wd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wd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 type="wd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800"/>
                            </p:stCondLst>
                            <p:childTnLst>
                              <p:par>
                                <p:cTn id="3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3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4914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重（难）点问题</a:t>
            </a:r>
            <a:r>
              <a:rPr lang="en-US" altLang="zh-CN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:  </a:t>
            </a: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分块矩阵的运算</a:t>
            </a:r>
            <a:endParaRPr kumimoji="1" lang="zh-CN" altLang="en-US" sz="26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华文中宋" panose="02010600040101010101" pitchFamily="2" charset="-122"/>
              <a:ea typeface="华文中宋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0658" name="Text Box 2"/>
          <p:cNvSpPr txBox="1"/>
          <p:nvPr/>
        </p:nvSpPr>
        <p:spPr>
          <a:xfrm>
            <a:off x="539433" y="872490"/>
            <a:ext cx="8001000" cy="60769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</a:lstStyle>
          <a:p>
            <a:pPr marL="0" lvl="0" indent="0" algn="just" eaLnBrk="1" hangingPunct="1">
              <a:lnSpc>
                <a:spcPct val="120000"/>
              </a:lnSpc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solidFill>
                  <a:srgbClr val="C00000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分块矩阵的乘法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 </a:t>
            </a:r>
            <a:r>
              <a:rPr lang="en-US" altLang="zh-CN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   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设矩阵</a:t>
            </a:r>
            <a:r>
              <a:rPr lang="en-US" altLang="zh-CN" sz="2800" b="1" i="1" noProof="0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A 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如下所示，</a:t>
            </a:r>
            <a:r>
              <a:rPr lang="en-US" altLang="zh-CN" sz="2800" b="1" i="1" noProof="0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k</a:t>
            </a:r>
            <a:r>
              <a:rPr lang="en-US" altLang="zh-CN" sz="2800" b="1" i="1" dirty="0"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 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为常数，</a:t>
            </a:r>
            <a:endParaRPr lang="zh-CN" altLang="en-US" sz="2800" b="1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华文中宋" panose="02010600040101010101" pitchFamily="2" charset="-122"/>
              <a:ea typeface="华文中宋" panose="02010600040101010101" pitchFamily="2" charset="-122"/>
              <a:cs typeface="华文中宋" panose="02010600040101010101" pitchFamily="2" charset="-122"/>
            </a:endParaRPr>
          </a:p>
        </p:txBody>
      </p:sp>
      <p:sp>
        <p:nvSpPr>
          <p:cNvPr id="4" name="Text Box 2"/>
          <p:cNvSpPr txBox="1"/>
          <p:nvPr/>
        </p:nvSpPr>
        <p:spPr>
          <a:xfrm>
            <a:off x="645478" y="3644900"/>
            <a:ext cx="8001000" cy="60769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</a:lstStyle>
          <a:p>
            <a:pPr marL="0" lvl="0" algn="just" eaLnBrk="1" hangingPunct="1">
              <a:lnSpc>
                <a:spcPct val="120000"/>
              </a:lnSpc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则</a:t>
            </a:r>
            <a:r>
              <a:rPr lang="en-US" altLang="zh-CN" sz="2800" b="1" i="1" noProof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A 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与</a:t>
            </a:r>
            <a:r>
              <a:rPr lang="en-US" altLang="zh-CN" sz="2800" b="1" i="1" noProof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k</a:t>
            </a:r>
            <a:r>
              <a:rPr lang="en-US" altLang="zh-CN" sz="2800" b="1" i="1" dirty="0"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 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的数乘运算为：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DA18E8DD-881B-C646-902F-0AB964E880C0}"/>
              </a:ext>
            </a:extLst>
          </p:cNvPr>
          <p:cNvGrpSpPr/>
          <p:nvPr/>
        </p:nvGrpSpPr>
        <p:grpSpPr>
          <a:xfrm>
            <a:off x="1843088" y="4437063"/>
            <a:ext cx="5267325" cy="1928812"/>
            <a:chOff x="1843088" y="4437063"/>
            <a:chExt cx="5267325" cy="1928812"/>
          </a:xfrm>
        </p:grpSpPr>
        <mc:AlternateContent xmlns:mc="http://schemas.openxmlformats.org/markup-compatibility/2006">
          <mc:Choice xmlns:a14="http://schemas.microsoft.com/office/drawing/2010/main" Requires="a14">
            <p:graphicFrame>
              <p:nvGraphicFramePr>
                <p:cNvPr id="7" name="对象 6">
                  <a:hlinkClick r:id="" action="ppaction://ole?verb=0"/>
                </p:cNvPr>
                <p:cNvGraphicFramePr>
                  <a:graphicFrameLocks noChangeAspect="1"/>
                </p:cNvGraphicFramePr>
                <p:nvPr>
                  <p:extLst>
                    <p:ext uri="{D42A27DB-BD31-4B8C-83A1-F6EECF244321}">
                      <p14:modId xmlns:p14="http://schemas.microsoft.com/office/powerpoint/2010/main" val="3799832326"/>
                    </p:ext>
                  </p:extLst>
                </p:nvPr>
              </p:nvGraphicFramePr>
              <p:xfrm>
                <a:off x="1843088" y="4437063"/>
                <a:ext cx="5267325" cy="1928812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spid="_x0000_s4115" name="Equation" r:id="rId5" imgW="46634400" imgH="17068800" progId="Equation.DSMT4">
                        <p:embed/>
                      </p:oleObj>
                    </mc:Choice>
                    <mc:Fallback>
                      <p:oleObj name="Equation" r:id="rId5" imgW="46634400" imgH="17068800" progId="Equation.DSMT4">
                        <p:embed/>
                        <p:pic>
                          <p:nvPicPr>
                            <p:cNvPr id="0" name="图片 1024"/>
                            <p:cNvPicPr/>
                            <p:nvPr/>
                          </p:nvPicPr>
                          <p:blipFill>
                            <a:blip r:embed="rId6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1843088" y="4437063"/>
                              <a:ext cx="5267325" cy="1928812"/>
                            </a:xfrm>
                            <a:prstGeom prst="rect">
                              <a:avLst/>
                            </a:prstGeom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Choice>
          <mc:Fallback>
            <p:graphicFrame>
              <p:nvGraphicFramePr>
                <p:cNvPr id="7" name="对象 6">
                  <a:hlinkClick r:id="" action="ppaction://ole?verb=0"/>
                </p:cNvPr>
                <p:cNvGraphicFramePr>
                  <a:graphicFrameLocks noChangeAspect="1"/>
                </p:cNvGraphicFramePr>
                <p:nvPr>
                  <p:extLst>
                    <p:ext uri="{D42A27DB-BD31-4B8C-83A1-F6EECF244321}">
                      <p14:modId xmlns:p14="http://schemas.microsoft.com/office/powerpoint/2010/main" val="3799832326"/>
                    </p:ext>
                  </p:extLst>
                </p:nvPr>
              </p:nvGraphicFramePr>
              <p:xfrm>
                <a:off x="1843088" y="4437063"/>
                <a:ext cx="5267325" cy="1928812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spid="_x0000_s4115" name="Equation" r:id="rId5" imgW="46634400" imgH="17068800" progId="Equation.DSMT4">
                        <p:embed/>
                      </p:oleObj>
                    </mc:Choice>
                    <mc:Fallback>
                      <p:oleObj name="Equation" r:id="rId5" imgW="46634400" imgH="17068800" progId="Equation.DSMT4">
                        <p:embed/>
                        <p:pic>
                          <p:nvPicPr>
                            <p:cNvPr id="0" name="图片 1024"/>
                            <p:cNvPicPr/>
                            <p:nvPr/>
                          </p:nvPicPr>
                          <p:blipFill>
                            <a:blip r:embed="rId6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1843088" y="4437063"/>
                              <a:ext cx="5267325" cy="1928812"/>
                            </a:xfrm>
                            <a:prstGeom prst="rect">
                              <a:avLst/>
                            </a:prstGeom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9E955A29-9876-7A40-87CE-ED1207A7BAD7}"/>
                    </a:ext>
                  </a:extLst>
                </p:cNvPr>
                <p:cNvSpPr/>
                <p:nvPr/>
              </p:nvSpPr>
              <p:spPr>
                <a:xfrm>
                  <a:off x="4292870" y="5085189"/>
                  <a:ext cx="432048" cy="43204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9E955A29-9876-7A40-87CE-ED1207A7BAD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92870" y="5085189"/>
                  <a:ext cx="432048" cy="432043"/>
                </a:xfrm>
                <a:prstGeom prst="rect">
                  <a:avLst/>
                </a:prstGeom>
                <a:blipFill>
                  <a:blip r:embed="rId7"/>
                  <a:stretch>
                    <a:fillRect b="-2703"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D421F012-E14F-2D4C-9BEA-C9A5039B27B6}"/>
                    </a:ext>
                  </a:extLst>
                </p:cNvPr>
                <p:cNvSpPr/>
                <p:nvPr/>
              </p:nvSpPr>
              <p:spPr>
                <a:xfrm>
                  <a:off x="6228184" y="5084640"/>
                  <a:ext cx="432048" cy="43204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D421F012-E14F-2D4C-9BEA-C9A5039B27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28184" y="5084640"/>
                  <a:ext cx="432048" cy="432043"/>
                </a:xfrm>
                <a:prstGeom prst="rect">
                  <a:avLst/>
                </a:prstGeom>
                <a:blipFill>
                  <a:blip r:embed="rId7"/>
                  <a:stretch>
                    <a:fillRect b="-2703"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BBFA5EFE-2E5D-004D-BDC9-9D7734AC49E3}"/>
                    </a:ext>
                  </a:extLst>
                </p:cNvPr>
                <p:cNvSpPr/>
                <p:nvPr/>
              </p:nvSpPr>
              <p:spPr>
                <a:xfrm rot="5400000">
                  <a:off x="5046146" y="4605875"/>
                  <a:ext cx="432048" cy="43204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BBFA5EFE-2E5D-004D-BDC9-9D7734AC49E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046146" y="4605875"/>
                  <a:ext cx="432048" cy="432043"/>
                </a:xfrm>
                <a:prstGeom prst="rect">
                  <a:avLst/>
                </a:prstGeom>
                <a:blipFill>
                  <a:blip r:embed="rId8"/>
                  <a:stretch>
                    <a:fillRect l="-2778"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ECD77E65-89FA-C146-97D8-0196F95D5382}"/>
                    </a:ext>
                  </a:extLst>
                </p:cNvPr>
                <p:cNvSpPr/>
                <p:nvPr/>
              </p:nvSpPr>
              <p:spPr>
                <a:xfrm rot="5400000">
                  <a:off x="5078213" y="5778060"/>
                  <a:ext cx="432048" cy="43204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ECD77E65-89FA-C146-97D8-0196F95D538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5078213" y="5778060"/>
                  <a:ext cx="432048" cy="432043"/>
                </a:xfrm>
                <a:prstGeom prst="rect">
                  <a:avLst/>
                </a:prstGeom>
                <a:blipFill>
                  <a:blip r:embed="rId9"/>
                  <a:stretch>
                    <a:fillRect l="-2703"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93B2CDF5-CE57-6943-ACE9-BEFBCBC80A3A}"/>
              </a:ext>
            </a:extLst>
          </p:cNvPr>
          <p:cNvGrpSpPr/>
          <p:nvPr/>
        </p:nvGrpSpPr>
        <p:grpSpPr>
          <a:xfrm>
            <a:off x="2579688" y="1557338"/>
            <a:ext cx="3429000" cy="1778000"/>
            <a:chOff x="2579688" y="1557338"/>
            <a:chExt cx="3429000" cy="1778000"/>
          </a:xfrm>
        </p:grpSpPr>
        <mc:AlternateContent xmlns:mc="http://schemas.openxmlformats.org/markup-compatibility/2006">
          <mc:Choice xmlns:a14="http://schemas.microsoft.com/office/drawing/2010/main" Requires="a14">
            <p:graphicFrame>
              <p:nvGraphicFramePr>
                <p:cNvPr id="6" name="对象 5">
                  <a:hlinkClick r:id="" action="ppaction://ole?verb=0"/>
                </p:cNvPr>
                <p:cNvGraphicFramePr>
                  <a:graphicFrameLocks noChangeAspect="1"/>
                </p:cNvGraphicFramePr>
                <p:nvPr>
                  <p:extLst>
                    <p:ext uri="{D42A27DB-BD31-4B8C-83A1-F6EECF244321}">
                      <p14:modId xmlns:p14="http://schemas.microsoft.com/office/powerpoint/2010/main" val="1406628796"/>
                    </p:ext>
                  </p:extLst>
                </p:nvPr>
              </p:nvGraphicFramePr>
              <p:xfrm>
                <a:off x="2579688" y="1557338"/>
                <a:ext cx="3429000" cy="1778000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spid="_x0000_s4116" name="Equation" r:id="rId10" imgW="32918400" imgH="17068800" progId="Equation.DSMT4">
                        <p:embed/>
                      </p:oleObj>
                    </mc:Choice>
                    <mc:Fallback>
                      <p:oleObj name="Equation" r:id="rId10" imgW="32918400" imgH="17068800" progId="Equation.DSMT4">
                        <p:embed/>
                        <p:pic>
                          <p:nvPicPr>
                            <p:cNvPr id="0" name="图片 1024"/>
                            <p:cNvPicPr/>
                            <p:nvPr/>
                          </p:nvPicPr>
                          <p:blipFill>
                            <a:blip r:embed="rId11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2579688" y="1557338"/>
                              <a:ext cx="3429000" cy="1778000"/>
                            </a:xfrm>
                            <a:prstGeom prst="rect">
                              <a:avLst/>
                            </a:prstGeom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Choice>
          <mc:Fallback>
            <p:graphicFrame>
              <p:nvGraphicFramePr>
                <p:cNvPr id="6" name="对象 5">
                  <a:hlinkClick r:id="" action="ppaction://ole?verb=0"/>
                </p:cNvPr>
                <p:cNvGraphicFramePr>
                  <a:graphicFrameLocks noChangeAspect="1"/>
                </p:cNvGraphicFramePr>
                <p:nvPr>
                  <p:extLst>
                    <p:ext uri="{D42A27DB-BD31-4B8C-83A1-F6EECF244321}">
                      <p14:modId xmlns:p14="http://schemas.microsoft.com/office/powerpoint/2010/main" val="1406628796"/>
                    </p:ext>
                  </p:extLst>
                </p:nvPr>
              </p:nvGraphicFramePr>
              <p:xfrm>
                <a:off x="2579688" y="1557338"/>
                <a:ext cx="3429000" cy="1778000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spid="_x0000_s4116" name="Equation" r:id="rId10" imgW="32918400" imgH="17068800" progId="Equation.DSMT4">
                        <p:embed/>
                      </p:oleObj>
                    </mc:Choice>
                    <mc:Fallback>
                      <p:oleObj name="Equation" r:id="rId10" imgW="32918400" imgH="17068800" progId="Equation.DSMT4">
                        <p:embed/>
                        <p:pic>
                          <p:nvPicPr>
                            <p:cNvPr id="0" name="图片 1024"/>
                            <p:cNvPicPr/>
                            <p:nvPr/>
                          </p:nvPicPr>
                          <p:blipFill>
                            <a:blip r:embed="rId11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2579688" y="1557338"/>
                              <a:ext cx="3429000" cy="1778000"/>
                            </a:xfrm>
                            <a:prstGeom prst="rect">
                              <a:avLst/>
                            </a:prstGeom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2F96E4A1-EFF1-C24E-AFF9-20E4F86FEB05}"/>
                    </a:ext>
                  </a:extLst>
                </p:cNvPr>
                <p:cNvSpPr/>
                <p:nvPr/>
              </p:nvSpPr>
              <p:spPr>
                <a:xfrm>
                  <a:off x="3648270" y="2101328"/>
                  <a:ext cx="432048" cy="43204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2F96E4A1-EFF1-C24E-AFF9-20E4F86FEB05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648270" y="2101328"/>
                  <a:ext cx="432048" cy="432043"/>
                </a:xfrm>
                <a:prstGeom prst="rect">
                  <a:avLst/>
                </a:prstGeom>
                <a:blipFill>
                  <a:blip r:embed="rId12"/>
                  <a:stretch>
                    <a:fillRect b="-5405"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Rectangle 11">
                  <a:extLst>
                    <a:ext uri="{FF2B5EF4-FFF2-40B4-BE49-F238E27FC236}">
                      <a16:creationId xmlns:a16="http://schemas.microsoft.com/office/drawing/2014/main" id="{FA71F0DE-FC0F-944A-BA33-86DE15A5D1EB}"/>
                    </a:ext>
                  </a:extLst>
                </p:cNvPr>
                <p:cNvSpPr/>
                <p:nvPr/>
              </p:nvSpPr>
              <p:spPr>
                <a:xfrm>
                  <a:off x="5148064" y="2120775"/>
                  <a:ext cx="432048" cy="43204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2" name="Rectangle 11">
                  <a:extLst>
                    <a:ext uri="{FF2B5EF4-FFF2-40B4-BE49-F238E27FC236}">
                      <a16:creationId xmlns:a16="http://schemas.microsoft.com/office/drawing/2014/main" id="{FA71F0DE-FC0F-944A-BA33-86DE15A5D1E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48064" y="2120775"/>
                  <a:ext cx="432048" cy="432043"/>
                </a:xfrm>
                <a:prstGeom prst="rect">
                  <a:avLst/>
                </a:prstGeom>
                <a:blipFill>
                  <a:blip r:embed="rId13"/>
                  <a:stretch>
                    <a:fillRect b="-2703"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D3B9EBD4-4F0D-D243-9447-D81357D3CDAD}"/>
                    </a:ext>
                  </a:extLst>
                </p:cNvPr>
                <p:cNvSpPr/>
                <p:nvPr/>
              </p:nvSpPr>
              <p:spPr>
                <a:xfrm rot="5400000">
                  <a:off x="4258594" y="1697358"/>
                  <a:ext cx="432048" cy="43204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D3B9EBD4-4F0D-D243-9447-D81357D3CDA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4258594" y="1697358"/>
                  <a:ext cx="432048" cy="432043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A412C589-74AD-8C48-98CC-2EB04909A2C8}"/>
                    </a:ext>
                  </a:extLst>
                </p:cNvPr>
                <p:cNvSpPr/>
                <p:nvPr/>
              </p:nvSpPr>
              <p:spPr>
                <a:xfrm rot="5400000">
                  <a:off x="4290661" y="2869543"/>
                  <a:ext cx="432048" cy="43204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A412C589-74AD-8C48-98CC-2EB04909A2C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4290661" y="2869543"/>
                  <a:ext cx="432048" cy="432043"/>
                </a:xfrm>
                <a:prstGeom prst="rect">
                  <a:avLst/>
                </a:prstGeom>
                <a:blipFill>
                  <a:blip r:embed="rId9"/>
                  <a:stretch>
                    <a:fillRect l="-2703"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06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0658" grpId="0"/>
      <p:bldP spid="70658" grpId="1"/>
      <p:bldP spid="4" grpId="0"/>
      <p:bldP spid="4" grpId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3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4914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重（难）点问题</a:t>
            </a:r>
            <a:r>
              <a:rPr lang="en-US" altLang="zh-CN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:  </a:t>
            </a: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分块矩阵的运算</a:t>
            </a:r>
            <a:endParaRPr kumimoji="1" lang="zh-CN" altLang="en-US" sz="26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华文中宋" panose="02010600040101010101" pitchFamily="2" charset="-122"/>
              <a:ea typeface="华文中宋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0658" name="Text Box 2"/>
          <p:cNvSpPr txBox="1"/>
          <p:nvPr/>
        </p:nvSpPr>
        <p:spPr>
          <a:xfrm>
            <a:off x="539433" y="872490"/>
            <a:ext cx="8001000" cy="112458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</a:lstStyle>
          <a:p>
            <a:pPr marL="0" lvl="0" indent="0" algn="just" eaLnBrk="1" hangingPunct="1">
              <a:lnSpc>
                <a:spcPct val="120000"/>
              </a:lnSpc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solidFill>
                  <a:srgbClr val="C00000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分块矩阵的乘法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 </a:t>
            </a:r>
            <a:r>
              <a:rPr lang="en-US" altLang="zh-CN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   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设矩阵</a:t>
            </a:r>
            <a:r>
              <a:rPr lang="zh-CN" altLang="en-US" sz="2800" b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设矩阵 </a:t>
            </a:r>
            <a:r>
              <a:rPr lang="en-US" altLang="zh-CN" sz="2800" b="1" i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A</a:t>
            </a:r>
            <a:r>
              <a:rPr lang="en-US" altLang="zh-CN" sz="2800" b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 = (</a:t>
            </a:r>
            <a:r>
              <a:rPr lang="en-US" altLang="zh-CN" sz="2800" b="1" i="1" noProof="0" dirty="0" err="1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a</a:t>
            </a:r>
            <a:r>
              <a:rPr lang="en-US" altLang="zh-CN" sz="2800" b="1" i="1" baseline="-25000" noProof="0" dirty="0" err="1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ij</a:t>
            </a:r>
            <a:r>
              <a:rPr lang="en-US" altLang="zh-CN" sz="2800" b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)</a:t>
            </a:r>
            <a:r>
              <a:rPr lang="en-US" altLang="zh-CN" sz="2800" b="1" i="1" baseline="-25000" noProof="0" dirty="0" err="1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m</a:t>
            </a:r>
            <a:r>
              <a:rPr lang="en-US" altLang="zh-CN" sz="2800" b="1" baseline="-25000" noProof="0" dirty="0" err="1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×</a:t>
            </a:r>
            <a:r>
              <a:rPr lang="en-US" altLang="zh-CN" sz="2800" b="1" i="1" baseline="-25000" noProof="0" dirty="0" err="1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l</a:t>
            </a:r>
            <a:r>
              <a:rPr lang="en-US" altLang="zh-CN" sz="2800" b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 , </a:t>
            </a:r>
            <a:r>
              <a:rPr lang="en-US" altLang="zh-CN" sz="2800" b="1" i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B</a:t>
            </a:r>
            <a:r>
              <a:rPr lang="en-US" altLang="zh-CN" sz="2800" b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 = (</a:t>
            </a:r>
            <a:r>
              <a:rPr lang="en-US" altLang="zh-CN" sz="2800" b="1" i="1" noProof="0" dirty="0" err="1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b</a:t>
            </a:r>
            <a:r>
              <a:rPr lang="en-US" altLang="zh-CN" sz="2800" b="1" i="1" baseline="-25000" noProof="0" dirty="0" err="1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ij</a:t>
            </a:r>
            <a:r>
              <a:rPr lang="en-US" altLang="zh-CN" sz="2800" b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)</a:t>
            </a:r>
            <a:r>
              <a:rPr lang="en-US" altLang="zh-CN" sz="2800" b="1" i="1" baseline="-25000" noProof="0" dirty="0" err="1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l</a:t>
            </a:r>
            <a:r>
              <a:rPr lang="en-US" altLang="zh-CN" sz="2800" b="1" baseline="-25000" noProof="0" dirty="0" err="1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×</a:t>
            </a:r>
            <a:r>
              <a:rPr lang="en-US" altLang="zh-CN" sz="2800" b="1" i="1" baseline="-25000" noProof="0" dirty="0" err="1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n</a:t>
            </a:r>
            <a:r>
              <a:rPr lang="en-US" altLang="zh-CN" sz="2800" b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 </a:t>
            </a:r>
            <a:r>
              <a:rPr lang="zh-CN" altLang="en-US" sz="2800" b="1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，分块为</a:t>
            </a:r>
          </a:p>
        </p:txBody>
      </p:sp>
      <p:sp>
        <p:nvSpPr>
          <p:cNvPr id="4" name="Text Box 2"/>
          <p:cNvSpPr txBox="1"/>
          <p:nvPr/>
        </p:nvSpPr>
        <p:spPr>
          <a:xfrm>
            <a:off x="645478" y="3789045"/>
            <a:ext cx="8001000" cy="60769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</a:lstStyle>
          <a:p>
            <a:pPr marL="0" lvl="0" algn="just" eaLnBrk="1" hangingPunct="1">
              <a:lnSpc>
                <a:spcPct val="120000"/>
              </a:lnSpc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且</a:t>
            </a:r>
            <a:r>
              <a:rPr lang="en-US" altLang="zh-CN" sz="2800" b="1" i="1" noProof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A</a:t>
            </a:r>
            <a:r>
              <a:rPr lang="en-US" altLang="zh-CN" sz="2800" b="1" i="1" baseline="-25000" noProof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ik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的列数等于</a:t>
            </a:r>
            <a:r>
              <a:rPr lang="en-US" altLang="zh-CN" sz="2800" b="1" i="1" noProof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B</a:t>
            </a:r>
            <a:r>
              <a:rPr lang="en-US" altLang="zh-CN" sz="2800" b="1" i="1" baseline="-25000" noProof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k</a:t>
            </a:r>
            <a:r>
              <a:rPr lang="en-US" altLang="zh-CN" sz="2800" b="1" i="1" baseline="-25000" noProof="0" dirty="0">
                <a:ln>
                  <a:noFill/>
                </a:ln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i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的行数（</a:t>
            </a:r>
            <a:r>
              <a:rPr lang="en-US" altLang="zh-CN" sz="2800" b="1" i="1" noProof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k=</a:t>
            </a:r>
            <a:r>
              <a:rPr lang="en-US" altLang="zh-CN" sz="2800" b="1" noProof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1</a:t>
            </a:r>
            <a:r>
              <a:rPr lang="zh-CN" altLang="en-US" sz="2800" b="1" noProof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，</a:t>
            </a:r>
            <a:r>
              <a:rPr lang="en-US" altLang="zh-CN" sz="2800" b="1" noProof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2</a:t>
            </a:r>
            <a:r>
              <a:rPr lang="zh-CN" altLang="en-US" sz="2800" b="1" noProof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，</a:t>
            </a:r>
            <a:r>
              <a:rPr lang="en-US" altLang="zh-CN" sz="2800" b="1" noProof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……</a:t>
            </a:r>
            <a:r>
              <a:rPr lang="en-US" altLang="zh-CN" sz="2800" b="1" i="1" noProof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t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），则</a:t>
            </a:r>
          </a:p>
        </p:txBody>
      </p:sp>
      <p:graphicFrame>
        <p:nvGraphicFramePr>
          <p:cNvPr id="10" name="对象 9">
            <a:hlinkClick r:id="" action="ppaction://ole?verb=0"/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46734345"/>
              </p:ext>
            </p:extLst>
          </p:nvPr>
        </p:nvGraphicFramePr>
        <p:xfrm>
          <a:off x="4283710" y="4509135"/>
          <a:ext cx="2731135" cy="126873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57" name="Equation" r:id="rId5" imgW="927100" imgH="431800" progId="Equation.DSMT4">
                  <p:embed/>
                </p:oleObj>
              </mc:Choice>
              <mc:Fallback>
                <p:oleObj name="Equation" r:id="rId5" imgW="927100" imgH="431800" progId="Equation.DSMT4">
                  <p:embed/>
                  <p:pic>
                    <p:nvPicPr>
                      <p:cNvPr id="0" name="图片 1024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4283710" y="4509135"/>
                        <a:ext cx="2731135" cy="126873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对象 -214748205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31389970"/>
              </p:ext>
            </p:extLst>
          </p:nvPr>
        </p:nvGraphicFramePr>
        <p:xfrm>
          <a:off x="4137025" y="5876925"/>
          <a:ext cx="3959225" cy="5969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58" name="Equation" r:id="rId7" imgW="39319200" imgH="6096000" progId="Equation.DSMT4">
                  <p:embed/>
                </p:oleObj>
              </mc:Choice>
              <mc:Fallback>
                <p:oleObj name="Equation" r:id="rId7" imgW="39319200" imgH="6096000" progId="Equation.DSMT4">
                  <p:embed/>
                  <p:pic>
                    <p:nvPicPr>
                      <p:cNvPr id="0" name="图片 11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4137025" y="5876925"/>
                        <a:ext cx="3959225" cy="596900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5" name="Group 4">
            <a:extLst>
              <a:ext uri="{FF2B5EF4-FFF2-40B4-BE49-F238E27FC236}">
                <a16:creationId xmlns:a16="http://schemas.microsoft.com/office/drawing/2014/main" id="{E797EE91-0BAB-6B4C-9C2C-600CA23D381B}"/>
              </a:ext>
            </a:extLst>
          </p:cNvPr>
          <p:cNvGrpSpPr/>
          <p:nvPr/>
        </p:nvGrpSpPr>
        <p:grpSpPr>
          <a:xfrm>
            <a:off x="1475740" y="1973550"/>
            <a:ext cx="6334760" cy="1713895"/>
            <a:chOff x="1475740" y="1973550"/>
            <a:chExt cx="6334760" cy="1713895"/>
          </a:xfrm>
        </p:grpSpPr>
        <mc:AlternateContent xmlns:mc="http://schemas.openxmlformats.org/markup-compatibility/2006">
          <mc:Choice xmlns:a14="http://schemas.microsoft.com/office/drawing/2010/main" Requires="a14">
            <p:graphicFrame>
              <p:nvGraphicFramePr>
                <p:cNvPr id="2" name="对象 -2147482059"/>
                <p:cNvGraphicFramePr>
                  <a:graphicFrameLocks noChangeAspect="1"/>
                </p:cNvGraphicFramePr>
                <p:nvPr>
                  <p:extLst>
                    <p:ext uri="{D42A27DB-BD31-4B8C-83A1-F6EECF244321}">
                      <p14:modId xmlns:p14="http://schemas.microsoft.com/office/powerpoint/2010/main" val="1373750041"/>
                    </p:ext>
                  </p:extLst>
                </p:nvPr>
              </p:nvGraphicFramePr>
              <p:xfrm>
                <a:off x="1475740" y="1988820"/>
                <a:ext cx="6334760" cy="1698625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spid="_x0000_s5159" name="Equation" r:id="rId9" imgW="2628900" imgH="711200" progId="Equation.DSMT4">
                        <p:embed/>
                      </p:oleObj>
                    </mc:Choice>
                    <mc:Fallback>
                      <p:oleObj name="Equation" r:id="rId9" imgW="2628900" imgH="711200" progId="Equation.DSMT4">
                        <p:embed/>
                        <p:pic>
                          <p:nvPicPr>
                            <p:cNvPr id="0" name="图片 7"/>
                            <p:cNvPicPr/>
                            <p:nvPr/>
                          </p:nvPicPr>
                          <p:blipFill>
                            <a:blip r:embed="rId10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1475740" y="1988820"/>
                              <a:ext cx="6334760" cy="1698625"/>
                            </a:xfrm>
                            <a:prstGeom prst="rect">
                              <a:avLst/>
                            </a:prstGeom>
                            <a:noFill/>
                            <a:ln w="38100">
                              <a:noFill/>
                              <a:miter/>
                            </a:ln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Choice>
          <mc:Fallback>
            <p:graphicFrame>
              <p:nvGraphicFramePr>
                <p:cNvPr id="2" name="对象 -2147482059"/>
                <p:cNvGraphicFramePr>
                  <a:graphicFrameLocks noChangeAspect="1"/>
                </p:cNvGraphicFramePr>
                <p:nvPr>
                  <p:extLst>
                    <p:ext uri="{D42A27DB-BD31-4B8C-83A1-F6EECF244321}">
                      <p14:modId xmlns:p14="http://schemas.microsoft.com/office/powerpoint/2010/main" val="1373750041"/>
                    </p:ext>
                  </p:extLst>
                </p:nvPr>
              </p:nvGraphicFramePr>
              <p:xfrm>
                <a:off x="1475740" y="1988820"/>
                <a:ext cx="6334760" cy="1698625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spid="_x0000_s5159" name="Equation" r:id="rId9" imgW="2628900" imgH="711200" progId="Equation.DSMT4">
                        <p:embed/>
                      </p:oleObj>
                    </mc:Choice>
                    <mc:Fallback>
                      <p:oleObj name="Equation" r:id="rId9" imgW="2628900" imgH="711200" progId="Equation.DSMT4">
                        <p:embed/>
                        <p:pic>
                          <p:nvPicPr>
                            <p:cNvPr id="0" name="图片 7"/>
                            <p:cNvPicPr/>
                            <p:nvPr/>
                          </p:nvPicPr>
                          <p:blipFill>
                            <a:blip r:embed="rId10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1475740" y="1988820"/>
                              <a:ext cx="6334760" cy="1698625"/>
                            </a:xfrm>
                            <a:prstGeom prst="rect">
                              <a:avLst/>
                            </a:prstGeom>
                            <a:noFill/>
                            <a:ln w="38100">
                              <a:noFill/>
                              <a:miter/>
                            </a:ln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7862AE2E-398A-E243-BD3C-34989C142AA8}"/>
                    </a:ext>
                  </a:extLst>
                </p:cNvPr>
                <p:cNvSpPr/>
                <p:nvPr/>
              </p:nvSpPr>
              <p:spPr>
                <a:xfrm rot="5400000">
                  <a:off x="3027762" y="1973552"/>
                  <a:ext cx="432048" cy="43204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7862AE2E-398A-E243-BD3C-34989C142AA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027762" y="1973552"/>
                  <a:ext cx="432048" cy="432043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276A2EF5-A133-3C4A-9627-CFD2270F7D66}"/>
                    </a:ext>
                  </a:extLst>
                </p:cNvPr>
                <p:cNvSpPr/>
                <p:nvPr/>
              </p:nvSpPr>
              <p:spPr>
                <a:xfrm rot="5400000">
                  <a:off x="3059829" y="3145737"/>
                  <a:ext cx="432048" cy="43204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276A2EF5-A133-3C4A-9627-CFD2270F7D6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3059829" y="3145737"/>
                  <a:ext cx="432048" cy="432043"/>
                </a:xfrm>
                <a:prstGeom prst="rect">
                  <a:avLst/>
                </a:prstGeom>
                <a:blipFill>
                  <a:blip r:embed="rId12"/>
                  <a:stretch>
                    <a:fillRect l="-5556"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5AACBEE0-B212-F54D-8A73-B94D64DB0E28}"/>
                    </a:ext>
                  </a:extLst>
                </p:cNvPr>
                <p:cNvSpPr/>
                <p:nvPr/>
              </p:nvSpPr>
              <p:spPr>
                <a:xfrm rot="5400000">
                  <a:off x="6281275" y="1973553"/>
                  <a:ext cx="432048" cy="43204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5AACBEE0-B212-F54D-8A73-B94D64DB0E2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6281275" y="1973553"/>
                  <a:ext cx="432048" cy="432043"/>
                </a:xfrm>
                <a:prstGeom prst="rect">
                  <a:avLst/>
                </a:prstGeom>
                <a:blipFill>
                  <a:blip r:embed="rId13"/>
                  <a:stretch>
                    <a:fillRect l="-2703"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E92168E8-4C86-834C-A8E7-9E6835D16F6E}"/>
                    </a:ext>
                  </a:extLst>
                </p:cNvPr>
                <p:cNvSpPr/>
                <p:nvPr/>
              </p:nvSpPr>
              <p:spPr>
                <a:xfrm rot="5400000">
                  <a:off x="6313342" y="3145738"/>
                  <a:ext cx="432048" cy="43204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E92168E8-4C86-834C-A8E7-9E6835D16F6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6313342" y="3145738"/>
                  <a:ext cx="432048" cy="432043"/>
                </a:xfrm>
                <a:prstGeom prst="rect">
                  <a:avLst/>
                </a:prstGeom>
                <a:blipFill>
                  <a:blip r:embed="rId12"/>
                  <a:stretch>
                    <a:fillRect l="-2703"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E7F1CA44-B680-F04B-81FA-D489140F0637}"/>
                    </a:ext>
                  </a:extLst>
                </p:cNvPr>
                <p:cNvSpPr/>
                <p:nvPr/>
              </p:nvSpPr>
              <p:spPr>
                <a:xfrm>
                  <a:off x="2420662" y="2559919"/>
                  <a:ext cx="432048" cy="43204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9" name="Rectangle 18">
                  <a:extLst>
                    <a:ext uri="{FF2B5EF4-FFF2-40B4-BE49-F238E27FC236}">
                      <a16:creationId xmlns:a16="http://schemas.microsoft.com/office/drawing/2014/main" id="{E7F1CA44-B680-F04B-81FA-D489140F0637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20662" y="2559919"/>
                  <a:ext cx="432048" cy="432043"/>
                </a:xfrm>
                <a:prstGeom prst="rect">
                  <a:avLst/>
                </a:prstGeom>
                <a:blipFill>
                  <a:blip r:embed="rId14"/>
                  <a:stretch>
                    <a:fillRect b="-2703"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FD183AD1-7FD3-504F-BDA8-4AB10BDE41D2}"/>
                    </a:ext>
                  </a:extLst>
                </p:cNvPr>
                <p:cNvSpPr/>
                <p:nvPr/>
              </p:nvSpPr>
              <p:spPr>
                <a:xfrm>
                  <a:off x="3966210" y="2590187"/>
                  <a:ext cx="432048" cy="43204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20" name="Rectangle 19">
                  <a:extLst>
                    <a:ext uri="{FF2B5EF4-FFF2-40B4-BE49-F238E27FC236}">
                      <a16:creationId xmlns:a16="http://schemas.microsoft.com/office/drawing/2014/main" id="{FD183AD1-7FD3-504F-BDA8-4AB10BDE41D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66210" y="2590187"/>
                  <a:ext cx="432048" cy="432043"/>
                </a:xfrm>
                <a:prstGeom prst="rect">
                  <a:avLst/>
                </a:prstGeom>
                <a:blipFill>
                  <a:blip r:embed="rId15"/>
                  <a:stretch>
                    <a:fillRect b="-2703"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7636A362-54EF-9242-9C6C-108D458FECB1}"/>
                    </a:ext>
                  </a:extLst>
                </p:cNvPr>
                <p:cNvSpPr/>
                <p:nvPr/>
              </p:nvSpPr>
              <p:spPr>
                <a:xfrm>
                  <a:off x="5616880" y="2575835"/>
                  <a:ext cx="432048" cy="43204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21" name="Rectangle 20">
                  <a:extLst>
                    <a:ext uri="{FF2B5EF4-FFF2-40B4-BE49-F238E27FC236}">
                      <a16:creationId xmlns:a16="http://schemas.microsoft.com/office/drawing/2014/main" id="{7636A362-54EF-9242-9C6C-108D458FECB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16880" y="2575835"/>
                  <a:ext cx="432048" cy="432043"/>
                </a:xfrm>
                <a:prstGeom prst="rect">
                  <a:avLst/>
                </a:prstGeom>
                <a:blipFill>
                  <a:blip r:embed="rId16"/>
                  <a:stretch>
                    <a:fillRect b="-2703"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3F8F27BB-F60D-9F4C-B29F-A94F458F985E}"/>
                    </a:ext>
                  </a:extLst>
                </p:cNvPr>
                <p:cNvSpPr/>
                <p:nvPr/>
              </p:nvSpPr>
              <p:spPr>
                <a:xfrm>
                  <a:off x="7162428" y="2606103"/>
                  <a:ext cx="432048" cy="43204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22" name="Rectangle 21">
                  <a:extLst>
                    <a:ext uri="{FF2B5EF4-FFF2-40B4-BE49-F238E27FC236}">
                      <a16:creationId xmlns:a16="http://schemas.microsoft.com/office/drawing/2014/main" id="{3F8F27BB-F60D-9F4C-B29F-A94F458F985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162428" y="2606103"/>
                  <a:ext cx="432048" cy="432043"/>
                </a:xfrm>
                <a:prstGeom prst="rect">
                  <a:avLst/>
                </a:prstGeom>
                <a:blipFill>
                  <a:blip r:embed="rId17"/>
                  <a:stretch>
                    <a:fillRect b="-2778"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0D3B36E7-ABD7-5548-AA83-EF4DFFE3E903}"/>
              </a:ext>
            </a:extLst>
          </p:cNvPr>
          <p:cNvGrpSpPr/>
          <p:nvPr/>
        </p:nvGrpSpPr>
        <p:grpSpPr>
          <a:xfrm>
            <a:off x="967740" y="4437380"/>
            <a:ext cx="2998470" cy="1511901"/>
            <a:chOff x="967740" y="4437380"/>
            <a:chExt cx="2998470" cy="1511901"/>
          </a:xfrm>
        </p:grpSpPr>
        <mc:AlternateContent xmlns:mc="http://schemas.openxmlformats.org/markup-compatibility/2006">
          <mc:Choice xmlns:a14="http://schemas.microsoft.com/office/drawing/2010/main" Requires="a14">
            <p:graphicFrame>
              <p:nvGraphicFramePr>
                <p:cNvPr id="3" name="对象 -2147482056"/>
                <p:cNvGraphicFramePr>
                  <a:graphicFrameLocks noChangeAspect="1"/>
                </p:cNvGraphicFramePr>
                <p:nvPr>
                  <p:extLst>
                    <p:ext uri="{D42A27DB-BD31-4B8C-83A1-F6EECF244321}">
                      <p14:modId xmlns:p14="http://schemas.microsoft.com/office/powerpoint/2010/main" val="561632200"/>
                    </p:ext>
                  </p:extLst>
                </p:nvPr>
              </p:nvGraphicFramePr>
              <p:xfrm>
                <a:off x="967740" y="4437380"/>
                <a:ext cx="2998470" cy="1463675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spid="_x0000_s5160" name="Equation" r:id="rId18" imgW="1447800" imgH="711200" progId="Equation.DSMT4">
                        <p:embed/>
                      </p:oleObj>
                    </mc:Choice>
                    <mc:Fallback>
                      <p:oleObj name="Equation" r:id="rId18" imgW="1447800" imgH="711200" progId="Equation.DSMT4">
                        <p:embed/>
                        <p:pic>
                          <p:nvPicPr>
                            <p:cNvPr id="0" name="图片 8"/>
                            <p:cNvPicPr/>
                            <p:nvPr/>
                          </p:nvPicPr>
                          <p:blipFill>
                            <a:blip r:embed="rId19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967740" y="4437380"/>
                              <a:ext cx="2998470" cy="1463675"/>
                            </a:xfrm>
                            <a:prstGeom prst="rect">
                              <a:avLst/>
                            </a:prstGeom>
                            <a:noFill/>
                            <a:ln w="38100">
                              <a:noFill/>
                              <a:miter/>
                            </a:ln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Choice>
          <mc:Fallback>
            <p:graphicFrame>
              <p:nvGraphicFramePr>
                <p:cNvPr id="3" name="对象 -2147482056"/>
                <p:cNvGraphicFramePr>
                  <a:graphicFrameLocks noChangeAspect="1"/>
                </p:cNvGraphicFramePr>
                <p:nvPr>
                  <p:extLst>
                    <p:ext uri="{D42A27DB-BD31-4B8C-83A1-F6EECF244321}">
                      <p14:modId xmlns:p14="http://schemas.microsoft.com/office/powerpoint/2010/main" val="561632200"/>
                    </p:ext>
                  </p:extLst>
                </p:nvPr>
              </p:nvGraphicFramePr>
              <p:xfrm>
                <a:off x="967740" y="4437380"/>
                <a:ext cx="2998470" cy="1463675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spid="_x0000_s5160" name="Equation" r:id="rId18" imgW="1447800" imgH="711200" progId="Equation.DSMT4">
                        <p:embed/>
                      </p:oleObj>
                    </mc:Choice>
                    <mc:Fallback>
                      <p:oleObj name="Equation" r:id="rId18" imgW="1447800" imgH="711200" progId="Equation.DSMT4">
                        <p:embed/>
                        <p:pic>
                          <p:nvPicPr>
                            <p:cNvPr id="0" name="图片 8"/>
                            <p:cNvPicPr/>
                            <p:nvPr/>
                          </p:nvPicPr>
                          <p:blipFill>
                            <a:blip r:embed="rId19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967740" y="4437380"/>
                              <a:ext cx="2998470" cy="1463675"/>
                            </a:xfrm>
                            <a:prstGeom prst="rect">
                              <a:avLst/>
                            </a:prstGeom>
                            <a:noFill/>
                            <a:ln w="38100">
                              <a:noFill/>
                              <a:miter/>
                            </a:ln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B34D2A9F-5CE3-DD4C-8569-2C0ACD4E1F08}"/>
                    </a:ext>
                  </a:extLst>
                </p:cNvPr>
                <p:cNvSpPr/>
                <p:nvPr/>
              </p:nvSpPr>
              <p:spPr>
                <a:xfrm rot="5400000">
                  <a:off x="2595718" y="4437383"/>
                  <a:ext cx="432048" cy="43204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B34D2A9F-5CE3-DD4C-8569-2C0ACD4E1F0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595718" y="4437383"/>
                  <a:ext cx="432048" cy="432043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1BDB7CDC-69D7-D94F-8D09-E37BC17FD89E}"/>
                    </a:ext>
                  </a:extLst>
                </p:cNvPr>
                <p:cNvSpPr/>
                <p:nvPr/>
              </p:nvSpPr>
              <p:spPr>
                <a:xfrm rot="5400000">
                  <a:off x="2627785" y="5517235"/>
                  <a:ext cx="432048" cy="43204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1BDB7CDC-69D7-D94F-8D09-E37BC17FD89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2627785" y="5517235"/>
                  <a:ext cx="432048" cy="432043"/>
                </a:xfrm>
                <a:prstGeom prst="rect">
                  <a:avLst/>
                </a:prstGeom>
                <a:blipFill>
                  <a:blip r:embed="rId21"/>
                  <a:stretch>
                    <a:fillRect l="-2703"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77C1C095-7DDC-6D4F-BF92-4BFFB720936C}"/>
                    </a:ext>
                  </a:extLst>
                </p:cNvPr>
                <p:cNvSpPr/>
                <p:nvPr/>
              </p:nvSpPr>
              <p:spPr>
                <a:xfrm>
                  <a:off x="1988614" y="4931907"/>
                  <a:ext cx="432048" cy="43204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24" name="Rectangle 23">
                  <a:extLst>
                    <a:ext uri="{FF2B5EF4-FFF2-40B4-BE49-F238E27FC236}">
                      <a16:creationId xmlns:a16="http://schemas.microsoft.com/office/drawing/2014/main" id="{77C1C095-7DDC-6D4F-BF92-4BFFB720936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88614" y="4931907"/>
                  <a:ext cx="432048" cy="432043"/>
                </a:xfrm>
                <a:prstGeom prst="rect">
                  <a:avLst/>
                </a:prstGeom>
                <a:blipFill>
                  <a:blip r:embed="rId22"/>
                  <a:stretch>
                    <a:fillRect l="-2778" b="-2703"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D7E40569-9365-8445-9EA5-882ED28F6B2A}"/>
                    </a:ext>
                  </a:extLst>
                </p:cNvPr>
                <p:cNvSpPr/>
                <p:nvPr/>
              </p:nvSpPr>
              <p:spPr>
                <a:xfrm>
                  <a:off x="3275856" y="4962175"/>
                  <a:ext cx="432048" cy="43204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D7E40569-9365-8445-9EA5-882ED28F6B2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75856" y="4962175"/>
                  <a:ext cx="432048" cy="432043"/>
                </a:xfrm>
                <a:prstGeom prst="rect">
                  <a:avLst/>
                </a:prstGeom>
                <a:blipFill>
                  <a:blip r:embed="rId14"/>
                  <a:stretch>
                    <a:fillRect b="-2703"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06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0658" grpId="0"/>
      <p:bldP spid="70658" grpId="1"/>
      <p:bldP spid="4" grpId="0"/>
      <p:bldP spid="4" grpId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21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2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4914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重（难）点问题</a:t>
            </a:r>
            <a:r>
              <a:rPr lang="en-US" altLang="zh-CN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:  </a:t>
            </a: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分块矩阵的运算</a:t>
            </a:r>
            <a:endParaRPr kumimoji="1" lang="zh-CN" altLang="en-US" sz="26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华文中宋" panose="02010600040101010101" pitchFamily="2" charset="-122"/>
              <a:ea typeface="华文中宋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" name="Text Box 2"/>
          <p:cNvSpPr txBox="1"/>
          <p:nvPr>
            <p:custDataLst>
              <p:tags r:id="rId1"/>
            </p:custDataLst>
          </p:nvPr>
        </p:nvSpPr>
        <p:spPr>
          <a:xfrm>
            <a:off x="394970" y="1052830"/>
            <a:ext cx="8239760" cy="1641475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</a:lstStyle>
          <a:p>
            <a:pPr marL="0" lvl="0" algn="l" eaLnBrk="1" hangingPunct="1">
              <a:lnSpc>
                <a:spcPct val="120000"/>
              </a:lnSpc>
              <a:buClrTx/>
              <a:buSzTx/>
              <a:buFontTx/>
              <a:buNone/>
            </a:pPr>
            <a:r>
              <a:rPr lang="zh-CN" altLang="en-US" sz="2800" b="1" dirty="0">
                <a:solidFill>
                  <a:srgbClr val="C00000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注：</a:t>
            </a:r>
            <a:r>
              <a:rPr lang="en-US" altLang="zh-CN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 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在进行乘法运算时，右矩阵的行分法要与左矩阵的列分法相同。选用的分块形式要以进行的运算来确定。</a:t>
            </a:r>
            <a:endParaRPr lang="zh-CN" altLang="en-US" sz="2800" b="1" dirty="0">
              <a:latin typeface="华文中宋" panose="02010600040101010101" pitchFamily="2" charset="-122"/>
              <a:ea typeface="华文中宋" panose="02010600040101010101" pitchFamily="2" charset="-122"/>
              <a:cs typeface="华文中宋" panose="02010600040101010101" pitchFamily="2" charset="-122"/>
            </a:endParaRPr>
          </a:p>
        </p:txBody>
      </p:sp>
      <p:sp>
        <p:nvSpPr>
          <p:cNvPr id="7" name="矩形 6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398780" y="2781300"/>
            <a:ext cx="3723005" cy="11245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8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例</a:t>
            </a:r>
            <a:r>
              <a:rPr kumimoji="1" lang="en-US" altLang="zh-CN" sz="28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   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设矩阵</a:t>
            </a:r>
            <a:endParaRPr lang="zh-CN" altLang="en-US" sz="2800" b="1" dirty="0">
              <a:latin typeface="Times New Roman" panose="02020603050405020304" pitchFamily="18" charset="0"/>
              <a:ea typeface="华文中宋" panose="02010600040101010101" pitchFamily="2" charset="-122"/>
              <a:cs typeface="华文中宋" panose="02010600040101010101" pitchFamily="2" charset="-122"/>
            </a:endParaRPr>
          </a:p>
          <a:p>
            <a:pPr marL="0" marR="0" lvl="0" indent="0" algn="l" defTabSz="914400" rtl="0" eaLnBrk="1" fontAlgn="base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en-US" altLang="zh-CN" sz="2800" b="1" i="0" u="none" strike="noStrike" kern="1200" cap="none" spc="0" normalizeH="0" baseline="0" noProof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华文中宋" panose="02010600040101010101" pitchFamily="2" charset="-122"/>
              <a:ea typeface="华文中宋" panose="02010600040101010101" pitchFamily="2" charset="-122"/>
              <a:cs typeface="华文中宋" panose="02010600040101010101" pitchFamily="2" charset="-122"/>
            </a:endParaRPr>
          </a:p>
        </p:txBody>
      </p:sp>
      <p:grpSp>
        <p:nvGrpSpPr>
          <p:cNvPr id="52229" name="Group 5"/>
          <p:cNvGrpSpPr/>
          <p:nvPr/>
        </p:nvGrpSpPr>
        <p:grpSpPr>
          <a:xfrm>
            <a:off x="2215198" y="2921318"/>
            <a:ext cx="3143250" cy="1625600"/>
            <a:chOff x="1615" y="938"/>
            <a:chExt cx="1980" cy="1024"/>
          </a:xfrm>
        </p:grpSpPr>
        <p:sp>
          <p:nvSpPr>
            <p:cNvPr id="25648" name="Text Box 6"/>
            <p:cNvSpPr txBox="1"/>
            <p:nvPr>
              <p:custDataLst>
                <p:tags r:id="rId14"/>
              </p:custDataLst>
            </p:nvPr>
          </p:nvSpPr>
          <p:spPr>
            <a:xfrm>
              <a:off x="2116" y="938"/>
              <a:ext cx="156" cy="100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1</a:t>
              </a:r>
            </a:p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0</a:t>
              </a:r>
              <a:endParaRPr lang="en-US" altLang="zh-CN" sz="2600" b="1" baseline="-25000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endParaRPr>
            </a:p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0</a:t>
              </a:r>
            </a:p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0 </a:t>
              </a:r>
            </a:p>
          </p:txBody>
        </p:sp>
        <p:sp>
          <p:nvSpPr>
            <p:cNvPr id="25649" name="Text Box 7"/>
            <p:cNvSpPr txBox="1"/>
            <p:nvPr>
              <p:custDataLst>
                <p:tags r:id="rId15"/>
              </p:custDataLst>
            </p:nvPr>
          </p:nvSpPr>
          <p:spPr>
            <a:xfrm>
              <a:off x="2360" y="938"/>
              <a:ext cx="156" cy="100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0</a:t>
              </a:r>
            </a:p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1</a:t>
              </a:r>
              <a:endParaRPr lang="en-US" altLang="zh-CN" sz="2600" b="1" baseline="-25000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endParaRPr>
            </a:p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0</a:t>
              </a:r>
            </a:p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0 </a:t>
              </a:r>
            </a:p>
          </p:txBody>
        </p:sp>
        <p:sp>
          <p:nvSpPr>
            <p:cNvPr id="25650" name="Text Box 8"/>
            <p:cNvSpPr txBox="1"/>
            <p:nvPr>
              <p:custDataLst>
                <p:tags r:id="rId16"/>
              </p:custDataLst>
            </p:nvPr>
          </p:nvSpPr>
          <p:spPr>
            <a:xfrm>
              <a:off x="2912" y="938"/>
              <a:ext cx="270" cy="100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3</a:t>
              </a: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4</a:t>
              </a:r>
              <a:endParaRPr lang="en-US" altLang="zh-CN" sz="2600" b="1" baseline="-25000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endParaRP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0</a:t>
              </a: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 </a:t>
              </a:r>
              <a:r>
                <a:rPr lang="en-US" altLang="zh-CN" sz="2600" b="1" dirty="0">
                  <a:latin typeface="Symbol" panose="05050102010706020507" pitchFamily="18" charset="2"/>
                  <a:ea typeface="华文中宋" panose="02010600040101010101" pitchFamily="2" charset="-122"/>
                  <a:cs typeface="华文中宋" panose="02010600040101010101" pitchFamily="2" charset="-122"/>
                </a:rPr>
                <a:t>-</a:t>
              </a: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1</a:t>
              </a:r>
            </a:p>
          </p:txBody>
        </p:sp>
        <p:sp>
          <p:nvSpPr>
            <p:cNvPr id="25651" name="Text Box 9"/>
            <p:cNvSpPr txBox="1"/>
            <p:nvPr>
              <p:custDataLst>
                <p:tags r:id="rId17"/>
              </p:custDataLst>
            </p:nvPr>
          </p:nvSpPr>
          <p:spPr>
            <a:xfrm>
              <a:off x="2605" y="938"/>
              <a:ext cx="218" cy="100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1</a:t>
              </a: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2</a:t>
              </a:r>
              <a:endParaRPr lang="en-US" altLang="zh-CN" sz="2600" b="1" baseline="-25000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endParaRP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Symbol" panose="05050102010706020507" pitchFamily="18" charset="2"/>
                  <a:ea typeface="华文中宋" panose="02010600040101010101" pitchFamily="2" charset="-122"/>
                  <a:cs typeface="华文中宋" panose="02010600040101010101" pitchFamily="2" charset="-122"/>
                </a:rPr>
                <a:t>-</a:t>
              </a: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1</a:t>
              </a: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0</a:t>
              </a:r>
            </a:p>
          </p:txBody>
        </p:sp>
        <p:sp>
          <p:nvSpPr>
            <p:cNvPr id="25652" name="Text Box 10"/>
            <p:cNvSpPr txBox="1"/>
            <p:nvPr>
              <p:custDataLst>
                <p:tags r:id="rId18"/>
              </p:custDataLst>
            </p:nvPr>
          </p:nvSpPr>
          <p:spPr>
            <a:xfrm>
              <a:off x="1615" y="1292"/>
              <a:ext cx="1980" cy="329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algn="just" eaLnBrk="1" hangingPunct="1">
                <a:lnSpc>
                  <a:spcPct val="12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i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A </a:t>
              </a:r>
              <a:r>
                <a:rPr lang="en-US" altLang="zh-CN" sz="2600" b="1" dirty="0">
                  <a:latin typeface="Symbol" panose="05050102010706020507" pitchFamily="18" charset="2"/>
                  <a:ea typeface="华文中宋" panose="02010600040101010101" pitchFamily="2" charset="-122"/>
                  <a:cs typeface="华文中宋" panose="02010600040101010101" pitchFamily="2" charset="-122"/>
                </a:rPr>
                <a:t>=                            </a:t>
              </a:r>
              <a:r>
                <a:rPr lang="zh-CN" altLang="en-US" sz="2600" b="1" dirty="0">
                  <a:latin typeface="Symbol" panose="05050102010706020507" pitchFamily="18" charset="2"/>
                  <a:ea typeface="华文中宋" panose="02010600040101010101" pitchFamily="2" charset="-122"/>
                  <a:cs typeface="华文中宋" panose="02010600040101010101" pitchFamily="2" charset="-122"/>
                </a:rPr>
                <a:t>，</a:t>
              </a:r>
            </a:p>
          </p:txBody>
        </p:sp>
        <p:sp>
          <p:nvSpPr>
            <p:cNvPr id="25653" name="AutoShape 11"/>
            <p:cNvSpPr/>
            <p:nvPr>
              <p:custDataLst>
                <p:tags r:id="rId19"/>
              </p:custDataLst>
            </p:nvPr>
          </p:nvSpPr>
          <p:spPr>
            <a:xfrm>
              <a:off x="1998" y="991"/>
              <a:ext cx="1299" cy="971"/>
            </a:xfrm>
            <a:prstGeom prst="bracketPair">
              <a:avLst>
                <a:gd name="adj" fmla="val 6477"/>
              </a:avLst>
            </a:prstGeom>
            <a:noFill/>
            <a:ln w="9525" cap="flat" cmpd="sng">
              <a:solidFill>
                <a:schemeClr val="tx1"/>
              </a:solidFill>
              <a:prstDash val="solid"/>
              <a:headEnd type="none" w="med" len="med"/>
              <a:tailEnd type="none" w="med" len="med"/>
            </a:ln>
          </p:spPr>
          <p:txBody>
            <a:bodyPr wrap="none" anchor="ctr" anchorCtr="0"/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zh-CN" altLang="en-US" sz="1800" dirty="0">
                <a:cs typeface="华文中宋" panose="02010600040101010101" pitchFamily="2" charset="-122"/>
              </a:endParaRPr>
            </a:p>
          </p:txBody>
        </p:sp>
      </p:grpSp>
      <p:grpSp>
        <p:nvGrpSpPr>
          <p:cNvPr id="52236" name="Group 12"/>
          <p:cNvGrpSpPr/>
          <p:nvPr/>
        </p:nvGrpSpPr>
        <p:grpSpPr>
          <a:xfrm>
            <a:off x="5440998" y="2921318"/>
            <a:ext cx="3125787" cy="1625600"/>
            <a:chOff x="3647" y="938"/>
            <a:chExt cx="1969" cy="1024"/>
          </a:xfrm>
        </p:grpSpPr>
        <p:sp>
          <p:nvSpPr>
            <p:cNvPr id="25642" name="Text Box 13"/>
            <p:cNvSpPr txBox="1"/>
            <p:nvPr>
              <p:custDataLst>
                <p:tags r:id="rId8"/>
              </p:custDataLst>
            </p:nvPr>
          </p:nvSpPr>
          <p:spPr>
            <a:xfrm>
              <a:off x="4212" y="938"/>
              <a:ext cx="104" cy="100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1</a:t>
              </a: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2</a:t>
              </a:r>
              <a:endParaRPr lang="en-US" altLang="zh-CN" sz="2600" b="1" baseline="-25000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endParaRP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6</a:t>
              </a: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0</a:t>
              </a:r>
            </a:p>
          </p:txBody>
        </p:sp>
        <p:sp>
          <p:nvSpPr>
            <p:cNvPr id="25643" name="Text Box 14"/>
            <p:cNvSpPr txBox="1"/>
            <p:nvPr>
              <p:custDataLst>
                <p:tags r:id="rId9"/>
              </p:custDataLst>
            </p:nvPr>
          </p:nvSpPr>
          <p:spPr>
            <a:xfrm>
              <a:off x="4460" y="938"/>
              <a:ext cx="218" cy="100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2</a:t>
              </a: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0</a:t>
              </a:r>
              <a:endParaRPr lang="en-US" altLang="zh-CN" sz="2600" b="1" baseline="-25000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endParaRP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3</a:t>
              </a: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Symbol" panose="05050102010706020507" pitchFamily="18" charset="2"/>
                  <a:ea typeface="华文中宋" panose="02010600040101010101" pitchFamily="2" charset="-122"/>
                  <a:cs typeface="华文中宋" panose="02010600040101010101" pitchFamily="2" charset="-122"/>
                </a:rPr>
                <a:t>-</a:t>
              </a: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2</a:t>
              </a:r>
            </a:p>
          </p:txBody>
        </p:sp>
        <p:sp>
          <p:nvSpPr>
            <p:cNvPr id="25644" name="Text Box 15"/>
            <p:cNvSpPr txBox="1"/>
            <p:nvPr>
              <p:custDataLst>
                <p:tags r:id="rId10"/>
              </p:custDataLst>
            </p:nvPr>
          </p:nvSpPr>
          <p:spPr>
            <a:xfrm>
              <a:off x="5070" y="938"/>
              <a:ext cx="156" cy="100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0</a:t>
              </a: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0</a:t>
              </a:r>
              <a:endParaRPr lang="en-US" altLang="zh-CN" sz="2600" b="1" baseline="-25000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endParaRP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0</a:t>
              </a: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 1</a:t>
              </a:r>
            </a:p>
          </p:txBody>
        </p:sp>
        <p:sp>
          <p:nvSpPr>
            <p:cNvPr id="25645" name="Text Box 16"/>
            <p:cNvSpPr txBox="1"/>
            <p:nvPr>
              <p:custDataLst>
                <p:tags r:id="rId11"/>
              </p:custDataLst>
            </p:nvPr>
          </p:nvSpPr>
          <p:spPr>
            <a:xfrm>
              <a:off x="4822" y="938"/>
              <a:ext cx="104" cy="100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0</a:t>
              </a: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0</a:t>
              </a:r>
              <a:endParaRPr lang="en-US" altLang="zh-CN" sz="2600" b="1" baseline="-25000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endParaRP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1</a:t>
              </a: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0</a:t>
              </a:r>
            </a:p>
          </p:txBody>
        </p:sp>
        <p:sp>
          <p:nvSpPr>
            <p:cNvPr id="25646" name="Text Box 17"/>
            <p:cNvSpPr txBox="1"/>
            <p:nvPr>
              <p:custDataLst>
                <p:tags r:id="rId12"/>
              </p:custDataLst>
            </p:nvPr>
          </p:nvSpPr>
          <p:spPr>
            <a:xfrm>
              <a:off x="3647" y="1292"/>
              <a:ext cx="1969" cy="329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algn="r" eaLnBrk="1" hangingPunct="1">
                <a:lnSpc>
                  <a:spcPct val="12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i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B </a:t>
              </a:r>
              <a:r>
                <a:rPr lang="en-US" altLang="zh-CN" sz="2600" b="1" dirty="0">
                  <a:latin typeface="Symbol" panose="05050102010706020507" pitchFamily="18" charset="2"/>
                  <a:ea typeface="华文中宋" panose="02010600040101010101" pitchFamily="2" charset="-122"/>
                  <a:cs typeface="华文中宋" panose="02010600040101010101" pitchFamily="2" charset="-122"/>
                </a:rPr>
                <a:t>=                            </a:t>
              </a:r>
              <a:r>
                <a:rPr lang="zh-CN" altLang="en-US" sz="2600" b="1" dirty="0">
                  <a:latin typeface="Symbol" panose="05050102010706020507" pitchFamily="18" charset="2"/>
                  <a:ea typeface="华文中宋" panose="02010600040101010101" pitchFamily="2" charset="-122"/>
                  <a:cs typeface="华文中宋" panose="02010600040101010101" pitchFamily="2" charset="-122"/>
                </a:rPr>
                <a:t>，</a:t>
              </a:r>
            </a:p>
          </p:txBody>
        </p:sp>
        <p:sp>
          <p:nvSpPr>
            <p:cNvPr id="25647" name="AutoShape 18"/>
            <p:cNvSpPr/>
            <p:nvPr>
              <p:custDataLst>
                <p:tags r:id="rId13"/>
              </p:custDataLst>
            </p:nvPr>
          </p:nvSpPr>
          <p:spPr>
            <a:xfrm>
              <a:off x="4042" y="991"/>
              <a:ext cx="1299" cy="971"/>
            </a:xfrm>
            <a:prstGeom prst="bracketPair">
              <a:avLst>
                <a:gd name="adj" fmla="val 6477"/>
              </a:avLst>
            </a:prstGeom>
            <a:noFill/>
            <a:ln w="9525" cap="flat" cmpd="sng">
              <a:solidFill>
                <a:schemeClr val="tx1"/>
              </a:solidFill>
              <a:prstDash val="solid"/>
              <a:headEnd type="none" w="med" len="med"/>
              <a:tailEnd type="none" w="med" len="med"/>
            </a:ln>
          </p:spPr>
          <p:txBody>
            <a:bodyPr wrap="none" anchor="ctr" anchorCtr="0"/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zh-CN" altLang="en-US" sz="1800" dirty="0">
                <a:cs typeface="华文中宋" panose="02010600040101010101" pitchFamily="2" charset="-122"/>
              </a:endParaRPr>
            </a:p>
          </p:txBody>
        </p:sp>
      </p:grpSp>
      <p:sp>
        <p:nvSpPr>
          <p:cNvPr id="52271" name="Line 47"/>
          <p:cNvSpPr/>
          <p:nvPr>
            <p:custDataLst>
              <p:tags r:id="rId3"/>
            </p:custDataLst>
          </p:nvPr>
        </p:nvSpPr>
        <p:spPr>
          <a:xfrm>
            <a:off x="2896235" y="3723005"/>
            <a:ext cx="1936750" cy="0"/>
          </a:xfrm>
          <a:prstGeom prst="line">
            <a:avLst/>
          </a:prstGeom>
          <a:ln w="9525" cap="flat" cmpd="sng">
            <a:solidFill>
              <a:schemeClr val="accent2"/>
            </a:solidFill>
            <a:prstDash val="solid"/>
            <a:headEnd type="none" w="med" len="med"/>
            <a:tailEnd type="none" w="med" len="med"/>
          </a:ln>
        </p:spPr>
      </p:sp>
      <p:sp>
        <p:nvSpPr>
          <p:cNvPr id="52272" name="Line 48"/>
          <p:cNvSpPr/>
          <p:nvPr>
            <p:custDataLst>
              <p:tags r:id="rId4"/>
            </p:custDataLst>
          </p:nvPr>
        </p:nvSpPr>
        <p:spPr>
          <a:xfrm>
            <a:off x="6139498" y="3723005"/>
            <a:ext cx="1936750" cy="0"/>
          </a:xfrm>
          <a:prstGeom prst="line">
            <a:avLst/>
          </a:prstGeom>
          <a:ln w="9525" cap="flat" cmpd="sng">
            <a:solidFill>
              <a:schemeClr val="accent2"/>
            </a:solidFill>
            <a:prstDash val="solid"/>
            <a:headEnd type="none" w="med" len="med"/>
            <a:tailEnd type="none" w="med" len="med"/>
          </a:ln>
        </p:spPr>
      </p:sp>
      <p:sp>
        <p:nvSpPr>
          <p:cNvPr id="52273" name="Line 49"/>
          <p:cNvSpPr/>
          <p:nvPr>
            <p:custDataLst>
              <p:tags r:id="rId5"/>
            </p:custDataLst>
          </p:nvPr>
        </p:nvSpPr>
        <p:spPr>
          <a:xfrm>
            <a:off x="3739198" y="2987993"/>
            <a:ext cx="0" cy="1506537"/>
          </a:xfrm>
          <a:prstGeom prst="line">
            <a:avLst/>
          </a:prstGeom>
          <a:ln w="9525" cap="flat" cmpd="sng">
            <a:solidFill>
              <a:schemeClr val="accent2"/>
            </a:solidFill>
            <a:prstDash val="solid"/>
            <a:headEnd type="none" w="med" len="med"/>
            <a:tailEnd type="none" w="med" len="med"/>
          </a:ln>
        </p:spPr>
      </p:sp>
      <p:sp>
        <p:nvSpPr>
          <p:cNvPr id="52274" name="Line 50"/>
          <p:cNvSpPr/>
          <p:nvPr>
            <p:custDataLst>
              <p:tags r:id="rId6"/>
            </p:custDataLst>
          </p:nvPr>
        </p:nvSpPr>
        <p:spPr>
          <a:xfrm>
            <a:off x="7163435" y="2987993"/>
            <a:ext cx="0" cy="1506537"/>
          </a:xfrm>
          <a:prstGeom prst="line">
            <a:avLst/>
          </a:prstGeom>
          <a:ln w="9525" cap="flat" cmpd="sng">
            <a:solidFill>
              <a:schemeClr val="accent2"/>
            </a:solidFill>
            <a:prstDash val="solid"/>
            <a:headEnd type="none" w="med" len="med"/>
            <a:tailEnd type="none" w="med" len="med"/>
          </a:ln>
        </p:spPr>
      </p:sp>
      <p:sp>
        <p:nvSpPr>
          <p:cNvPr id="14" name="Rectangle 4"/>
          <p:cNvSpPr/>
          <p:nvPr>
            <p:custDataLst>
              <p:tags r:id="rId7"/>
            </p:custDataLst>
          </p:nvPr>
        </p:nvSpPr>
        <p:spPr>
          <a:xfrm>
            <a:off x="533400" y="4642803"/>
            <a:ext cx="4959985" cy="516255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algn="just" eaLnBrk="1" hangingPunct="1">
              <a:lnSpc>
                <a:spcPct val="120000"/>
              </a:lnSpc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用分块矩阵计算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kA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，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A</a:t>
            </a:r>
            <a:r>
              <a:rPr lang="en-US" altLang="zh-CN" sz="2600" b="1" dirty="0">
                <a:latin typeface="Symbol" panose="05050102010706020507" pitchFamily="18" charset="2"/>
                <a:ea typeface="华文中宋" panose="02010600040101010101" pitchFamily="2" charset="-122"/>
                <a:cs typeface="华文中宋" panose="02010600040101010101" pitchFamily="2" charset="-122"/>
              </a:rPr>
              <a:t>+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B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及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AB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。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2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22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22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522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22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2" dur="500"/>
                                        <p:tgtEl>
                                          <p:spTgt spid="522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6" grpId="1"/>
      <p:bldP spid="14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47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4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4914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重（难）点问题</a:t>
            </a:r>
            <a:r>
              <a:rPr lang="en-US" altLang="zh-CN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:  </a:t>
            </a: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分块矩阵的运算</a:t>
            </a:r>
            <a:endParaRPr kumimoji="1" lang="zh-CN" altLang="en-US" sz="26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华文中宋" panose="02010600040101010101" pitchFamily="2" charset="-122"/>
              <a:ea typeface="华文中宋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" name="矩形 6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398780" y="1130935"/>
            <a:ext cx="3723005" cy="11245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8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例</a:t>
            </a:r>
            <a:r>
              <a:rPr kumimoji="1" lang="en-US" altLang="zh-CN" sz="28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   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设矩阵</a:t>
            </a:r>
            <a:endParaRPr lang="zh-CN" altLang="en-US" sz="2800" b="1" dirty="0">
              <a:latin typeface="Times New Roman" panose="02020603050405020304" pitchFamily="18" charset="0"/>
              <a:ea typeface="华文中宋" panose="02010600040101010101" pitchFamily="2" charset="-122"/>
              <a:cs typeface="华文中宋" panose="02010600040101010101" pitchFamily="2" charset="-122"/>
            </a:endParaRPr>
          </a:p>
          <a:p>
            <a:pPr marL="0" marR="0" lvl="0" indent="0" algn="l" defTabSz="914400" rtl="0" eaLnBrk="1" fontAlgn="base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en-US" altLang="zh-CN" sz="2800" b="1" i="0" u="none" strike="noStrike" kern="1200" cap="none" spc="0" normalizeH="0" baseline="0" noProof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华文中宋" panose="02010600040101010101" pitchFamily="2" charset="-122"/>
              <a:ea typeface="华文中宋" panose="02010600040101010101" pitchFamily="2" charset="-122"/>
              <a:cs typeface="华文中宋" panose="02010600040101010101" pitchFamily="2" charset="-122"/>
            </a:endParaRPr>
          </a:p>
        </p:txBody>
      </p:sp>
      <p:sp>
        <p:nvSpPr>
          <p:cNvPr id="13" name="矩形 12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539750" y="3933190"/>
            <a:ext cx="1225550" cy="6076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8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解：</a:t>
            </a:r>
          </a:p>
        </p:txBody>
      </p:sp>
      <p:grpSp>
        <p:nvGrpSpPr>
          <p:cNvPr id="52229" name="Group 5"/>
          <p:cNvGrpSpPr/>
          <p:nvPr/>
        </p:nvGrpSpPr>
        <p:grpSpPr>
          <a:xfrm>
            <a:off x="2215198" y="1270953"/>
            <a:ext cx="3143250" cy="1625600"/>
            <a:chOff x="1615" y="938"/>
            <a:chExt cx="1980" cy="1024"/>
          </a:xfrm>
        </p:grpSpPr>
        <p:sp>
          <p:nvSpPr>
            <p:cNvPr id="25648" name="Text Box 6"/>
            <p:cNvSpPr txBox="1"/>
            <p:nvPr>
              <p:custDataLst>
                <p:tags r:id="rId40"/>
              </p:custDataLst>
            </p:nvPr>
          </p:nvSpPr>
          <p:spPr>
            <a:xfrm>
              <a:off x="2116" y="938"/>
              <a:ext cx="156" cy="100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1</a:t>
              </a:r>
            </a:p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0</a:t>
              </a:r>
              <a:endParaRPr lang="en-US" altLang="zh-CN" sz="2600" b="1" baseline="-25000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endParaRPr>
            </a:p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0</a:t>
              </a:r>
            </a:p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0 </a:t>
              </a:r>
            </a:p>
          </p:txBody>
        </p:sp>
        <p:sp>
          <p:nvSpPr>
            <p:cNvPr id="25649" name="Text Box 7"/>
            <p:cNvSpPr txBox="1"/>
            <p:nvPr>
              <p:custDataLst>
                <p:tags r:id="rId41"/>
              </p:custDataLst>
            </p:nvPr>
          </p:nvSpPr>
          <p:spPr>
            <a:xfrm>
              <a:off x="2360" y="938"/>
              <a:ext cx="156" cy="100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0</a:t>
              </a:r>
            </a:p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1</a:t>
              </a:r>
              <a:endParaRPr lang="en-US" altLang="zh-CN" sz="2600" b="1" baseline="-25000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endParaRPr>
            </a:p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0</a:t>
              </a:r>
            </a:p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0 </a:t>
              </a:r>
            </a:p>
          </p:txBody>
        </p:sp>
        <p:sp>
          <p:nvSpPr>
            <p:cNvPr id="25650" name="Text Box 8"/>
            <p:cNvSpPr txBox="1"/>
            <p:nvPr>
              <p:custDataLst>
                <p:tags r:id="rId42"/>
              </p:custDataLst>
            </p:nvPr>
          </p:nvSpPr>
          <p:spPr>
            <a:xfrm>
              <a:off x="2912" y="938"/>
              <a:ext cx="270" cy="100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3</a:t>
              </a: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4</a:t>
              </a:r>
              <a:endParaRPr lang="en-US" altLang="zh-CN" sz="2600" b="1" baseline="-25000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endParaRP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0</a:t>
              </a: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 </a:t>
              </a:r>
              <a:r>
                <a:rPr lang="en-US" altLang="zh-CN" sz="2600" b="1" dirty="0">
                  <a:latin typeface="Symbol" panose="05050102010706020507" pitchFamily="18" charset="2"/>
                  <a:ea typeface="华文中宋" panose="02010600040101010101" pitchFamily="2" charset="-122"/>
                  <a:cs typeface="华文中宋" panose="02010600040101010101" pitchFamily="2" charset="-122"/>
                </a:rPr>
                <a:t>-</a:t>
              </a: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1</a:t>
              </a:r>
            </a:p>
          </p:txBody>
        </p:sp>
        <p:sp>
          <p:nvSpPr>
            <p:cNvPr id="25651" name="Text Box 9"/>
            <p:cNvSpPr txBox="1"/>
            <p:nvPr>
              <p:custDataLst>
                <p:tags r:id="rId43"/>
              </p:custDataLst>
            </p:nvPr>
          </p:nvSpPr>
          <p:spPr>
            <a:xfrm>
              <a:off x="2605" y="938"/>
              <a:ext cx="218" cy="100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1</a:t>
              </a: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2</a:t>
              </a:r>
              <a:endParaRPr lang="en-US" altLang="zh-CN" sz="2600" b="1" baseline="-25000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endParaRP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Symbol" panose="05050102010706020507" pitchFamily="18" charset="2"/>
                  <a:ea typeface="华文中宋" panose="02010600040101010101" pitchFamily="2" charset="-122"/>
                  <a:cs typeface="华文中宋" panose="02010600040101010101" pitchFamily="2" charset="-122"/>
                </a:rPr>
                <a:t>-</a:t>
              </a: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1</a:t>
              </a: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0</a:t>
              </a:r>
            </a:p>
          </p:txBody>
        </p:sp>
        <p:sp>
          <p:nvSpPr>
            <p:cNvPr id="25652" name="Text Box 10"/>
            <p:cNvSpPr txBox="1"/>
            <p:nvPr>
              <p:custDataLst>
                <p:tags r:id="rId44"/>
              </p:custDataLst>
            </p:nvPr>
          </p:nvSpPr>
          <p:spPr>
            <a:xfrm>
              <a:off x="1615" y="1292"/>
              <a:ext cx="1980" cy="329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algn="just" eaLnBrk="1" hangingPunct="1">
                <a:lnSpc>
                  <a:spcPct val="12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i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A </a:t>
              </a:r>
              <a:r>
                <a:rPr lang="en-US" altLang="zh-CN" sz="2600" b="1" dirty="0">
                  <a:latin typeface="Symbol" panose="05050102010706020507" pitchFamily="18" charset="2"/>
                  <a:ea typeface="华文中宋" panose="02010600040101010101" pitchFamily="2" charset="-122"/>
                  <a:cs typeface="华文中宋" panose="02010600040101010101" pitchFamily="2" charset="-122"/>
                </a:rPr>
                <a:t>=                            </a:t>
              </a:r>
              <a:r>
                <a:rPr lang="zh-CN" altLang="en-US" sz="2600" b="1" dirty="0">
                  <a:latin typeface="Symbol" panose="05050102010706020507" pitchFamily="18" charset="2"/>
                  <a:ea typeface="华文中宋" panose="02010600040101010101" pitchFamily="2" charset="-122"/>
                  <a:cs typeface="华文中宋" panose="02010600040101010101" pitchFamily="2" charset="-122"/>
                </a:rPr>
                <a:t>，</a:t>
              </a:r>
            </a:p>
          </p:txBody>
        </p:sp>
        <p:sp>
          <p:nvSpPr>
            <p:cNvPr id="25653" name="AutoShape 11"/>
            <p:cNvSpPr/>
            <p:nvPr>
              <p:custDataLst>
                <p:tags r:id="rId45"/>
              </p:custDataLst>
            </p:nvPr>
          </p:nvSpPr>
          <p:spPr>
            <a:xfrm>
              <a:off x="1998" y="991"/>
              <a:ext cx="1299" cy="971"/>
            </a:xfrm>
            <a:prstGeom prst="bracketPair">
              <a:avLst>
                <a:gd name="adj" fmla="val 6477"/>
              </a:avLst>
            </a:prstGeom>
            <a:noFill/>
            <a:ln w="9525" cap="flat" cmpd="sng">
              <a:solidFill>
                <a:schemeClr val="tx1"/>
              </a:solidFill>
              <a:prstDash val="solid"/>
              <a:headEnd type="none" w="med" len="med"/>
              <a:tailEnd type="none" w="med" len="med"/>
            </a:ln>
          </p:spPr>
          <p:txBody>
            <a:bodyPr wrap="none" anchor="ctr" anchorCtr="0"/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zh-CN" altLang="en-US" sz="1800" dirty="0">
                <a:cs typeface="华文中宋" panose="02010600040101010101" pitchFamily="2" charset="-122"/>
              </a:endParaRPr>
            </a:p>
          </p:txBody>
        </p:sp>
      </p:grpSp>
      <p:grpSp>
        <p:nvGrpSpPr>
          <p:cNvPr id="52236" name="Group 12"/>
          <p:cNvGrpSpPr/>
          <p:nvPr/>
        </p:nvGrpSpPr>
        <p:grpSpPr>
          <a:xfrm>
            <a:off x="5440998" y="1270953"/>
            <a:ext cx="3125787" cy="1625600"/>
            <a:chOff x="3647" y="938"/>
            <a:chExt cx="1969" cy="1024"/>
          </a:xfrm>
        </p:grpSpPr>
        <p:sp>
          <p:nvSpPr>
            <p:cNvPr id="25642" name="Text Box 13"/>
            <p:cNvSpPr txBox="1"/>
            <p:nvPr>
              <p:custDataLst>
                <p:tags r:id="rId34"/>
              </p:custDataLst>
            </p:nvPr>
          </p:nvSpPr>
          <p:spPr>
            <a:xfrm>
              <a:off x="4212" y="938"/>
              <a:ext cx="104" cy="100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1</a:t>
              </a: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2</a:t>
              </a:r>
              <a:endParaRPr lang="en-US" altLang="zh-CN" sz="2600" b="1" baseline="-25000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endParaRP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6</a:t>
              </a: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0</a:t>
              </a:r>
            </a:p>
          </p:txBody>
        </p:sp>
        <p:sp>
          <p:nvSpPr>
            <p:cNvPr id="25643" name="Text Box 14"/>
            <p:cNvSpPr txBox="1"/>
            <p:nvPr>
              <p:custDataLst>
                <p:tags r:id="rId35"/>
              </p:custDataLst>
            </p:nvPr>
          </p:nvSpPr>
          <p:spPr>
            <a:xfrm>
              <a:off x="4460" y="938"/>
              <a:ext cx="218" cy="100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2</a:t>
              </a: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0</a:t>
              </a:r>
              <a:endParaRPr lang="en-US" altLang="zh-CN" sz="2600" b="1" baseline="-25000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endParaRP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3</a:t>
              </a: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Symbol" panose="05050102010706020507" pitchFamily="18" charset="2"/>
                  <a:ea typeface="华文中宋" panose="02010600040101010101" pitchFamily="2" charset="-122"/>
                  <a:cs typeface="华文中宋" panose="02010600040101010101" pitchFamily="2" charset="-122"/>
                </a:rPr>
                <a:t>-</a:t>
              </a: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2</a:t>
              </a:r>
            </a:p>
          </p:txBody>
        </p:sp>
        <p:sp>
          <p:nvSpPr>
            <p:cNvPr id="25644" name="Text Box 15"/>
            <p:cNvSpPr txBox="1"/>
            <p:nvPr>
              <p:custDataLst>
                <p:tags r:id="rId36"/>
              </p:custDataLst>
            </p:nvPr>
          </p:nvSpPr>
          <p:spPr>
            <a:xfrm>
              <a:off x="5070" y="938"/>
              <a:ext cx="156" cy="100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0</a:t>
              </a: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0</a:t>
              </a:r>
              <a:endParaRPr lang="en-US" altLang="zh-CN" sz="2600" b="1" baseline="-25000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endParaRP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0</a:t>
              </a: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 1</a:t>
              </a:r>
            </a:p>
          </p:txBody>
        </p:sp>
        <p:sp>
          <p:nvSpPr>
            <p:cNvPr id="25645" name="Text Box 16"/>
            <p:cNvSpPr txBox="1"/>
            <p:nvPr>
              <p:custDataLst>
                <p:tags r:id="rId37"/>
              </p:custDataLst>
            </p:nvPr>
          </p:nvSpPr>
          <p:spPr>
            <a:xfrm>
              <a:off x="4822" y="938"/>
              <a:ext cx="104" cy="100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0</a:t>
              </a: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0</a:t>
              </a:r>
              <a:endParaRPr lang="en-US" altLang="zh-CN" sz="2600" b="1" baseline="-25000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endParaRP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1</a:t>
              </a: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0</a:t>
              </a:r>
            </a:p>
          </p:txBody>
        </p:sp>
        <p:sp>
          <p:nvSpPr>
            <p:cNvPr id="25646" name="Text Box 17"/>
            <p:cNvSpPr txBox="1"/>
            <p:nvPr>
              <p:custDataLst>
                <p:tags r:id="rId38"/>
              </p:custDataLst>
            </p:nvPr>
          </p:nvSpPr>
          <p:spPr>
            <a:xfrm>
              <a:off x="3647" y="1292"/>
              <a:ext cx="1969" cy="329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algn="r" eaLnBrk="1" hangingPunct="1">
                <a:lnSpc>
                  <a:spcPct val="12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i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B </a:t>
              </a:r>
              <a:r>
                <a:rPr lang="en-US" altLang="zh-CN" sz="2600" b="1" dirty="0">
                  <a:latin typeface="Symbol" panose="05050102010706020507" pitchFamily="18" charset="2"/>
                  <a:ea typeface="华文中宋" panose="02010600040101010101" pitchFamily="2" charset="-122"/>
                  <a:cs typeface="华文中宋" panose="02010600040101010101" pitchFamily="2" charset="-122"/>
                </a:rPr>
                <a:t>=                            </a:t>
              </a:r>
              <a:r>
                <a:rPr lang="zh-CN" altLang="en-US" sz="2600" b="1" dirty="0">
                  <a:latin typeface="Symbol" panose="05050102010706020507" pitchFamily="18" charset="2"/>
                  <a:ea typeface="华文中宋" panose="02010600040101010101" pitchFamily="2" charset="-122"/>
                  <a:cs typeface="华文中宋" panose="02010600040101010101" pitchFamily="2" charset="-122"/>
                </a:rPr>
                <a:t>，</a:t>
              </a:r>
            </a:p>
          </p:txBody>
        </p:sp>
        <p:sp>
          <p:nvSpPr>
            <p:cNvPr id="25647" name="AutoShape 18"/>
            <p:cNvSpPr/>
            <p:nvPr>
              <p:custDataLst>
                <p:tags r:id="rId39"/>
              </p:custDataLst>
            </p:nvPr>
          </p:nvSpPr>
          <p:spPr>
            <a:xfrm>
              <a:off x="4042" y="991"/>
              <a:ext cx="1299" cy="971"/>
            </a:xfrm>
            <a:prstGeom prst="bracketPair">
              <a:avLst>
                <a:gd name="adj" fmla="val 6477"/>
              </a:avLst>
            </a:prstGeom>
            <a:noFill/>
            <a:ln w="9525" cap="flat" cmpd="sng">
              <a:solidFill>
                <a:schemeClr val="tx1"/>
              </a:solidFill>
              <a:prstDash val="solid"/>
              <a:headEnd type="none" w="med" len="med"/>
              <a:tailEnd type="none" w="med" len="med"/>
            </a:ln>
          </p:spPr>
          <p:txBody>
            <a:bodyPr wrap="none" anchor="ctr" anchorCtr="0"/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zh-CN" altLang="en-US" sz="1800" dirty="0">
                <a:cs typeface="华文中宋" panose="02010600040101010101" pitchFamily="2" charset="-122"/>
              </a:endParaRPr>
            </a:p>
          </p:txBody>
        </p:sp>
      </p:grpSp>
      <p:sp>
        <p:nvSpPr>
          <p:cNvPr id="52271" name="Line 47"/>
          <p:cNvSpPr/>
          <p:nvPr>
            <p:custDataLst>
              <p:tags r:id="rId3"/>
            </p:custDataLst>
          </p:nvPr>
        </p:nvSpPr>
        <p:spPr>
          <a:xfrm>
            <a:off x="2896235" y="2072640"/>
            <a:ext cx="1936750" cy="0"/>
          </a:xfrm>
          <a:prstGeom prst="line">
            <a:avLst/>
          </a:prstGeom>
          <a:ln w="9525" cap="flat" cmpd="sng">
            <a:solidFill>
              <a:schemeClr val="accent2"/>
            </a:solidFill>
            <a:prstDash val="solid"/>
            <a:headEnd type="none" w="med" len="med"/>
            <a:tailEnd type="none" w="med" len="med"/>
          </a:ln>
        </p:spPr>
      </p:sp>
      <p:sp>
        <p:nvSpPr>
          <p:cNvPr id="52272" name="Line 48"/>
          <p:cNvSpPr/>
          <p:nvPr>
            <p:custDataLst>
              <p:tags r:id="rId4"/>
            </p:custDataLst>
          </p:nvPr>
        </p:nvSpPr>
        <p:spPr>
          <a:xfrm>
            <a:off x="6139498" y="2072640"/>
            <a:ext cx="1936750" cy="0"/>
          </a:xfrm>
          <a:prstGeom prst="line">
            <a:avLst/>
          </a:prstGeom>
          <a:ln w="9525" cap="flat" cmpd="sng">
            <a:solidFill>
              <a:schemeClr val="accent2"/>
            </a:solidFill>
            <a:prstDash val="solid"/>
            <a:headEnd type="none" w="med" len="med"/>
            <a:tailEnd type="none" w="med" len="med"/>
          </a:ln>
        </p:spPr>
      </p:sp>
      <p:sp>
        <p:nvSpPr>
          <p:cNvPr id="52273" name="Line 49"/>
          <p:cNvSpPr/>
          <p:nvPr>
            <p:custDataLst>
              <p:tags r:id="rId5"/>
            </p:custDataLst>
          </p:nvPr>
        </p:nvSpPr>
        <p:spPr>
          <a:xfrm>
            <a:off x="3739198" y="1337628"/>
            <a:ext cx="0" cy="1506537"/>
          </a:xfrm>
          <a:prstGeom prst="line">
            <a:avLst/>
          </a:prstGeom>
          <a:ln w="9525" cap="flat" cmpd="sng">
            <a:solidFill>
              <a:schemeClr val="accent2"/>
            </a:solidFill>
            <a:prstDash val="solid"/>
            <a:headEnd type="none" w="med" len="med"/>
            <a:tailEnd type="none" w="med" len="med"/>
          </a:ln>
        </p:spPr>
      </p:sp>
      <p:sp>
        <p:nvSpPr>
          <p:cNvPr id="52274" name="Line 50"/>
          <p:cNvSpPr/>
          <p:nvPr>
            <p:custDataLst>
              <p:tags r:id="rId6"/>
            </p:custDataLst>
          </p:nvPr>
        </p:nvSpPr>
        <p:spPr>
          <a:xfrm>
            <a:off x="7163435" y="1337628"/>
            <a:ext cx="0" cy="1506537"/>
          </a:xfrm>
          <a:prstGeom prst="line">
            <a:avLst/>
          </a:prstGeom>
          <a:ln w="9525" cap="flat" cmpd="sng">
            <a:solidFill>
              <a:schemeClr val="accent2"/>
            </a:solidFill>
            <a:prstDash val="solid"/>
            <a:headEnd type="none" w="med" len="med"/>
            <a:tailEnd type="none" w="med" len="med"/>
          </a:ln>
        </p:spPr>
      </p:sp>
      <p:sp>
        <p:nvSpPr>
          <p:cNvPr id="52228" name="Rectangle 4"/>
          <p:cNvSpPr/>
          <p:nvPr>
            <p:custDataLst>
              <p:tags r:id="rId7"/>
            </p:custDataLst>
          </p:nvPr>
        </p:nvSpPr>
        <p:spPr>
          <a:xfrm>
            <a:off x="533400" y="3207703"/>
            <a:ext cx="4959985" cy="516255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algn="just" eaLnBrk="1" hangingPunct="1">
              <a:lnSpc>
                <a:spcPct val="120000"/>
              </a:lnSpc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用分块矩阵计算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kA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，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A</a:t>
            </a:r>
            <a:r>
              <a:rPr lang="en-US" altLang="zh-CN" sz="2600" b="1" dirty="0">
                <a:latin typeface="Symbol" panose="05050102010706020507" pitchFamily="18" charset="2"/>
                <a:ea typeface="华文中宋" panose="02010600040101010101" pitchFamily="2" charset="-122"/>
                <a:cs typeface="华文中宋" panose="02010600040101010101" pitchFamily="2" charset="-122"/>
              </a:rPr>
              <a:t>+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B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及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AB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。</a:t>
            </a:r>
          </a:p>
        </p:txBody>
      </p:sp>
      <p:sp>
        <p:nvSpPr>
          <p:cNvPr id="52243" name="Text Box 19"/>
          <p:cNvSpPr txBox="1"/>
          <p:nvPr>
            <p:custDataLst>
              <p:tags r:id="rId8"/>
            </p:custDataLst>
          </p:nvPr>
        </p:nvSpPr>
        <p:spPr>
          <a:xfrm>
            <a:off x="731997" y="4004945"/>
            <a:ext cx="4078605" cy="479425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algn="just" eaLnBrk="1" hangingPunct="1">
              <a:lnSpc>
                <a:spcPct val="120000"/>
              </a:lnSpc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        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将矩阵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A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，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B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进行分块：</a:t>
            </a:r>
          </a:p>
        </p:txBody>
      </p:sp>
      <p:grpSp>
        <p:nvGrpSpPr>
          <p:cNvPr id="52244" name="Group 20"/>
          <p:cNvGrpSpPr/>
          <p:nvPr/>
        </p:nvGrpSpPr>
        <p:grpSpPr>
          <a:xfrm>
            <a:off x="4884103" y="3916045"/>
            <a:ext cx="1905000" cy="793750"/>
            <a:chOff x="1020" y="2823"/>
            <a:chExt cx="1200" cy="500"/>
          </a:xfrm>
        </p:grpSpPr>
        <p:sp>
          <p:nvSpPr>
            <p:cNvPr id="25638" name="Text Box 21"/>
            <p:cNvSpPr txBox="1"/>
            <p:nvPr>
              <p:custDataLst>
                <p:tags r:id="rId30"/>
              </p:custDataLst>
            </p:nvPr>
          </p:nvSpPr>
          <p:spPr>
            <a:xfrm>
              <a:off x="1020" y="2882"/>
              <a:ext cx="1200" cy="329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algn="just" eaLnBrk="1" hangingPunct="1">
                <a:lnSpc>
                  <a:spcPct val="12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i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A</a:t>
              </a:r>
              <a:r>
                <a:rPr lang="en-US" altLang="zh-CN" sz="2600" b="1" dirty="0">
                  <a:latin typeface="Symbol" panose="05050102010706020507" pitchFamily="18" charset="2"/>
                  <a:ea typeface="华文中宋" panose="02010600040101010101" pitchFamily="2" charset="-122"/>
                  <a:cs typeface="华文中宋" panose="02010600040101010101" pitchFamily="2" charset="-122"/>
                </a:rPr>
                <a:t>=              </a:t>
              </a:r>
              <a:r>
                <a:rPr lang="zh-CN" altLang="en-US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，</a:t>
              </a:r>
              <a:endParaRPr lang="zh-CN" altLang="en-US" sz="2600" b="1" dirty="0">
                <a:latin typeface="Symbol" panose="05050102010706020507" pitchFamily="18" charset="2"/>
                <a:ea typeface="华文中宋" panose="02010600040101010101" pitchFamily="2" charset="-122"/>
                <a:cs typeface="华文中宋" panose="02010600040101010101" pitchFamily="2" charset="-122"/>
              </a:endParaRPr>
            </a:p>
          </p:txBody>
        </p:sp>
        <p:sp>
          <p:nvSpPr>
            <p:cNvPr id="25639" name="Text Box 22"/>
            <p:cNvSpPr txBox="1"/>
            <p:nvPr>
              <p:custDataLst>
                <p:tags r:id="rId31"/>
              </p:custDataLst>
            </p:nvPr>
          </p:nvSpPr>
          <p:spPr>
            <a:xfrm>
              <a:off x="1408" y="2823"/>
              <a:ext cx="202" cy="50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i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E</a:t>
              </a:r>
              <a:endPara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endParaRPr>
            </a:p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i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O</a:t>
              </a: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 </a:t>
              </a:r>
            </a:p>
          </p:txBody>
        </p:sp>
        <p:sp>
          <p:nvSpPr>
            <p:cNvPr id="25640" name="Text Box 23"/>
            <p:cNvSpPr txBox="1"/>
            <p:nvPr>
              <p:custDataLst>
                <p:tags r:id="rId32"/>
              </p:custDataLst>
            </p:nvPr>
          </p:nvSpPr>
          <p:spPr>
            <a:xfrm>
              <a:off x="1577" y="2823"/>
              <a:ext cx="253" cy="50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i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C</a:t>
              </a:r>
              <a:endPara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endParaRP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Symbol" panose="05050102010706020507" pitchFamily="18" charset="2"/>
                  <a:ea typeface="华文中宋" panose="02010600040101010101" pitchFamily="2" charset="-122"/>
                  <a:cs typeface="华文中宋" panose="02010600040101010101" pitchFamily="2" charset="-122"/>
                </a:rPr>
                <a:t>-</a:t>
              </a:r>
              <a:r>
                <a:rPr lang="en-US" altLang="zh-CN" sz="2600" b="1" i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E</a:t>
              </a:r>
              <a:endPara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endParaRPr>
            </a:p>
          </p:txBody>
        </p:sp>
        <p:sp>
          <p:nvSpPr>
            <p:cNvPr id="25641" name="AutoShape 24"/>
            <p:cNvSpPr/>
            <p:nvPr>
              <p:custDataLst>
                <p:tags r:id="rId33"/>
              </p:custDataLst>
            </p:nvPr>
          </p:nvSpPr>
          <p:spPr>
            <a:xfrm flipH="1">
              <a:off x="1309" y="2868"/>
              <a:ext cx="622" cy="418"/>
            </a:xfrm>
            <a:prstGeom prst="bracketPair">
              <a:avLst>
                <a:gd name="adj" fmla="val 6477"/>
              </a:avLst>
            </a:prstGeom>
            <a:noFill/>
            <a:ln w="9525" cap="flat" cmpd="sng">
              <a:solidFill>
                <a:schemeClr val="tx1"/>
              </a:solidFill>
              <a:prstDash val="solid"/>
              <a:headEnd type="none" w="med" len="med"/>
              <a:tailEnd type="none" w="med" len="med"/>
            </a:ln>
          </p:spPr>
          <p:txBody>
            <a:bodyPr wrap="none" anchor="ctr" anchorCtr="0"/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zh-CN" altLang="en-US" sz="1800" dirty="0">
                <a:cs typeface="华文中宋" panose="02010600040101010101" pitchFamily="2" charset="-122"/>
              </a:endParaRPr>
            </a:p>
          </p:txBody>
        </p:sp>
      </p:grpSp>
      <p:grpSp>
        <p:nvGrpSpPr>
          <p:cNvPr id="52249" name="Group 25"/>
          <p:cNvGrpSpPr/>
          <p:nvPr/>
        </p:nvGrpSpPr>
        <p:grpSpPr>
          <a:xfrm>
            <a:off x="6754178" y="3916045"/>
            <a:ext cx="1887537" cy="793750"/>
            <a:chOff x="1020" y="2823"/>
            <a:chExt cx="1189" cy="500"/>
          </a:xfrm>
        </p:grpSpPr>
        <p:sp>
          <p:nvSpPr>
            <p:cNvPr id="25634" name="Text Box 26"/>
            <p:cNvSpPr txBox="1"/>
            <p:nvPr>
              <p:custDataLst>
                <p:tags r:id="rId26"/>
              </p:custDataLst>
            </p:nvPr>
          </p:nvSpPr>
          <p:spPr>
            <a:xfrm>
              <a:off x="1020" y="2882"/>
              <a:ext cx="1189" cy="329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algn="just" eaLnBrk="1" hangingPunct="1">
                <a:lnSpc>
                  <a:spcPct val="12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i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B</a:t>
              </a:r>
              <a:r>
                <a:rPr lang="en-US" altLang="zh-CN" sz="2600" b="1" dirty="0">
                  <a:latin typeface="Symbol" panose="05050102010706020507" pitchFamily="18" charset="2"/>
                  <a:ea typeface="华文中宋" panose="02010600040101010101" pitchFamily="2" charset="-122"/>
                  <a:cs typeface="华文中宋" panose="02010600040101010101" pitchFamily="2" charset="-122"/>
                </a:rPr>
                <a:t>=              </a:t>
              </a:r>
              <a:r>
                <a:rPr lang="zh-CN" altLang="en-US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，</a:t>
              </a:r>
              <a:endParaRPr lang="zh-CN" altLang="en-US" sz="2600" b="1" dirty="0">
                <a:latin typeface="Symbol" panose="05050102010706020507" pitchFamily="18" charset="2"/>
                <a:ea typeface="华文中宋" panose="02010600040101010101" pitchFamily="2" charset="-122"/>
                <a:cs typeface="华文中宋" panose="02010600040101010101" pitchFamily="2" charset="-122"/>
              </a:endParaRPr>
            </a:p>
          </p:txBody>
        </p:sp>
        <p:sp>
          <p:nvSpPr>
            <p:cNvPr id="25635" name="Text Box 27"/>
            <p:cNvSpPr txBox="1"/>
            <p:nvPr>
              <p:custDataLst>
                <p:tags r:id="rId27"/>
              </p:custDataLst>
            </p:nvPr>
          </p:nvSpPr>
          <p:spPr>
            <a:xfrm>
              <a:off x="1408" y="2823"/>
              <a:ext cx="168" cy="50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i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D</a:t>
              </a:r>
              <a:endPara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endParaRPr>
            </a:p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i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F</a:t>
              </a: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 </a:t>
              </a:r>
            </a:p>
          </p:txBody>
        </p:sp>
        <p:sp>
          <p:nvSpPr>
            <p:cNvPr id="25636" name="Text Box 28"/>
            <p:cNvSpPr txBox="1"/>
            <p:nvPr>
              <p:custDataLst>
                <p:tags r:id="rId28"/>
              </p:custDataLst>
            </p:nvPr>
          </p:nvSpPr>
          <p:spPr>
            <a:xfrm>
              <a:off x="1680" y="2823"/>
              <a:ext cx="150" cy="50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i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O</a:t>
              </a:r>
              <a:endPara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endParaRP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i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E</a:t>
              </a:r>
              <a:endPara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endParaRPr>
            </a:p>
          </p:txBody>
        </p:sp>
        <p:sp>
          <p:nvSpPr>
            <p:cNvPr id="25637" name="AutoShape 29"/>
            <p:cNvSpPr/>
            <p:nvPr>
              <p:custDataLst>
                <p:tags r:id="rId29"/>
              </p:custDataLst>
            </p:nvPr>
          </p:nvSpPr>
          <p:spPr>
            <a:xfrm flipH="1">
              <a:off x="1309" y="2868"/>
              <a:ext cx="622" cy="418"/>
            </a:xfrm>
            <a:prstGeom prst="bracketPair">
              <a:avLst>
                <a:gd name="adj" fmla="val 6477"/>
              </a:avLst>
            </a:prstGeom>
            <a:noFill/>
            <a:ln w="9525" cap="flat" cmpd="sng">
              <a:solidFill>
                <a:schemeClr val="tx1"/>
              </a:solidFill>
              <a:prstDash val="solid"/>
              <a:headEnd type="none" w="med" len="med"/>
              <a:tailEnd type="none" w="med" len="med"/>
            </a:ln>
          </p:spPr>
          <p:txBody>
            <a:bodyPr wrap="none" anchor="ctr" anchorCtr="0"/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zh-CN" altLang="en-US" sz="1800" dirty="0">
                <a:cs typeface="华文中宋" panose="02010600040101010101" pitchFamily="2" charset="-122"/>
              </a:endParaRPr>
            </a:p>
          </p:txBody>
        </p:sp>
      </p:grpSp>
      <p:sp>
        <p:nvSpPr>
          <p:cNvPr id="52254" name="Text Box 30"/>
          <p:cNvSpPr txBox="1"/>
          <p:nvPr>
            <p:custDataLst>
              <p:tags r:id="rId9"/>
            </p:custDataLst>
          </p:nvPr>
        </p:nvSpPr>
        <p:spPr>
          <a:xfrm>
            <a:off x="682625" y="5448300"/>
            <a:ext cx="330200" cy="522288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algn="just" eaLnBrk="1" hangingPunct="1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600" b="1" dirty="0">
                <a:latin typeface="Symbol" panose="05050102010706020507" pitchFamily="18" charset="2"/>
                <a:ea typeface="华文中宋" panose="02010600040101010101" pitchFamily="2" charset="-122"/>
                <a:cs typeface="华文中宋" panose="02010600040101010101" pitchFamily="2" charset="-122"/>
              </a:rPr>
              <a:t>则</a:t>
            </a:r>
          </a:p>
        </p:txBody>
      </p:sp>
      <p:sp>
        <p:nvSpPr>
          <p:cNvPr id="52255" name="Text Box 31"/>
          <p:cNvSpPr txBox="1"/>
          <p:nvPr>
            <p:custDataLst>
              <p:tags r:id="rId10"/>
            </p:custDataLst>
          </p:nvPr>
        </p:nvSpPr>
        <p:spPr>
          <a:xfrm>
            <a:off x="2235200" y="5329238"/>
            <a:ext cx="385763" cy="396875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kE</a:t>
            </a:r>
            <a:endParaRPr lang="en-US" altLang="zh-CN" sz="2600" b="1" dirty="0">
              <a:latin typeface="Times New Roman" panose="02020603050405020304" pitchFamily="18" charset="0"/>
              <a:ea typeface="华文中宋" panose="02010600040101010101" pitchFamily="2" charset="-122"/>
              <a:cs typeface="华文中宋" panose="02010600040101010101" pitchFamily="2" charset="-122"/>
            </a:endParaRPr>
          </a:p>
        </p:txBody>
      </p:sp>
      <p:sp>
        <p:nvSpPr>
          <p:cNvPr id="52256" name="Text Box 32"/>
          <p:cNvSpPr txBox="1"/>
          <p:nvPr>
            <p:custDataLst>
              <p:tags r:id="rId11"/>
            </p:custDataLst>
          </p:nvPr>
        </p:nvSpPr>
        <p:spPr>
          <a:xfrm>
            <a:off x="2763838" y="5329238"/>
            <a:ext cx="385762" cy="396875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algn="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kC</a:t>
            </a:r>
            <a:endParaRPr lang="en-US" altLang="zh-CN" sz="2600" b="1" dirty="0">
              <a:latin typeface="Times New Roman" panose="02020603050405020304" pitchFamily="18" charset="0"/>
              <a:ea typeface="华文中宋" panose="02010600040101010101" pitchFamily="2" charset="-122"/>
              <a:cs typeface="华文中宋" panose="02010600040101010101" pitchFamily="2" charset="-122"/>
            </a:endParaRPr>
          </a:p>
        </p:txBody>
      </p:sp>
      <p:sp>
        <p:nvSpPr>
          <p:cNvPr id="52257" name="Rectangle 33"/>
          <p:cNvSpPr/>
          <p:nvPr>
            <p:custDataLst>
              <p:tags r:id="rId12"/>
            </p:custDataLst>
          </p:nvPr>
        </p:nvSpPr>
        <p:spPr>
          <a:xfrm>
            <a:off x="1412875" y="5453063"/>
            <a:ext cx="403225" cy="47625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algn="just" eaLnBrk="1" hangingPunct="1">
              <a:lnSpc>
                <a:spcPct val="120000"/>
              </a:lnSpc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kA</a:t>
            </a:r>
            <a:endParaRPr lang="en-US" altLang="zh-CN" sz="2600" b="1" dirty="0">
              <a:latin typeface="Symbol" panose="05050102010706020507" pitchFamily="18" charset="2"/>
              <a:ea typeface="华文中宋" panose="02010600040101010101" pitchFamily="2" charset="-122"/>
              <a:cs typeface="华文中宋" panose="02010600040101010101" pitchFamily="2" charset="-122"/>
            </a:endParaRPr>
          </a:p>
        </p:txBody>
      </p:sp>
      <p:grpSp>
        <p:nvGrpSpPr>
          <p:cNvPr id="52258" name="Group 34"/>
          <p:cNvGrpSpPr/>
          <p:nvPr/>
        </p:nvGrpSpPr>
        <p:grpSpPr>
          <a:xfrm>
            <a:off x="1784350" y="5400675"/>
            <a:ext cx="1547813" cy="663575"/>
            <a:chOff x="838" y="3082"/>
            <a:chExt cx="975" cy="418"/>
          </a:xfrm>
        </p:grpSpPr>
        <p:sp>
          <p:nvSpPr>
            <p:cNvPr id="25632" name="AutoShape 35"/>
            <p:cNvSpPr/>
            <p:nvPr>
              <p:custDataLst>
                <p:tags r:id="rId24"/>
              </p:custDataLst>
            </p:nvPr>
          </p:nvSpPr>
          <p:spPr>
            <a:xfrm flipH="1">
              <a:off x="1001" y="3082"/>
              <a:ext cx="812" cy="418"/>
            </a:xfrm>
            <a:prstGeom prst="bracketPair">
              <a:avLst>
                <a:gd name="adj" fmla="val 6477"/>
              </a:avLst>
            </a:prstGeom>
            <a:noFill/>
            <a:ln w="9525" cap="flat" cmpd="sng">
              <a:solidFill>
                <a:schemeClr val="tx1"/>
              </a:solidFill>
              <a:prstDash val="solid"/>
              <a:headEnd type="none" w="med" len="med"/>
              <a:tailEnd type="none" w="med" len="med"/>
            </a:ln>
          </p:spPr>
          <p:txBody>
            <a:bodyPr wrap="none" anchor="ctr" anchorCtr="0"/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zh-CN" altLang="en-US" sz="1800" dirty="0">
                <a:cs typeface="华文中宋" panose="02010600040101010101" pitchFamily="2" charset="-122"/>
              </a:endParaRPr>
            </a:p>
          </p:txBody>
        </p:sp>
        <p:sp>
          <p:nvSpPr>
            <p:cNvPr id="25633" name="Rectangle 36"/>
            <p:cNvSpPr/>
            <p:nvPr>
              <p:custDataLst>
                <p:tags r:id="rId25"/>
              </p:custDataLst>
            </p:nvPr>
          </p:nvSpPr>
          <p:spPr>
            <a:xfrm>
              <a:off x="838" y="3115"/>
              <a:ext cx="114" cy="30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algn="just" eaLnBrk="1" hangingPunct="1">
                <a:lnSpc>
                  <a:spcPct val="120000"/>
                </a:lnSpc>
                <a:spcBef>
                  <a:spcPct val="5000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Symbol" panose="05050102010706020507" pitchFamily="18" charset="2"/>
                  <a:ea typeface="华文中宋" panose="02010600040101010101" pitchFamily="2" charset="-122"/>
                  <a:cs typeface="华文中宋" panose="02010600040101010101" pitchFamily="2" charset="-122"/>
                </a:rPr>
                <a:t>=</a:t>
              </a:r>
              <a:endParaRPr lang="en-US" altLang="zh-CN" sz="2600" b="1" i="1" dirty="0">
                <a:latin typeface="Symbol" panose="05050102010706020507" pitchFamily="18" charset="2"/>
                <a:ea typeface="华文中宋" panose="02010600040101010101" pitchFamily="2" charset="-122"/>
                <a:cs typeface="华文中宋" panose="02010600040101010101" pitchFamily="2" charset="-122"/>
              </a:endParaRPr>
            </a:p>
          </p:txBody>
        </p:sp>
      </p:grpSp>
      <p:sp>
        <p:nvSpPr>
          <p:cNvPr id="52261" name="Rectangle 37"/>
          <p:cNvSpPr/>
          <p:nvPr>
            <p:custDataLst>
              <p:tags r:id="rId13"/>
            </p:custDataLst>
          </p:nvPr>
        </p:nvSpPr>
        <p:spPr>
          <a:xfrm>
            <a:off x="2235200" y="5749925"/>
            <a:ext cx="238125" cy="396875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algn="just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O</a:t>
            </a:r>
          </a:p>
        </p:txBody>
      </p:sp>
      <p:sp>
        <p:nvSpPr>
          <p:cNvPr id="52262" name="Rectangle 38"/>
          <p:cNvSpPr/>
          <p:nvPr>
            <p:custDataLst>
              <p:tags r:id="rId14"/>
            </p:custDataLst>
          </p:nvPr>
        </p:nvSpPr>
        <p:spPr>
          <a:xfrm>
            <a:off x="2643188" y="5749925"/>
            <a:ext cx="566737" cy="396875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algn="just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dirty="0">
                <a:latin typeface="Symbol" panose="05050102010706020507" pitchFamily="18" charset="2"/>
                <a:ea typeface="华文中宋" panose="02010600040101010101" pitchFamily="2" charset="-122"/>
                <a:cs typeface="华文中宋" panose="02010600040101010101" pitchFamily="2" charset="-122"/>
              </a:rPr>
              <a:t>-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kE</a:t>
            </a:r>
          </a:p>
        </p:txBody>
      </p:sp>
      <p:grpSp>
        <p:nvGrpSpPr>
          <p:cNvPr id="52263" name="Group 39"/>
          <p:cNvGrpSpPr/>
          <p:nvPr/>
        </p:nvGrpSpPr>
        <p:grpSpPr>
          <a:xfrm>
            <a:off x="3454400" y="4992688"/>
            <a:ext cx="2500313" cy="1541462"/>
            <a:chOff x="2473" y="2825"/>
            <a:chExt cx="1575" cy="971"/>
          </a:xfrm>
        </p:grpSpPr>
        <p:sp>
          <p:nvSpPr>
            <p:cNvPr id="25630" name="Text Box 40"/>
            <p:cNvSpPr txBox="1"/>
            <p:nvPr>
              <p:custDataLst>
                <p:tags r:id="rId22"/>
              </p:custDataLst>
            </p:nvPr>
          </p:nvSpPr>
          <p:spPr>
            <a:xfrm>
              <a:off x="2473" y="3115"/>
              <a:ext cx="114" cy="329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algn="just" eaLnBrk="1" hangingPunct="1">
                <a:lnSpc>
                  <a:spcPct val="12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Symbol" panose="05050102010706020507" pitchFamily="18" charset="2"/>
                  <a:cs typeface="华文中宋" panose="02010600040101010101" pitchFamily="2" charset="-122"/>
                </a:rPr>
                <a:t>=</a:t>
              </a:r>
            </a:p>
          </p:txBody>
        </p:sp>
        <p:sp>
          <p:nvSpPr>
            <p:cNvPr id="25631" name="AutoShape 41"/>
            <p:cNvSpPr/>
            <p:nvPr>
              <p:custDataLst>
                <p:tags r:id="rId23"/>
              </p:custDataLst>
            </p:nvPr>
          </p:nvSpPr>
          <p:spPr>
            <a:xfrm>
              <a:off x="2636" y="2825"/>
              <a:ext cx="1412" cy="971"/>
            </a:xfrm>
            <a:prstGeom prst="bracketPair">
              <a:avLst>
                <a:gd name="adj" fmla="val 6477"/>
              </a:avLst>
            </a:prstGeom>
            <a:noFill/>
            <a:ln w="9525" cap="flat" cmpd="sng">
              <a:solidFill>
                <a:schemeClr val="tx1"/>
              </a:solidFill>
              <a:prstDash val="solid"/>
              <a:headEnd type="none" w="med" len="med"/>
              <a:tailEnd type="none" w="med" len="med"/>
            </a:ln>
          </p:spPr>
          <p:txBody>
            <a:bodyPr wrap="none" anchor="ctr" anchorCtr="0"/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zh-CN" altLang="en-US" sz="1800" dirty="0">
                <a:cs typeface="华文中宋" panose="02010600040101010101" pitchFamily="2" charset="-122"/>
              </a:endParaRPr>
            </a:p>
          </p:txBody>
        </p:sp>
      </p:grpSp>
      <p:sp>
        <p:nvSpPr>
          <p:cNvPr id="52266" name="Text Box 42"/>
          <p:cNvSpPr txBox="1"/>
          <p:nvPr>
            <p:custDataLst>
              <p:tags r:id="rId15"/>
            </p:custDataLst>
          </p:nvPr>
        </p:nvSpPr>
        <p:spPr>
          <a:xfrm>
            <a:off x="3900488" y="4908550"/>
            <a:ext cx="660400" cy="79375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k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    0</a:t>
            </a:r>
          </a:p>
          <a:p>
            <a:pPr marL="0" lvl="0" indent="0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0    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k</a:t>
            </a:r>
          </a:p>
        </p:txBody>
      </p:sp>
      <p:sp>
        <p:nvSpPr>
          <p:cNvPr id="52267" name="Text Box 43"/>
          <p:cNvSpPr txBox="1"/>
          <p:nvPr>
            <p:custDataLst>
              <p:tags r:id="rId16"/>
            </p:custDataLst>
          </p:nvPr>
        </p:nvSpPr>
        <p:spPr>
          <a:xfrm>
            <a:off x="3900488" y="5732463"/>
            <a:ext cx="660400" cy="79375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dirty="0">
                <a:latin typeface="Times New Roman" panose="02020603050405020304" pitchFamily="18" charset="0"/>
                <a:cs typeface="华文中宋" panose="02010600040101010101" pitchFamily="2" charset="-122"/>
              </a:rPr>
              <a:t>0    0</a:t>
            </a:r>
          </a:p>
          <a:p>
            <a:pPr marL="0" lvl="0" indent="0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dirty="0">
                <a:latin typeface="Times New Roman" panose="02020603050405020304" pitchFamily="18" charset="0"/>
                <a:cs typeface="华文中宋" panose="02010600040101010101" pitchFamily="2" charset="-122"/>
              </a:rPr>
              <a:t>0    0</a:t>
            </a:r>
          </a:p>
        </p:txBody>
      </p:sp>
      <p:sp>
        <p:nvSpPr>
          <p:cNvPr id="52268" name="Text Box 44"/>
          <p:cNvSpPr txBox="1"/>
          <p:nvPr>
            <p:custDataLst>
              <p:tags r:id="rId17"/>
            </p:custDataLst>
          </p:nvPr>
        </p:nvSpPr>
        <p:spPr>
          <a:xfrm>
            <a:off x="4849813" y="4908550"/>
            <a:ext cx="908050" cy="79375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  k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   3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k</a:t>
            </a:r>
          </a:p>
          <a:p>
            <a:pPr marL="0" lvl="0" indent="0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2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k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   4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k</a:t>
            </a:r>
          </a:p>
        </p:txBody>
      </p:sp>
      <p:sp>
        <p:nvSpPr>
          <p:cNvPr id="52269" name="Text Box 45"/>
          <p:cNvSpPr txBox="1"/>
          <p:nvPr>
            <p:custDataLst>
              <p:tags r:id="rId18"/>
            </p:custDataLst>
          </p:nvPr>
        </p:nvSpPr>
        <p:spPr>
          <a:xfrm>
            <a:off x="4849813" y="5726113"/>
            <a:ext cx="923925" cy="79375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dirty="0">
                <a:latin typeface="Symbol" panose="05050102010706020507" pitchFamily="18" charset="2"/>
                <a:cs typeface="华文中宋" panose="02010600040101010101" pitchFamily="2" charset="-122"/>
              </a:rPr>
              <a:t>-</a:t>
            </a:r>
            <a:r>
              <a:rPr lang="en-US" altLang="zh-CN" sz="2600" b="1" i="1" dirty="0">
                <a:latin typeface="Times New Roman" panose="02020603050405020304" pitchFamily="18" charset="0"/>
                <a:cs typeface="华文中宋" panose="02010600040101010101" pitchFamily="2" charset="-122"/>
              </a:rPr>
              <a:t>k</a:t>
            </a:r>
            <a:r>
              <a:rPr lang="en-US" altLang="zh-CN" sz="2600" b="1" dirty="0">
                <a:latin typeface="Times New Roman" panose="02020603050405020304" pitchFamily="18" charset="0"/>
                <a:cs typeface="华文中宋" panose="02010600040101010101" pitchFamily="2" charset="-122"/>
              </a:rPr>
              <a:t>    0</a:t>
            </a:r>
          </a:p>
          <a:p>
            <a:pPr marL="0" lvl="0" indent="0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dirty="0">
                <a:latin typeface="Times New Roman" panose="02020603050405020304" pitchFamily="18" charset="0"/>
                <a:cs typeface="华文中宋" panose="02010600040101010101" pitchFamily="2" charset="-122"/>
              </a:rPr>
              <a:t>  0   </a:t>
            </a:r>
            <a:r>
              <a:rPr lang="en-US" altLang="zh-CN" sz="2600" b="1" dirty="0">
                <a:latin typeface="Symbol" panose="05050102010706020507" pitchFamily="18" charset="2"/>
                <a:cs typeface="华文中宋" panose="02010600040101010101" pitchFamily="2" charset="-122"/>
              </a:rPr>
              <a:t>-</a:t>
            </a:r>
            <a:r>
              <a:rPr lang="en-US" altLang="zh-CN" sz="2600" b="1" i="1" dirty="0">
                <a:latin typeface="Times New Roman" panose="02020603050405020304" pitchFamily="18" charset="0"/>
                <a:cs typeface="华文中宋" panose="02010600040101010101" pitchFamily="2" charset="-122"/>
              </a:rPr>
              <a:t>k</a:t>
            </a:r>
          </a:p>
        </p:txBody>
      </p:sp>
      <p:sp>
        <p:nvSpPr>
          <p:cNvPr id="52270" name="Text Box 46"/>
          <p:cNvSpPr txBox="1"/>
          <p:nvPr>
            <p:custDataLst>
              <p:tags r:id="rId19"/>
            </p:custDataLst>
          </p:nvPr>
        </p:nvSpPr>
        <p:spPr>
          <a:xfrm>
            <a:off x="6096000" y="5453063"/>
            <a:ext cx="330200" cy="47625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algn="just" eaLnBrk="1" hangingPunct="1">
              <a:lnSpc>
                <a:spcPct val="120000"/>
              </a:lnSpc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；</a:t>
            </a:r>
          </a:p>
        </p:txBody>
      </p:sp>
      <p:sp>
        <p:nvSpPr>
          <p:cNvPr id="52276" name="Line 52"/>
          <p:cNvSpPr/>
          <p:nvPr>
            <p:custDataLst>
              <p:tags r:id="rId20"/>
            </p:custDataLst>
          </p:nvPr>
        </p:nvSpPr>
        <p:spPr>
          <a:xfrm>
            <a:off x="3859213" y="5743575"/>
            <a:ext cx="1936750" cy="0"/>
          </a:xfrm>
          <a:prstGeom prst="line">
            <a:avLst/>
          </a:prstGeom>
          <a:ln w="9525" cap="flat" cmpd="sng">
            <a:solidFill>
              <a:schemeClr val="accent2"/>
            </a:solidFill>
            <a:prstDash val="solid"/>
            <a:headEnd type="none" w="med" len="med"/>
            <a:tailEnd type="none" w="med" len="med"/>
          </a:ln>
        </p:spPr>
      </p:sp>
      <p:sp>
        <p:nvSpPr>
          <p:cNvPr id="52277" name="Line 53"/>
          <p:cNvSpPr/>
          <p:nvPr>
            <p:custDataLst>
              <p:tags r:id="rId21"/>
            </p:custDataLst>
          </p:nvPr>
        </p:nvSpPr>
        <p:spPr>
          <a:xfrm>
            <a:off x="4703763" y="5026025"/>
            <a:ext cx="0" cy="1506538"/>
          </a:xfrm>
          <a:prstGeom prst="line">
            <a:avLst/>
          </a:prstGeom>
          <a:ln w="9525" cap="flat" cmpd="sng">
            <a:solidFill>
              <a:schemeClr val="accent2"/>
            </a:solidFill>
            <a:prstDash val="solid"/>
            <a:headEnd type="none" w="med" len="med"/>
            <a:tailEnd type="none" w="med" len="med"/>
          </a:ln>
        </p:spPr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224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22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500"/>
                                        <p:tgtEl>
                                          <p:spTgt spid="522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22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500"/>
                                        <p:tgtEl>
                                          <p:spTgt spid="522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22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22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22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522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57" dur="500"/>
                                        <p:tgtEl>
                                          <p:spTgt spid="522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22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522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522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6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5226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82" dur="500"/>
                                        <p:tgtEl>
                                          <p:spTgt spid="522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522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8" fill="hold">
                      <p:stCondLst>
                        <p:cond delay="indefinite"/>
                      </p:stCondLst>
                      <p:childTnLst>
                        <p:par>
                          <p:cTn id="89" fill="hold">
                            <p:stCondLst>
                              <p:cond delay="0"/>
                            </p:stCondLst>
                            <p:childTnLst>
                              <p:par>
                                <p:cTn id="9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2" dur="500"/>
                                        <p:tgtEl>
                                          <p:spTgt spid="522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7" dur="500"/>
                                        <p:tgtEl>
                                          <p:spTgt spid="522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8" fill="hold">
                      <p:stCondLst>
                        <p:cond delay="indefinite"/>
                      </p:stCondLst>
                      <p:childTnLst>
                        <p:par>
                          <p:cTn id="99" fill="hold">
                            <p:stCondLst>
                              <p:cond delay="0"/>
                            </p:stCondLst>
                            <p:childTnLst>
                              <p:par>
                                <p:cTn id="10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2" dur="500"/>
                                        <p:tgtEl>
                                          <p:spTgt spid="522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500"/>
                                        <p:tgtEl>
                                          <p:spTgt spid="522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8" fill="hold">
                      <p:stCondLst>
                        <p:cond delay="indefinite"/>
                      </p:stCondLst>
                      <p:childTnLst>
                        <p:par>
                          <p:cTn id="109" fill="hold">
                            <p:stCondLst>
                              <p:cond delay="0"/>
                            </p:stCondLst>
                            <p:childTnLst>
                              <p:par>
                                <p:cTn id="1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2" dur="500"/>
                                        <p:tgtEl>
                                          <p:spTgt spid="522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3" fill="hold">
                            <p:stCondLst>
                              <p:cond delay="500"/>
                            </p:stCondLst>
                            <p:childTnLst>
                              <p:par>
                                <p:cTn id="11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22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2243" grpId="0" build="p"/>
      <p:bldP spid="52254" grpId="0" build="p"/>
      <p:bldP spid="52255" grpId="0" build="p"/>
      <p:bldP spid="52256" grpId="0" build="p"/>
      <p:bldP spid="52257" grpId="0" build="p"/>
      <p:bldP spid="52261" grpId="0" build="p"/>
      <p:bldP spid="52262" grpId="0" build="p"/>
      <p:bldP spid="52266" grpId="0"/>
      <p:bldP spid="52267" grpId="0"/>
      <p:bldP spid="52268" grpId="0"/>
      <p:bldP spid="52269" grpId="0"/>
      <p:bldP spid="52270" grpId="0" build="p" advAuto="100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54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5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4914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重（难）点问题</a:t>
            </a:r>
            <a:r>
              <a:rPr lang="en-US" altLang="zh-CN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:  </a:t>
            </a: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分块矩阵的运算</a:t>
            </a:r>
            <a:endParaRPr kumimoji="1" lang="zh-CN" altLang="en-US" sz="26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华文中宋" panose="02010600040101010101" pitchFamily="2" charset="-122"/>
              <a:ea typeface="华文中宋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" name="矩形 6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398780" y="1130935"/>
            <a:ext cx="3723005" cy="11245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8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例</a:t>
            </a:r>
            <a:r>
              <a:rPr kumimoji="1" lang="en-US" altLang="zh-CN" sz="28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   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设矩阵</a:t>
            </a:r>
            <a:endParaRPr lang="zh-CN" altLang="en-US" sz="2800" b="1" dirty="0">
              <a:latin typeface="Times New Roman" panose="02020603050405020304" pitchFamily="18" charset="0"/>
              <a:ea typeface="华文中宋" panose="02010600040101010101" pitchFamily="2" charset="-122"/>
              <a:cs typeface="华文中宋" panose="02010600040101010101" pitchFamily="2" charset="-122"/>
            </a:endParaRPr>
          </a:p>
          <a:p>
            <a:pPr marL="0" marR="0" lvl="0" indent="0" algn="l" defTabSz="914400" rtl="0" eaLnBrk="1" fontAlgn="base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en-US" altLang="zh-CN" sz="2800" b="1" i="0" u="none" strike="noStrike" kern="1200" cap="none" spc="0" normalizeH="0" baseline="0" noProof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华文中宋" panose="02010600040101010101" pitchFamily="2" charset="-122"/>
              <a:ea typeface="华文中宋" panose="02010600040101010101" pitchFamily="2" charset="-122"/>
              <a:cs typeface="华文中宋" panose="02010600040101010101" pitchFamily="2" charset="-122"/>
            </a:endParaRPr>
          </a:p>
        </p:txBody>
      </p:sp>
      <p:sp>
        <p:nvSpPr>
          <p:cNvPr id="13" name="矩形 12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539750" y="3933190"/>
            <a:ext cx="1225550" cy="6076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8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解：</a:t>
            </a:r>
          </a:p>
        </p:txBody>
      </p:sp>
      <p:grpSp>
        <p:nvGrpSpPr>
          <p:cNvPr id="52229" name="Group 5"/>
          <p:cNvGrpSpPr/>
          <p:nvPr/>
        </p:nvGrpSpPr>
        <p:grpSpPr>
          <a:xfrm>
            <a:off x="2215198" y="1270953"/>
            <a:ext cx="3143250" cy="1625600"/>
            <a:chOff x="1615" y="938"/>
            <a:chExt cx="1980" cy="1024"/>
          </a:xfrm>
        </p:grpSpPr>
        <p:sp>
          <p:nvSpPr>
            <p:cNvPr id="25648" name="Text Box 6"/>
            <p:cNvSpPr txBox="1"/>
            <p:nvPr>
              <p:custDataLst>
                <p:tags r:id="rId47"/>
              </p:custDataLst>
            </p:nvPr>
          </p:nvSpPr>
          <p:spPr>
            <a:xfrm>
              <a:off x="2116" y="938"/>
              <a:ext cx="156" cy="100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1</a:t>
              </a:r>
            </a:p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0</a:t>
              </a:r>
              <a:endParaRPr lang="en-US" altLang="zh-CN" sz="2600" b="1" baseline="-25000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endParaRPr>
            </a:p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0</a:t>
              </a:r>
            </a:p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0 </a:t>
              </a:r>
            </a:p>
          </p:txBody>
        </p:sp>
        <p:sp>
          <p:nvSpPr>
            <p:cNvPr id="25649" name="Text Box 7"/>
            <p:cNvSpPr txBox="1"/>
            <p:nvPr>
              <p:custDataLst>
                <p:tags r:id="rId48"/>
              </p:custDataLst>
            </p:nvPr>
          </p:nvSpPr>
          <p:spPr>
            <a:xfrm>
              <a:off x="2360" y="938"/>
              <a:ext cx="156" cy="100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0</a:t>
              </a:r>
            </a:p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1</a:t>
              </a:r>
              <a:endParaRPr lang="en-US" altLang="zh-CN" sz="2600" b="1" baseline="-25000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endParaRPr>
            </a:p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0</a:t>
              </a:r>
            </a:p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0 </a:t>
              </a:r>
            </a:p>
          </p:txBody>
        </p:sp>
        <p:sp>
          <p:nvSpPr>
            <p:cNvPr id="25650" name="Text Box 8"/>
            <p:cNvSpPr txBox="1"/>
            <p:nvPr>
              <p:custDataLst>
                <p:tags r:id="rId49"/>
              </p:custDataLst>
            </p:nvPr>
          </p:nvSpPr>
          <p:spPr>
            <a:xfrm>
              <a:off x="2912" y="938"/>
              <a:ext cx="270" cy="100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3</a:t>
              </a: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4</a:t>
              </a:r>
              <a:endParaRPr lang="en-US" altLang="zh-CN" sz="2600" b="1" baseline="-25000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endParaRP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0</a:t>
              </a: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 </a:t>
              </a:r>
              <a:r>
                <a:rPr lang="en-US" altLang="zh-CN" sz="2600" b="1" dirty="0">
                  <a:latin typeface="Symbol" panose="05050102010706020507" pitchFamily="18" charset="2"/>
                  <a:ea typeface="华文中宋" panose="02010600040101010101" pitchFamily="2" charset="-122"/>
                  <a:cs typeface="华文中宋" panose="02010600040101010101" pitchFamily="2" charset="-122"/>
                </a:rPr>
                <a:t>-</a:t>
              </a: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1</a:t>
              </a:r>
            </a:p>
          </p:txBody>
        </p:sp>
        <p:sp>
          <p:nvSpPr>
            <p:cNvPr id="25651" name="Text Box 9"/>
            <p:cNvSpPr txBox="1"/>
            <p:nvPr>
              <p:custDataLst>
                <p:tags r:id="rId50"/>
              </p:custDataLst>
            </p:nvPr>
          </p:nvSpPr>
          <p:spPr>
            <a:xfrm>
              <a:off x="2605" y="938"/>
              <a:ext cx="218" cy="100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1</a:t>
              </a: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2</a:t>
              </a:r>
              <a:endParaRPr lang="en-US" altLang="zh-CN" sz="2600" b="1" baseline="-25000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endParaRP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Symbol" panose="05050102010706020507" pitchFamily="18" charset="2"/>
                  <a:ea typeface="华文中宋" panose="02010600040101010101" pitchFamily="2" charset="-122"/>
                  <a:cs typeface="华文中宋" panose="02010600040101010101" pitchFamily="2" charset="-122"/>
                </a:rPr>
                <a:t>-</a:t>
              </a: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1</a:t>
              </a: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0</a:t>
              </a:r>
            </a:p>
          </p:txBody>
        </p:sp>
        <p:sp>
          <p:nvSpPr>
            <p:cNvPr id="25652" name="Text Box 10"/>
            <p:cNvSpPr txBox="1"/>
            <p:nvPr>
              <p:custDataLst>
                <p:tags r:id="rId51"/>
              </p:custDataLst>
            </p:nvPr>
          </p:nvSpPr>
          <p:spPr>
            <a:xfrm>
              <a:off x="1615" y="1292"/>
              <a:ext cx="1980" cy="329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algn="just" eaLnBrk="1" hangingPunct="1">
                <a:lnSpc>
                  <a:spcPct val="12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i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A </a:t>
              </a:r>
              <a:r>
                <a:rPr lang="en-US" altLang="zh-CN" sz="2600" b="1" dirty="0">
                  <a:latin typeface="Symbol" panose="05050102010706020507" pitchFamily="18" charset="2"/>
                  <a:ea typeface="华文中宋" panose="02010600040101010101" pitchFamily="2" charset="-122"/>
                  <a:cs typeface="华文中宋" panose="02010600040101010101" pitchFamily="2" charset="-122"/>
                </a:rPr>
                <a:t>=                            </a:t>
              </a:r>
              <a:r>
                <a:rPr lang="zh-CN" altLang="en-US" sz="2600" b="1" dirty="0">
                  <a:latin typeface="Symbol" panose="05050102010706020507" pitchFamily="18" charset="2"/>
                  <a:ea typeface="华文中宋" panose="02010600040101010101" pitchFamily="2" charset="-122"/>
                  <a:cs typeface="华文中宋" panose="02010600040101010101" pitchFamily="2" charset="-122"/>
                </a:rPr>
                <a:t>，</a:t>
              </a:r>
            </a:p>
          </p:txBody>
        </p:sp>
        <p:sp>
          <p:nvSpPr>
            <p:cNvPr id="25653" name="AutoShape 11"/>
            <p:cNvSpPr/>
            <p:nvPr>
              <p:custDataLst>
                <p:tags r:id="rId52"/>
              </p:custDataLst>
            </p:nvPr>
          </p:nvSpPr>
          <p:spPr>
            <a:xfrm>
              <a:off x="1998" y="991"/>
              <a:ext cx="1299" cy="971"/>
            </a:xfrm>
            <a:prstGeom prst="bracketPair">
              <a:avLst>
                <a:gd name="adj" fmla="val 6477"/>
              </a:avLst>
            </a:prstGeom>
            <a:noFill/>
            <a:ln w="9525" cap="flat" cmpd="sng">
              <a:solidFill>
                <a:schemeClr val="tx1"/>
              </a:solidFill>
              <a:prstDash val="solid"/>
              <a:headEnd type="none" w="med" len="med"/>
              <a:tailEnd type="none" w="med" len="med"/>
            </a:ln>
          </p:spPr>
          <p:txBody>
            <a:bodyPr wrap="none" anchor="ctr" anchorCtr="0"/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zh-CN" altLang="en-US" sz="1800" dirty="0">
                <a:cs typeface="华文中宋" panose="02010600040101010101" pitchFamily="2" charset="-122"/>
              </a:endParaRPr>
            </a:p>
          </p:txBody>
        </p:sp>
      </p:grpSp>
      <p:grpSp>
        <p:nvGrpSpPr>
          <p:cNvPr id="52236" name="Group 12"/>
          <p:cNvGrpSpPr/>
          <p:nvPr/>
        </p:nvGrpSpPr>
        <p:grpSpPr>
          <a:xfrm>
            <a:off x="5440998" y="1270953"/>
            <a:ext cx="3125787" cy="1625600"/>
            <a:chOff x="3647" y="938"/>
            <a:chExt cx="1969" cy="1024"/>
          </a:xfrm>
        </p:grpSpPr>
        <p:sp>
          <p:nvSpPr>
            <p:cNvPr id="25642" name="Text Box 13"/>
            <p:cNvSpPr txBox="1"/>
            <p:nvPr>
              <p:custDataLst>
                <p:tags r:id="rId41"/>
              </p:custDataLst>
            </p:nvPr>
          </p:nvSpPr>
          <p:spPr>
            <a:xfrm>
              <a:off x="4212" y="938"/>
              <a:ext cx="104" cy="100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1</a:t>
              </a: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2</a:t>
              </a:r>
              <a:endParaRPr lang="en-US" altLang="zh-CN" sz="2600" b="1" baseline="-25000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endParaRP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6</a:t>
              </a: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0</a:t>
              </a:r>
            </a:p>
          </p:txBody>
        </p:sp>
        <p:sp>
          <p:nvSpPr>
            <p:cNvPr id="25643" name="Text Box 14"/>
            <p:cNvSpPr txBox="1"/>
            <p:nvPr>
              <p:custDataLst>
                <p:tags r:id="rId42"/>
              </p:custDataLst>
            </p:nvPr>
          </p:nvSpPr>
          <p:spPr>
            <a:xfrm>
              <a:off x="4460" y="938"/>
              <a:ext cx="218" cy="100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2</a:t>
              </a: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0</a:t>
              </a:r>
              <a:endParaRPr lang="en-US" altLang="zh-CN" sz="2600" b="1" baseline="-25000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endParaRP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3</a:t>
              </a: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Symbol" panose="05050102010706020507" pitchFamily="18" charset="2"/>
                  <a:ea typeface="华文中宋" panose="02010600040101010101" pitchFamily="2" charset="-122"/>
                  <a:cs typeface="华文中宋" panose="02010600040101010101" pitchFamily="2" charset="-122"/>
                </a:rPr>
                <a:t>-</a:t>
              </a: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2</a:t>
              </a:r>
            </a:p>
          </p:txBody>
        </p:sp>
        <p:sp>
          <p:nvSpPr>
            <p:cNvPr id="25644" name="Text Box 15"/>
            <p:cNvSpPr txBox="1"/>
            <p:nvPr>
              <p:custDataLst>
                <p:tags r:id="rId43"/>
              </p:custDataLst>
            </p:nvPr>
          </p:nvSpPr>
          <p:spPr>
            <a:xfrm>
              <a:off x="5070" y="938"/>
              <a:ext cx="156" cy="100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0</a:t>
              </a: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0</a:t>
              </a:r>
              <a:endParaRPr lang="en-US" altLang="zh-CN" sz="2600" b="1" baseline="-25000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endParaRP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0</a:t>
              </a: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 1</a:t>
              </a:r>
            </a:p>
          </p:txBody>
        </p:sp>
        <p:sp>
          <p:nvSpPr>
            <p:cNvPr id="25645" name="Text Box 16"/>
            <p:cNvSpPr txBox="1"/>
            <p:nvPr>
              <p:custDataLst>
                <p:tags r:id="rId44"/>
              </p:custDataLst>
            </p:nvPr>
          </p:nvSpPr>
          <p:spPr>
            <a:xfrm>
              <a:off x="4822" y="938"/>
              <a:ext cx="104" cy="100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0</a:t>
              </a: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0</a:t>
              </a:r>
              <a:endParaRPr lang="en-US" altLang="zh-CN" sz="2600" b="1" baseline="-25000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endParaRP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1</a:t>
              </a: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0</a:t>
              </a:r>
            </a:p>
          </p:txBody>
        </p:sp>
        <p:sp>
          <p:nvSpPr>
            <p:cNvPr id="25646" name="Text Box 17"/>
            <p:cNvSpPr txBox="1"/>
            <p:nvPr>
              <p:custDataLst>
                <p:tags r:id="rId45"/>
              </p:custDataLst>
            </p:nvPr>
          </p:nvSpPr>
          <p:spPr>
            <a:xfrm>
              <a:off x="3647" y="1292"/>
              <a:ext cx="1969" cy="329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algn="r" eaLnBrk="1" hangingPunct="1">
                <a:lnSpc>
                  <a:spcPct val="12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i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B </a:t>
              </a:r>
              <a:r>
                <a:rPr lang="en-US" altLang="zh-CN" sz="2600" b="1" dirty="0">
                  <a:latin typeface="Symbol" panose="05050102010706020507" pitchFamily="18" charset="2"/>
                  <a:ea typeface="华文中宋" panose="02010600040101010101" pitchFamily="2" charset="-122"/>
                  <a:cs typeface="华文中宋" panose="02010600040101010101" pitchFamily="2" charset="-122"/>
                </a:rPr>
                <a:t>=                            </a:t>
              </a:r>
              <a:r>
                <a:rPr lang="zh-CN" altLang="en-US" sz="2600" b="1" dirty="0">
                  <a:latin typeface="Symbol" panose="05050102010706020507" pitchFamily="18" charset="2"/>
                  <a:ea typeface="华文中宋" panose="02010600040101010101" pitchFamily="2" charset="-122"/>
                  <a:cs typeface="华文中宋" panose="02010600040101010101" pitchFamily="2" charset="-122"/>
                </a:rPr>
                <a:t>，</a:t>
              </a:r>
            </a:p>
          </p:txBody>
        </p:sp>
        <p:sp>
          <p:nvSpPr>
            <p:cNvPr id="25647" name="AutoShape 18"/>
            <p:cNvSpPr/>
            <p:nvPr>
              <p:custDataLst>
                <p:tags r:id="rId46"/>
              </p:custDataLst>
            </p:nvPr>
          </p:nvSpPr>
          <p:spPr>
            <a:xfrm>
              <a:off x="4042" y="991"/>
              <a:ext cx="1299" cy="971"/>
            </a:xfrm>
            <a:prstGeom prst="bracketPair">
              <a:avLst>
                <a:gd name="adj" fmla="val 6477"/>
              </a:avLst>
            </a:prstGeom>
            <a:noFill/>
            <a:ln w="9525" cap="flat" cmpd="sng">
              <a:solidFill>
                <a:schemeClr val="tx1"/>
              </a:solidFill>
              <a:prstDash val="solid"/>
              <a:headEnd type="none" w="med" len="med"/>
              <a:tailEnd type="none" w="med" len="med"/>
            </a:ln>
          </p:spPr>
          <p:txBody>
            <a:bodyPr wrap="none" anchor="ctr" anchorCtr="0"/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zh-CN" altLang="en-US" sz="1800" dirty="0">
                <a:cs typeface="华文中宋" panose="02010600040101010101" pitchFamily="2" charset="-122"/>
              </a:endParaRPr>
            </a:p>
          </p:txBody>
        </p:sp>
      </p:grpSp>
      <p:sp>
        <p:nvSpPr>
          <p:cNvPr id="52271" name="Line 47"/>
          <p:cNvSpPr/>
          <p:nvPr>
            <p:custDataLst>
              <p:tags r:id="rId3"/>
            </p:custDataLst>
          </p:nvPr>
        </p:nvSpPr>
        <p:spPr>
          <a:xfrm>
            <a:off x="2896235" y="2072640"/>
            <a:ext cx="1936750" cy="0"/>
          </a:xfrm>
          <a:prstGeom prst="line">
            <a:avLst/>
          </a:prstGeom>
          <a:ln w="9525" cap="flat" cmpd="sng">
            <a:solidFill>
              <a:schemeClr val="accent2"/>
            </a:solidFill>
            <a:prstDash val="solid"/>
            <a:headEnd type="none" w="med" len="med"/>
            <a:tailEnd type="none" w="med" len="med"/>
          </a:ln>
        </p:spPr>
      </p:sp>
      <p:sp>
        <p:nvSpPr>
          <p:cNvPr id="52272" name="Line 48"/>
          <p:cNvSpPr/>
          <p:nvPr>
            <p:custDataLst>
              <p:tags r:id="rId4"/>
            </p:custDataLst>
          </p:nvPr>
        </p:nvSpPr>
        <p:spPr>
          <a:xfrm>
            <a:off x="6139498" y="2072640"/>
            <a:ext cx="1936750" cy="0"/>
          </a:xfrm>
          <a:prstGeom prst="line">
            <a:avLst/>
          </a:prstGeom>
          <a:ln w="9525" cap="flat" cmpd="sng">
            <a:solidFill>
              <a:schemeClr val="accent2"/>
            </a:solidFill>
            <a:prstDash val="solid"/>
            <a:headEnd type="none" w="med" len="med"/>
            <a:tailEnd type="none" w="med" len="med"/>
          </a:ln>
        </p:spPr>
      </p:sp>
      <p:sp>
        <p:nvSpPr>
          <p:cNvPr id="52273" name="Line 49"/>
          <p:cNvSpPr/>
          <p:nvPr>
            <p:custDataLst>
              <p:tags r:id="rId5"/>
            </p:custDataLst>
          </p:nvPr>
        </p:nvSpPr>
        <p:spPr>
          <a:xfrm>
            <a:off x="3739198" y="1337628"/>
            <a:ext cx="0" cy="1506537"/>
          </a:xfrm>
          <a:prstGeom prst="line">
            <a:avLst/>
          </a:prstGeom>
          <a:ln w="9525" cap="flat" cmpd="sng">
            <a:solidFill>
              <a:schemeClr val="accent2"/>
            </a:solidFill>
            <a:prstDash val="solid"/>
            <a:headEnd type="none" w="med" len="med"/>
            <a:tailEnd type="none" w="med" len="med"/>
          </a:ln>
        </p:spPr>
      </p:sp>
      <p:sp>
        <p:nvSpPr>
          <p:cNvPr id="52274" name="Line 50"/>
          <p:cNvSpPr/>
          <p:nvPr>
            <p:custDataLst>
              <p:tags r:id="rId6"/>
            </p:custDataLst>
          </p:nvPr>
        </p:nvSpPr>
        <p:spPr>
          <a:xfrm>
            <a:off x="7163435" y="1337628"/>
            <a:ext cx="0" cy="1506537"/>
          </a:xfrm>
          <a:prstGeom prst="line">
            <a:avLst/>
          </a:prstGeom>
          <a:ln w="9525" cap="flat" cmpd="sng">
            <a:solidFill>
              <a:schemeClr val="accent2"/>
            </a:solidFill>
            <a:prstDash val="solid"/>
            <a:headEnd type="none" w="med" len="med"/>
            <a:tailEnd type="none" w="med" len="med"/>
          </a:ln>
        </p:spPr>
      </p:sp>
      <p:sp>
        <p:nvSpPr>
          <p:cNvPr id="52228" name="Rectangle 4"/>
          <p:cNvSpPr/>
          <p:nvPr>
            <p:custDataLst>
              <p:tags r:id="rId7"/>
            </p:custDataLst>
          </p:nvPr>
        </p:nvSpPr>
        <p:spPr>
          <a:xfrm>
            <a:off x="533400" y="3207703"/>
            <a:ext cx="4959985" cy="516255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algn="just" eaLnBrk="1" hangingPunct="1">
              <a:lnSpc>
                <a:spcPct val="120000"/>
              </a:lnSpc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用分块矩阵计算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kA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，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A</a:t>
            </a:r>
            <a:r>
              <a:rPr lang="en-US" altLang="zh-CN" sz="2600" b="1" dirty="0">
                <a:latin typeface="Symbol" panose="05050102010706020507" pitchFamily="18" charset="2"/>
                <a:ea typeface="华文中宋" panose="02010600040101010101" pitchFamily="2" charset="-122"/>
                <a:cs typeface="华文中宋" panose="02010600040101010101" pitchFamily="2" charset="-122"/>
              </a:rPr>
              <a:t>+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B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及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AB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。</a:t>
            </a:r>
          </a:p>
        </p:txBody>
      </p:sp>
      <p:sp>
        <p:nvSpPr>
          <p:cNvPr id="52243" name="Text Box 19"/>
          <p:cNvSpPr txBox="1"/>
          <p:nvPr>
            <p:custDataLst>
              <p:tags r:id="rId8"/>
            </p:custDataLst>
          </p:nvPr>
        </p:nvSpPr>
        <p:spPr>
          <a:xfrm>
            <a:off x="731997" y="4004945"/>
            <a:ext cx="4078605" cy="479425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algn="just" eaLnBrk="1" hangingPunct="1">
              <a:lnSpc>
                <a:spcPct val="120000"/>
              </a:lnSpc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        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将矩阵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A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，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B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进行分块：</a:t>
            </a:r>
          </a:p>
        </p:txBody>
      </p:sp>
      <p:grpSp>
        <p:nvGrpSpPr>
          <p:cNvPr id="52244" name="Group 20"/>
          <p:cNvGrpSpPr/>
          <p:nvPr/>
        </p:nvGrpSpPr>
        <p:grpSpPr>
          <a:xfrm>
            <a:off x="4884103" y="3916045"/>
            <a:ext cx="1905000" cy="800100"/>
            <a:chOff x="1020" y="2823"/>
            <a:chExt cx="1200" cy="504"/>
          </a:xfrm>
        </p:grpSpPr>
        <p:sp>
          <p:nvSpPr>
            <p:cNvPr id="25638" name="Text Box 21"/>
            <p:cNvSpPr txBox="1"/>
            <p:nvPr>
              <p:custDataLst>
                <p:tags r:id="rId37"/>
              </p:custDataLst>
            </p:nvPr>
          </p:nvSpPr>
          <p:spPr>
            <a:xfrm>
              <a:off x="1020" y="2882"/>
              <a:ext cx="1200" cy="329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algn="just" eaLnBrk="1" hangingPunct="1">
                <a:lnSpc>
                  <a:spcPct val="12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i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A</a:t>
              </a:r>
              <a:r>
                <a:rPr lang="en-US" altLang="zh-CN" sz="2600" b="1" dirty="0">
                  <a:latin typeface="Symbol" panose="05050102010706020507" pitchFamily="18" charset="2"/>
                  <a:ea typeface="华文中宋" panose="02010600040101010101" pitchFamily="2" charset="-122"/>
                  <a:cs typeface="华文中宋" panose="02010600040101010101" pitchFamily="2" charset="-122"/>
                </a:rPr>
                <a:t>=              </a:t>
              </a:r>
              <a:r>
                <a:rPr lang="zh-CN" altLang="en-US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，</a:t>
              </a:r>
              <a:endParaRPr lang="zh-CN" altLang="en-US" sz="2600" b="1" dirty="0">
                <a:latin typeface="Symbol" panose="05050102010706020507" pitchFamily="18" charset="2"/>
                <a:ea typeface="华文中宋" panose="02010600040101010101" pitchFamily="2" charset="-122"/>
                <a:cs typeface="华文中宋" panose="02010600040101010101" pitchFamily="2" charset="-122"/>
              </a:endParaRPr>
            </a:p>
          </p:txBody>
        </p:sp>
        <p:sp>
          <p:nvSpPr>
            <p:cNvPr id="25639" name="Text Box 22"/>
            <p:cNvSpPr txBox="1"/>
            <p:nvPr>
              <p:custDataLst>
                <p:tags r:id="rId38"/>
              </p:custDataLst>
            </p:nvPr>
          </p:nvSpPr>
          <p:spPr>
            <a:xfrm>
              <a:off x="1408" y="2823"/>
              <a:ext cx="202" cy="504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i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I</a:t>
              </a:r>
            </a:p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i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O</a:t>
              </a: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 </a:t>
              </a:r>
            </a:p>
          </p:txBody>
        </p:sp>
        <p:sp>
          <p:nvSpPr>
            <p:cNvPr id="25640" name="Text Box 23"/>
            <p:cNvSpPr txBox="1"/>
            <p:nvPr>
              <p:custDataLst>
                <p:tags r:id="rId39"/>
              </p:custDataLst>
            </p:nvPr>
          </p:nvSpPr>
          <p:spPr>
            <a:xfrm>
              <a:off x="1635" y="2823"/>
              <a:ext cx="195" cy="504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i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C</a:t>
              </a:r>
              <a:endPara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endParaRP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Symbol" panose="05050102010706020507" pitchFamily="18" charset="2"/>
                  <a:ea typeface="华文中宋" panose="02010600040101010101" pitchFamily="2" charset="-122"/>
                  <a:cs typeface="华文中宋" panose="02010600040101010101" pitchFamily="2" charset="-122"/>
                </a:rPr>
                <a:t>-</a:t>
              </a:r>
              <a:r>
                <a:rPr lang="en-US" altLang="zh-CN" sz="2600" b="1" i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I</a:t>
              </a:r>
            </a:p>
          </p:txBody>
        </p:sp>
        <p:sp>
          <p:nvSpPr>
            <p:cNvPr id="25641" name="AutoShape 24"/>
            <p:cNvSpPr/>
            <p:nvPr>
              <p:custDataLst>
                <p:tags r:id="rId40"/>
              </p:custDataLst>
            </p:nvPr>
          </p:nvSpPr>
          <p:spPr>
            <a:xfrm flipH="1">
              <a:off x="1309" y="2868"/>
              <a:ext cx="622" cy="418"/>
            </a:xfrm>
            <a:prstGeom prst="bracketPair">
              <a:avLst>
                <a:gd name="adj" fmla="val 6477"/>
              </a:avLst>
            </a:prstGeom>
            <a:noFill/>
            <a:ln w="9525" cap="flat" cmpd="sng">
              <a:solidFill>
                <a:schemeClr val="tx1"/>
              </a:solidFill>
              <a:prstDash val="solid"/>
              <a:headEnd type="none" w="med" len="med"/>
              <a:tailEnd type="none" w="med" len="med"/>
            </a:ln>
          </p:spPr>
          <p:txBody>
            <a:bodyPr wrap="none" anchor="ctr" anchorCtr="0"/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zh-CN" altLang="en-US" sz="1800" dirty="0">
                <a:cs typeface="华文中宋" panose="02010600040101010101" pitchFamily="2" charset="-122"/>
              </a:endParaRPr>
            </a:p>
          </p:txBody>
        </p:sp>
      </p:grpSp>
      <p:grpSp>
        <p:nvGrpSpPr>
          <p:cNvPr id="52249" name="Group 25"/>
          <p:cNvGrpSpPr/>
          <p:nvPr/>
        </p:nvGrpSpPr>
        <p:grpSpPr>
          <a:xfrm>
            <a:off x="6754178" y="3916045"/>
            <a:ext cx="1887537" cy="800100"/>
            <a:chOff x="1020" y="2823"/>
            <a:chExt cx="1189" cy="504"/>
          </a:xfrm>
        </p:grpSpPr>
        <p:sp>
          <p:nvSpPr>
            <p:cNvPr id="25634" name="Text Box 26"/>
            <p:cNvSpPr txBox="1"/>
            <p:nvPr>
              <p:custDataLst>
                <p:tags r:id="rId33"/>
              </p:custDataLst>
            </p:nvPr>
          </p:nvSpPr>
          <p:spPr>
            <a:xfrm>
              <a:off x="1020" y="2882"/>
              <a:ext cx="1189" cy="329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algn="just" eaLnBrk="1" hangingPunct="1">
                <a:lnSpc>
                  <a:spcPct val="12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i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B</a:t>
              </a:r>
              <a:r>
                <a:rPr lang="en-US" altLang="zh-CN" sz="2600" b="1" dirty="0">
                  <a:latin typeface="Symbol" panose="05050102010706020507" pitchFamily="18" charset="2"/>
                  <a:ea typeface="华文中宋" panose="02010600040101010101" pitchFamily="2" charset="-122"/>
                  <a:cs typeface="华文中宋" panose="02010600040101010101" pitchFamily="2" charset="-122"/>
                </a:rPr>
                <a:t>=              </a:t>
              </a:r>
              <a:r>
                <a:rPr lang="zh-CN" altLang="en-US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，</a:t>
              </a:r>
              <a:endParaRPr lang="zh-CN" altLang="en-US" sz="2600" b="1" dirty="0">
                <a:latin typeface="Symbol" panose="05050102010706020507" pitchFamily="18" charset="2"/>
                <a:ea typeface="华文中宋" panose="02010600040101010101" pitchFamily="2" charset="-122"/>
                <a:cs typeface="华文中宋" panose="02010600040101010101" pitchFamily="2" charset="-122"/>
              </a:endParaRPr>
            </a:p>
          </p:txBody>
        </p:sp>
        <p:sp>
          <p:nvSpPr>
            <p:cNvPr id="25635" name="Text Box 27"/>
            <p:cNvSpPr txBox="1"/>
            <p:nvPr>
              <p:custDataLst>
                <p:tags r:id="rId34"/>
              </p:custDataLst>
            </p:nvPr>
          </p:nvSpPr>
          <p:spPr>
            <a:xfrm>
              <a:off x="1408" y="2823"/>
              <a:ext cx="168" cy="50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i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D</a:t>
              </a:r>
              <a:endPara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endParaRPr>
            </a:p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i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F</a:t>
              </a: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 </a:t>
              </a:r>
            </a:p>
          </p:txBody>
        </p:sp>
        <p:sp>
          <p:nvSpPr>
            <p:cNvPr id="25636" name="Text Box 28"/>
            <p:cNvSpPr txBox="1"/>
            <p:nvPr>
              <p:custDataLst>
                <p:tags r:id="rId35"/>
              </p:custDataLst>
            </p:nvPr>
          </p:nvSpPr>
          <p:spPr>
            <a:xfrm>
              <a:off x="1680" y="2823"/>
              <a:ext cx="150" cy="504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i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O</a:t>
              </a:r>
              <a:endPara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endParaRP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i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I</a:t>
              </a:r>
            </a:p>
          </p:txBody>
        </p:sp>
        <p:sp>
          <p:nvSpPr>
            <p:cNvPr id="25637" name="AutoShape 29"/>
            <p:cNvSpPr/>
            <p:nvPr>
              <p:custDataLst>
                <p:tags r:id="rId36"/>
              </p:custDataLst>
            </p:nvPr>
          </p:nvSpPr>
          <p:spPr>
            <a:xfrm flipH="1">
              <a:off x="1309" y="2868"/>
              <a:ext cx="622" cy="418"/>
            </a:xfrm>
            <a:prstGeom prst="bracketPair">
              <a:avLst>
                <a:gd name="adj" fmla="val 6477"/>
              </a:avLst>
            </a:prstGeom>
            <a:noFill/>
            <a:ln w="9525" cap="flat" cmpd="sng">
              <a:solidFill>
                <a:schemeClr val="tx1"/>
              </a:solidFill>
              <a:prstDash val="solid"/>
              <a:headEnd type="none" w="med" len="med"/>
              <a:tailEnd type="none" w="med" len="med"/>
            </a:ln>
          </p:spPr>
          <p:txBody>
            <a:bodyPr wrap="none" anchor="ctr" anchorCtr="0"/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zh-CN" altLang="en-US" sz="1800" dirty="0">
                <a:cs typeface="华文中宋" panose="02010600040101010101" pitchFamily="2" charset="-122"/>
              </a:endParaRPr>
            </a:p>
          </p:txBody>
        </p:sp>
      </p:grpSp>
      <p:sp>
        <p:nvSpPr>
          <p:cNvPr id="53279" name="Text Box 31"/>
          <p:cNvSpPr txBox="1"/>
          <p:nvPr>
            <p:custDataLst>
              <p:tags r:id="rId9"/>
            </p:custDataLst>
          </p:nvPr>
        </p:nvSpPr>
        <p:spPr>
          <a:xfrm>
            <a:off x="4524693" y="5312728"/>
            <a:ext cx="631190" cy="40005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I </a:t>
            </a:r>
            <a:r>
              <a:rPr lang="en-US" altLang="zh-CN" sz="2600" b="1" dirty="0">
                <a:latin typeface="Symbol" panose="05050102010706020507" pitchFamily="18" charset="2"/>
                <a:ea typeface="华文中宋" panose="02010600040101010101" pitchFamily="2" charset="-122"/>
                <a:cs typeface="华文中宋" panose="02010600040101010101" pitchFamily="2" charset="-122"/>
              </a:rPr>
              <a:t>+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D</a:t>
            </a:r>
          </a:p>
        </p:txBody>
      </p:sp>
      <p:sp>
        <p:nvSpPr>
          <p:cNvPr id="53280" name="Text Box 32"/>
          <p:cNvSpPr txBox="1"/>
          <p:nvPr>
            <p:custDataLst>
              <p:tags r:id="rId10"/>
            </p:custDataLst>
          </p:nvPr>
        </p:nvSpPr>
        <p:spPr>
          <a:xfrm>
            <a:off x="5372418" y="5319078"/>
            <a:ext cx="220662" cy="396875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algn="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C</a:t>
            </a:r>
            <a:endParaRPr lang="en-US" altLang="zh-CN" sz="2600" b="1" dirty="0">
              <a:latin typeface="Times New Roman" panose="02020603050405020304" pitchFamily="18" charset="0"/>
              <a:ea typeface="华文中宋" panose="02010600040101010101" pitchFamily="2" charset="-122"/>
              <a:cs typeface="华文中宋" panose="02010600040101010101" pitchFamily="2" charset="-122"/>
            </a:endParaRPr>
          </a:p>
        </p:txBody>
      </p:sp>
      <p:sp>
        <p:nvSpPr>
          <p:cNvPr id="53281" name="Rectangle 33"/>
          <p:cNvSpPr/>
          <p:nvPr>
            <p:custDataLst>
              <p:tags r:id="rId11"/>
            </p:custDataLst>
          </p:nvPr>
        </p:nvSpPr>
        <p:spPr>
          <a:xfrm>
            <a:off x="960755" y="5500053"/>
            <a:ext cx="639763" cy="396875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algn="just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A</a:t>
            </a:r>
            <a:r>
              <a:rPr lang="en-US" altLang="zh-CN" sz="2600" b="1" dirty="0">
                <a:latin typeface="Symbol" panose="05050102010706020507" pitchFamily="18" charset="2"/>
                <a:ea typeface="华文中宋" panose="02010600040101010101" pitchFamily="2" charset="-122"/>
                <a:cs typeface="华文中宋" panose="02010600040101010101" pitchFamily="2" charset="-122"/>
              </a:rPr>
              <a:t>+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B</a:t>
            </a:r>
            <a:endParaRPr lang="en-US" altLang="zh-CN" sz="2600" b="1" dirty="0">
              <a:latin typeface="Symbol" panose="05050102010706020507" pitchFamily="18" charset="2"/>
              <a:ea typeface="华文中宋" panose="02010600040101010101" pitchFamily="2" charset="-122"/>
              <a:cs typeface="华文中宋" panose="02010600040101010101" pitchFamily="2" charset="-122"/>
            </a:endParaRPr>
          </a:p>
        </p:txBody>
      </p:sp>
      <p:sp>
        <p:nvSpPr>
          <p:cNvPr id="53282" name="Rectangle 34"/>
          <p:cNvSpPr/>
          <p:nvPr>
            <p:custDataLst>
              <p:tags r:id="rId12"/>
            </p:custDataLst>
          </p:nvPr>
        </p:nvSpPr>
        <p:spPr>
          <a:xfrm>
            <a:off x="4688205" y="5739765"/>
            <a:ext cx="184150" cy="396875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algn="just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F</a:t>
            </a:r>
          </a:p>
        </p:txBody>
      </p:sp>
      <p:sp>
        <p:nvSpPr>
          <p:cNvPr id="53283" name="Rectangle 35"/>
          <p:cNvSpPr/>
          <p:nvPr>
            <p:custDataLst>
              <p:tags r:id="rId13"/>
            </p:custDataLst>
          </p:nvPr>
        </p:nvSpPr>
        <p:spPr>
          <a:xfrm>
            <a:off x="5362893" y="5746115"/>
            <a:ext cx="238125" cy="396875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algn="just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O</a:t>
            </a:r>
          </a:p>
        </p:txBody>
      </p:sp>
      <p:grpSp>
        <p:nvGrpSpPr>
          <p:cNvPr id="53284" name="Group 36"/>
          <p:cNvGrpSpPr/>
          <p:nvPr/>
        </p:nvGrpSpPr>
        <p:grpSpPr>
          <a:xfrm>
            <a:off x="5901055" y="4982528"/>
            <a:ext cx="2268538" cy="1541462"/>
            <a:chOff x="3672" y="2825"/>
            <a:chExt cx="1429" cy="971"/>
          </a:xfrm>
        </p:grpSpPr>
        <p:sp>
          <p:nvSpPr>
            <p:cNvPr id="26665" name="Text Box 37"/>
            <p:cNvSpPr txBox="1"/>
            <p:nvPr>
              <p:custDataLst>
                <p:tags r:id="rId31"/>
              </p:custDataLst>
            </p:nvPr>
          </p:nvSpPr>
          <p:spPr>
            <a:xfrm>
              <a:off x="3672" y="3115"/>
              <a:ext cx="114" cy="329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algn="just" eaLnBrk="1" hangingPunct="1">
                <a:lnSpc>
                  <a:spcPct val="12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Symbol" panose="05050102010706020507" pitchFamily="18" charset="2"/>
                  <a:cs typeface="华文中宋" panose="02010600040101010101" pitchFamily="2" charset="-122"/>
                </a:rPr>
                <a:t>=</a:t>
              </a:r>
            </a:p>
          </p:txBody>
        </p:sp>
        <p:sp>
          <p:nvSpPr>
            <p:cNvPr id="26666" name="AutoShape 38"/>
            <p:cNvSpPr/>
            <p:nvPr>
              <p:custDataLst>
                <p:tags r:id="rId32"/>
              </p:custDataLst>
            </p:nvPr>
          </p:nvSpPr>
          <p:spPr>
            <a:xfrm>
              <a:off x="3835" y="2825"/>
              <a:ext cx="1266" cy="971"/>
            </a:xfrm>
            <a:prstGeom prst="bracketPair">
              <a:avLst>
                <a:gd name="adj" fmla="val 6477"/>
              </a:avLst>
            </a:prstGeom>
            <a:noFill/>
            <a:ln w="9525" cap="flat" cmpd="sng">
              <a:solidFill>
                <a:schemeClr val="tx1"/>
              </a:solidFill>
              <a:prstDash val="solid"/>
              <a:headEnd type="none" w="med" len="med"/>
              <a:tailEnd type="none" w="med" len="med"/>
            </a:ln>
          </p:spPr>
          <p:txBody>
            <a:bodyPr wrap="none" anchor="ctr" anchorCtr="0"/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zh-CN" altLang="en-US" sz="1800" dirty="0">
                <a:cs typeface="华文中宋" panose="02010600040101010101" pitchFamily="2" charset="-122"/>
              </a:endParaRPr>
            </a:p>
          </p:txBody>
        </p:sp>
      </p:grpSp>
      <p:sp>
        <p:nvSpPr>
          <p:cNvPr id="53287" name="Text Box 39"/>
          <p:cNvSpPr txBox="1"/>
          <p:nvPr>
            <p:custDataLst>
              <p:tags r:id="rId14"/>
            </p:custDataLst>
          </p:nvPr>
        </p:nvSpPr>
        <p:spPr>
          <a:xfrm>
            <a:off x="6347143" y="4898390"/>
            <a:ext cx="660400" cy="79375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2    2</a:t>
            </a:r>
          </a:p>
          <a:p>
            <a:pPr marL="0" lvl="0" indent="0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2    1</a:t>
            </a:r>
            <a:endParaRPr lang="en-US" altLang="zh-CN" sz="2600" b="1" i="1" dirty="0">
              <a:latin typeface="Times New Roman" panose="02020603050405020304" pitchFamily="18" charset="0"/>
              <a:ea typeface="华文中宋" panose="02010600040101010101" pitchFamily="2" charset="-122"/>
              <a:cs typeface="华文中宋" panose="02010600040101010101" pitchFamily="2" charset="-122"/>
            </a:endParaRPr>
          </a:p>
        </p:txBody>
      </p:sp>
      <p:sp>
        <p:nvSpPr>
          <p:cNvPr id="53288" name="Text Box 40"/>
          <p:cNvSpPr txBox="1"/>
          <p:nvPr>
            <p:custDataLst>
              <p:tags r:id="rId15"/>
            </p:custDataLst>
          </p:nvPr>
        </p:nvSpPr>
        <p:spPr>
          <a:xfrm>
            <a:off x="6347143" y="5722303"/>
            <a:ext cx="676275" cy="79375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dirty="0">
                <a:latin typeface="Times New Roman" panose="02020603050405020304" pitchFamily="18" charset="0"/>
                <a:cs typeface="华文中宋" panose="02010600040101010101" pitchFamily="2" charset="-122"/>
              </a:rPr>
              <a:t>6    3</a:t>
            </a:r>
          </a:p>
          <a:p>
            <a:pPr marL="0" lvl="0" indent="0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dirty="0">
                <a:latin typeface="Times New Roman" panose="02020603050405020304" pitchFamily="18" charset="0"/>
                <a:cs typeface="华文中宋" panose="02010600040101010101" pitchFamily="2" charset="-122"/>
              </a:rPr>
              <a:t>0  </a:t>
            </a:r>
            <a:r>
              <a:rPr lang="en-US" altLang="zh-CN" sz="2600" b="1" dirty="0">
                <a:latin typeface="Symbol" panose="05050102010706020507" pitchFamily="18" charset="2"/>
                <a:cs typeface="华文中宋" panose="02010600040101010101" pitchFamily="2" charset="-122"/>
              </a:rPr>
              <a:t>-</a:t>
            </a:r>
            <a:r>
              <a:rPr lang="en-US" altLang="zh-CN" sz="2600" b="1" dirty="0">
                <a:latin typeface="Times New Roman" panose="02020603050405020304" pitchFamily="18" charset="0"/>
                <a:cs typeface="华文中宋" panose="02010600040101010101" pitchFamily="2" charset="-122"/>
              </a:rPr>
              <a:t>2</a:t>
            </a:r>
          </a:p>
        </p:txBody>
      </p:sp>
      <p:sp>
        <p:nvSpPr>
          <p:cNvPr id="53289" name="Text Box 41"/>
          <p:cNvSpPr txBox="1"/>
          <p:nvPr>
            <p:custDataLst>
              <p:tags r:id="rId16"/>
            </p:custDataLst>
          </p:nvPr>
        </p:nvSpPr>
        <p:spPr>
          <a:xfrm>
            <a:off x="7366318" y="4898390"/>
            <a:ext cx="577850" cy="79375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1   3</a:t>
            </a:r>
            <a:endParaRPr lang="en-US" altLang="zh-CN" sz="2600" b="1" i="1" dirty="0">
              <a:latin typeface="Times New Roman" panose="02020603050405020304" pitchFamily="18" charset="0"/>
              <a:ea typeface="华文中宋" panose="02010600040101010101" pitchFamily="2" charset="-122"/>
              <a:cs typeface="华文中宋" panose="02010600040101010101" pitchFamily="2" charset="-122"/>
            </a:endParaRPr>
          </a:p>
          <a:p>
            <a:pPr marL="0" lvl="0" indent="0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2   4</a:t>
            </a:r>
            <a:endParaRPr lang="en-US" altLang="zh-CN" sz="2600" b="1" i="1" dirty="0">
              <a:latin typeface="Times New Roman" panose="02020603050405020304" pitchFamily="18" charset="0"/>
              <a:ea typeface="华文中宋" panose="02010600040101010101" pitchFamily="2" charset="-122"/>
              <a:cs typeface="华文中宋" panose="02010600040101010101" pitchFamily="2" charset="-122"/>
            </a:endParaRPr>
          </a:p>
        </p:txBody>
      </p:sp>
      <p:sp>
        <p:nvSpPr>
          <p:cNvPr id="53290" name="Text Box 42"/>
          <p:cNvSpPr txBox="1"/>
          <p:nvPr>
            <p:custDataLst>
              <p:tags r:id="rId17"/>
            </p:custDataLst>
          </p:nvPr>
        </p:nvSpPr>
        <p:spPr>
          <a:xfrm>
            <a:off x="7366318" y="5722303"/>
            <a:ext cx="577850" cy="79375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dirty="0">
                <a:latin typeface="Times New Roman" panose="02020603050405020304" pitchFamily="18" charset="0"/>
                <a:cs typeface="华文中宋" panose="02010600040101010101" pitchFamily="2" charset="-122"/>
              </a:rPr>
              <a:t>0   0</a:t>
            </a:r>
          </a:p>
          <a:p>
            <a:pPr marL="0" lvl="0" indent="0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dirty="0">
                <a:latin typeface="Times New Roman" panose="02020603050405020304" pitchFamily="18" charset="0"/>
                <a:cs typeface="华文中宋" panose="02010600040101010101" pitchFamily="2" charset="-122"/>
              </a:rPr>
              <a:t>0   0</a:t>
            </a:r>
            <a:endParaRPr lang="en-US" altLang="zh-CN" sz="2600" b="1" i="1" dirty="0">
              <a:latin typeface="Times New Roman" panose="02020603050405020304" pitchFamily="18" charset="0"/>
              <a:cs typeface="华文中宋" panose="02010600040101010101" pitchFamily="2" charset="-122"/>
            </a:endParaRPr>
          </a:p>
        </p:txBody>
      </p:sp>
      <p:sp>
        <p:nvSpPr>
          <p:cNvPr id="53291" name="Text Box 43"/>
          <p:cNvSpPr txBox="1"/>
          <p:nvPr>
            <p:custDataLst>
              <p:tags r:id="rId18"/>
            </p:custDataLst>
          </p:nvPr>
        </p:nvSpPr>
        <p:spPr>
          <a:xfrm>
            <a:off x="8333105" y="5442903"/>
            <a:ext cx="330200" cy="47625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algn="just" eaLnBrk="1" hangingPunct="1">
              <a:lnSpc>
                <a:spcPct val="120000"/>
              </a:lnSpc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；</a:t>
            </a:r>
          </a:p>
        </p:txBody>
      </p:sp>
      <p:grpSp>
        <p:nvGrpSpPr>
          <p:cNvPr id="53296" name="Group 48"/>
          <p:cNvGrpSpPr/>
          <p:nvPr/>
        </p:nvGrpSpPr>
        <p:grpSpPr>
          <a:xfrm>
            <a:off x="1571943" y="5314315"/>
            <a:ext cx="2478087" cy="800100"/>
            <a:chOff x="945" y="3034"/>
            <a:chExt cx="1561" cy="504"/>
          </a:xfrm>
        </p:grpSpPr>
        <p:sp>
          <p:nvSpPr>
            <p:cNvPr id="26657" name="Text Box 49"/>
            <p:cNvSpPr txBox="1"/>
            <p:nvPr>
              <p:custDataLst>
                <p:tags r:id="rId23"/>
              </p:custDataLst>
            </p:nvPr>
          </p:nvSpPr>
          <p:spPr>
            <a:xfrm>
              <a:off x="945" y="3115"/>
              <a:ext cx="114" cy="329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algn="just" eaLnBrk="1" hangingPunct="1">
                <a:lnSpc>
                  <a:spcPct val="12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Symbol" panose="05050102010706020507" pitchFamily="18" charset="2"/>
                  <a:ea typeface="华文中宋" panose="02010600040101010101" pitchFamily="2" charset="-122"/>
                  <a:cs typeface="华文中宋" panose="02010600040101010101" pitchFamily="2" charset="-122"/>
                </a:rPr>
                <a:t>=</a:t>
              </a:r>
            </a:p>
          </p:txBody>
        </p:sp>
        <p:sp>
          <p:nvSpPr>
            <p:cNvPr id="26658" name="Text Box 50"/>
            <p:cNvSpPr txBox="1"/>
            <p:nvPr>
              <p:custDataLst>
                <p:tags r:id="rId24"/>
              </p:custDataLst>
            </p:nvPr>
          </p:nvSpPr>
          <p:spPr>
            <a:xfrm>
              <a:off x="1190" y="3034"/>
              <a:ext cx="202" cy="504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i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I</a:t>
              </a:r>
              <a:endPara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endParaRPr>
            </a:p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i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O</a:t>
              </a: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 </a:t>
              </a:r>
            </a:p>
          </p:txBody>
        </p:sp>
        <p:sp>
          <p:nvSpPr>
            <p:cNvPr id="26659" name="Text Box 51"/>
            <p:cNvSpPr txBox="1"/>
            <p:nvPr>
              <p:custDataLst>
                <p:tags r:id="rId25"/>
              </p:custDataLst>
            </p:nvPr>
          </p:nvSpPr>
          <p:spPr>
            <a:xfrm>
              <a:off x="1417" y="3034"/>
              <a:ext cx="195" cy="504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i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C</a:t>
              </a:r>
              <a:endPara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endParaRP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Symbol" panose="05050102010706020507" pitchFamily="18" charset="2"/>
                  <a:ea typeface="华文中宋" panose="02010600040101010101" pitchFamily="2" charset="-122"/>
                  <a:cs typeface="华文中宋" panose="02010600040101010101" pitchFamily="2" charset="-122"/>
                </a:rPr>
                <a:t>-</a:t>
              </a:r>
              <a:r>
                <a:rPr lang="en-US" altLang="zh-CN" sz="2600" b="1" i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I</a:t>
              </a:r>
            </a:p>
          </p:txBody>
        </p:sp>
        <p:sp>
          <p:nvSpPr>
            <p:cNvPr id="26660" name="AutoShape 52"/>
            <p:cNvSpPr/>
            <p:nvPr>
              <p:custDataLst>
                <p:tags r:id="rId26"/>
              </p:custDataLst>
            </p:nvPr>
          </p:nvSpPr>
          <p:spPr>
            <a:xfrm flipH="1">
              <a:off x="1091" y="3079"/>
              <a:ext cx="622" cy="418"/>
            </a:xfrm>
            <a:prstGeom prst="bracketPair">
              <a:avLst>
                <a:gd name="adj" fmla="val 6477"/>
              </a:avLst>
            </a:prstGeom>
            <a:noFill/>
            <a:ln w="9525" cap="flat" cmpd="sng">
              <a:solidFill>
                <a:schemeClr val="tx1"/>
              </a:solidFill>
              <a:prstDash val="solid"/>
              <a:headEnd type="none" w="med" len="med"/>
              <a:tailEnd type="none" w="med" len="med"/>
            </a:ln>
          </p:spPr>
          <p:txBody>
            <a:bodyPr wrap="none" anchor="ctr" anchorCtr="0"/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zh-CN" altLang="en-US" sz="1800" dirty="0">
                <a:cs typeface="华文中宋" panose="02010600040101010101" pitchFamily="2" charset="-122"/>
              </a:endParaRPr>
            </a:p>
          </p:txBody>
        </p:sp>
        <p:sp>
          <p:nvSpPr>
            <p:cNvPr id="26661" name="Text Box 53"/>
            <p:cNvSpPr txBox="1"/>
            <p:nvPr>
              <p:custDataLst>
                <p:tags r:id="rId27"/>
              </p:custDataLst>
            </p:nvPr>
          </p:nvSpPr>
          <p:spPr>
            <a:xfrm>
              <a:off x="1749" y="3156"/>
              <a:ext cx="114" cy="279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algn="just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Symbol" panose="05050102010706020507" pitchFamily="18" charset="2"/>
                  <a:ea typeface="华文中宋" panose="02010600040101010101" pitchFamily="2" charset="-122"/>
                  <a:cs typeface="华文中宋" panose="02010600040101010101" pitchFamily="2" charset="-122"/>
                </a:rPr>
                <a:t>+</a:t>
              </a:r>
            </a:p>
          </p:txBody>
        </p:sp>
        <p:sp>
          <p:nvSpPr>
            <p:cNvPr id="26662" name="Text Box 54"/>
            <p:cNvSpPr txBox="1"/>
            <p:nvPr>
              <p:custDataLst>
                <p:tags r:id="rId28"/>
              </p:custDataLst>
            </p:nvPr>
          </p:nvSpPr>
          <p:spPr>
            <a:xfrm>
              <a:off x="1983" y="3034"/>
              <a:ext cx="168" cy="50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i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D</a:t>
              </a:r>
              <a:endPara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endParaRPr>
            </a:p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i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F</a:t>
              </a: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 </a:t>
              </a:r>
            </a:p>
          </p:txBody>
        </p:sp>
        <p:sp>
          <p:nvSpPr>
            <p:cNvPr id="26663" name="Text Box 55"/>
            <p:cNvSpPr txBox="1"/>
            <p:nvPr>
              <p:custDataLst>
                <p:tags r:id="rId29"/>
              </p:custDataLst>
            </p:nvPr>
          </p:nvSpPr>
          <p:spPr>
            <a:xfrm>
              <a:off x="2255" y="3034"/>
              <a:ext cx="150" cy="504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i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O</a:t>
              </a:r>
              <a:endPara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endParaRP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i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I</a:t>
              </a:r>
            </a:p>
          </p:txBody>
        </p:sp>
        <p:sp>
          <p:nvSpPr>
            <p:cNvPr id="26664" name="AutoShape 56"/>
            <p:cNvSpPr/>
            <p:nvPr>
              <p:custDataLst>
                <p:tags r:id="rId30"/>
              </p:custDataLst>
            </p:nvPr>
          </p:nvSpPr>
          <p:spPr>
            <a:xfrm flipH="1">
              <a:off x="1884" y="3079"/>
              <a:ext cx="622" cy="418"/>
            </a:xfrm>
            <a:prstGeom prst="bracketPair">
              <a:avLst>
                <a:gd name="adj" fmla="val 6477"/>
              </a:avLst>
            </a:prstGeom>
            <a:noFill/>
            <a:ln w="9525" cap="flat" cmpd="sng">
              <a:solidFill>
                <a:schemeClr val="tx1"/>
              </a:solidFill>
              <a:prstDash val="solid"/>
              <a:headEnd type="none" w="med" len="med"/>
              <a:tailEnd type="none" w="med" len="med"/>
            </a:ln>
          </p:spPr>
          <p:txBody>
            <a:bodyPr wrap="none" anchor="ctr" anchorCtr="0"/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zh-CN" altLang="en-US" sz="1800" dirty="0">
                <a:cs typeface="华文中宋" panose="02010600040101010101" pitchFamily="2" charset="-122"/>
              </a:endParaRPr>
            </a:p>
          </p:txBody>
        </p:sp>
      </p:grpSp>
      <p:grpSp>
        <p:nvGrpSpPr>
          <p:cNvPr id="53305" name="Group 57"/>
          <p:cNvGrpSpPr/>
          <p:nvPr/>
        </p:nvGrpSpPr>
        <p:grpSpPr>
          <a:xfrm>
            <a:off x="4100830" y="5385753"/>
            <a:ext cx="1689100" cy="663575"/>
            <a:chOff x="2538" y="3079"/>
            <a:chExt cx="1064" cy="418"/>
          </a:xfrm>
        </p:grpSpPr>
        <p:sp>
          <p:nvSpPr>
            <p:cNvPr id="26655" name="Text Box 58"/>
            <p:cNvSpPr txBox="1"/>
            <p:nvPr>
              <p:custDataLst>
                <p:tags r:id="rId21"/>
              </p:custDataLst>
            </p:nvPr>
          </p:nvSpPr>
          <p:spPr>
            <a:xfrm>
              <a:off x="2538" y="3115"/>
              <a:ext cx="114" cy="329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algn="just" eaLnBrk="1" hangingPunct="1">
                <a:lnSpc>
                  <a:spcPct val="12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Symbol" panose="05050102010706020507" pitchFamily="18" charset="2"/>
                  <a:ea typeface="华文中宋" panose="02010600040101010101" pitchFamily="2" charset="-122"/>
                  <a:cs typeface="华文中宋" panose="02010600040101010101" pitchFamily="2" charset="-122"/>
                </a:rPr>
                <a:t>=</a:t>
              </a:r>
            </a:p>
          </p:txBody>
        </p:sp>
        <p:sp>
          <p:nvSpPr>
            <p:cNvPr id="26656" name="AutoShape 59"/>
            <p:cNvSpPr/>
            <p:nvPr>
              <p:custDataLst>
                <p:tags r:id="rId22"/>
              </p:custDataLst>
            </p:nvPr>
          </p:nvSpPr>
          <p:spPr>
            <a:xfrm flipH="1">
              <a:off x="2686" y="3079"/>
              <a:ext cx="916" cy="418"/>
            </a:xfrm>
            <a:prstGeom prst="bracketPair">
              <a:avLst>
                <a:gd name="adj" fmla="val 6477"/>
              </a:avLst>
            </a:prstGeom>
            <a:noFill/>
            <a:ln w="9525" cap="flat" cmpd="sng">
              <a:solidFill>
                <a:schemeClr val="tx1"/>
              </a:solidFill>
              <a:prstDash val="solid"/>
              <a:headEnd type="none" w="med" len="med"/>
              <a:tailEnd type="none" w="med" len="med"/>
            </a:ln>
          </p:spPr>
          <p:txBody>
            <a:bodyPr wrap="none" anchor="ctr" anchorCtr="0"/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zh-CN" altLang="en-US" sz="1800" dirty="0">
                <a:cs typeface="华文中宋" panose="02010600040101010101" pitchFamily="2" charset="-122"/>
              </a:endParaRPr>
            </a:p>
          </p:txBody>
        </p:sp>
      </p:grpSp>
      <p:sp>
        <p:nvSpPr>
          <p:cNvPr id="53309" name="Line 61"/>
          <p:cNvSpPr/>
          <p:nvPr>
            <p:custDataLst>
              <p:tags r:id="rId19"/>
            </p:custDataLst>
          </p:nvPr>
        </p:nvSpPr>
        <p:spPr>
          <a:xfrm>
            <a:off x="6221730" y="5733415"/>
            <a:ext cx="1936750" cy="0"/>
          </a:xfrm>
          <a:prstGeom prst="line">
            <a:avLst/>
          </a:prstGeom>
          <a:ln w="9525" cap="flat" cmpd="sng">
            <a:solidFill>
              <a:schemeClr val="accent2"/>
            </a:solidFill>
            <a:prstDash val="solid"/>
            <a:headEnd type="none" w="med" len="med"/>
            <a:tailEnd type="none" w="med" len="med"/>
          </a:ln>
        </p:spPr>
      </p:sp>
      <p:sp>
        <p:nvSpPr>
          <p:cNvPr id="53310" name="Line 62"/>
          <p:cNvSpPr/>
          <p:nvPr>
            <p:custDataLst>
              <p:tags r:id="rId20"/>
            </p:custDataLst>
          </p:nvPr>
        </p:nvSpPr>
        <p:spPr>
          <a:xfrm>
            <a:off x="7136130" y="5015865"/>
            <a:ext cx="0" cy="1506538"/>
          </a:xfrm>
          <a:prstGeom prst="line">
            <a:avLst/>
          </a:prstGeom>
          <a:ln w="9525" cap="flat" cmpd="sng">
            <a:solidFill>
              <a:schemeClr val="accent2"/>
            </a:solidFill>
            <a:prstDash val="solid"/>
            <a:headEnd type="none" w="med" len="med"/>
            <a:tailEnd type="none" w="med" len="med"/>
          </a:ln>
        </p:spPr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28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328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329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533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2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327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2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328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28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328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2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328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532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3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33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2" dur="500"/>
                                        <p:tgtEl>
                                          <p:spTgt spid="533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532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32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532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2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532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3" fill="hold">
                            <p:stCondLst>
                              <p:cond delay="500"/>
                            </p:stCondLst>
                            <p:childTnLst>
                              <p:par>
                                <p:cTn id="7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32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3279" grpId="0" build="p"/>
      <p:bldP spid="53280" grpId="0" build="p"/>
      <p:bldP spid="53281" grpId="0" build="p"/>
      <p:bldP spid="53282" grpId="0" build="p"/>
      <p:bldP spid="53283" grpId="0" build="p"/>
      <p:bldP spid="53287" grpId="0"/>
      <p:bldP spid="53288" grpId="0"/>
      <p:bldP spid="53289" grpId="0"/>
      <p:bldP spid="53290" grpId="0"/>
      <p:bldP spid="53291" grpId="0" build="p" advAuto="100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66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6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4914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重（难）点问题</a:t>
            </a:r>
            <a:r>
              <a:rPr lang="en-US" altLang="zh-CN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:  </a:t>
            </a: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分块矩阵的运算</a:t>
            </a:r>
            <a:endParaRPr kumimoji="1" lang="zh-CN" altLang="en-US" sz="26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华文中宋" panose="02010600040101010101" pitchFamily="2" charset="-122"/>
              <a:ea typeface="华文中宋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" name="矩形 6"/>
          <p:cNvSpPr>
            <a:spLocks noChangeArrowheads="1"/>
          </p:cNvSpPr>
          <p:nvPr>
            <p:custDataLst>
              <p:tags r:id="rId1"/>
            </p:custDataLst>
          </p:nvPr>
        </p:nvSpPr>
        <p:spPr bwMode="auto">
          <a:xfrm>
            <a:off x="398780" y="1130935"/>
            <a:ext cx="3723005" cy="112458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8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例</a:t>
            </a:r>
            <a:r>
              <a:rPr kumimoji="1" lang="en-US" altLang="zh-CN" sz="28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   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设矩阵</a:t>
            </a:r>
            <a:endParaRPr lang="zh-CN" altLang="en-US" sz="2800" b="1" dirty="0">
              <a:latin typeface="Times New Roman" panose="02020603050405020304" pitchFamily="18" charset="0"/>
              <a:ea typeface="华文中宋" panose="02010600040101010101" pitchFamily="2" charset="-122"/>
              <a:cs typeface="华文中宋" panose="02010600040101010101" pitchFamily="2" charset="-122"/>
            </a:endParaRPr>
          </a:p>
          <a:p>
            <a:pPr marL="0" marR="0" lvl="0" indent="0" algn="l" defTabSz="914400" rtl="0" eaLnBrk="1" fontAlgn="base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en-US" altLang="zh-CN" sz="2800" b="1" i="0" u="none" strike="noStrike" kern="1200" cap="none" spc="0" normalizeH="0" baseline="0" noProof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华文中宋" panose="02010600040101010101" pitchFamily="2" charset="-122"/>
              <a:ea typeface="华文中宋" panose="02010600040101010101" pitchFamily="2" charset="-122"/>
              <a:cs typeface="华文中宋" panose="02010600040101010101" pitchFamily="2" charset="-122"/>
            </a:endParaRPr>
          </a:p>
        </p:txBody>
      </p:sp>
      <p:sp>
        <p:nvSpPr>
          <p:cNvPr id="13" name="矩形 12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539750" y="3933190"/>
            <a:ext cx="1225550" cy="6076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8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解：</a:t>
            </a:r>
          </a:p>
        </p:txBody>
      </p:sp>
      <p:grpSp>
        <p:nvGrpSpPr>
          <p:cNvPr id="52229" name="Group 5"/>
          <p:cNvGrpSpPr/>
          <p:nvPr/>
        </p:nvGrpSpPr>
        <p:grpSpPr>
          <a:xfrm>
            <a:off x="2215198" y="1270953"/>
            <a:ext cx="3143250" cy="1625600"/>
            <a:chOff x="1615" y="938"/>
            <a:chExt cx="1980" cy="1024"/>
          </a:xfrm>
        </p:grpSpPr>
        <p:sp>
          <p:nvSpPr>
            <p:cNvPr id="25648" name="Text Box 6"/>
            <p:cNvSpPr txBox="1"/>
            <p:nvPr>
              <p:custDataLst>
                <p:tags r:id="rId59"/>
              </p:custDataLst>
            </p:nvPr>
          </p:nvSpPr>
          <p:spPr>
            <a:xfrm>
              <a:off x="2116" y="938"/>
              <a:ext cx="156" cy="100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1</a:t>
              </a:r>
            </a:p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0</a:t>
              </a:r>
              <a:endParaRPr lang="en-US" altLang="zh-CN" sz="2600" b="1" baseline="-25000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endParaRPr>
            </a:p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0</a:t>
              </a:r>
            </a:p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0 </a:t>
              </a:r>
            </a:p>
          </p:txBody>
        </p:sp>
        <p:sp>
          <p:nvSpPr>
            <p:cNvPr id="25649" name="Text Box 7"/>
            <p:cNvSpPr txBox="1"/>
            <p:nvPr>
              <p:custDataLst>
                <p:tags r:id="rId60"/>
              </p:custDataLst>
            </p:nvPr>
          </p:nvSpPr>
          <p:spPr>
            <a:xfrm>
              <a:off x="2360" y="938"/>
              <a:ext cx="156" cy="100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0</a:t>
              </a:r>
            </a:p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1</a:t>
              </a:r>
              <a:endParaRPr lang="en-US" altLang="zh-CN" sz="2600" b="1" baseline="-25000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endParaRPr>
            </a:p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0</a:t>
              </a:r>
            </a:p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0 </a:t>
              </a:r>
            </a:p>
          </p:txBody>
        </p:sp>
        <p:sp>
          <p:nvSpPr>
            <p:cNvPr id="25650" name="Text Box 8"/>
            <p:cNvSpPr txBox="1"/>
            <p:nvPr>
              <p:custDataLst>
                <p:tags r:id="rId61"/>
              </p:custDataLst>
            </p:nvPr>
          </p:nvSpPr>
          <p:spPr>
            <a:xfrm>
              <a:off x="2912" y="938"/>
              <a:ext cx="270" cy="100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3</a:t>
              </a: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4</a:t>
              </a:r>
              <a:endParaRPr lang="en-US" altLang="zh-CN" sz="2600" b="1" baseline="-25000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endParaRP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0</a:t>
              </a: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 </a:t>
              </a:r>
              <a:r>
                <a:rPr lang="en-US" altLang="zh-CN" sz="2600" b="1" dirty="0">
                  <a:latin typeface="Symbol" panose="05050102010706020507" pitchFamily="18" charset="2"/>
                  <a:ea typeface="华文中宋" panose="02010600040101010101" pitchFamily="2" charset="-122"/>
                  <a:cs typeface="华文中宋" panose="02010600040101010101" pitchFamily="2" charset="-122"/>
                </a:rPr>
                <a:t>-</a:t>
              </a: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1</a:t>
              </a:r>
            </a:p>
          </p:txBody>
        </p:sp>
        <p:sp>
          <p:nvSpPr>
            <p:cNvPr id="25651" name="Text Box 9"/>
            <p:cNvSpPr txBox="1"/>
            <p:nvPr>
              <p:custDataLst>
                <p:tags r:id="rId62"/>
              </p:custDataLst>
            </p:nvPr>
          </p:nvSpPr>
          <p:spPr>
            <a:xfrm>
              <a:off x="2605" y="938"/>
              <a:ext cx="218" cy="100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1</a:t>
              </a: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2</a:t>
              </a:r>
              <a:endParaRPr lang="en-US" altLang="zh-CN" sz="2600" b="1" baseline="-25000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endParaRP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Symbol" panose="05050102010706020507" pitchFamily="18" charset="2"/>
                  <a:ea typeface="华文中宋" panose="02010600040101010101" pitchFamily="2" charset="-122"/>
                  <a:cs typeface="华文中宋" panose="02010600040101010101" pitchFamily="2" charset="-122"/>
                </a:rPr>
                <a:t>-</a:t>
              </a: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1</a:t>
              </a: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0</a:t>
              </a:r>
            </a:p>
          </p:txBody>
        </p:sp>
        <p:sp>
          <p:nvSpPr>
            <p:cNvPr id="25652" name="Text Box 10"/>
            <p:cNvSpPr txBox="1"/>
            <p:nvPr>
              <p:custDataLst>
                <p:tags r:id="rId63"/>
              </p:custDataLst>
            </p:nvPr>
          </p:nvSpPr>
          <p:spPr>
            <a:xfrm>
              <a:off x="1615" y="1292"/>
              <a:ext cx="1980" cy="329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algn="just" eaLnBrk="1" hangingPunct="1">
                <a:lnSpc>
                  <a:spcPct val="12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i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A </a:t>
              </a:r>
              <a:r>
                <a:rPr lang="en-US" altLang="zh-CN" sz="2600" b="1" dirty="0">
                  <a:latin typeface="Symbol" panose="05050102010706020507" pitchFamily="18" charset="2"/>
                  <a:ea typeface="华文中宋" panose="02010600040101010101" pitchFamily="2" charset="-122"/>
                  <a:cs typeface="华文中宋" panose="02010600040101010101" pitchFamily="2" charset="-122"/>
                </a:rPr>
                <a:t>=                            </a:t>
              </a:r>
              <a:r>
                <a:rPr lang="zh-CN" altLang="en-US" sz="2600" b="1" dirty="0">
                  <a:latin typeface="Symbol" panose="05050102010706020507" pitchFamily="18" charset="2"/>
                  <a:ea typeface="华文中宋" panose="02010600040101010101" pitchFamily="2" charset="-122"/>
                  <a:cs typeface="华文中宋" panose="02010600040101010101" pitchFamily="2" charset="-122"/>
                </a:rPr>
                <a:t>，</a:t>
              </a:r>
            </a:p>
          </p:txBody>
        </p:sp>
        <p:sp>
          <p:nvSpPr>
            <p:cNvPr id="25653" name="AutoShape 11"/>
            <p:cNvSpPr/>
            <p:nvPr>
              <p:custDataLst>
                <p:tags r:id="rId64"/>
              </p:custDataLst>
            </p:nvPr>
          </p:nvSpPr>
          <p:spPr>
            <a:xfrm>
              <a:off x="1998" y="991"/>
              <a:ext cx="1299" cy="971"/>
            </a:xfrm>
            <a:prstGeom prst="bracketPair">
              <a:avLst>
                <a:gd name="adj" fmla="val 6477"/>
              </a:avLst>
            </a:prstGeom>
            <a:noFill/>
            <a:ln w="9525" cap="flat" cmpd="sng">
              <a:solidFill>
                <a:schemeClr val="tx1"/>
              </a:solidFill>
              <a:prstDash val="solid"/>
              <a:headEnd type="none" w="med" len="med"/>
              <a:tailEnd type="none" w="med" len="med"/>
            </a:ln>
          </p:spPr>
          <p:txBody>
            <a:bodyPr wrap="none" anchor="ctr" anchorCtr="0"/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zh-CN" altLang="en-US" sz="1800" dirty="0">
                <a:cs typeface="华文中宋" panose="02010600040101010101" pitchFamily="2" charset="-122"/>
              </a:endParaRPr>
            </a:p>
          </p:txBody>
        </p:sp>
      </p:grpSp>
      <p:grpSp>
        <p:nvGrpSpPr>
          <p:cNvPr id="52236" name="Group 12"/>
          <p:cNvGrpSpPr/>
          <p:nvPr/>
        </p:nvGrpSpPr>
        <p:grpSpPr>
          <a:xfrm>
            <a:off x="5440998" y="1270953"/>
            <a:ext cx="3125787" cy="1625600"/>
            <a:chOff x="3647" y="938"/>
            <a:chExt cx="1969" cy="1024"/>
          </a:xfrm>
        </p:grpSpPr>
        <p:sp>
          <p:nvSpPr>
            <p:cNvPr id="25642" name="Text Box 13"/>
            <p:cNvSpPr txBox="1"/>
            <p:nvPr>
              <p:custDataLst>
                <p:tags r:id="rId53"/>
              </p:custDataLst>
            </p:nvPr>
          </p:nvSpPr>
          <p:spPr>
            <a:xfrm>
              <a:off x="4212" y="938"/>
              <a:ext cx="104" cy="100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1</a:t>
              </a: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2</a:t>
              </a:r>
              <a:endParaRPr lang="en-US" altLang="zh-CN" sz="2600" b="1" baseline="-25000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endParaRP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6</a:t>
              </a: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0</a:t>
              </a:r>
            </a:p>
          </p:txBody>
        </p:sp>
        <p:sp>
          <p:nvSpPr>
            <p:cNvPr id="25643" name="Text Box 14"/>
            <p:cNvSpPr txBox="1"/>
            <p:nvPr>
              <p:custDataLst>
                <p:tags r:id="rId54"/>
              </p:custDataLst>
            </p:nvPr>
          </p:nvSpPr>
          <p:spPr>
            <a:xfrm>
              <a:off x="4460" y="938"/>
              <a:ext cx="218" cy="100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2</a:t>
              </a: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0</a:t>
              </a:r>
              <a:endParaRPr lang="en-US" altLang="zh-CN" sz="2600" b="1" baseline="-25000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endParaRP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3</a:t>
              </a: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Symbol" panose="05050102010706020507" pitchFamily="18" charset="2"/>
                  <a:ea typeface="华文中宋" panose="02010600040101010101" pitchFamily="2" charset="-122"/>
                  <a:cs typeface="华文中宋" panose="02010600040101010101" pitchFamily="2" charset="-122"/>
                </a:rPr>
                <a:t>-</a:t>
              </a: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2</a:t>
              </a:r>
            </a:p>
          </p:txBody>
        </p:sp>
        <p:sp>
          <p:nvSpPr>
            <p:cNvPr id="25644" name="Text Box 15"/>
            <p:cNvSpPr txBox="1"/>
            <p:nvPr>
              <p:custDataLst>
                <p:tags r:id="rId55"/>
              </p:custDataLst>
            </p:nvPr>
          </p:nvSpPr>
          <p:spPr>
            <a:xfrm>
              <a:off x="5070" y="938"/>
              <a:ext cx="156" cy="100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0</a:t>
              </a: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0</a:t>
              </a:r>
              <a:endParaRPr lang="en-US" altLang="zh-CN" sz="2600" b="1" baseline="-25000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endParaRP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0</a:t>
              </a: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 1</a:t>
              </a:r>
            </a:p>
          </p:txBody>
        </p:sp>
        <p:sp>
          <p:nvSpPr>
            <p:cNvPr id="25645" name="Text Box 16"/>
            <p:cNvSpPr txBox="1"/>
            <p:nvPr>
              <p:custDataLst>
                <p:tags r:id="rId56"/>
              </p:custDataLst>
            </p:nvPr>
          </p:nvSpPr>
          <p:spPr>
            <a:xfrm>
              <a:off x="4822" y="938"/>
              <a:ext cx="104" cy="100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0</a:t>
              </a: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0</a:t>
              </a:r>
              <a:endParaRPr lang="en-US" altLang="zh-CN" sz="2600" b="1" baseline="-25000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endParaRP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1</a:t>
              </a: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0</a:t>
              </a:r>
            </a:p>
          </p:txBody>
        </p:sp>
        <p:sp>
          <p:nvSpPr>
            <p:cNvPr id="25646" name="Text Box 17"/>
            <p:cNvSpPr txBox="1"/>
            <p:nvPr>
              <p:custDataLst>
                <p:tags r:id="rId57"/>
              </p:custDataLst>
            </p:nvPr>
          </p:nvSpPr>
          <p:spPr>
            <a:xfrm>
              <a:off x="3647" y="1292"/>
              <a:ext cx="1969" cy="329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algn="r" eaLnBrk="1" hangingPunct="1">
                <a:lnSpc>
                  <a:spcPct val="12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i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B </a:t>
              </a:r>
              <a:r>
                <a:rPr lang="en-US" altLang="zh-CN" sz="2600" b="1" dirty="0">
                  <a:latin typeface="Symbol" panose="05050102010706020507" pitchFamily="18" charset="2"/>
                  <a:ea typeface="华文中宋" panose="02010600040101010101" pitchFamily="2" charset="-122"/>
                  <a:cs typeface="华文中宋" panose="02010600040101010101" pitchFamily="2" charset="-122"/>
                </a:rPr>
                <a:t>=                            </a:t>
              </a:r>
              <a:r>
                <a:rPr lang="zh-CN" altLang="en-US" sz="2600" b="1" dirty="0">
                  <a:latin typeface="Symbol" panose="05050102010706020507" pitchFamily="18" charset="2"/>
                  <a:ea typeface="华文中宋" panose="02010600040101010101" pitchFamily="2" charset="-122"/>
                  <a:cs typeface="华文中宋" panose="02010600040101010101" pitchFamily="2" charset="-122"/>
                </a:rPr>
                <a:t>，</a:t>
              </a:r>
            </a:p>
          </p:txBody>
        </p:sp>
        <p:sp>
          <p:nvSpPr>
            <p:cNvPr id="25647" name="AutoShape 18"/>
            <p:cNvSpPr/>
            <p:nvPr>
              <p:custDataLst>
                <p:tags r:id="rId58"/>
              </p:custDataLst>
            </p:nvPr>
          </p:nvSpPr>
          <p:spPr>
            <a:xfrm>
              <a:off x="4042" y="991"/>
              <a:ext cx="1299" cy="971"/>
            </a:xfrm>
            <a:prstGeom prst="bracketPair">
              <a:avLst>
                <a:gd name="adj" fmla="val 6477"/>
              </a:avLst>
            </a:prstGeom>
            <a:noFill/>
            <a:ln w="9525" cap="flat" cmpd="sng">
              <a:solidFill>
                <a:schemeClr val="tx1"/>
              </a:solidFill>
              <a:prstDash val="solid"/>
              <a:headEnd type="none" w="med" len="med"/>
              <a:tailEnd type="none" w="med" len="med"/>
            </a:ln>
          </p:spPr>
          <p:txBody>
            <a:bodyPr wrap="none" anchor="ctr" anchorCtr="0"/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zh-CN" altLang="en-US" sz="1800" dirty="0">
                <a:cs typeface="华文中宋" panose="02010600040101010101" pitchFamily="2" charset="-122"/>
              </a:endParaRPr>
            </a:p>
          </p:txBody>
        </p:sp>
      </p:grpSp>
      <p:sp>
        <p:nvSpPr>
          <p:cNvPr id="52271" name="Line 47"/>
          <p:cNvSpPr/>
          <p:nvPr>
            <p:custDataLst>
              <p:tags r:id="rId3"/>
            </p:custDataLst>
          </p:nvPr>
        </p:nvSpPr>
        <p:spPr>
          <a:xfrm>
            <a:off x="2896235" y="2072640"/>
            <a:ext cx="1936750" cy="0"/>
          </a:xfrm>
          <a:prstGeom prst="line">
            <a:avLst/>
          </a:prstGeom>
          <a:ln w="9525" cap="flat" cmpd="sng">
            <a:solidFill>
              <a:schemeClr val="accent2"/>
            </a:solidFill>
            <a:prstDash val="solid"/>
            <a:headEnd type="none" w="med" len="med"/>
            <a:tailEnd type="none" w="med" len="med"/>
          </a:ln>
        </p:spPr>
      </p:sp>
      <p:sp>
        <p:nvSpPr>
          <p:cNvPr id="52272" name="Line 48"/>
          <p:cNvSpPr/>
          <p:nvPr>
            <p:custDataLst>
              <p:tags r:id="rId4"/>
            </p:custDataLst>
          </p:nvPr>
        </p:nvSpPr>
        <p:spPr>
          <a:xfrm>
            <a:off x="6139498" y="2072640"/>
            <a:ext cx="1936750" cy="0"/>
          </a:xfrm>
          <a:prstGeom prst="line">
            <a:avLst/>
          </a:prstGeom>
          <a:ln w="9525" cap="flat" cmpd="sng">
            <a:solidFill>
              <a:schemeClr val="accent2"/>
            </a:solidFill>
            <a:prstDash val="solid"/>
            <a:headEnd type="none" w="med" len="med"/>
            <a:tailEnd type="none" w="med" len="med"/>
          </a:ln>
        </p:spPr>
      </p:sp>
      <p:sp>
        <p:nvSpPr>
          <p:cNvPr id="52273" name="Line 49"/>
          <p:cNvSpPr/>
          <p:nvPr>
            <p:custDataLst>
              <p:tags r:id="rId5"/>
            </p:custDataLst>
          </p:nvPr>
        </p:nvSpPr>
        <p:spPr>
          <a:xfrm>
            <a:off x="3739198" y="1337628"/>
            <a:ext cx="0" cy="1506537"/>
          </a:xfrm>
          <a:prstGeom prst="line">
            <a:avLst/>
          </a:prstGeom>
          <a:ln w="9525" cap="flat" cmpd="sng">
            <a:solidFill>
              <a:schemeClr val="accent2"/>
            </a:solidFill>
            <a:prstDash val="solid"/>
            <a:headEnd type="none" w="med" len="med"/>
            <a:tailEnd type="none" w="med" len="med"/>
          </a:ln>
        </p:spPr>
      </p:sp>
      <p:sp>
        <p:nvSpPr>
          <p:cNvPr id="52274" name="Line 50"/>
          <p:cNvSpPr/>
          <p:nvPr>
            <p:custDataLst>
              <p:tags r:id="rId6"/>
            </p:custDataLst>
          </p:nvPr>
        </p:nvSpPr>
        <p:spPr>
          <a:xfrm>
            <a:off x="7163435" y="1337628"/>
            <a:ext cx="0" cy="1506537"/>
          </a:xfrm>
          <a:prstGeom prst="line">
            <a:avLst/>
          </a:prstGeom>
          <a:ln w="9525" cap="flat" cmpd="sng">
            <a:solidFill>
              <a:schemeClr val="accent2"/>
            </a:solidFill>
            <a:prstDash val="solid"/>
            <a:headEnd type="none" w="med" len="med"/>
            <a:tailEnd type="none" w="med" len="med"/>
          </a:ln>
        </p:spPr>
      </p:sp>
      <p:sp>
        <p:nvSpPr>
          <p:cNvPr id="52228" name="Rectangle 4"/>
          <p:cNvSpPr/>
          <p:nvPr>
            <p:custDataLst>
              <p:tags r:id="rId7"/>
            </p:custDataLst>
          </p:nvPr>
        </p:nvSpPr>
        <p:spPr>
          <a:xfrm>
            <a:off x="533400" y="3207703"/>
            <a:ext cx="4959985" cy="516255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algn="just" eaLnBrk="1" hangingPunct="1">
              <a:lnSpc>
                <a:spcPct val="120000"/>
              </a:lnSpc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用分块矩阵计算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kA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，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A</a:t>
            </a:r>
            <a:r>
              <a:rPr lang="en-US" altLang="zh-CN" sz="2600" b="1" dirty="0">
                <a:latin typeface="Symbol" panose="05050102010706020507" pitchFamily="18" charset="2"/>
                <a:ea typeface="华文中宋" panose="02010600040101010101" pitchFamily="2" charset="-122"/>
                <a:cs typeface="华文中宋" panose="02010600040101010101" pitchFamily="2" charset="-122"/>
              </a:rPr>
              <a:t>+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B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及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AB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。</a:t>
            </a:r>
          </a:p>
        </p:txBody>
      </p:sp>
      <p:sp>
        <p:nvSpPr>
          <p:cNvPr id="52243" name="Text Box 19"/>
          <p:cNvSpPr txBox="1"/>
          <p:nvPr>
            <p:custDataLst>
              <p:tags r:id="rId8"/>
            </p:custDataLst>
          </p:nvPr>
        </p:nvSpPr>
        <p:spPr>
          <a:xfrm>
            <a:off x="731997" y="4004945"/>
            <a:ext cx="4078605" cy="479425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algn="just" eaLnBrk="1" hangingPunct="1">
              <a:lnSpc>
                <a:spcPct val="120000"/>
              </a:lnSpc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        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将矩阵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A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，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B</a:t>
            </a: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进行分块：</a:t>
            </a:r>
          </a:p>
        </p:txBody>
      </p:sp>
      <p:grpSp>
        <p:nvGrpSpPr>
          <p:cNvPr id="52244" name="Group 20"/>
          <p:cNvGrpSpPr/>
          <p:nvPr/>
        </p:nvGrpSpPr>
        <p:grpSpPr>
          <a:xfrm>
            <a:off x="4884103" y="3916045"/>
            <a:ext cx="1905000" cy="1200150"/>
            <a:chOff x="1020" y="2823"/>
            <a:chExt cx="1200" cy="756"/>
          </a:xfrm>
        </p:grpSpPr>
        <p:sp>
          <p:nvSpPr>
            <p:cNvPr id="25638" name="Text Box 21"/>
            <p:cNvSpPr txBox="1"/>
            <p:nvPr>
              <p:custDataLst>
                <p:tags r:id="rId49"/>
              </p:custDataLst>
            </p:nvPr>
          </p:nvSpPr>
          <p:spPr>
            <a:xfrm>
              <a:off x="1020" y="2882"/>
              <a:ext cx="1200" cy="329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algn="just" eaLnBrk="1" hangingPunct="1">
                <a:lnSpc>
                  <a:spcPct val="12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i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A</a:t>
              </a:r>
              <a:r>
                <a:rPr lang="en-US" altLang="zh-CN" sz="2600" b="1" dirty="0">
                  <a:latin typeface="Symbol" panose="05050102010706020507" pitchFamily="18" charset="2"/>
                  <a:ea typeface="华文中宋" panose="02010600040101010101" pitchFamily="2" charset="-122"/>
                  <a:cs typeface="华文中宋" panose="02010600040101010101" pitchFamily="2" charset="-122"/>
                </a:rPr>
                <a:t>=              </a:t>
              </a:r>
              <a:r>
                <a:rPr lang="zh-CN" altLang="en-US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，</a:t>
              </a:r>
              <a:endParaRPr lang="zh-CN" altLang="en-US" sz="2600" b="1" dirty="0">
                <a:latin typeface="Symbol" panose="05050102010706020507" pitchFamily="18" charset="2"/>
                <a:ea typeface="华文中宋" panose="02010600040101010101" pitchFamily="2" charset="-122"/>
                <a:cs typeface="华文中宋" panose="02010600040101010101" pitchFamily="2" charset="-122"/>
              </a:endParaRPr>
            </a:p>
          </p:txBody>
        </p:sp>
        <p:sp>
          <p:nvSpPr>
            <p:cNvPr id="25639" name="Text Box 22"/>
            <p:cNvSpPr txBox="1"/>
            <p:nvPr>
              <p:custDataLst>
                <p:tags r:id="rId50"/>
              </p:custDataLst>
            </p:nvPr>
          </p:nvSpPr>
          <p:spPr>
            <a:xfrm>
              <a:off x="1408" y="2823"/>
              <a:ext cx="202" cy="50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i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E</a:t>
              </a:r>
              <a:endPara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endParaRPr>
            </a:p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i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O</a:t>
              </a: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 </a:t>
              </a:r>
            </a:p>
          </p:txBody>
        </p:sp>
        <p:sp>
          <p:nvSpPr>
            <p:cNvPr id="25640" name="Text Box 23"/>
            <p:cNvSpPr txBox="1"/>
            <p:nvPr>
              <p:custDataLst>
                <p:tags r:id="rId51"/>
              </p:custDataLst>
            </p:nvPr>
          </p:nvSpPr>
          <p:spPr>
            <a:xfrm>
              <a:off x="1635" y="2823"/>
              <a:ext cx="195" cy="75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i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C</a:t>
              </a:r>
              <a:endPara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endParaRP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Symbol" panose="05050102010706020507" pitchFamily="18" charset="2"/>
                  <a:ea typeface="华文中宋" panose="02010600040101010101" pitchFamily="2" charset="-122"/>
                  <a:cs typeface="华文中宋" panose="02010600040101010101" pitchFamily="2" charset="-122"/>
                </a:rPr>
                <a:t>-</a:t>
              </a:r>
              <a:r>
                <a:rPr lang="en-US" altLang="zh-CN" sz="2600" b="1" i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  <a:sym typeface="+mn-ea"/>
                </a:rPr>
                <a:t>I</a:t>
              </a:r>
              <a:endPara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endParaRP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endParaRPr>
            </a:p>
          </p:txBody>
        </p:sp>
        <p:sp>
          <p:nvSpPr>
            <p:cNvPr id="25641" name="AutoShape 24"/>
            <p:cNvSpPr/>
            <p:nvPr>
              <p:custDataLst>
                <p:tags r:id="rId52"/>
              </p:custDataLst>
            </p:nvPr>
          </p:nvSpPr>
          <p:spPr>
            <a:xfrm flipH="1">
              <a:off x="1309" y="2868"/>
              <a:ext cx="622" cy="418"/>
            </a:xfrm>
            <a:prstGeom prst="bracketPair">
              <a:avLst>
                <a:gd name="adj" fmla="val 6477"/>
              </a:avLst>
            </a:prstGeom>
            <a:noFill/>
            <a:ln w="9525" cap="flat" cmpd="sng">
              <a:solidFill>
                <a:schemeClr val="tx1"/>
              </a:solidFill>
              <a:prstDash val="solid"/>
              <a:headEnd type="none" w="med" len="med"/>
              <a:tailEnd type="none" w="med" len="med"/>
            </a:ln>
          </p:spPr>
          <p:txBody>
            <a:bodyPr wrap="none" anchor="ctr" anchorCtr="0"/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zh-CN" altLang="en-US" sz="1800" dirty="0">
                <a:cs typeface="华文中宋" panose="02010600040101010101" pitchFamily="2" charset="-122"/>
              </a:endParaRPr>
            </a:p>
          </p:txBody>
        </p:sp>
      </p:grpSp>
      <p:grpSp>
        <p:nvGrpSpPr>
          <p:cNvPr id="52249" name="Group 25"/>
          <p:cNvGrpSpPr/>
          <p:nvPr/>
        </p:nvGrpSpPr>
        <p:grpSpPr>
          <a:xfrm>
            <a:off x="6754178" y="3916045"/>
            <a:ext cx="1887537" cy="1200150"/>
            <a:chOff x="1020" y="2823"/>
            <a:chExt cx="1189" cy="756"/>
          </a:xfrm>
        </p:grpSpPr>
        <p:sp>
          <p:nvSpPr>
            <p:cNvPr id="25634" name="Text Box 26"/>
            <p:cNvSpPr txBox="1"/>
            <p:nvPr>
              <p:custDataLst>
                <p:tags r:id="rId45"/>
              </p:custDataLst>
            </p:nvPr>
          </p:nvSpPr>
          <p:spPr>
            <a:xfrm>
              <a:off x="1020" y="2882"/>
              <a:ext cx="1189" cy="329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algn="just" eaLnBrk="1" hangingPunct="1">
                <a:lnSpc>
                  <a:spcPct val="12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i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B</a:t>
              </a:r>
              <a:r>
                <a:rPr lang="en-US" altLang="zh-CN" sz="2600" b="1" dirty="0">
                  <a:latin typeface="Symbol" panose="05050102010706020507" pitchFamily="18" charset="2"/>
                  <a:ea typeface="华文中宋" panose="02010600040101010101" pitchFamily="2" charset="-122"/>
                  <a:cs typeface="华文中宋" panose="02010600040101010101" pitchFamily="2" charset="-122"/>
                </a:rPr>
                <a:t>=              </a:t>
              </a:r>
              <a:r>
                <a:rPr lang="zh-CN" altLang="en-US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，</a:t>
              </a:r>
              <a:endParaRPr lang="zh-CN" altLang="en-US" sz="2600" b="1" dirty="0">
                <a:latin typeface="Symbol" panose="05050102010706020507" pitchFamily="18" charset="2"/>
                <a:ea typeface="华文中宋" panose="02010600040101010101" pitchFamily="2" charset="-122"/>
                <a:cs typeface="华文中宋" panose="02010600040101010101" pitchFamily="2" charset="-122"/>
              </a:endParaRPr>
            </a:p>
          </p:txBody>
        </p:sp>
        <p:sp>
          <p:nvSpPr>
            <p:cNvPr id="25635" name="Text Box 27"/>
            <p:cNvSpPr txBox="1"/>
            <p:nvPr>
              <p:custDataLst>
                <p:tags r:id="rId46"/>
              </p:custDataLst>
            </p:nvPr>
          </p:nvSpPr>
          <p:spPr>
            <a:xfrm>
              <a:off x="1408" y="2823"/>
              <a:ext cx="168" cy="50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i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D</a:t>
              </a:r>
              <a:endPara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endParaRPr>
            </a:p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i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F</a:t>
              </a: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 </a:t>
              </a:r>
            </a:p>
          </p:txBody>
        </p:sp>
        <p:sp>
          <p:nvSpPr>
            <p:cNvPr id="25636" name="Text Box 28"/>
            <p:cNvSpPr txBox="1"/>
            <p:nvPr>
              <p:custDataLst>
                <p:tags r:id="rId47"/>
              </p:custDataLst>
            </p:nvPr>
          </p:nvSpPr>
          <p:spPr>
            <a:xfrm>
              <a:off x="1680" y="2823"/>
              <a:ext cx="150" cy="756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i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O</a:t>
              </a:r>
              <a:endPara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endParaRP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i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  <a:sym typeface="+mn-ea"/>
                </a:rPr>
                <a:t>I</a:t>
              </a:r>
              <a:endPara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endParaRP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endParaRPr>
            </a:p>
          </p:txBody>
        </p:sp>
        <p:sp>
          <p:nvSpPr>
            <p:cNvPr id="25637" name="AutoShape 29"/>
            <p:cNvSpPr/>
            <p:nvPr>
              <p:custDataLst>
                <p:tags r:id="rId48"/>
              </p:custDataLst>
            </p:nvPr>
          </p:nvSpPr>
          <p:spPr>
            <a:xfrm flipH="1">
              <a:off x="1309" y="2868"/>
              <a:ext cx="622" cy="418"/>
            </a:xfrm>
            <a:prstGeom prst="bracketPair">
              <a:avLst>
                <a:gd name="adj" fmla="val 6477"/>
              </a:avLst>
            </a:prstGeom>
            <a:noFill/>
            <a:ln w="9525" cap="flat" cmpd="sng">
              <a:solidFill>
                <a:schemeClr val="tx1"/>
              </a:solidFill>
              <a:prstDash val="solid"/>
              <a:headEnd type="none" w="med" len="med"/>
              <a:tailEnd type="none" w="med" len="med"/>
            </a:ln>
          </p:spPr>
          <p:txBody>
            <a:bodyPr wrap="none" anchor="ctr" anchorCtr="0"/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zh-CN" altLang="en-US" sz="1800" dirty="0">
                <a:cs typeface="华文中宋" panose="02010600040101010101" pitchFamily="2" charset="-122"/>
              </a:endParaRPr>
            </a:p>
          </p:txBody>
        </p:sp>
      </p:grpSp>
      <p:sp>
        <p:nvSpPr>
          <p:cNvPr id="27658" name="Text Box 30"/>
          <p:cNvSpPr txBox="1"/>
          <p:nvPr>
            <p:custDataLst>
              <p:tags r:id="rId9"/>
            </p:custDataLst>
          </p:nvPr>
        </p:nvSpPr>
        <p:spPr>
          <a:xfrm>
            <a:off x="554355" y="5284470"/>
            <a:ext cx="330200" cy="522288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algn="just" eaLnBrk="1" hangingPunct="1">
              <a:lnSpc>
                <a:spcPct val="12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600" b="1" dirty="0">
                <a:latin typeface="Symbol" panose="05050102010706020507" pitchFamily="18" charset="2"/>
                <a:ea typeface="华文中宋" panose="02010600040101010101" pitchFamily="2" charset="-122"/>
                <a:cs typeface="华文中宋" panose="02010600040101010101" pitchFamily="2" charset="-122"/>
              </a:rPr>
              <a:t>则</a:t>
            </a:r>
          </a:p>
        </p:txBody>
      </p:sp>
      <p:sp>
        <p:nvSpPr>
          <p:cNvPr id="54303" name="Text Box 31"/>
          <p:cNvSpPr txBox="1"/>
          <p:nvPr>
            <p:custDataLst>
              <p:tags r:id="rId10"/>
            </p:custDataLst>
          </p:nvPr>
        </p:nvSpPr>
        <p:spPr>
          <a:xfrm>
            <a:off x="4499293" y="5159058"/>
            <a:ext cx="906462" cy="396875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D </a:t>
            </a:r>
            <a:r>
              <a:rPr lang="en-US" altLang="zh-CN" sz="2600" b="1" dirty="0">
                <a:latin typeface="Symbol" panose="05050102010706020507" pitchFamily="18" charset="2"/>
                <a:ea typeface="华文中宋" panose="02010600040101010101" pitchFamily="2" charset="-122"/>
                <a:cs typeface="华文中宋" panose="02010600040101010101" pitchFamily="2" charset="-122"/>
              </a:rPr>
              <a:t>+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CF</a:t>
            </a:r>
          </a:p>
        </p:txBody>
      </p:sp>
      <p:sp>
        <p:nvSpPr>
          <p:cNvPr id="54304" name="Text Box 32"/>
          <p:cNvSpPr txBox="1"/>
          <p:nvPr>
            <p:custDataLst>
              <p:tags r:id="rId11"/>
            </p:custDataLst>
          </p:nvPr>
        </p:nvSpPr>
        <p:spPr>
          <a:xfrm>
            <a:off x="5616893" y="5165408"/>
            <a:ext cx="220662" cy="396875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algn="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C</a:t>
            </a:r>
            <a:endParaRPr lang="en-US" altLang="zh-CN" sz="2600" b="1" dirty="0">
              <a:latin typeface="Times New Roman" panose="02020603050405020304" pitchFamily="18" charset="0"/>
              <a:ea typeface="华文中宋" panose="02010600040101010101" pitchFamily="2" charset="-122"/>
              <a:cs typeface="华文中宋" panose="02010600040101010101" pitchFamily="2" charset="-122"/>
            </a:endParaRPr>
          </a:p>
        </p:txBody>
      </p:sp>
      <p:sp>
        <p:nvSpPr>
          <p:cNvPr id="54305" name="Rectangle 33"/>
          <p:cNvSpPr/>
          <p:nvPr>
            <p:custDataLst>
              <p:tags r:id="rId12"/>
            </p:custDataLst>
          </p:nvPr>
        </p:nvSpPr>
        <p:spPr>
          <a:xfrm>
            <a:off x="1214755" y="5352733"/>
            <a:ext cx="458788" cy="396875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algn="just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AB</a:t>
            </a:r>
            <a:endParaRPr lang="en-US" altLang="zh-CN" sz="2600" b="1" dirty="0">
              <a:latin typeface="Symbol" panose="05050102010706020507" pitchFamily="18" charset="2"/>
              <a:ea typeface="华文中宋" panose="02010600040101010101" pitchFamily="2" charset="-122"/>
              <a:cs typeface="华文中宋" panose="02010600040101010101" pitchFamily="2" charset="-122"/>
            </a:endParaRPr>
          </a:p>
        </p:txBody>
      </p:sp>
      <p:sp>
        <p:nvSpPr>
          <p:cNvPr id="54306" name="Rectangle 34"/>
          <p:cNvSpPr/>
          <p:nvPr>
            <p:custDataLst>
              <p:tags r:id="rId13"/>
            </p:custDataLst>
          </p:nvPr>
        </p:nvSpPr>
        <p:spPr>
          <a:xfrm>
            <a:off x="4729480" y="5579745"/>
            <a:ext cx="365125" cy="396875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algn="just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dirty="0">
                <a:latin typeface="Symbol" panose="05050102010706020507" pitchFamily="18" charset="2"/>
                <a:ea typeface="华文中宋" panose="02010600040101010101" pitchFamily="2" charset="-122"/>
                <a:cs typeface="华文中宋" panose="02010600040101010101" pitchFamily="2" charset="-122"/>
              </a:rPr>
              <a:t>-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F</a:t>
            </a:r>
          </a:p>
        </p:txBody>
      </p:sp>
      <p:sp>
        <p:nvSpPr>
          <p:cNvPr id="54307" name="Rectangle 35"/>
          <p:cNvSpPr/>
          <p:nvPr>
            <p:custDataLst>
              <p:tags r:id="rId14"/>
            </p:custDataLst>
          </p:nvPr>
        </p:nvSpPr>
        <p:spPr>
          <a:xfrm>
            <a:off x="5662772" y="5586095"/>
            <a:ext cx="309880" cy="80010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algn="just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dirty="0">
                <a:latin typeface="Symbol" panose="05050102010706020507" pitchFamily="18" charset="2"/>
                <a:ea typeface="华文中宋" panose="02010600040101010101" pitchFamily="2" charset="-122"/>
                <a:cs typeface="华文中宋" panose="02010600040101010101" pitchFamily="2" charset="-122"/>
              </a:rPr>
              <a:t>-</a:t>
            </a:r>
            <a:r>
              <a:rPr lang="en-US" altLang="zh-CN" sz="2600" b="1" i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I</a:t>
            </a:r>
            <a:endParaRPr lang="en-US" altLang="zh-CN" sz="2600" b="1" dirty="0">
              <a:latin typeface="Times New Roman" panose="02020603050405020304" pitchFamily="18" charset="0"/>
              <a:ea typeface="华文中宋" panose="02010600040101010101" pitchFamily="2" charset="-122"/>
              <a:cs typeface="华文中宋" panose="02010600040101010101" pitchFamily="2" charset="-122"/>
            </a:endParaRPr>
          </a:p>
          <a:p>
            <a:pPr marL="0" lvl="0" indent="0" algn="just" eaLnBrk="1" hangingPunct="1">
              <a:spcBef>
                <a:spcPct val="0"/>
              </a:spcBef>
              <a:buClrTx/>
              <a:buSzTx/>
              <a:buFontTx/>
              <a:buNone/>
            </a:pPr>
            <a:endParaRPr lang="en-US" altLang="zh-CN" sz="2600" b="1" i="1" dirty="0">
              <a:latin typeface="Times New Roman" panose="02020603050405020304" pitchFamily="18" charset="0"/>
              <a:ea typeface="华文中宋" panose="02010600040101010101" pitchFamily="2" charset="-122"/>
              <a:cs typeface="华文中宋" panose="02010600040101010101" pitchFamily="2" charset="-122"/>
            </a:endParaRPr>
          </a:p>
        </p:txBody>
      </p:sp>
      <p:grpSp>
        <p:nvGrpSpPr>
          <p:cNvPr id="54308" name="Group 36"/>
          <p:cNvGrpSpPr/>
          <p:nvPr/>
        </p:nvGrpSpPr>
        <p:grpSpPr>
          <a:xfrm>
            <a:off x="6155055" y="4828858"/>
            <a:ext cx="2268538" cy="1541462"/>
            <a:chOff x="3672" y="2825"/>
            <a:chExt cx="1429" cy="971"/>
          </a:xfrm>
        </p:grpSpPr>
        <p:sp>
          <p:nvSpPr>
            <p:cNvPr id="27705" name="Text Box 37"/>
            <p:cNvSpPr txBox="1"/>
            <p:nvPr>
              <p:custDataLst>
                <p:tags r:id="rId43"/>
              </p:custDataLst>
            </p:nvPr>
          </p:nvSpPr>
          <p:spPr>
            <a:xfrm>
              <a:off x="3672" y="3115"/>
              <a:ext cx="114" cy="329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algn="just" eaLnBrk="1" hangingPunct="1">
                <a:lnSpc>
                  <a:spcPct val="12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Symbol" panose="05050102010706020507" pitchFamily="18" charset="2"/>
                  <a:cs typeface="华文中宋" panose="02010600040101010101" pitchFamily="2" charset="-122"/>
                </a:rPr>
                <a:t>=</a:t>
              </a:r>
            </a:p>
          </p:txBody>
        </p:sp>
        <p:sp>
          <p:nvSpPr>
            <p:cNvPr id="27706" name="AutoShape 38"/>
            <p:cNvSpPr/>
            <p:nvPr>
              <p:custDataLst>
                <p:tags r:id="rId44"/>
              </p:custDataLst>
            </p:nvPr>
          </p:nvSpPr>
          <p:spPr>
            <a:xfrm>
              <a:off x="3835" y="2825"/>
              <a:ext cx="1266" cy="971"/>
            </a:xfrm>
            <a:prstGeom prst="bracketPair">
              <a:avLst>
                <a:gd name="adj" fmla="val 6477"/>
              </a:avLst>
            </a:prstGeom>
            <a:noFill/>
            <a:ln w="9525" cap="flat" cmpd="sng">
              <a:solidFill>
                <a:schemeClr val="tx1"/>
              </a:solidFill>
              <a:prstDash val="solid"/>
              <a:headEnd type="none" w="med" len="med"/>
              <a:tailEnd type="none" w="med" len="med"/>
            </a:ln>
          </p:spPr>
          <p:txBody>
            <a:bodyPr wrap="none" anchor="ctr" anchorCtr="0"/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zh-CN" altLang="en-US" sz="1800" dirty="0">
                <a:cs typeface="华文中宋" panose="02010600040101010101" pitchFamily="2" charset="-122"/>
              </a:endParaRPr>
            </a:p>
          </p:txBody>
        </p:sp>
      </p:grpSp>
      <p:sp>
        <p:nvSpPr>
          <p:cNvPr id="54311" name="Text Box 39"/>
          <p:cNvSpPr txBox="1"/>
          <p:nvPr>
            <p:custDataLst>
              <p:tags r:id="rId15"/>
            </p:custDataLst>
          </p:nvPr>
        </p:nvSpPr>
        <p:spPr>
          <a:xfrm>
            <a:off x="6583680" y="4738370"/>
            <a:ext cx="758825" cy="79375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 7  </a:t>
            </a:r>
            <a:r>
              <a:rPr lang="en-US" altLang="zh-CN" sz="2600" b="1" dirty="0">
                <a:latin typeface="Symbol" panose="05050102010706020507" pitchFamily="18" charset="2"/>
                <a:ea typeface="华文中宋" panose="02010600040101010101" pitchFamily="2" charset="-122"/>
                <a:cs typeface="华文中宋" panose="02010600040101010101" pitchFamily="2" charset="-122"/>
              </a:rPr>
              <a:t>-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1</a:t>
            </a:r>
          </a:p>
          <a:p>
            <a:pPr marL="0" lvl="0" indent="0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14 </a:t>
            </a:r>
            <a:r>
              <a:rPr lang="en-US" altLang="zh-CN" sz="2600" b="1" dirty="0">
                <a:latin typeface="Symbol" panose="05050102010706020507" pitchFamily="18" charset="2"/>
                <a:ea typeface="华文中宋" panose="02010600040101010101" pitchFamily="2" charset="-122"/>
                <a:cs typeface="华文中宋" panose="02010600040101010101" pitchFamily="2" charset="-122"/>
              </a:rPr>
              <a:t>  </a:t>
            </a: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4</a:t>
            </a:r>
          </a:p>
        </p:txBody>
      </p:sp>
      <p:sp>
        <p:nvSpPr>
          <p:cNvPr id="54312" name="Text Box 40"/>
          <p:cNvSpPr txBox="1"/>
          <p:nvPr>
            <p:custDataLst>
              <p:tags r:id="rId16"/>
            </p:custDataLst>
          </p:nvPr>
        </p:nvSpPr>
        <p:spPr>
          <a:xfrm>
            <a:off x="6513830" y="5562283"/>
            <a:ext cx="857250" cy="79375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dirty="0">
                <a:latin typeface="Symbol" panose="05050102010706020507" pitchFamily="18" charset="2"/>
                <a:cs typeface="华文中宋" panose="02010600040101010101" pitchFamily="2" charset="-122"/>
              </a:rPr>
              <a:t>-</a:t>
            </a:r>
            <a:r>
              <a:rPr lang="en-US" altLang="zh-CN" sz="2600" b="1" dirty="0">
                <a:latin typeface="Times New Roman" panose="02020603050405020304" pitchFamily="18" charset="0"/>
                <a:cs typeface="华文中宋" panose="02010600040101010101" pitchFamily="2" charset="-122"/>
              </a:rPr>
              <a:t>6  </a:t>
            </a:r>
            <a:r>
              <a:rPr lang="en-US" altLang="zh-CN" sz="2600" b="1" dirty="0">
                <a:latin typeface="Symbol" panose="05050102010706020507" pitchFamily="18" charset="2"/>
                <a:cs typeface="华文中宋" panose="02010600040101010101" pitchFamily="2" charset="-122"/>
              </a:rPr>
              <a:t>-</a:t>
            </a:r>
            <a:r>
              <a:rPr lang="en-US" altLang="zh-CN" sz="2600" b="1" dirty="0">
                <a:latin typeface="Times New Roman" panose="02020603050405020304" pitchFamily="18" charset="0"/>
                <a:cs typeface="华文中宋" panose="02010600040101010101" pitchFamily="2" charset="-122"/>
              </a:rPr>
              <a:t>3</a:t>
            </a:r>
          </a:p>
          <a:p>
            <a:pPr marL="0" lvl="0" indent="0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dirty="0">
                <a:latin typeface="Times New Roman" panose="02020603050405020304" pitchFamily="18" charset="0"/>
                <a:cs typeface="华文中宋" panose="02010600040101010101" pitchFamily="2" charset="-122"/>
              </a:rPr>
              <a:t>  0    2</a:t>
            </a:r>
          </a:p>
        </p:txBody>
      </p:sp>
      <p:sp>
        <p:nvSpPr>
          <p:cNvPr id="54313" name="Text Box 41"/>
          <p:cNvSpPr txBox="1"/>
          <p:nvPr>
            <p:custDataLst>
              <p:tags r:id="rId17"/>
            </p:custDataLst>
          </p:nvPr>
        </p:nvSpPr>
        <p:spPr>
          <a:xfrm>
            <a:off x="7672705" y="4744720"/>
            <a:ext cx="577850" cy="79375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1   3</a:t>
            </a:r>
            <a:endParaRPr lang="en-US" altLang="zh-CN" sz="2600" b="1" i="1" dirty="0">
              <a:latin typeface="Times New Roman" panose="02020603050405020304" pitchFamily="18" charset="0"/>
              <a:ea typeface="华文中宋" panose="02010600040101010101" pitchFamily="2" charset="-122"/>
              <a:cs typeface="华文中宋" panose="02010600040101010101" pitchFamily="2" charset="-122"/>
            </a:endParaRPr>
          </a:p>
          <a:p>
            <a:pPr marL="0" lvl="0" indent="0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2   4</a:t>
            </a:r>
            <a:endParaRPr lang="en-US" altLang="zh-CN" sz="2600" b="1" i="1" dirty="0">
              <a:latin typeface="Times New Roman" panose="02020603050405020304" pitchFamily="18" charset="0"/>
              <a:ea typeface="华文中宋" panose="02010600040101010101" pitchFamily="2" charset="-122"/>
              <a:cs typeface="华文中宋" panose="02010600040101010101" pitchFamily="2" charset="-122"/>
            </a:endParaRPr>
          </a:p>
        </p:txBody>
      </p:sp>
      <p:sp>
        <p:nvSpPr>
          <p:cNvPr id="54314" name="Text Box 42"/>
          <p:cNvSpPr txBox="1"/>
          <p:nvPr>
            <p:custDataLst>
              <p:tags r:id="rId18"/>
            </p:custDataLst>
          </p:nvPr>
        </p:nvSpPr>
        <p:spPr>
          <a:xfrm>
            <a:off x="7515543" y="5562283"/>
            <a:ext cx="758825" cy="79375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dirty="0">
                <a:latin typeface="Symbol" panose="05050102010706020507" pitchFamily="18" charset="2"/>
                <a:cs typeface="华文中宋" panose="02010600040101010101" pitchFamily="2" charset="-122"/>
              </a:rPr>
              <a:t>-</a:t>
            </a:r>
            <a:r>
              <a:rPr lang="en-US" altLang="zh-CN" sz="2600" b="1" dirty="0">
                <a:latin typeface="Times New Roman" panose="02020603050405020304" pitchFamily="18" charset="0"/>
                <a:cs typeface="华文中宋" panose="02010600040101010101" pitchFamily="2" charset="-122"/>
              </a:rPr>
              <a:t>1   0</a:t>
            </a:r>
          </a:p>
          <a:p>
            <a:pPr marL="0" lvl="0" indent="0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2600" b="1" dirty="0">
                <a:latin typeface="Times New Roman" panose="02020603050405020304" pitchFamily="18" charset="0"/>
                <a:cs typeface="华文中宋" panose="02010600040101010101" pitchFamily="2" charset="-122"/>
              </a:rPr>
              <a:t>  0 </a:t>
            </a:r>
            <a:r>
              <a:rPr lang="en-US" altLang="zh-CN" sz="2600" b="1" dirty="0">
                <a:latin typeface="Symbol" panose="05050102010706020507" pitchFamily="18" charset="2"/>
                <a:cs typeface="华文中宋" panose="02010600040101010101" pitchFamily="2" charset="-122"/>
              </a:rPr>
              <a:t>-</a:t>
            </a:r>
            <a:r>
              <a:rPr lang="en-US" altLang="zh-CN" sz="2600" b="1" dirty="0">
                <a:latin typeface="Times New Roman" panose="02020603050405020304" pitchFamily="18" charset="0"/>
                <a:cs typeface="华文中宋" panose="02010600040101010101" pitchFamily="2" charset="-122"/>
              </a:rPr>
              <a:t>1</a:t>
            </a:r>
          </a:p>
        </p:txBody>
      </p:sp>
      <p:sp>
        <p:nvSpPr>
          <p:cNvPr id="54315" name="Text Box 43"/>
          <p:cNvSpPr txBox="1"/>
          <p:nvPr>
            <p:custDataLst>
              <p:tags r:id="rId19"/>
            </p:custDataLst>
          </p:nvPr>
        </p:nvSpPr>
        <p:spPr>
          <a:xfrm>
            <a:off x="8587105" y="5289233"/>
            <a:ext cx="330200" cy="476250"/>
          </a:xfrm>
          <a:prstGeom prst="rect">
            <a:avLst/>
          </a:prstGeom>
          <a:noFill/>
          <a:ln w="9525">
            <a:noFill/>
          </a:ln>
        </p:spPr>
        <p:txBody>
          <a:bodyPr wrap="none" lIns="0" tIns="0" rIns="0" bIns="0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algn="just" eaLnBrk="1" hangingPunct="1">
              <a:lnSpc>
                <a:spcPct val="120000"/>
              </a:lnSpc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6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。</a:t>
            </a:r>
          </a:p>
        </p:txBody>
      </p:sp>
      <p:grpSp>
        <p:nvGrpSpPr>
          <p:cNvPr id="54320" name="Group 48"/>
          <p:cNvGrpSpPr/>
          <p:nvPr/>
        </p:nvGrpSpPr>
        <p:grpSpPr>
          <a:xfrm>
            <a:off x="1668780" y="5160645"/>
            <a:ext cx="2303463" cy="800100"/>
            <a:chOff x="846" y="3034"/>
            <a:chExt cx="1451" cy="504"/>
          </a:xfrm>
        </p:grpSpPr>
        <p:sp>
          <p:nvSpPr>
            <p:cNvPr id="27698" name="Text Box 49"/>
            <p:cNvSpPr txBox="1"/>
            <p:nvPr>
              <p:custDataLst>
                <p:tags r:id="rId36"/>
              </p:custDataLst>
            </p:nvPr>
          </p:nvSpPr>
          <p:spPr>
            <a:xfrm>
              <a:off x="846" y="3115"/>
              <a:ext cx="114" cy="329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algn="just" eaLnBrk="1" hangingPunct="1">
                <a:lnSpc>
                  <a:spcPct val="12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Symbol" panose="05050102010706020507" pitchFamily="18" charset="2"/>
                  <a:ea typeface="华文中宋" panose="02010600040101010101" pitchFamily="2" charset="-122"/>
                  <a:cs typeface="华文中宋" panose="02010600040101010101" pitchFamily="2" charset="-122"/>
                </a:rPr>
                <a:t>=</a:t>
              </a:r>
            </a:p>
          </p:txBody>
        </p:sp>
        <p:sp>
          <p:nvSpPr>
            <p:cNvPr id="27699" name="Text Box 50"/>
            <p:cNvSpPr txBox="1"/>
            <p:nvPr>
              <p:custDataLst>
                <p:tags r:id="rId37"/>
              </p:custDataLst>
            </p:nvPr>
          </p:nvSpPr>
          <p:spPr>
            <a:xfrm>
              <a:off x="1091" y="3034"/>
              <a:ext cx="202" cy="504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i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I</a:t>
              </a:r>
              <a:endPara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endParaRPr>
            </a:p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i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O</a:t>
              </a: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 </a:t>
              </a:r>
            </a:p>
          </p:txBody>
        </p:sp>
        <p:sp>
          <p:nvSpPr>
            <p:cNvPr id="27700" name="Text Box 51"/>
            <p:cNvSpPr txBox="1"/>
            <p:nvPr>
              <p:custDataLst>
                <p:tags r:id="rId38"/>
              </p:custDataLst>
            </p:nvPr>
          </p:nvSpPr>
          <p:spPr>
            <a:xfrm>
              <a:off x="1318" y="3034"/>
              <a:ext cx="195" cy="504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i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C</a:t>
              </a:r>
              <a:endPara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endParaRP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Symbol" panose="05050102010706020507" pitchFamily="18" charset="2"/>
                  <a:ea typeface="华文中宋" panose="02010600040101010101" pitchFamily="2" charset="-122"/>
                  <a:cs typeface="华文中宋" panose="02010600040101010101" pitchFamily="2" charset="-122"/>
                </a:rPr>
                <a:t>-</a:t>
              </a:r>
              <a:r>
                <a:rPr lang="en-US" altLang="zh-CN" sz="2600" b="1" i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  <a:sym typeface="+mn-ea"/>
                </a:rPr>
                <a:t>I</a:t>
              </a:r>
              <a:endPara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endParaRPr>
            </a:p>
          </p:txBody>
        </p:sp>
        <p:sp>
          <p:nvSpPr>
            <p:cNvPr id="27701" name="AutoShape 52"/>
            <p:cNvSpPr/>
            <p:nvPr>
              <p:custDataLst>
                <p:tags r:id="rId39"/>
              </p:custDataLst>
            </p:nvPr>
          </p:nvSpPr>
          <p:spPr>
            <a:xfrm flipH="1">
              <a:off x="992" y="3079"/>
              <a:ext cx="622" cy="418"/>
            </a:xfrm>
            <a:prstGeom prst="bracketPair">
              <a:avLst>
                <a:gd name="adj" fmla="val 6477"/>
              </a:avLst>
            </a:prstGeom>
            <a:noFill/>
            <a:ln w="9525" cap="flat" cmpd="sng">
              <a:solidFill>
                <a:schemeClr val="tx1"/>
              </a:solidFill>
              <a:prstDash val="solid"/>
              <a:headEnd type="none" w="med" len="med"/>
              <a:tailEnd type="none" w="med" len="med"/>
            </a:ln>
          </p:spPr>
          <p:txBody>
            <a:bodyPr wrap="none" anchor="ctr" anchorCtr="0"/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zh-CN" altLang="en-US" sz="1800" dirty="0">
                <a:cs typeface="华文中宋" panose="02010600040101010101" pitchFamily="2" charset="-122"/>
              </a:endParaRPr>
            </a:p>
          </p:txBody>
        </p:sp>
        <p:sp>
          <p:nvSpPr>
            <p:cNvPr id="27702" name="Text Box 53"/>
            <p:cNvSpPr txBox="1"/>
            <p:nvPr>
              <p:custDataLst>
                <p:tags r:id="rId40"/>
              </p:custDataLst>
            </p:nvPr>
          </p:nvSpPr>
          <p:spPr>
            <a:xfrm>
              <a:off x="1774" y="3034"/>
              <a:ext cx="168" cy="50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i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D</a:t>
              </a:r>
              <a:endPara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endParaRPr>
            </a:p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i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F</a:t>
              </a:r>
              <a:r>
                <a:rPr lang="en-US" altLang="zh-CN" sz="2600" b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 </a:t>
              </a:r>
            </a:p>
          </p:txBody>
        </p:sp>
        <p:sp>
          <p:nvSpPr>
            <p:cNvPr id="27703" name="Text Box 54"/>
            <p:cNvSpPr txBox="1"/>
            <p:nvPr>
              <p:custDataLst>
                <p:tags r:id="rId41"/>
              </p:custDataLst>
            </p:nvPr>
          </p:nvSpPr>
          <p:spPr>
            <a:xfrm>
              <a:off x="2046" y="3034"/>
              <a:ext cx="150" cy="504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i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</a:rPr>
                <a:t>O</a:t>
              </a:r>
              <a:endPara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endParaRPr>
            </a:p>
            <a:p>
              <a:pPr marL="0" lvl="0" indent="0" algn="r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i="1" dirty="0">
                  <a:latin typeface="Times New Roman" panose="02020603050405020304" pitchFamily="18" charset="0"/>
                  <a:ea typeface="华文中宋" panose="02010600040101010101" pitchFamily="2" charset="-122"/>
                  <a:cs typeface="华文中宋" panose="02010600040101010101" pitchFamily="2" charset="-122"/>
                  <a:sym typeface="+mn-ea"/>
                </a:rPr>
                <a:t>I</a:t>
              </a:r>
              <a:endParaRPr lang="en-US" altLang="zh-CN" sz="26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endParaRPr>
            </a:p>
          </p:txBody>
        </p:sp>
        <p:sp>
          <p:nvSpPr>
            <p:cNvPr id="27704" name="AutoShape 55"/>
            <p:cNvSpPr/>
            <p:nvPr>
              <p:custDataLst>
                <p:tags r:id="rId42"/>
              </p:custDataLst>
            </p:nvPr>
          </p:nvSpPr>
          <p:spPr>
            <a:xfrm flipH="1">
              <a:off x="1675" y="3079"/>
              <a:ext cx="622" cy="418"/>
            </a:xfrm>
            <a:prstGeom prst="bracketPair">
              <a:avLst>
                <a:gd name="adj" fmla="val 6477"/>
              </a:avLst>
            </a:prstGeom>
            <a:noFill/>
            <a:ln w="9525" cap="flat" cmpd="sng">
              <a:solidFill>
                <a:schemeClr val="tx1"/>
              </a:solidFill>
              <a:prstDash val="solid"/>
              <a:headEnd type="none" w="med" len="med"/>
              <a:tailEnd type="none" w="med" len="med"/>
            </a:ln>
          </p:spPr>
          <p:txBody>
            <a:bodyPr wrap="none" anchor="ctr" anchorCtr="0"/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zh-CN" altLang="en-US" sz="1800" dirty="0">
                <a:cs typeface="华文中宋" panose="02010600040101010101" pitchFamily="2" charset="-122"/>
              </a:endParaRPr>
            </a:p>
          </p:txBody>
        </p:sp>
      </p:grpSp>
      <p:grpSp>
        <p:nvGrpSpPr>
          <p:cNvPr id="54328" name="Group 56"/>
          <p:cNvGrpSpPr/>
          <p:nvPr/>
        </p:nvGrpSpPr>
        <p:grpSpPr>
          <a:xfrm>
            <a:off x="4059555" y="5232083"/>
            <a:ext cx="1984375" cy="663575"/>
            <a:chOff x="2538" y="3079"/>
            <a:chExt cx="1064" cy="418"/>
          </a:xfrm>
        </p:grpSpPr>
        <p:sp>
          <p:nvSpPr>
            <p:cNvPr id="27696" name="Text Box 57"/>
            <p:cNvSpPr txBox="1"/>
            <p:nvPr>
              <p:custDataLst>
                <p:tags r:id="rId34"/>
              </p:custDataLst>
            </p:nvPr>
          </p:nvSpPr>
          <p:spPr>
            <a:xfrm>
              <a:off x="2538" y="3115"/>
              <a:ext cx="97" cy="329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algn="just" eaLnBrk="1" hangingPunct="1">
                <a:lnSpc>
                  <a:spcPct val="120000"/>
                </a:lnSpc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dirty="0">
                  <a:latin typeface="Symbol" panose="05050102010706020507" pitchFamily="18" charset="2"/>
                  <a:ea typeface="华文中宋" panose="02010600040101010101" pitchFamily="2" charset="-122"/>
                  <a:cs typeface="华文中宋" panose="02010600040101010101" pitchFamily="2" charset="-122"/>
                </a:rPr>
                <a:t>=</a:t>
              </a:r>
            </a:p>
          </p:txBody>
        </p:sp>
        <p:sp>
          <p:nvSpPr>
            <p:cNvPr id="27697" name="AutoShape 58"/>
            <p:cNvSpPr/>
            <p:nvPr>
              <p:custDataLst>
                <p:tags r:id="rId35"/>
              </p:custDataLst>
            </p:nvPr>
          </p:nvSpPr>
          <p:spPr>
            <a:xfrm flipH="1">
              <a:off x="2686" y="3079"/>
              <a:ext cx="916" cy="418"/>
            </a:xfrm>
            <a:prstGeom prst="bracketPair">
              <a:avLst>
                <a:gd name="adj" fmla="val 6477"/>
              </a:avLst>
            </a:prstGeom>
            <a:noFill/>
            <a:ln w="9525" cap="flat" cmpd="sng">
              <a:solidFill>
                <a:schemeClr val="tx1"/>
              </a:solidFill>
              <a:prstDash val="solid"/>
              <a:headEnd type="none" w="med" len="med"/>
              <a:tailEnd type="none" w="med" len="med"/>
            </a:ln>
          </p:spPr>
          <p:txBody>
            <a:bodyPr wrap="none" anchor="ctr" anchorCtr="0"/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endParaRPr lang="zh-CN" altLang="en-US" sz="1800" dirty="0">
                <a:cs typeface="华文中宋" panose="02010600040101010101" pitchFamily="2" charset="-122"/>
              </a:endParaRPr>
            </a:p>
          </p:txBody>
        </p:sp>
      </p:grpSp>
      <p:grpSp>
        <p:nvGrpSpPr>
          <p:cNvPr id="54331" name="Group 59"/>
          <p:cNvGrpSpPr/>
          <p:nvPr/>
        </p:nvGrpSpPr>
        <p:grpSpPr>
          <a:xfrm>
            <a:off x="1289368" y="6025833"/>
            <a:ext cx="3806825" cy="800100"/>
            <a:chOff x="607" y="3579"/>
            <a:chExt cx="2398" cy="504"/>
          </a:xfrm>
        </p:grpSpPr>
        <p:sp>
          <p:nvSpPr>
            <p:cNvPr id="27680" name="Text Box 60"/>
            <p:cNvSpPr txBox="1"/>
            <p:nvPr>
              <p:custDataLst>
                <p:tags r:id="rId22"/>
              </p:custDataLst>
            </p:nvPr>
          </p:nvSpPr>
          <p:spPr>
            <a:xfrm>
              <a:off x="607" y="3693"/>
              <a:ext cx="255" cy="250"/>
            </a:xfrm>
            <a:prstGeom prst="rect">
              <a:avLst/>
            </a:prstGeom>
            <a:noFill/>
            <a:ln w="9525">
              <a:noFill/>
            </a:ln>
          </p:spPr>
          <p:txBody>
            <a:bodyPr wrap="none" lIns="0" tIns="0" rIns="0" bIns="0">
              <a:spAutoFit/>
            </a:bodyPr>
            <a:lstStyle>
              <a:lvl1pPr marL="342900" indent="-3429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75000"/>
                <a:buFont typeface="Wingdings" panose="05000000000000000000" pitchFamily="2" charset="2"/>
                <a:buChar char="v"/>
                <a:defRPr sz="32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742950" indent="-28575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"/>
                <a:defRPr sz="2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1430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4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6002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accent2"/>
                </a:buClr>
                <a:buSzPct val="90000"/>
                <a:buFont typeface="Wingdings" panose="05000000000000000000" pitchFamily="2" charset="2"/>
                <a:buChar char="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2057400" indent="-228600" algn="l" rtl="0" eaLnBrk="0" fontAlgn="base" hangingPunct="0">
                <a:spcBef>
                  <a:spcPct val="20000"/>
                </a:spcBef>
                <a:spcAft>
                  <a:spcPct val="0"/>
                </a:spcAft>
                <a:buClr>
                  <a:schemeClr val="hlink"/>
                </a:buClr>
                <a:buSzPct val="85000"/>
                <a:buFont typeface="Wingdings" panose="05000000000000000000" pitchFamily="2" charset="2"/>
                <a:buChar char="v"/>
                <a:defRPr sz="20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</a:lstStyle>
            <a:p>
              <a:pPr marL="0" lvl="0" indent="0" eaLnBrk="1" hangingPunct="1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zh-CN" sz="2600" b="1" i="1" dirty="0">
                  <a:latin typeface="Times New Roman" panose="02020603050405020304" pitchFamily="18" charset="0"/>
                  <a:cs typeface="华文中宋" panose="02010600040101010101" pitchFamily="2" charset="-122"/>
                </a:rPr>
                <a:t>CF</a:t>
              </a:r>
            </a:p>
          </p:txBody>
        </p:sp>
        <p:grpSp>
          <p:nvGrpSpPr>
            <p:cNvPr id="27681" name="Group 61"/>
            <p:cNvGrpSpPr/>
            <p:nvPr/>
          </p:nvGrpSpPr>
          <p:grpSpPr>
            <a:xfrm>
              <a:off x="911" y="3583"/>
              <a:ext cx="1242" cy="500"/>
              <a:chOff x="911" y="3583"/>
              <a:chExt cx="1242" cy="500"/>
            </a:xfrm>
          </p:grpSpPr>
          <p:sp>
            <p:nvSpPr>
              <p:cNvPr id="27687" name="Text Box 62"/>
              <p:cNvSpPr txBox="1"/>
              <p:nvPr>
                <p:custDataLst>
                  <p:tags r:id="rId27"/>
                </p:custDataLst>
              </p:nvPr>
            </p:nvSpPr>
            <p:spPr>
              <a:xfrm>
                <a:off x="911" y="3653"/>
                <a:ext cx="114" cy="329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 lIns="0" tIns="0" rIns="0">
                <a:spAutoFit/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75000"/>
                  <a:buFont typeface="Wingdings" panose="05000000000000000000" pitchFamily="2" charset="2"/>
                  <a:buChar char="v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Wingdings" panose="05000000000000000000" pitchFamily="2" charset="2"/>
                  <a:buChar char="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90000"/>
                  <a:buFont typeface="Wingdings" panose="05000000000000000000" pitchFamily="2" charset="2"/>
                  <a:buChar char="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</a:lstStyle>
              <a:p>
                <a:pPr marL="0" lvl="0" indent="0" algn="just" eaLnBrk="1" hangingPunct="1">
                  <a:lnSpc>
                    <a:spcPct val="12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600" b="1" dirty="0">
                    <a:latin typeface="Symbol" panose="05050102010706020507" pitchFamily="18" charset="2"/>
                    <a:cs typeface="华文中宋" panose="02010600040101010101" pitchFamily="2" charset="-122"/>
                  </a:rPr>
                  <a:t>=</a:t>
                </a:r>
              </a:p>
            </p:txBody>
          </p:sp>
          <p:grpSp>
            <p:nvGrpSpPr>
              <p:cNvPr id="27688" name="Group 63"/>
              <p:cNvGrpSpPr/>
              <p:nvPr/>
            </p:nvGrpSpPr>
            <p:grpSpPr>
              <a:xfrm>
                <a:off x="1090" y="3583"/>
                <a:ext cx="498" cy="500"/>
                <a:chOff x="1090" y="3583"/>
                <a:chExt cx="498" cy="500"/>
              </a:xfrm>
            </p:grpSpPr>
            <p:sp>
              <p:nvSpPr>
                <p:cNvPr id="27693" name="Text Box 64"/>
                <p:cNvSpPr txBox="1"/>
                <p:nvPr>
                  <p:custDataLst>
                    <p:tags r:id="rId31"/>
                  </p:custDataLst>
                </p:nvPr>
              </p:nvSpPr>
              <p:spPr>
                <a:xfrm>
                  <a:off x="1187" y="3583"/>
                  <a:ext cx="156" cy="500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  <p:txBody>
                <a:bodyPr wrap="none" lIns="0" tIns="0" rIns="0" bIns="0">
                  <a:spAutoFit/>
                </a:bodyPr>
                <a:lstStyle>
                  <a:lvl1pPr marL="342900" indent="-342900" algn="l" rtl="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hlink"/>
                    </a:buClr>
                    <a:buSzPct val="75000"/>
                    <a:buFont typeface="Wingdings" panose="05000000000000000000" pitchFamily="2" charset="2"/>
                    <a:buChar char="v"/>
                    <a:defRPr sz="3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742950" indent="-285750" algn="l" rtl="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2"/>
                    </a:buClr>
                    <a:buSzPct val="85000"/>
                    <a:buFont typeface="Wingdings" panose="05000000000000000000" pitchFamily="2" charset="2"/>
                    <a:buChar char="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rtl="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hlink"/>
                    </a:buClr>
                    <a:buSzPct val="85000"/>
                    <a:buFont typeface="Wingdings" panose="05000000000000000000" pitchFamily="2" charset="2"/>
                    <a:buChar char="v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rtl="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2"/>
                    </a:buClr>
                    <a:buSzPct val="90000"/>
                    <a:buFont typeface="Wingdings" panose="05000000000000000000" pitchFamily="2" charset="2"/>
                    <a:buChar char="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rtl="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hlink"/>
                    </a:buClr>
                    <a:buSzPct val="85000"/>
                    <a:buFont typeface="Wingdings" panose="05000000000000000000" pitchFamily="2" charset="2"/>
                    <a:buChar char="v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</a:lstStyle>
                <a:p>
                  <a:pPr marL="0" lvl="0" indent="0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zh-CN" sz="2600" b="1" dirty="0">
                      <a:latin typeface="Times New Roman" panose="02020603050405020304" pitchFamily="18" charset="0"/>
                      <a:cs typeface="华文中宋" panose="02010600040101010101" pitchFamily="2" charset="-122"/>
                    </a:rPr>
                    <a:t>1</a:t>
                  </a:r>
                </a:p>
                <a:p>
                  <a:pPr marL="0" lvl="0" indent="0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zh-CN" sz="2600" b="1" dirty="0">
                      <a:latin typeface="Times New Roman" panose="02020603050405020304" pitchFamily="18" charset="0"/>
                      <a:cs typeface="华文中宋" panose="02010600040101010101" pitchFamily="2" charset="-122"/>
                    </a:rPr>
                    <a:t>2 </a:t>
                  </a:r>
                </a:p>
              </p:txBody>
            </p:sp>
            <p:sp>
              <p:nvSpPr>
                <p:cNvPr id="27694" name="Text Box 65"/>
                <p:cNvSpPr txBox="1"/>
                <p:nvPr>
                  <p:custDataLst>
                    <p:tags r:id="rId32"/>
                  </p:custDataLst>
                </p:nvPr>
              </p:nvSpPr>
              <p:spPr>
                <a:xfrm>
                  <a:off x="1430" y="3583"/>
                  <a:ext cx="104" cy="500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  <p:txBody>
                <a:bodyPr wrap="none" lIns="0" tIns="0" rIns="0" bIns="0">
                  <a:spAutoFit/>
                </a:bodyPr>
                <a:lstStyle>
                  <a:lvl1pPr marL="342900" indent="-342900" algn="l" rtl="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hlink"/>
                    </a:buClr>
                    <a:buSzPct val="75000"/>
                    <a:buFont typeface="Wingdings" panose="05000000000000000000" pitchFamily="2" charset="2"/>
                    <a:buChar char="v"/>
                    <a:defRPr sz="3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742950" indent="-285750" algn="l" rtl="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2"/>
                    </a:buClr>
                    <a:buSzPct val="85000"/>
                    <a:buFont typeface="Wingdings" panose="05000000000000000000" pitchFamily="2" charset="2"/>
                    <a:buChar char="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rtl="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hlink"/>
                    </a:buClr>
                    <a:buSzPct val="85000"/>
                    <a:buFont typeface="Wingdings" panose="05000000000000000000" pitchFamily="2" charset="2"/>
                    <a:buChar char="v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rtl="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2"/>
                    </a:buClr>
                    <a:buSzPct val="90000"/>
                    <a:buFont typeface="Wingdings" panose="05000000000000000000" pitchFamily="2" charset="2"/>
                    <a:buChar char="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rtl="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hlink"/>
                    </a:buClr>
                    <a:buSzPct val="85000"/>
                    <a:buFont typeface="Wingdings" panose="05000000000000000000" pitchFamily="2" charset="2"/>
                    <a:buChar char="v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</a:lstStyle>
                <a:p>
                  <a:pPr marL="0" lvl="0" indent="0" algn="r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zh-CN" sz="2600" b="1" dirty="0">
                      <a:latin typeface="Times New Roman" panose="02020603050405020304" pitchFamily="18" charset="0"/>
                      <a:cs typeface="华文中宋" panose="02010600040101010101" pitchFamily="2" charset="-122"/>
                    </a:rPr>
                    <a:t>3</a:t>
                  </a:r>
                </a:p>
                <a:p>
                  <a:pPr marL="0" lvl="0" indent="0" algn="r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zh-CN" sz="2600" b="1" dirty="0">
                      <a:latin typeface="Symbol" panose="05050102010706020507" pitchFamily="18" charset="2"/>
                      <a:cs typeface="华文中宋" panose="02010600040101010101" pitchFamily="2" charset="-122"/>
                    </a:rPr>
                    <a:t>1</a:t>
                  </a:r>
                  <a:endParaRPr lang="en-US" altLang="zh-CN" sz="2600" b="1" dirty="0">
                    <a:latin typeface="Times New Roman" panose="02020603050405020304" pitchFamily="18" charset="0"/>
                    <a:cs typeface="华文中宋" panose="02010600040101010101" pitchFamily="2" charset="-122"/>
                  </a:endParaRPr>
                </a:p>
              </p:txBody>
            </p:sp>
            <p:sp>
              <p:nvSpPr>
                <p:cNvPr id="27695" name="AutoShape 66"/>
                <p:cNvSpPr/>
                <p:nvPr>
                  <p:custDataLst>
                    <p:tags r:id="rId33"/>
                  </p:custDataLst>
                </p:nvPr>
              </p:nvSpPr>
              <p:spPr>
                <a:xfrm flipH="1">
                  <a:off x="1090" y="3628"/>
                  <a:ext cx="498" cy="418"/>
                </a:xfrm>
                <a:prstGeom prst="bracketPair">
                  <a:avLst>
                    <a:gd name="adj" fmla="val 6477"/>
                  </a:avLst>
                </a:prstGeom>
                <a:noFill/>
                <a:ln w="9525" cap="flat" cmpd="sng">
                  <a:solidFill>
                    <a:schemeClr val="tx1"/>
                  </a:solidFill>
                  <a:prstDash val="solid"/>
                  <a:headEnd type="none" w="med" len="med"/>
                  <a:tailEnd type="none" w="med" len="med"/>
                </a:ln>
              </p:spPr>
              <p:txBody>
                <a:bodyPr wrap="none" anchor="ctr" anchorCtr="0"/>
                <a:lstStyle>
                  <a:lvl1pPr marL="342900" indent="-342900" algn="l" rtl="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hlink"/>
                    </a:buClr>
                    <a:buSzPct val="75000"/>
                    <a:buFont typeface="Wingdings" panose="05000000000000000000" pitchFamily="2" charset="2"/>
                    <a:buChar char="v"/>
                    <a:defRPr sz="3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742950" indent="-285750" algn="l" rtl="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2"/>
                    </a:buClr>
                    <a:buSzPct val="85000"/>
                    <a:buFont typeface="Wingdings" panose="05000000000000000000" pitchFamily="2" charset="2"/>
                    <a:buChar char="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rtl="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hlink"/>
                    </a:buClr>
                    <a:buSzPct val="85000"/>
                    <a:buFont typeface="Wingdings" panose="05000000000000000000" pitchFamily="2" charset="2"/>
                    <a:buChar char="v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rtl="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2"/>
                    </a:buClr>
                    <a:buSzPct val="90000"/>
                    <a:buFont typeface="Wingdings" panose="05000000000000000000" pitchFamily="2" charset="2"/>
                    <a:buChar char="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rtl="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hlink"/>
                    </a:buClr>
                    <a:buSzPct val="85000"/>
                    <a:buFont typeface="Wingdings" panose="05000000000000000000" pitchFamily="2" charset="2"/>
                    <a:buChar char="v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</a:lstStyle>
                <a:p>
                  <a:pPr marL="0" lvl="0" indent="0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CN" altLang="en-US" sz="1800" dirty="0">
                    <a:cs typeface="华文中宋" panose="02010600040101010101" pitchFamily="2" charset="-122"/>
                  </a:endParaRPr>
                </a:p>
              </p:txBody>
            </p:sp>
          </p:grpSp>
          <p:grpSp>
            <p:nvGrpSpPr>
              <p:cNvPr id="27689" name="Group 67"/>
              <p:cNvGrpSpPr/>
              <p:nvPr/>
            </p:nvGrpSpPr>
            <p:grpSpPr>
              <a:xfrm>
                <a:off x="1655" y="3583"/>
                <a:ext cx="498" cy="500"/>
                <a:chOff x="1090" y="3583"/>
                <a:chExt cx="498" cy="500"/>
              </a:xfrm>
            </p:grpSpPr>
            <p:sp>
              <p:nvSpPr>
                <p:cNvPr id="27690" name="Text Box 68"/>
                <p:cNvSpPr txBox="1"/>
                <p:nvPr>
                  <p:custDataLst>
                    <p:tags r:id="rId28"/>
                  </p:custDataLst>
                </p:nvPr>
              </p:nvSpPr>
              <p:spPr>
                <a:xfrm>
                  <a:off x="1187" y="3583"/>
                  <a:ext cx="156" cy="500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  <p:txBody>
                <a:bodyPr wrap="none" lIns="0" tIns="0" rIns="0" bIns="0">
                  <a:spAutoFit/>
                </a:bodyPr>
                <a:lstStyle>
                  <a:lvl1pPr marL="342900" indent="-342900" algn="l" rtl="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hlink"/>
                    </a:buClr>
                    <a:buSzPct val="75000"/>
                    <a:buFont typeface="Wingdings" panose="05000000000000000000" pitchFamily="2" charset="2"/>
                    <a:buChar char="v"/>
                    <a:defRPr sz="3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742950" indent="-285750" algn="l" rtl="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2"/>
                    </a:buClr>
                    <a:buSzPct val="85000"/>
                    <a:buFont typeface="Wingdings" panose="05000000000000000000" pitchFamily="2" charset="2"/>
                    <a:buChar char="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rtl="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hlink"/>
                    </a:buClr>
                    <a:buSzPct val="85000"/>
                    <a:buFont typeface="Wingdings" panose="05000000000000000000" pitchFamily="2" charset="2"/>
                    <a:buChar char="v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rtl="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2"/>
                    </a:buClr>
                    <a:buSzPct val="90000"/>
                    <a:buFont typeface="Wingdings" panose="05000000000000000000" pitchFamily="2" charset="2"/>
                    <a:buChar char="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rtl="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hlink"/>
                    </a:buClr>
                    <a:buSzPct val="85000"/>
                    <a:buFont typeface="Wingdings" panose="05000000000000000000" pitchFamily="2" charset="2"/>
                    <a:buChar char="v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</a:lstStyle>
                <a:p>
                  <a:pPr marL="0" lvl="0" indent="0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zh-CN" sz="2600" b="1" dirty="0">
                      <a:latin typeface="Times New Roman" panose="02020603050405020304" pitchFamily="18" charset="0"/>
                      <a:cs typeface="华文中宋" panose="02010600040101010101" pitchFamily="2" charset="-122"/>
                    </a:rPr>
                    <a:t>6</a:t>
                  </a:r>
                </a:p>
                <a:p>
                  <a:pPr marL="0" lvl="0" indent="0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zh-CN" sz="2600" b="1" dirty="0">
                      <a:latin typeface="Times New Roman" panose="02020603050405020304" pitchFamily="18" charset="0"/>
                      <a:cs typeface="华文中宋" panose="02010600040101010101" pitchFamily="2" charset="-122"/>
                    </a:rPr>
                    <a:t>0 </a:t>
                  </a:r>
                </a:p>
              </p:txBody>
            </p:sp>
            <p:sp>
              <p:nvSpPr>
                <p:cNvPr id="27691" name="Text Box 69"/>
                <p:cNvSpPr txBox="1"/>
                <p:nvPr>
                  <p:custDataLst>
                    <p:tags r:id="rId29"/>
                  </p:custDataLst>
                </p:nvPr>
              </p:nvSpPr>
              <p:spPr>
                <a:xfrm>
                  <a:off x="1316" y="3583"/>
                  <a:ext cx="218" cy="500"/>
                </a:xfrm>
                <a:prstGeom prst="rect">
                  <a:avLst/>
                </a:prstGeom>
                <a:noFill/>
                <a:ln w="9525">
                  <a:noFill/>
                </a:ln>
              </p:spPr>
              <p:txBody>
                <a:bodyPr wrap="none" lIns="0" tIns="0" rIns="0" bIns="0">
                  <a:spAutoFit/>
                </a:bodyPr>
                <a:lstStyle>
                  <a:lvl1pPr marL="342900" indent="-342900" algn="l" rtl="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hlink"/>
                    </a:buClr>
                    <a:buSzPct val="75000"/>
                    <a:buFont typeface="Wingdings" panose="05000000000000000000" pitchFamily="2" charset="2"/>
                    <a:buChar char="v"/>
                    <a:defRPr sz="3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742950" indent="-285750" algn="l" rtl="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2"/>
                    </a:buClr>
                    <a:buSzPct val="85000"/>
                    <a:buFont typeface="Wingdings" panose="05000000000000000000" pitchFamily="2" charset="2"/>
                    <a:buChar char="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rtl="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hlink"/>
                    </a:buClr>
                    <a:buSzPct val="85000"/>
                    <a:buFont typeface="Wingdings" panose="05000000000000000000" pitchFamily="2" charset="2"/>
                    <a:buChar char="v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rtl="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2"/>
                    </a:buClr>
                    <a:buSzPct val="90000"/>
                    <a:buFont typeface="Wingdings" panose="05000000000000000000" pitchFamily="2" charset="2"/>
                    <a:buChar char="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rtl="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hlink"/>
                    </a:buClr>
                    <a:buSzPct val="85000"/>
                    <a:buFont typeface="Wingdings" panose="05000000000000000000" pitchFamily="2" charset="2"/>
                    <a:buChar char="v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</a:lstStyle>
                <a:p>
                  <a:pPr marL="0" lvl="0" indent="0" algn="r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zh-CN" sz="2600" b="1" dirty="0">
                      <a:latin typeface="Times New Roman" panose="02020603050405020304" pitchFamily="18" charset="0"/>
                      <a:cs typeface="华文中宋" panose="02010600040101010101" pitchFamily="2" charset="-122"/>
                    </a:rPr>
                    <a:t>3</a:t>
                  </a:r>
                </a:p>
                <a:p>
                  <a:pPr marL="0" lvl="0" indent="0" algn="r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r>
                    <a:rPr lang="en-US" altLang="zh-CN" sz="2600" b="1" dirty="0">
                      <a:latin typeface="Symbol" panose="05050102010706020507" pitchFamily="18" charset="2"/>
                      <a:cs typeface="华文中宋" panose="02010600040101010101" pitchFamily="2" charset="-122"/>
                    </a:rPr>
                    <a:t>-</a:t>
                  </a:r>
                  <a:r>
                    <a:rPr lang="en-US" altLang="zh-CN" sz="2600" b="1" dirty="0">
                      <a:latin typeface="Times New Roman" panose="02020603050405020304" pitchFamily="18" charset="0"/>
                      <a:cs typeface="华文中宋" panose="02010600040101010101" pitchFamily="2" charset="-122"/>
                    </a:rPr>
                    <a:t>2</a:t>
                  </a:r>
                </a:p>
              </p:txBody>
            </p:sp>
            <p:sp>
              <p:nvSpPr>
                <p:cNvPr id="27692" name="AutoShape 70"/>
                <p:cNvSpPr/>
                <p:nvPr>
                  <p:custDataLst>
                    <p:tags r:id="rId30"/>
                  </p:custDataLst>
                </p:nvPr>
              </p:nvSpPr>
              <p:spPr>
                <a:xfrm flipH="1">
                  <a:off x="1090" y="3628"/>
                  <a:ext cx="498" cy="418"/>
                </a:xfrm>
                <a:prstGeom prst="bracketPair">
                  <a:avLst>
                    <a:gd name="adj" fmla="val 6477"/>
                  </a:avLst>
                </a:prstGeom>
                <a:noFill/>
                <a:ln w="9525" cap="flat" cmpd="sng">
                  <a:solidFill>
                    <a:schemeClr val="tx1"/>
                  </a:solidFill>
                  <a:prstDash val="solid"/>
                  <a:headEnd type="none" w="med" len="med"/>
                  <a:tailEnd type="none" w="med" len="med"/>
                </a:ln>
              </p:spPr>
              <p:txBody>
                <a:bodyPr wrap="none" anchor="ctr" anchorCtr="0"/>
                <a:lstStyle>
                  <a:lvl1pPr marL="342900" indent="-342900" algn="l" rtl="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hlink"/>
                    </a:buClr>
                    <a:buSzPct val="75000"/>
                    <a:buFont typeface="Wingdings" panose="05000000000000000000" pitchFamily="2" charset="2"/>
                    <a:buChar char="v"/>
                    <a:defRPr sz="32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1pPr>
                  <a:lvl2pPr marL="742950" indent="-285750" algn="l" rtl="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2"/>
                    </a:buClr>
                    <a:buSzPct val="85000"/>
                    <a:buFont typeface="Wingdings" panose="05000000000000000000" pitchFamily="2" charset="2"/>
                    <a:buChar char=""/>
                    <a:defRPr sz="28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2pPr>
                  <a:lvl3pPr marL="1143000" indent="-228600" algn="l" rtl="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hlink"/>
                    </a:buClr>
                    <a:buSzPct val="85000"/>
                    <a:buFont typeface="Wingdings" panose="05000000000000000000" pitchFamily="2" charset="2"/>
                    <a:buChar char="v"/>
                    <a:defRPr sz="24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3pPr>
                  <a:lvl4pPr marL="1600200" indent="-228600" algn="l" rtl="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accent2"/>
                    </a:buClr>
                    <a:buSzPct val="90000"/>
                    <a:buFont typeface="Wingdings" panose="05000000000000000000" pitchFamily="2" charset="2"/>
                    <a:buChar char="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4pPr>
                  <a:lvl5pPr marL="2057400" indent="-228600" algn="l" rtl="0" eaLnBrk="0" fontAlgn="base" hangingPunct="0">
                    <a:spcBef>
                      <a:spcPct val="20000"/>
                    </a:spcBef>
                    <a:spcAft>
                      <a:spcPct val="0"/>
                    </a:spcAft>
                    <a:buClr>
                      <a:schemeClr val="hlink"/>
                    </a:buClr>
                    <a:buSzPct val="85000"/>
                    <a:buFont typeface="Wingdings" panose="05000000000000000000" pitchFamily="2" charset="2"/>
                    <a:buChar char="v"/>
                    <a:defRPr sz="2000" kern="1200">
                      <a:solidFill>
                        <a:schemeClr val="tx1"/>
                      </a:solidFill>
                      <a:latin typeface="+mn-lt"/>
                      <a:ea typeface="+mn-ea"/>
                      <a:cs typeface="+mn-cs"/>
                    </a:defRPr>
                  </a:lvl5pPr>
                </a:lstStyle>
                <a:p>
                  <a:pPr marL="0" lvl="0" indent="0" eaLnBrk="1" hangingPunct="1">
                    <a:spcBef>
                      <a:spcPct val="0"/>
                    </a:spcBef>
                    <a:buClrTx/>
                    <a:buSzTx/>
                    <a:buFontTx/>
                    <a:buNone/>
                  </a:pPr>
                  <a:endParaRPr lang="zh-CN" altLang="en-US" sz="1800" dirty="0">
                    <a:cs typeface="华文中宋" panose="02010600040101010101" pitchFamily="2" charset="-122"/>
                  </a:endParaRPr>
                </a:p>
              </p:txBody>
            </p:sp>
          </p:grpSp>
        </p:grpSp>
        <p:grpSp>
          <p:nvGrpSpPr>
            <p:cNvPr id="27682" name="Group 71"/>
            <p:cNvGrpSpPr/>
            <p:nvPr/>
          </p:nvGrpSpPr>
          <p:grpSpPr>
            <a:xfrm>
              <a:off x="2238" y="3579"/>
              <a:ext cx="767" cy="504"/>
              <a:chOff x="2238" y="3579"/>
              <a:chExt cx="767" cy="504"/>
            </a:xfrm>
          </p:grpSpPr>
          <p:sp>
            <p:nvSpPr>
              <p:cNvPr id="27683" name="Text Box 72"/>
              <p:cNvSpPr txBox="1"/>
              <p:nvPr>
                <p:custDataLst>
                  <p:tags r:id="rId23"/>
                </p:custDataLst>
              </p:nvPr>
            </p:nvSpPr>
            <p:spPr>
              <a:xfrm>
                <a:off x="2492" y="3583"/>
                <a:ext cx="260" cy="500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 lIns="0" tIns="0" rIns="0" bIns="0">
                <a:spAutoFit/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75000"/>
                  <a:buFont typeface="Wingdings" panose="05000000000000000000" pitchFamily="2" charset="2"/>
                  <a:buChar char="v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Wingdings" panose="05000000000000000000" pitchFamily="2" charset="2"/>
                  <a:buChar char="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90000"/>
                  <a:buFont typeface="Wingdings" panose="05000000000000000000" pitchFamily="2" charset="2"/>
                  <a:buChar char="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</a:lstStyle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600" b="1" dirty="0">
                    <a:latin typeface="Times New Roman" panose="02020603050405020304" pitchFamily="18" charset="0"/>
                    <a:cs typeface="华文中宋" panose="02010600040101010101" pitchFamily="2" charset="-122"/>
                  </a:rPr>
                  <a:t> 6</a:t>
                </a:r>
              </a:p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600" b="1" dirty="0">
                    <a:latin typeface="Times New Roman" panose="02020603050405020304" pitchFamily="18" charset="0"/>
                    <a:cs typeface="华文中宋" panose="02010600040101010101" pitchFamily="2" charset="-122"/>
                  </a:rPr>
                  <a:t>12 </a:t>
                </a:r>
              </a:p>
            </p:txBody>
          </p:sp>
          <p:sp>
            <p:nvSpPr>
              <p:cNvPr id="27684" name="Text Box 73"/>
              <p:cNvSpPr txBox="1"/>
              <p:nvPr>
                <p:custDataLst>
                  <p:tags r:id="rId24"/>
                </p:custDataLst>
              </p:nvPr>
            </p:nvSpPr>
            <p:spPr>
              <a:xfrm>
                <a:off x="2731" y="3579"/>
                <a:ext cx="218" cy="500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 lIns="0" tIns="0" rIns="0" bIns="0">
                <a:spAutoFit/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75000"/>
                  <a:buFont typeface="Wingdings" panose="05000000000000000000" pitchFamily="2" charset="2"/>
                  <a:buChar char="v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Wingdings" panose="05000000000000000000" pitchFamily="2" charset="2"/>
                  <a:buChar char="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90000"/>
                  <a:buFont typeface="Wingdings" panose="05000000000000000000" pitchFamily="2" charset="2"/>
                  <a:buChar char="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</a:lstStyle>
              <a:p>
                <a:pPr marL="0" lvl="0" indent="0" algn="r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600" b="1" dirty="0">
                    <a:latin typeface="Symbol" panose="05050102010706020507" pitchFamily="18" charset="2"/>
                    <a:cs typeface="华文中宋" panose="02010600040101010101" pitchFamily="2" charset="-122"/>
                  </a:rPr>
                  <a:t>-</a:t>
                </a:r>
                <a:r>
                  <a:rPr lang="en-US" altLang="zh-CN" sz="2600" b="1" dirty="0">
                    <a:latin typeface="Times New Roman" panose="02020603050405020304" pitchFamily="18" charset="0"/>
                    <a:cs typeface="华文中宋" panose="02010600040101010101" pitchFamily="2" charset="-122"/>
                  </a:rPr>
                  <a:t>3</a:t>
                </a:r>
              </a:p>
              <a:p>
                <a:pPr marL="0" lvl="0" indent="0" algn="r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600" b="1" dirty="0">
                    <a:latin typeface="Times New Roman" panose="02020603050405020304" pitchFamily="18" charset="0"/>
                    <a:cs typeface="华文中宋" panose="02010600040101010101" pitchFamily="2" charset="-122"/>
                  </a:rPr>
                  <a:t>4</a:t>
                </a:r>
              </a:p>
            </p:txBody>
          </p:sp>
          <p:sp>
            <p:nvSpPr>
              <p:cNvPr id="27685" name="Text Box 74"/>
              <p:cNvSpPr txBox="1"/>
              <p:nvPr>
                <p:custDataLst>
                  <p:tags r:id="rId25"/>
                </p:custDataLst>
              </p:nvPr>
            </p:nvSpPr>
            <p:spPr>
              <a:xfrm>
                <a:off x="2238" y="3653"/>
                <a:ext cx="114" cy="329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 lIns="0" tIns="0" rIns="0">
                <a:spAutoFit/>
              </a:bodyPr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75000"/>
                  <a:buFont typeface="Wingdings" panose="05000000000000000000" pitchFamily="2" charset="2"/>
                  <a:buChar char="v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Wingdings" panose="05000000000000000000" pitchFamily="2" charset="2"/>
                  <a:buChar char="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90000"/>
                  <a:buFont typeface="Wingdings" panose="05000000000000000000" pitchFamily="2" charset="2"/>
                  <a:buChar char="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</a:lstStyle>
              <a:p>
                <a:pPr marL="0" lvl="0" indent="0" algn="just" eaLnBrk="1" hangingPunct="1">
                  <a:lnSpc>
                    <a:spcPct val="120000"/>
                  </a:lnSpc>
                  <a:spcBef>
                    <a:spcPct val="0"/>
                  </a:spcBef>
                  <a:buClrTx/>
                  <a:buSzTx/>
                  <a:buFontTx/>
                  <a:buNone/>
                </a:pPr>
                <a:r>
                  <a:rPr lang="en-US" altLang="zh-CN" sz="2600" b="1" dirty="0">
                    <a:latin typeface="Symbol" panose="05050102010706020507" pitchFamily="18" charset="2"/>
                    <a:cs typeface="华文中宋" panose="02010600040101010101" pitchFamily="2" charset="-122"/>
                  </a:rPr>
                  <a:t>=</a:t>
                </a:r>
              </a:p>
            </p:txBody>
          </p:sp>
          <p:sp>
            <p:nvSpPr>
              <p:cNvPr id="27686" name="AutoShape 75"/>
              <p:cNvSpPr/>
              <p:nvPr>
                <p:custDataLst>
                  <p:tags r:id="rId26"/>
                </p:custDataLst>
              </p:nvPr>
            </p:nvSpPr>
            <p:spPr>
              <a:xfrm flipH="1">
                <a:off x="2417" y="3628"/>
                <a:ext cx="588" cy="418"/>
              </a:xfrm>
              <a:prstGeom prst="bracketPair">
                <a:avLst>
                  <a:gd name="adj" fmla="val 6477"/>
                </a:avLst>
              </a:prstGeom>
              <a:noFill/>
              <a:ln w="9525" cap="flat" cmpd="sng">
                <a:solidFill>
                  <a:schemeClr val="tx1"/>
                </a:solidFill>
                <a:prstDash val="solid"/>
                <a:headEnd type="none" w="med" len="med"/>
                <a:tailEnd type="none" w="med" len="med"/>
              </a:ln>
            </p:spPr>
            <p:txBody>
              <a:bodyPr wrap="none" anchor="ctr" anchorCtr="0"/>
              <a:lstStyle>
                <a:lvl1pPr marL="342900" indent="-3429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75000"/>
                  <a:buFont typeface="Wingdings" panose="05000000000000000000" pitchFamily="2" charset="2"/>
                  <a:buChar char="v"/>
                  <a:defRPr sz="32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742950" indent="-28575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85000"/>
                  <a:buFont typeface="Wingdings" panose="05000000000000000000" pitchFamily="2" charset="2"/>
                  <a:buChar char="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accent2"/>
                  </a:buClr>
                  <a:buSzPct val="90000"/>
                  <a:buFont typeface="Wingdings" panose="05000000000000000000" pitchFamily="2" charset="2"/>
                  <a:buChar char="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rtl="0" eaLnBrk="0" fontAlgn="base" hangingPunct="0">
                  <a:spcBef>
                    <a:spcPct val="20000"/>
                  </a:spcBef>
                  <a:spcAft>
                    <a:spcPct val="0"/>
                  </a:spcAft>
                  <a:buClr>
                    <a:schemeClr val="hlink"/>
                  </a:buClr>
                  <a:buSzPct val="85000"/>
                  <a:buFont typeface="Wingdings" panose="05000000000000000000" pitchFamily="2" charset="2"/>
                  <a:buChar char="v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</a:lstStyle>
              <a:p>
                <a:pPr marL="0" lvl="0" indent="0" eaLnBrk="1" hangingPunct="1">
                  <a:spcBef>
                    <a:spcPct val="0"/>
                  </a:spcBef>
                  <a:buClrTx/>
                  <a:buSzTx/>
                  <a:buFontTx/>
                  <a:buNone/>
                </a:pPr>
                <a:endParaRPr lang="zh-CN" altLang="en-US" sz="1800" dirty="0">
                  <a:cs typeface="华文中宋" panose="02010600040101010101" pitchFamily="2" charset="-122"/>
                </a:endParaRPr>
              </a:p>
            </p:txBody>
          </p:sp>
        </p:grpSp>
      </p:grpSp>
      <p:sp>
        <p:nvSpPr>
          <p:cNvPr id="54349" name="Line 77"/>
          <p:cNvSpPr/>
          <p:nvPr>
            <p:custDataLst>
              <p:tags r:id="rId20"/>
            </p:custDataLst>
          </p:nvPr>
        </p:nvSpPr>
        <p:spPr>
          <a:xfrm>
            <a:off x="6458268" y="5579745"/>
            <a:ext cx="1936750" cy="0"/>
          </a:xfrm>
          <a:prstGeom prst="line">
            <a:avLst/>
          </a:prstGeom>
          <a:ln w="9525" cap="flat" cmpd="sng">
            <a:solidFill>
              <a:schemeClr val="accent2"/>
            </a:solidFill>
            <a:prstDash val="solid"/>
            <a:headEnd type="none" w="med" len="med"/>
            <a:tailEnd type="none" w="med" len="med"/>
          </a:ln>
        </p:spPr>
      </p:sp>
      <p:sp>
        <p:nvSpPr>
          <p:cNvPr id="54350" name="Line 78"/>
          <p:cNvSpPr/>
          <p:nvPr>
            <p:custDataLst>
              <p:tags r:id="rId21"/>
            </p:custDataLst>
          </p:nvPr>
        </p:nvSpPr>
        <p:spPr>
          <a:xfrm>
            <a:off x="7442518" y="4862195"/>
            <a:ext cx="0" cy="1506538"/>
          </a:xfrm>
          <a:prstGeom prst="line">
            <a:avLst/>
          </a:prstGeom>
          <a:ln w="9525" cap="flat" cmpd="sng">
            <a:solidFill>
              <a:schemeClr val="accent2"/>
            </a:solidFill>
            <a:prstDash val="solid"/>
            <a:headEnd type="none" w="med" len="med"/>
            <a:tailEnd type="none" w="med" len="med"/>
          </a:ln>
        </p:spPr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3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430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3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43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3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7" dur="500"/>
                                        <p:tgtEl>
                                          <p:spTgt spid="543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3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430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30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430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30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430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3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430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3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42" dur="500"/>
                                        <p:tgtEl>
                                          <p:spTgt spid="543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3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43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3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2" dur="500"/>
                                        <p:tgtEl>
                                          <p:spTgt spid="543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3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54331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543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3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43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3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543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3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543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3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543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8" fill="hold">
                            <p:stCondLst>
                              <p:cond delay="500"/>
                            </p:stCondLst>
                            <p:childTnLst>
                              <p:par>
                                <p:cTn id="7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543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4303" grpId="0" build="p"/>
      <p:bldP spid="54304" grpId="0" build="p"/>
      <p:bldP spid="54305" grpId="0" build="p"/>
      <p:bldP spid="54306" grpId="0" build="p"/>
      <p:bldP spid="54307" grpId="0" build="p"/>
      <p:bldP spid="54311" grpId="0"/>
      <p:bldP spid="54312" grpId="0"/>
      <p:bldP spid="54313" grpId="0"/>
      <p:bldP spid="54314" grpId="0"/>
      <p:bldP spid="54315" grpId="0" build="p" advAuto="100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BAB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" name="Object 2">
            <a:extLst>
              <a:ext uri="{FF2B5EF4-FFF2-40B4-BE49-F238E27FC236}">
                <a16:creationId xmlns:a16="http://schemas.microsoft.com/office/drawing/2014/main" id="{8A85EC8E-36B6-3941-9389-6E3190728EF5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474788" y="260350"/>
          <a:ext cx="3636962" cy="26622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305" name="Equation" r:id="rId3" imgW="35991800" imgH="26327100" progId="Equation.DSMT4">
                  <p:embed/>
                </p:oleObj>
              </mc:Choice>
              <mc:Fallback>
                <p:oleObj name="Equation" r:id="rId3" imgW="35991800" imgH="26327100" progId="Equation.DSMT4">
                  <p:embed/>
                  <p:pic>
                    <p:nvPicPr>
                      <p:cNvPr id="11266" name="Object 2">
                        <a:extLst>
                          <a:ext uri="{FF2B5EF4-FFF2-40B4-BE49-F238E27FC236}">
                            <a16:creationId xmlns:a16="http://schemas.microsoft.com/office/drawing/2014/main" id="{3684C925-DCA6-AB45-884F-DD8896271E2F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474788" y="260350"/>
                        <a:ext cx="3636962" cy="26622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" name="Line 3">
            <a:extLst>
              <a:ext uri="{FF2B5EF4-FFF2-40B4-BE49-F238E27FC236}">
                <a16:creationId xmlns:a16="http://schemas.microsoft.com/office/drawing/2014/main" id="{CF32F3A5-40E0-4748-B37A-1BCDECF72E2C}"/>
              </a:ext>
            </a:extLst>
          </p:cNvPr>
          <p:cNvSpPr>
            <a:spLocks noChangeShapeType="1"/>
          </p:cNvSpPr>
          <p:nvPr/>
        </p:nvSpPr>
        <p:spPr bwMode="auto">
          <a:xfrm>
            <a:off x="2195513" y="1844675"/>
            <a:ext cx="2827337" cy="9525"/>
          </a:xfrm>
          <a:prstGeom prst="line">
            <a:avLst/>
          </a:prstGeom>
          <a:noFill/>
          <a:ln w="34925">
            <a:solidFill>
              <a:srgbClr val="FF0000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2400">
              <a:solidFill>
                <a:srgbClr val="ECFB7D"/>
              </a:solidFill>
              <a:ea typeface="隶书" pitchFamily="49" charset="-122"/>
            </a:endParaRPr>
          </a:p>
        </p:txBody>
      </p:sp>
      <p:sp>
        <p:nvSpPr>
          <p:cNvPr id="18" name="Line 4">
            <a:extLst>
              <a:ext uri="{FF2B5EF4-FFF2-40B4-BE49-F238E27FC236}">
                <a16:creationId xmlns:a16="http://schemas.microsoft.com/office/drawing/2014/main" id="{91A98347-60D6-4844-BE95-39FD4818A552}"/>
              </a:ext>
            </a:extLst>
          </p:cNvPr>
          <p:cNvSpPr>
            <a:spLocks noChangeShapeType="1"/>
          </p:cNvSpPr>
          <p:nvPr/>
        </p:nvSpPr>
        <p:spPr bwMode="auto">
          <a:xfrm>
            <a:off x="3635375" y="333375"/>
            <a:ext cx="0" cy="2498725"/>
          </a:xfrm>
          <a:prstGeom prst="line">
            <a:avLst/>
          </a:prstGeom>
          <a:noFill/>
          <a:ln w="34925">
            <a:solidFill>
              <a:srgbClr val="FF0000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2400">
              <a:solidFill>
                <a:srgbClr val="ECFB7D"/>
              </a:solidFill>
              <a:ea typeface="隶书" pitchFamily="49" charset="-122"/>
            </a:endParaRPr>
          </a:p>
        </p:txBody>
      </p:sp>
      <p:sp>
        <p:nvSpPr>
          <p:cNvPr id="19" name="Text Box 5">
            <a:extLst>
              <a:ext uri="{FF2B5EF4-FFF2-40B4-BE49-F238E27FC236}">
                <a16:creationId xmlns:a16="http://schemas.microsoft.com/office/drawing/2014/main" id="{920F7CF6-5BFF-FA41-AD07-AB77129C66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79388" y="1268413"/>
            <a:ext cx="1655762" cy="5794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r>
              <a:rPr lang="zh-CN" altLang="en-US" sz="2800" b="1" dirty="0">
                <a:solidFill>
                  <a:srgbClr val="FFFF00"/>
                </a:solidFill>
                <a:ea typeface="楷体_GB2312" pitchFamily="49" charset="-122"/>
              </a:rPr>
              <a:t>例</a:t>
            </a:r>
            <a:r>
              <a:rPr lang="en-US" altLang="zh-CN" sz="2800" b="1" dirty="0">
                <a:solidFill>
                  <a:srgbClr val="FFFF00"/>
                </a:solidFill>
                <a:ea typeface="宋体" panose="02010600030101010101" pitchFamily="2" charset="-122"/>
              </a:rPr>
              <a:t> </a:t>
            </a:r>
            <a:r>
              <a:rPr lang="zh-CN" altLang="en-US" sz="2800" b="1" dirty="0">
                <a:solidFill>
                  <a:srgbClr val="FFFF00"/>
                </a:solidFill>
                <a:ea typeface="宋体" panose="02010600030101010101" pitchFamily="2" charset="-122"/>
              </a:rPr>
              <a:t> </a:t>
            </a:r>
            <a:r>
              <a:rPr lang="en-US" altLang="zh-CN" sz="3200" b="1" dirty="0">
                <a:solidFill>
                  <a:srgbClr val="FFFF00"/>
                </a:solidFill>
                <a:ea typeface="宋体" panose="02010600030101010101" pitchFamily="2" charset="-122"/>
              </a:rPr>
              <a:t> </a:t>
            </a:r>
            <a:r>
              <a:rPr lang="zh-CN" altLang="en-US" sz="2800" b="1" dirty="0">
                <a:solidFill>
                  <a:srgbClr val="FFFF00"/>
                </a:solidFill>
                <a:latin typeface="楷体_GB2312" pitchFamily="49" charset="-122"/>
                <a:ea typeface="楷体_GB2312" pitchFamily="49" charset="-122"/>
              </a:rPr>
              <a:t>设</a:t>
            </a:r>
            <a:endParaRPr lang="zh-CN" altLang="en-US" sz="3200" b="1" baseline="30000" dirty="0">
              <a:solidFill>
                <a:srgbClr val="FFFF00"/>
              </a:solidFill>
              <a:ea typeface="宋体" panose="02010600030101010101" pitchFamily="2" charset="-122"/>
            </a:endParaRPr>
          </a:p>
        </p:txBody>
      </p:sp>
      <p:sp>
        <p:nvSpPr>
          <p:cNvPr id="20" name="Text Box 6">
            <a:extLst>
              <a:ext uri="{FF2B5EF4-FFF2-40B4-BE49-F238E27FC236}">
                <a16:creationId xmlns:a16="http://schemas.microsoft.com/office/drawing/2014/main" id="{A5E63190-D653-9F49-8442-7955BA38F1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55875" y="549275"/>
            <a:ext cx="792163" cy="1006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pPr eaLnBrk="1" hangingPunct="1"/>
            <a:r>
              <a:rPr kumimoji="0" lang="en-US" altLang="zh-CN" sz="6000" i="1">
                <a:solidFill>
                  <a:srgbClr val="FF0000"/>
                </a:solidFill>
                <a:ea typeface="宋体" panose="02010600030101010101" pitchFamily="2" charset="-122"/>
              </a:rPr>
              <a:t>E</a:t>
            </a:r>
          </a:p>
        </p:txBody>
      </p:sp>
      <p:sp>
        <p:nvSpPr>
          <p:cNvPr id="21" name="Text Box 7">
            <a:extLst>
              <a:ext uri="{FF2B5EF4-FFF2-40B4-BE49-F238E27FC236}">
                <a16:creationId xmlns:a16="http://schemas.microsoft.com/office/drawing/2014/main" id="{E111F3FE-52A1-8D40-9931-D872D739E1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55875" y="1844675"/>
            <a:ext cx="792163" cy="1006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pPr eaLnBrk="1" hangingPunct="1"/>
            <a:r>
              <a:rPr kumimoji="0" lang="en-US" altLang="zh-CN" sz="6000" i="1" dirty="0">
                <a:solidFill>
                  <a:srgbClr val="FF0000"/>
                </a:solidFill>
                <a:ea typeface="宋体" panose="02010600030101010101" pitchFamily="2" charset="-122"/>
              </a:rPr>
              <a:t>O</a:t>
            </a:r>
          </a:p>
        </p:txBody>
      </p:sp>
      <p:sp>
        <p:nvSpPr>
          <p:cNvPr id="22" name="Text Box 8">
            <a:extLst>
              <a:ext uri="{FF2B5EF4-FFF2-40B4-BE49-F238E27FC236}">
                <a16:creationId xmlns:a16="http://schemas.microsoft.com/office/drawing/2014/main" id="{25E3AB8C-779F-B24B-898C-CCF5C9F0E9F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51275" y="476250"/>
            <a:ext cx="1008063" cy="10064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pPr eaLnBrk="1" hangingPunct="1"/>
            <a:r>
              <a:rPr kumimoji="0" lang="en-US" altLang="zh-CN" sz="6000" i="1">
                <a:solidFill>
                  <a:srgbClr val="FF0000"/>
                </a:solidFill>
                <a:ea typeface="宋体" panose="02010600030101010101" pitchFamily="2" charset="-122"/>
              </a:rPr>
              <a:t>A</a:t>
            </a:r>
            <a:r>
              <a:rPr kumimoji="0" lang="en-US" altLang="zh-CN" sz="6000" baseline="-25000">
                <a:solidFill>
                  <a:srgbClr val="FF0000"/>
                </a:solidFill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23" name="Text Box 9">
            <a:extLst>
              <a:ext uri="{FF2B5EF4-FFF2-40B4-BE49-F238E27FC236}">
                <a16:creationId xmlns:a16="http://schemas.microsoft.com/office/drawing/2014/main" id="{4A43CF33-A173-9345-93A8-222B7C510CF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51275" y="1773238"/>
            <a:ext cx="1008063" cy="100806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pPr eaLnBrk="1" hangingPunct="1"/>
            <a:r>
              <a:rPr kumimoji="0" lang="en-US" altLang="zh-CN" sz="6000" i="1">
                <a:solidFill>
                  <a:srgbClr val="FF0000"/>
                </a:solidFill>
                <a:ea typeface="宋体" panose="02010600030101010101" pitchFamily="2" charset="-122"/>
              </a:rPr>
              <a:t>A</a:t>
            </a:r>
            <a:r>
              <a:rPr kumimoji="0" lang="en-US" altLang="zh-CN" sz="6000" baseline="-25000">
                <a:solidFill>
                  <a:srgbClr val="FF0000"/>
                </a:solidFill>
                <a:ea typeface="宋体" panose="02010600030101010101" pitchFamily="2" charset="-122"/>
              </a:rPr>
              <a:t>2</a:t>
            </a:r>
          </a:p>
        </p:txBody>
      </p:sp>
      <p:sp>
        <p:nvSpPr>
          <p:cNvPr id="24" name="Text Box 10">
            <a:extLst>
              <a:ext uri="{FF2B5EF4-FFF2-40B4-BE49-F238E27FC236}">
                <a16:creationId xmlns:a16="http://schemas.microsoft.com/office/drawing/2014/main" id="{9771EA26-F96B-714F-AE6C-AC78CE95EAD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148263" y="1412875"/>
            <a:ext cx="3995737" cy="579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r>
              <a:rPr lang="en-US" altLang="zh-CN" sz="3200" b="1">
                <a:solidFill>
                  <a:srgbClr val="FFFF00"/>
                </a:solidFill>
                <a:ea typeface="宋体" panose="02010600030101010101" pitchFamily="2" charset="-122"/>
              </a:rPr>
              <a:t> </a:t>
            </a:r>
            <a:r>
              <a:rPr lang="zh-CN" altLang="en-US" sz="2800" b="1">
                <a:solidFill>
                  <a:srgbClr val="FFFF00"/>
                </a:solidFill>
                <a:ea typeface="楷体_GB2312" pitchFamily="49" charset="-122"/>
              </a:rPr>
              <a:t>用分块矩阵乘法求</a:t>
            </a:r>
            <a:r>
              <a:rPr lang="en-US" altLang="zh-CN" sz="2800" b="1" i="1">
                <a:solidFill>
                  <a:srgbClr val="FFFF00"/>
                </a:solidFill>
                <a:ea typeface="宋体" panose="02010600030101010101" pitchFamily="2" charset="-122"/>
              </a:rPr>
              <a:t>A</a:t>
            </a:r>
            <a:r>
              <a:rPr lang="en-US" altLang="zh-CN" sz="2800" b="1" baseline="30000">
                <a:solidFill>
                  <a:srgbClr val="FFFF00"/>
                </a:solidFill>
                <a:ea typeface="宋体" panose="02010600030101010101" pitchFamily="2" charset="-122"/>
              </a:rPr>
              <a:t>2</a:t>
            </a:r>
            <a:r>
              <a:rPr lang="en-US" altLang="zh-CN" sz="2800" b="1">
                <a:solidFill>
                  <a:srgbClr val="FFFF00"/>
                </a:solidFill>
                <a:ea typeface="宋体" panose="02010600030101010101" pitchFamily="2" charset="-122"/>
              </a:rPr>
              <a:t>.</a:t>
            </a:r>
          </a:p>
        </p:txBody>
      </p:sp>
      <p:graphicFrame>
        <p:nvGraphicFramePr>
          <p:cNvPr id="25" name="Object 11">
            <a:extLst>
              <a:ext uri="{FF2B5EF4-FFF2-40B4-BE49-F238E27FC236}">
                <a16:creationId xmlns:a16="http://schemas.microsoft.com/office/drawing/2014/main" id="{13F523DD-DC62-AD4C-A4EA-C1B2925FFBB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64202123"/>
              </p:ext>
            </p:extLst>
          </p:nvPr>
        </p:nvGraphicFramePr>
        <p:xfrm>
          <a:off x="702823" y="3328988"/>
          <a:ext cx="3889375" cy="1212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306" name="Equation" r:id="rId5" imgW="35699700" imgH="11112500" progId="Equation.DSMT4">
                  <p:embed/>
                </p:oleObj>
              </mc:Choice>
              <mc:Fallback>
                <p:oleObj name="Equation" r:id="rId5" imgW="35699700" imgH="11112500" progId="Equation.DSMT4">
                  <p:embed/>
                  <p:pic>
                    <p:nvPicPr>
                      <p:cNvPr id="151563" name="Object 11">
                        <a:extLst>
                          <a:ext uri="{FF2B5EF4-FFF2-40B4-BE49-F238E27FC236}">
                            <a16:creationId xmlns:a16="http://schemas.microsoft.com/office/drawing/2014/main" id="{9E0E3227-7F9C-6744-BF60-8C3A6ED81BA7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702823" y="3328988"/>
                        <a:ext cx="3889375" cy="12128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6" name="Object 12">
            <a:extLst>
              <a:ext uri="{FF2B5EF4-FFF2-40B4-BE49-F238E27FC236}">
                <a16:creationId xmlns:a16="http://schemas.microsoft.com/office/drawing/2014/main" id="{2845A6E6-12F2-B847-BEE5-B4B3AB7C0C5C}"/>
              </a:ext>
            </a:extLst>
          </p:cNvPr>
          <p:cNvGraphicFramePr>
            <a:graphicFrameLocks noChangeAspect="1"/>
          </p:cNvGraphicFramePr>
          <p:nvPr/>
        </p:nvGraphicFramePr>
        <p:xfrm>
          <a:off x="4787900" y="3357563"/>
          <a:ext cx="2954338" cy="12017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307" name="Equation" r:id="rId7" imgW="27203400" imgH="11112500" progId="Equation.DSMT4">
                  <p:embed/>
                </p:oleObj>
              </mc:Choice>
              <mc:Fallback>
                <p:oleObj name="Equation" r:id="rId7" imgW="27203400" imgH="11112500" progId="Equation.DSMT4">
                  <p:embed/>
                  <p:pic>
                    <p:nvPicPr>
                      <p:cNvPr id="151564" name="Object 12">
                        <a:extLst>
                          <a:ext uri="{FF2B5EF4-FFF2-40B4-BE49-F238E27FC236}">
                            <a16:creationId xmlns:a16="http://schemas.microsoft.com/office/drawing/2014/main" id="{674E41E9-0A57-1E44-B7FA-8CB2190E9B13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787900" y="3357563"/>
                        <a:ext cx="2954338" cy="12017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" name="Object 13">
            <a:extLst>
              <a:ext uri="{FF2B5EF4-FFF2-40B4-BE49-F238E27FC236}">
                <a16:creationId xmlns:a16="http://schemas.microsoft.com/office/drawing/2014/main" id="{93421105-DB84-D941-9D22-E91B0D8602B7}"/>
              </a:ext>
            </a:extLst>
          </p:cNvPr>
          <p:cNvGraphicFramePr>
            <a:graphicFrameLocks noChangeAspect="1"/>
          </p:cNvGraphicFramePr>
          <p:nvPr/>
        </p:nvGraphicFramePr>
        <p:xfrm>
          <a:off x="971550" y="4724400"/>
          <a:ext cx="5689600" cy="15478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308" name="Equation" r:id="rId9" imgW="60274200" imgH="16383000" progId="Equation.DSMT4">
                  <p:embed/>
                </p:oleObj>
              </mc:Choice>
              <mc:Fallback>
                <p:oleObj name="Equation" r:id="rId9" imgW="60274200" imgH="16383000" progId="Equation.DSMT4">
                  <p:embed/>
                  <p:pic>
                    <p:nvPicPr>
                      <p:cNvPr id="151565" name="Object 13">
                        <a:extLst>
                          <a:ext uri="{FF2B5EF4-FFF2-40B4-BE49-F238E27FC236}">
                            <a16:creationId xmlns:a16="http://schemas.microsoft.com/office/drawing/2014/main" id="{AD1B18C1-360E-5D48-AE77-A815546FE551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71550" y="4724400"/>
                        <a:ext cx="5689600" cy="15478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8" name="Object 14">
            <a:extLst>
              <a:ext uri="{FF2B5EF4-FFF2-40B4-BE49-F238E27FC236}">
                <a16:creationId xmlns:a16="http://schemas.microsoft.com/office/drawing/2014/main" id="{987A801B-187E-4446-80AD-742AF454A2E6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588125" y="4651375"/>
          <a:ext cx="1863725" cy="1558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309" name="Equation" r:id="rId11" imgW="19596100" imgH="16383000" progId="Equation.DSMT4">
                  <p:embed/>
                </p:oleObj>
              </mc:Choice>
              <mc:Fallback>
                <p:oleObj name="Equation" r:id="rId11" imgW="19596100" imgH="16383000" progId="Equation.DSMT4">
                  <p:embed/>
                  <p:pic>
                    <p:nvPicPr>
                      <p:cNvPr id="151566" name="Object 14">
                        <a:extLst>
                          <a:ext uri="{FF2B5EF4-FFF2-40B4-BE49-F238E27FC236}">
                            <a16:creationId xmlns:a16="http://schemas.microsoft.com/office/drawing/2014/main" id="{050A3549-4014-C34B-892D-D6A21950B077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588125" y="4651375"/>
                        <a:ext cx="1863725" cy="15589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tx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" name="Text Box 15">
            <a:extLst>
              <a:ext uri="{FF2B5EF4-FFF2-40B4-BE49-F238E27FC236}">
                <a16:creationId xmlns:a16="http://schemas.microsoft.com/office/drawing/2014/main" id="{F32C45D6-EAD6-8147-B3E4-6F9EAF9AA87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5288" y="2924175"/>
            <a:ext cx="1008062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r>
              <a:rPr lang="zh-CN" altLang="en-US" sz="2800" b="1">
                <a:solidFill>
                  <a:srgbClr val="FFFFFF"/>
                </a:solidFill>
                <a:ea typeface="楷体_GB2312" pitchFamily="49" charset="-122"/>
              </a:rPr>
              <a:t>解：</a:t>
            </a:r>
          </a:p>
        </p:txBody>
      </p:sp>
    </p:spTree>
    <p:extLst>
      <p:ext uri="{BB962C8B-B14F-4D97-AF65-F5344CB8AC3E}">
        <p14:creationId xmlns:p14="http://schemas.microsoft.com/office/powerpoint/2010/main" val="2110918961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1" grpId="0"/>
      <p:bldP spid="22" grpId="0"/>
      <p:bldP spid="23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BAB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" name="Object 2">
            <a:extLst>
              <a:ext uri="{FF2B5EF4-FFF2-40B4-BE49-F238E27FC236}">
                <a16:creationId xmlns:a16="http://schemas.microsoft.com/office/drawing/2014/main" id="{7ED3B662-347A-A340-88BD-53A3E81756A4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57824762"/>
              </p:ext>
            </p:extLst>
          </p:nvPr>
        </p:nvGraphicFramePr>
        <p:xfrm>
          <a:off x="468313" y="765175"/>
          <a:ext cx="3203575" cy="104616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331" name="Equation" r:id="rId3" imgW="32181800" imgH="10528300" progId="Equation.DSMT4">
                  <p:embed/>
                </p:oleObj>
              </mc:Choice>
              <mc:Fallback>
                <p:oleObj name="Equation" r:id="rId3" imgW="32181800" imgH="10528300" progId="Equation.DSMT4">
                  <p:embed/>
                  <p:pic>
                    <p:nvPicPr>
                      <p:cNvPr id="12290" name="Object 2">
                        <a:extLst>
                          <a:ext uri="{FF2B5EF4-FFF2-40B4-BE49-F238E27FC236}">
                            <a16:creationId xmlns:a16="http://schemas.microsoft.com/office/drawing/2014/main" id="{DED9D011-2A91-4143-9EE8-7DFD370A244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468313" y="765175"/>
                        <a:ext cx="3203575" cy="104616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" name="Object 3">
            <a:extLst>
              <a:ext uri="{FF2B5EF4-FFF2-40B4-BE49-F238E27FC236}">
                <a16:creationId xmlns:a16="http://schemas.microsoft.com/office/drawing/2014/main" id="{B8E66B0D-0FBB-114F-B937-D54DE498307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70491239"/>
              </p:ext>
            </p:extLst>
          </p:nvPr>
        </p:nvGraphicFramePr>
        <p:xfrm>
          <a:off x="3635375" y="765175"/>
          <a:ext cx="1439863" cy="1036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332" name="Equation" r:id="rId5" imgW="14630400" imgH="10528300" progId="Equation.DSMT4">
                  <p:embed/>
                </p:oleObj>
              </mc:Choice>
              <mc:Fallback>
                <p:oleObj name="Equation" r:id="rId5" imgW="14630400" imgH="10528300" progId="Equation.DSMT4">
                  <p:embed/>
                  <p:pic>
                    <p:nvPicPr>
                      <p:cNvPr id="152579" name="Object 3">
                        <a:extLst>
                          <a:ext uri="{FF2B5EF4-FFF2-40B4-BE49-F238E27FC236}">
                            <a16:creationId xmlns:a16="http://schemas.microsoft.com/office/drawing/2014/main" id="{F10C746F-953C-D84E-87E2-B4EC8D0616D0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635375" y="765175"/>
                        <a:ext cx="1439863" cy="10366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tx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" name="Object 4">
            <a:extLst>
              <a:ext uri="{FF2B5EF4-FFF2-40B4-BE49-F238E27FC236}">
                <a16:creationId xmlns:a16="http://schemas.microsoft.com/office/drawing/2014/main" id="{A3628F8D-1861-2D4F-8595-87BAACEAD44E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69954381"/>
              </p:ext>
            </p:extLst>
          </p:nvPr>
        </p:nvGraphicFramePr>
        <p:xfrm>
          <a:off x="5688013" y="0"/>
          <a:ext cx="3455987" cy="25304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333" name="Equation" r:id="rId7" imgW="35991800" imgH="26327100" progId="Equation.DSMT4">
                  <p:embed/>
                </p:oleObj>
              </mc:Choice>
              <mc:Fallback>
                <p:oleObj name="Equation" r:id="rId7" imgW="35991800" imgH="26327100" progId="Equation.DSMT4">
                  <p:embed/>
                  <p:pic>
                    <p:nvPicPr>
                      <p:cNvPr id="12292" name="Object 4">
                        <a:extLst>
                          <a:ext uri="{FF2B5EF4-FFF2-40B4-BE49-F238E27FC236}">
                            <a16:creationId xmlns:a16="http://schemas.microsoft.com/office/drawing/2014/main" id="{2EF72C18-D541-2D4B-A599-493EE7FE16A1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688013" y="0"/>
                        <a:ext cx="3455987" cy="2530475"/>
                      </a:xfrm>
                      <a:prstGeom prst="rect">
                        <a:avLst/>
                      </a:prstGeom>
                      <a:solidFill>
                        <a:srgbClr val="00FF00"/>
                      </a:solidFill>
                      <a:ln>
                        <a:noFill/>
                      </a:ln>
                      <a:effectLst/>
                      <a:extLs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" name="Line 5">
            <a:extLst>
              <a:ext uri="{FF2B5EF4-FFF2-40B4-BE49-F238E27FC236}">
                <a16:creationId xmlns:a16="http://schemas.microsoft.com/office/drawing/2014/main" id="{90F31485-EE8D-1742-AC31-A0DDC2AF76C2}"/>
              </a:ext>
            </a:extLst>
          </p:cNvPr>
          <p:cNvSpPr>
            <a:spLocks noChangeShapeType="1"/>
          </p:cNvSpPr>
          <p:nvPr/>
        </p:nvSpPr>
        <p:spPr bwMode="auto">
          <a:xfrm>
            <a:off x="6316663" y="1484313"/>
            <a:ext cx="2771775" cy="0"/>
          </a:xfrm>
          <a:prstGeom prst="line">
            <a:avLst/>
          </a:prstGeom>
          <a:noFill/>
          <a:ln w="34925">
            <a:solidFill>
              <a:srgbClr val="FF0000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2400">
              <a:solidFill>
                <a:srgbClr val="ECFB7D"/>
              </a:solidFill>
              <a:ea typeface="隶书" pitchFamily="49" charset="-122"/>
            </a:endParaRPr>
          </a:p>
        </p:txBody>
      </p:sp>
      <p:sp>
        <p:nvSpPr>
          <p:cNvPr id="23" name="Line 6">
            <a:extLst>
              <a:ext uri="{FF2B5EF4-FFF2-40B4-BE49-F238E27FC236}">
                <a16:creationId xmlns:a16="http://schemas.microsoft.com/office/drawing/2014/main" id="{FCE0B5D4-3546-E14B-BB31-6329A5A9F5F1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751763" y="44450"/>
            <a:ext cx="36512" cy="2420938"/>
          </a:xfrm>
          <a:prstGeom prst="line">
            <a:avLst/>
          </a:prstGeom>
          <a:noFill/>
          <a:ln w="34925">
            <a:solidFill>
              <a:srgbClr val="FF0000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2400">
              <a:solidFill>
                <a:srgbClr val="ECFB7D"/>
              </a:solidFill>
              <a:ea typeface="隶书" pitchFamily="49" charset="-122"/>
            </a:endParaRPr>
          </a:p>
        </p:txBody>
      </p:sp>
      <p:sp>
        <p:nvSpPr>
          <p:cNvPr id="24" name="Text Box 7">
            <a:extLst>
              <a:ext uri="{FF2B5EF4-FFF2-40B4-BE49-F238E27FC236}">
                <a16:creationId xmlns:a16="http://schemas.microsoft.com/office/drawing/2014/main" id="{BBCDD3F0-F281-DA45-886D-82F23ACCDBF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04025" y="333375"/>
            <a:ext cx="595313" cy="762000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pPr eaLnBrk="1" hangingPunct="1"/>
            <a:r>
              <a:rPr kumimoji="0" lang="en-US" altLang="zh-CN" sz="4400" b="1" i="1">
                <a:solidFill>
                  <a:srgbClr val="FF0000"/>
                </a:solidFill>
                <a:ea typeface="宋体" panose="02010600030101010101" pitchFamily="2" charset="-122"/>
              </a:rPr>
              <a:t>E</a:t>
            </a:r>
          </a:p>
        </p:txBody>
      </p:sp>
      <p:sp>
        <p:nvSpPr>
          <p:cNvPr id="25" name="Text Box 8">
            <a:extLst>
              <a:ext uri="{FF2B5EF4-FFF2-40B4-BE49-F238E27FC236}">
                <a16:creationId xmlns:a16="http://schemas.microsoft.com/office/drawing/2014/main" id="{EE768F67-971A-784A-8F7E-AFD0B3A5AF3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753225" y="1541463"/>
            <a:ext cx="595313" cy="762000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pPr eaLnBrk="1" hangingPunct="1"/>
            <a:r>
              <a:rPr kumimoji="0" lang="en-US" altLang="zh-CN" sz="4400" b="1" i="1">
                <a:solidFill>
                  <a:srgbClr val="FF0000"/>
                </a:solidFill>
                <a:ea typeface="宋体" panose="02010600030101010101" pitchFamily="2" charset="-122"/>
              </a:rPr>
              <a:t>O</a:t>
            </a:r>
          </a:p>
        </p:txBody>
      </p:sp>
      <p:sp>
        <p:nvSpPr>
          <p:cNvPr id="26" name="Text Box 9">
            <a:extLst>
              <a:ext uri="{FF2B5EF4-FFF2-40B4-BE49-F238E27FC236}">
                <a16:creationId xmlns:a16="http://schemas.microsoft.com/office/drawing/2014/main" id="{D2AFAB81-FDD3-D242-8AB9-503E261A0AC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27988" y="333375"/>
            <a:ext cx="757237" cy="762000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pPr eaLnBrk="1" hangingPunct="1"/>
            <a:r>
              <a:rPr kumimoji="0" lang="en-US" altLang="zh-CN" sz="4400" b="1" i="1">
                <a:solidFill>
                  <a:srgbClr val="FF0000"/>
                </a:solidFill>
                <a:ea typeface="宋体" panose="02010600030101010101" pitchFamily="2" charset="-122"/>
              </a:rPr>
              <a:t>A</a:t>
            </a:r>
            <a:r>
              <a:rPr kumimoji="0" lang="en-US" altLang="zh-CN" sz="4400" b="1" baseline="-25000">
                <a:solidFill>
                  <a:srgbClr val="FF0000"/>
                </a:solidFill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27" name="Text Box 10">
            <a:extLst>
              <a:ext uri="{FF2B5EF4-FFF2-40B4-BE49-F238E27FC236}">
                <a16:creationId xmlns:a16="http://schemas.microsoft.com/office/drawing/2014/main" id="{E9DF9FE9-C0EC-824C-BFFE-3D2BBFBDB1C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27988" y="1412875"/>
            <a:ext cx="757237" cy="762000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pPr eaLnBrk="1" hangingPunct="1"/>
            <a:r>
              <a:rPr kumimoji="0" lang="en-US" altLang="zh-CN" sz="4400" b="1" i="1">
                <a:solidFill>
                  <a:srgbClr val="FF0000"/>
                </a:solidFill>
                <a:ea typeface="宋体" panose="02010600030101010101" pitchFamily="2" charset="-122"/>
              </a:rPr>
              <a:t>A</a:t>
            </a:r>
            <a:r>
              <a:rPr kumimoji="0" lang="en-US" altLang="zh-CN" sz="4400" b="1" baseline="-25000">
                <a:solidFill>
                  <a:srgbClr val="FF0000"/>
                </a:solidFill>
                <a:ea typeface="宋体" panose="02010600030101010101" pitchFamily="2" charset="-122"/>
              </a:rPr>
              <a:t>2</a:t>
            </a:r>
          </a:p>
        </p:txBody>
      </p:sp>
      <p:graphicFrame>
        <p:nvGraphicFramePr>
          <p:cNvPr id="28" name="Object 11">
            <a:extLst>
              <a:ext uri="{FF2B5EF4-FFF2-40B4-BE49-F238E27FC236}">
                <a16:creationId xmlns:a16="http://schemas.microsoft.com/office/drawing/2014/main" id="{F207C564-6004-E745-BEE6-42850B6B1BDF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14621503"/>
              </p:ext>
            </p:extLst>
          </p:nvPr>
        </p:nvGraphicFramePr>
        <p:xfrm>
          <a:off x="1547813" y="1917700"/>
          <a:ext cx="2663825" cy="12001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334" name="Equation" r:id="rId9" imgW="24574500" imgH="11112500" progId="Equation.DSMT4">
                  <p:embed/>
                </p:oleObj>
              </mc:Choice>
              <mc:Fallback>
                <p:oleObj name="Equation" r:id="rId9" imgW="24574500" imgH="11112500" progId="Equation.DSMT4">
                  <p:embed/>
                  <p:pic>
                    <p:nvPicPr>
                      <p:cNvPr id="12299" name="Object 11">
                        <a:extLst>
                          <a:ext uri="{FF2B5EF4-FFF2-40B4-BE49-F238E27FC236}">
                            <a16:creationId xmlns:a16="http://schemas.microsoft.com/office/drawing/2014/main" id="{ED7EA150-321B-854F-ACF8-1E8FA481B25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547813" y="1917700"/>
                        <a:ext cx="2663825" cy="120015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9" name="Object 12">
            <a:extLst>
              <a:ext uri="{FF2B5EF4-FFF2-40B4-BE49-F238E27FC236}">
                <a16:creationId xmlns:a16="http://schemas.microsoft.com/office/drawing/2014/main" id="{78B3B966-2C66-B148-B5CE-41F5C8EE38F9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50597709"/>
              </p:ext>
            </p:extLst>
          </p:nvPr>
        </p:nvGraphicFramePr>
        <p:xfrm>
          <a:off x="971550" y="2925763"/>
          <a:ext cx="5065713" cy="30226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335" name="Equation" r:id="rId11" imgW="34518600" imgH="26327100" progId="Equation.DSMT4">
                  <p:embed/>
                </p:oleObj>
              </mc:Choice>
              <mc:Fallback>
                <p:oleObj name="Equation" r:id="rId11" imgW="34518600" imgH="26327100" progId="Equation.DSMT4">
                  <p:embed/>
                  <p:pic>
                    <p:nvPicPr>
                      <p:cNvPr id="152588" name="Object 12">
                        <a:extLst>
                          <a:ext uri="{FF2B5EF4-FFF2-40B4-BE49-F238E27FC236}">
                            <a16:creationId xmlns:a16="http://schemas.microsoft.com/office/drawing/2014/main" id="{77B02F3A-7E2C-454B-B076-A555D1D385D5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971550" y="2925763"/>
                        <a:ext cx="5065713" cy="30226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" name="Line 13">
            <a:extLst>
              <a:ext uri="{FF2B5EF4-FFF2-40B4-BE49-F238E27FC236}">
                <a16:creationId xmlns:a16="http://schemas.microsoft.com/office/drawing/2014/main" id="{956D82B8-7CAE-7B40-87BE-4DCC43B08986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1619250" y="4724400"/>
            <a:ext cx="4103688" cy="12700"/>
          </a:xfrm>
          <a:prstGeom prst="line">
            <a:avLst/>
          </a:prstGeom>
          <a:noFill/>
          <a:ln w="34925">
            <a:solidFill>
              <a:srgbClr val="FF0000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2400">
              <a:solidFill>
                <a:srgbClr val="ECFB7D"/>
              </a:solidFill>
              <a:ea typeface="隶书" pitchFamily="49" charset="-122"/>
            </a:endParaRPr>
          </a:p>
        </p:txBody>
      </p:sp>
      <p:sp>
        <p:nvSpPr>
          <p:cNvPr id="31" name="Line 14">
            <a:extLst>
              <a:ext uri="{FF2B5EF4-FFF2-40B4-BE49-F238E27FC236}">
                <a16:creationId xmlns:a16="http://schemas.microsoft.com/office/drawing/2014/main" id="{91E2ADBC-9ACC-2E40-9FA0-AE3C1698DE4E}"/>
              </a:ext>
            </a:extLst>
          </p:cNvPr>
          <p:cNvSpPr>
            <a:spLocks noChangeShapeType="1"/>
          </p:cNvSpPr>
          <p:nvPr/>
        </p:nvSpPr>
        <p:spPr bwMode="auto">
          <a:xfrm>
            <a:off x="3708400" y="3141663"/>
            <a:ext cx="0" cy="2663825"/>
          </a:xfrm>
          <a:prstGeom prst="line">
            <a:avLst/>
          </a:prstGeom>
          <a:noFill/>
          <a:ln w="34925">
            <a:solidFill>
              <a:srgbClr val="FF0000"/>
            </a:solidFill>
            <a:prstDash val="sysDot"/>
            <a:round/>
            <a:headEnd/>
            <a:tailEnd/>
          </a:ln>
          <a:effectLst/>
          <a:extLst>
            <a:ext uri="{909E8E84-426E-40DD-AFC4-6F175D3DCCD1}">
              <a14:hiddenFill xmlns:a14="http://schemas.microsoft.com/office/drawing/2010/main">
                <a:noFill/>
              </a14:hiddenFill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/>
          <a:p>
            <a:endParaRPr lang="en-US" sz="2400">
              <a:solidFill>
                <a:srgbClr val="ECFB7D"/>
              </a:solidFill>
              <a:ea typeface="隶书" pitchFamily="49" charset="-122"/>
            </a:endParaRPr>
          </a:p>
        </p:txBody>
      </p:sp>
      <p:sp>
        <p:nvSpPr>
          <p:cNvPr id="32" name="Text Box 15">
            <a:extLst>
              <a:ext uri="{FF2B5EF4-FFF2-40B4-BE49-F238E27FC236}">
                <a16:creationId xmlns:a16="http://schemas.microsoft.com/office/drawing/2014/main" id="{54A10714-0B37-FA44-AABE-61DB19AAA6D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4213" y="2205038"/>
            <a:ext cx="1150937" cy="519112"/>
          </a:xfrm>
          <a:prstGeom prst="rect">
            <a:avLst/>
          </a:prstGeom>
          <a:noFill/>
          <a:ln>
            <a:noFill/>
          </a:ln>
          <a:effectLst/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pPr eaLnBrk="1" hangingPunct="1"/>
            <a:r>
              <a:rPr kumimoji="0" lang="en-US" altLang="zh-CN" sz="2800" b="1" i="1">
                <a:solidFill>
                  <a:srgbClr val="FFFFFF"/>
                </a:solidFill>
                <a:ea typeface="宋体" panose="02010600030101010101" pitchFamily="2" charset="-122"/>
              </a:rPr>
              <a:t>A</a:t>
            </a:r>
            <a:r>
              <a:rPr kumimoji="0" lang="en-US" altLang="zh-CN" sz="2800" b="1" baseline="30000">
                <a:solidFill>
                  <a:srgbClr val="FFFFFF"/>
                </a:solidFill>
                <a:ea typeface="宋体" panose="02010600030101010101" pitchFamily="2" charset="-122"/>
              </a:rPr>
              <a:t>2</a:t>
            </a:r>
            <a:r>
              <a:rPr kumimoji="0" lang="zh-CN" altLang="en-US" sz="2800" b="1">
                <a:solidFill>
                  <a:srgbClr val="FFFFFF"/>
                </a:solidFill>
                <a:ea typeface="宋体" panose="02010600030101010101" pitchFamily="2" charset="-122"/>
              </a:rPr>
              <a:t>＝</a:t>
            </a:r>
          </a:p>
        </p:txBody>
      </p:sp>
      <p:grpSp>
        <p:nvGrpSpPr>
          <p:cNvPr id="33" name="Group 16">
            <a:extLst>
              <a:ext uri="{FF2B5EF4-FFF2-40B4-BE49-F238E27FC236}">
                <a16:creationId xmlns:a16="http://schemas.microsoft.com/office/drawing/2014/main" id="{0A88D82D-8E60-384E-9536-3C1B507F5003}"/>
              </a:ext>
            </a:extLst>
          </p:cNvPr>
          <p:cNvGrpSpPr>
            <a:grpSpLocks/>
          </p:cNvGrpSpPr>
          <p:nvPr/>
        </p:nvGrpSpPr>
        <p:grpSpPr bwMode="auto">
          <a:xfrm>
            <a:off x="6588125" y="3789363"/>
            <a:ext cx="2366963" cy="2444750"/>
            <a:chOff x="4269" y="1797"/>
            <a:chExt cx="1491" cy="1540"/>
          </a:xfrm>
          <a:noFill/>
        </p:grpSpPr>
        <p:graphicFrame>
          <p:nvGraphicFramePr>
            <p:cNvPr id="34" name="Object 17">
              <a:extLst>
                <a:ext uri="{FF2B5EF4-FFF2-40B4-BE49-F238E27FC236}">
                  <a16:creationId xmlns:a16="http://schemas.microsoft.com/office/drawing/2014/main" id="{EB11FF87-9F34-254B-99AB-42884884E913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4269" y="2090"/>
            <a:ext cx="1491" cy="124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12336" name="Equation" r:id="rId13" imgW="19596100" imgH="16383000" progId="Equation.DSMT4">
                    <p:embed/>
                  </p:oleObj>
                </mc:Choice>
                <mc:Fallback>
                  <p:oleObj name="Equation" r:id="rId13" imgW="19596100" imgH="16383000" progId="Equation.DSMT4">
                    <p:embed/>
                    <p:pic>
                      <p:nvPicPr>
                        <p:cNvPr id="12305" name="Object 17">
                          <a:extLst>
                            <a:ext uri="{FF2B5EF4-FFF2-40B4-BE49-F238E27FC236}">
                              <a16:creationId xmlns:a16="http://schemas.microsoft.com/office/drawing/2014/main" id="{EBA07B67-09F0-B447-8CB1-CC272AD8B923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269" y="2090"/>
                          <a:ext cx="1491" cy="1247"/>
                        </a:xfrm>
                        <a:prstGeom prst="rect">
                          <a:avLst/>
                        </a:prstGeom>
                        <a:solidFill>
                          <a:srgbClr val="CCFFFF"/>
                        </a:solidFill>
                        <a:ln>
                          <a:noFill/>
                        </a:ln>
                        <a:effectLst/>
                        <a:extLs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chemeClr val="tx1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rgbClr val="808080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35" name="Text Box 18">
              <a:extLst>
                <a:ext uri="{FF2B5EF4-FFF2-40B4-BE49-F238E27FC236}">
                  <a16:creationId xmlns:a16="http://schemas.microsoft.com/office/drawing/2014/main" id="{5C546421-BD1A-C640-A53F-A957D24035F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270" y="1797"/>
              <a:ext cx="1490" cy="365"/>
            </a:xfrm>
            <a:prstGeom prst="rect">
              <a:avLst/>
            </a:prstGeom>
            <a:grp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>
              <a:lvl1pPr>
                <a:spcBef>
                  <a:spcPct val="50000"/>
                </a:spcBef>
                <a:defRPr kumimoji="1" sz="2400">
                  <a:solidFill>
                    <a:srgbClr val="ECFB7D"/>
                  </a:solidFill>
                  <a:latin typeface="Times New Roman" panose="02020603050405020304" pitchFamily="18" charset="0"/>
                  <a:ea typeface="隶书" pitchFamily="49" charset="-122"/>
                </a:defRPr>
              </a:lvl1pPr>
              <a:lvl2pPr marL="742950" indent="-285750">
                <a:spcBef>
                  <a:spcPct val="50000"/>
                </a:spcBef>
                <a:defRPr kumimoji="1" sz="2400">
                  <a:solidFill>
                    <a:srgbClr val="ECFB7D"/>
                  </a:solidFill>
                  <a:latin typeface="Times New Roman" panose="02020603050405020304" pitchFamily="18" charset="0"/>
                  <a:ea typeface="隶书" pitchFamily="49" charset="-122"/>
                </a:defRPr>
              </a:lvl2pPr>
              <a:lvl3pPr marL="1143000" indent="-228600">
                <a:spcBef>
                  <a:spcPct val="50000"/>
                </a:spcBef>
                <a:defRPr kumimoji="1" sz="2400">
                  <a:solidFill>
                    <a:srgbClr val="ECFB7D"/>
                  </a:solidFill>
                  <a:latin typeface="Times New Roman" panose="02020603050405020304" pitchFamily="18" charset="0"/>
                  <a:ea typeface="隶书" pitchFamily="49" charset="-122"/>
                </a:defRPr>
              </a:lvl3pPr>
              <a:lvl4pPr marL="1600200" indent="-228600">
                <a:spcBef>
                  <a:spcPct val="50000"/>
                </a:spcBef>
                <a:defRPr kumimoji="1" sz="2400">
                  <a:solidFill>
                    <a:srgbClr val="ECFB7D"/>
                  </a:solidFill>
                  <a:latin typeface="Times New Roman" panose="02020603050405020304" pitchFamily="18" charset="0"/>
                  <a:ea typeface="隶书" pitchFamily="49" charset="-122"/>
                </a:defRPr>
              </a:lvl4pPr>
              <a:lvl5pPr marL="2057400" indent="-228600">
                <a:spcBef>
                  <a:spcPct val="50000"/>
                </a:spcBef>
                <a:defRPr kumimoji="1" sz="2400">
                  <a:solidFill>
                    <a:srgbClr val="ECFB7D"/>
                  </a:solidFill>
                  <a:latin typeface="Times New Roman" panose="02020603050405020304" pitchFamily="18" charset="0"/>
                  <a:ea typeface="隶书" pitchFamily="49" charset="-122"/>
                </a:defRPr>
              </a:lvl5pPr>
              <a:lvl6pPr marL="2514600" indent="-228600" eaLnBrk="0" fontAlgn="base" hangingPunct="0">
                <a:spcBef>
                  <a:spcPct val="50000"/>
                </a:spcBef>
                <a:spcAft>
                  <a:spcPct val="0"/>
                </a:spcAft>
                <a:defRPr kumimoji="1" sz="2400">
                  <a:solidFill>
                    <a:srgbClr val="ECFB7D"/>
                  </a:solidFill>
                  <a:latin typeface="Times New Roman" panose="02020603050405020304" pitchFamily="18" charset="0"/>
                  <a:ea typeface="隶书" pitchFamily="49" charset="-122"/>
                </a:defRPr>
              </a:lvl6pPr>
              <a:lvl7pPr marL="2971800" indent="-228600" eaLnBrk="0" fontAlgn="base" hangingPunct="0">
                <a:spcBef>
                  <a:spcPct val="50000"/>
                </a:spcBef>
                <a:spcAft>
                  <a:spcPct val="0"/>
                </a:spcAft>
                <a:defRPr kumimoji="1" sz="2400">
                  <a:solidFill>
                    <a:srgbClr val="ECFB7D"/>
                  </a:solidFill>
                  <a:latin typeface="Times New Roman" panose="02020603050405020304" pitchFamily="18" charset="0"/>
                  <a:ea typeface="隶书" pitchFamily="49" charset="-122"/>
                </a:defRPr>
              </a:lvl7pPr>
              <a:lvl8pPr marL="3429000" indent="-228600" eaLnBrk="0" fontAlgn="base" hangingPunct="0">
                <a:spcBef>
                  <a:spcPct val="50000"/>
                </a:spcBef>
                <a:spcAft>
                  <a:spcPct val="0"/>
                </a:spcAft>
                <a:defRPr kumimoji="1" sz="2400">
                  <a:solidFill>
                    <a:srgbClr val="ECFB7D"/>
                  </a:solidFill>
                  <a:latin typeface="Times New Roman" panose="02020603050405020304" pitchFamily="18" charset="0"/>
                  <a:ea typeface="隶书" pitchFamily="49" charset="-122"/>
                </a:defRPr>
              </a:lvl8pPr>
              <a:lvl9pPr marL="3886200" indent="-228600" eaLnBrk="0" fontAlgn="base" hangingPunct="0">
                <a:spcBef>
                  <a:spcPct val="50000"/>
                </a:spcBef>
                <a:spcAft>
                  <a:spcPct val="0"/>
                </a:spcAft>
                <a:defRPr kumimoji="1" sz="2400">
                  <a:solidFill>
                    <a:srgbClr val="ECFB7D"/>
                  </a:solidFill>
                  <a:latin typeface="Times New Roman" panose="02020603050405020304" pitchFamily="18" charset="0"/>
                  <a:ea typeface="隶书" pitchFamily="49" charset="-122"/>
                </a:defRPr>
              </a:lvl9pPr>
            </a:lstStyle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ct val="5000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zh-CN" sz="3200" b="1" i="1" u="none" strike="noStrike" kern="0" cap="none" spc="0" normalizeH="0" baseline="0" noProof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A</a:t>
              </a:r>
              <a:r>
                <a:rPr kumimoji="0" lang="en-US" altLang="zh-CN" sz="3200" b="1" i="0" u="none" strike="noStrike" kern="0" cap="none" spc="0" normalizeH="0" baseline="-25000" noProof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  <a:r>
                <a:rPr kumimoji="0" lang="zh-CN" altLang="en-US" sz="3200" b="1" i="0" u="none" strike="noStrike" kern="0" cap="none" spc="0" normalizeH="0" baseline="0" noProof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＋</a:t>
              </a:r>
              <a:r>
                <a:rPr kumimoji="0" lang="en-US" altLang="zh-CN" sz="3200" b="1" i="1" u="none" strike="noStrike" kern="0" cap="none" spc="0" normalizeH="0" baseline="0" noProof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A</a:t>
              </a:r>
              <a:r>
                <a:rPr kumimoji="0" lang="en-US" altLang="zh-CN" sz="3200" b="1" i="0" u="none" strike="noStrike" kern="0" cap="none" spc="0" normalizeH="0" baseline="-25000" noProof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1</a:t>
              </a:r>
              <a:r>
                <a:rPr kumimoji="0" lang="en-US" altLang="zh-CN" sz="3200" b="1" i="1" u="none" strike="noStrike" kern="0" cap="none" spc="0" normalizeH="0" baseline="0" noProof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A</a:t>
              </a:r>
              <a:r>
                <a:rPr kumimoji="0" lang="en-US" altLang="zh-CN" sz="3200" b="1" i="0" u="none" strike="noStrike" kern="0" cap="none" spc="0" normalizeH="0" baseline="-25000" noProof="0">
                  <a:ln>
                    <a:noFill/>
                  </a:ln>
                  <a:solidFill>
                    <a:srgbClr val="FF0000"/>
                  </a:solidFill>
                  <a:effectLst/>
                  <a:uLnTx/>
                  <a:uFillTx/>
                  <a:latin typeface="Times New Roman" panose="02020603050405020304" pitchFamily="18" charset="0"/>
                  <a:ea typeface="宋体" panose="02010600030101010101" pitchFamily="2" charset="-122"/>
                </a:rPr>
                <a:t>2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18150082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9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9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3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4914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重（难）点问题</a:t>
            </a:r>
            <a:r>
              <a:rPr lang="en-US" altLang="zh-CN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:  </a:t>
            </a: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分块矩阵的运算</a:t>
            </a:r>
            <a:endParaRPr kumimoji="1" lang="zh-CN" altLang="en-US" sz="2600" b="1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华文中宋" panose="02010600040101010101" pitchFamily="2" charset="-122"/>
              <a:ea typeface="华文中宋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0658" name="Text Box 2"/>
          <p:cNvSpPr txBox="1"/>
          <p:nvPr/>
        </p:nvSpPr>
        <p:spPr>
          <a:xfrm>
            <a:off x="539433" y="872490"/>
            <a:ext cx="8001000" cy="60769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</a:lstStyle>
          <a:p>
            <a:pPr marL="0" lvl="0" indent="0" algn="just" eaLnBrk="1" hangingPunct="1">
              <a:lnSpc>
                <a:spcPct val="120000"/>
              </a:lnSpc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solidFill>
                  <a:srgbClr val="C00000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分块矩阵的转置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 </a:t>
            </a:r>
            <a:r>
              <a:rPr lang="en-US" altLang="zh-CN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   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设矩阵</a:t>
            </a:r>
            <a:r>
              <a:rPr lang="en-US" altLang="zh-CN" sz="2800" b="1" i="1" noProof="0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A 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如下所示，</a:t>
            </a:r>
          </a:p>
        </p:txBody>
      </p:sp>
      <p:sp>
        <p:nvSpPr>
          <p:cNvPr id="4" name="Text Box 2"/>
          <p:cNvSpPr txBox="1"/>
          <p:nvPr/>
        </p:nvSpPr>
        <p:spPr>
          <a:xfrm>
            <a:off x="755333" y="4221480"/>
            <a:ext cx="8001000" cy="60769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</a:lstStyle>
          <a:p>
            <a:pPr marL="0" lvl="0" algn="just" eaLnBrk="1" hangingPunct="1">
              <a:lnSpc>
                <a:spcPct val="120000"/>
              </a:lnSpc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则其转置为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77DE1C51-61DA-E544-B513-D10619865451}"/>
              </a:ext>
            </a:extLst>
          </p:cNvPr>
          <p:cNvGrpSpPr/>
          <p:nvPr/>
        </p:nvGrpSpPr>
        <p:grpSpPr>
          <a:xfrm>
            <a:off x="2700020" y="1653540"/>
            <a:ext cx="3340735" cy="1784350"/>
            <a:chOff x="2700020" y="1653540"/>
            <a:chExt cx="3340735" cy="1784350"/>
          </a:xfrm>
        </p:grpSpPr>
        <mc:AlternateContent xmlns:mc="http://schemas.openxmlformats.org/markup-compatibility/2006">
          <mc:Choice xmlns:a14="http://schemas.microsoft.com/office/drawing/2010/main" Requires="a14">
            <p:graphicFrame>
              <p:nvGraphicFramePr>
                <p:cNvPr id="6" name="对象 5">
                  <a:hlinkClick r:id="" action="ppaction://ole?verb=0"/>
                </p:cNvPr>
                <p:cNvGraphicFramePr>
                  <a:graphicFrameLocks noChangeAspect="1"/>
                </p:cNvGraphicFramePr>
                <p:nvPr>
                  <p:extLst>
                    <p:ext uri="{D42A27DB-BD31-4B8C-83A1-F6EECF244321}">
                      <p14:modId xmlns:p14="http://schemas.microsoft.com/office/powerpoint/2010/main" val="860437666"/>
                    </p:ext>
                  </p:extLst>
                </p:nvPr>
              </p:nvGraphicFramePr>
              <p:xfrm>
                <a:off x="2700020" y="1653540"/>
                <a:ext cx="3340735" cy="1784350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spid="_x0000_s6163" name="Equation" r:id="rId5" imgW="1333500" imgH="711200" progId="Equation.DSMT4">
                        <p:embed/>
                      </p:oleObj>
                    </mc:Choice>
                    <mc:Fallback>
                      <p:oleObj name="Equation" r:id="rId5" imgW="1333500" imgH="711200" progId="Equation.DSMT4">
                        <p:embed/>
                        <p:pic>
                          <p:nvPicPr>
                            <p:cNvPr id="0" name="图片 1024"/>
                            <p:cNvPicPr/>
                            <p:nvPr/>
                          </p:nvPicPr>
                          <p:blipFill>
                            <a:blip r:embed="rId6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2700020" y="1653540"/>
                              <a:ext cx="3340735" cy="1784350"/>
                            </a:xfrm>
                            <a:prstGeom prst="rect">
                              <a:avLst/>
                            </a:prstGeom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Choice>
          <mc:Fallback>
            <p:graphicFrame>
              <p:nvGraphicFramePr>
                <p:cNvPr id="6" name="对象 5">
                  <a:hlinkClick r:id="" action="ppaction://ole?verb=0"/>
                </p:cNvPr>
                <p:cNvGraphicFramePr>
                  <a:graphicFrameLocks noChangeAspect="1"/>
                </p:cNvGraphicFramePr>
                <p:nvPr>
                  <p:extLst>
                    <p:ext uri="{D42A27DB-BD31-4B8C-83A1-F6EECF244321}">
                      <p14:modId xmlns:p14="http://schemas.microsoft.com/office/powerpoint/2010/main" val="860437666"/>
                    </p:ext>
                  </p:extLst>
                </p:nvPr>
              </p:nvGraphicFramePr>
              <p:xfrm>
                <a:off x="2700020" y="1653540"/>
                <a:ext cx="3340735" cy="1784350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spid="_x0000_s6163" name="Equation" r:id="rId5" imgW="1333500" imgH="711200" progId="Equation.DSMT4">
                        <p:embed/>
                      </p:oleObj>
                    </mc:Choice>
                    <mc:Fallback>
                      <p:oleObj name="Equation" r:id="rId5" imgW="1333500" imgH="711200" progId="Equation.DSMT4">
                        <p:embed/>
                        <p:pic>
                          <p:nvPicPr>
                            <p:cNvPr id="0" name="图片 1024"/>
                            <p:cNvPicPr/>
                            <p:nvPr/>
                          </p:nvPicPr>
                          <p:blipFill>
                            <a:blip r:embed="rId6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2700020" y="1653540"/>
                              <a:ext cx="3340735" cy="1784350"/>
                            </a:xfrm>
                            <a:prstGeom prst="rect">
                              <a:avLst/>
                            </a:prstGeom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D60A1A1C-8EFE-884F-9BB9-C8CDBBD1C56F}"/>
                    </a:ext>
                  </a:extLst>
                </p:cNvPr>
                <p:cNvSpPr/>
                <p:nvPr/>
              </p:nvSpPr>
              <p:spPr>
                <a:xfrm>
                  <a:off x="3810788" y="2305367"/>
                  <a:ext cx="432048" cy="43204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1" name="Rectangle 10">
                  <a:extLst>
                    <a:ext uri="{FF2B5EF4-FFF2-40B4-BE49-F238E27FC236}">
                      <a16:creationId xmlns:a16="http://schemas.microsoft.com/office/drawing/2014/main" id="{D60A1A1C-8EFE-884F-9BB9-C8CDBBD1C56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10788" y="2305367"/>
                  <a:ext cx="432048" cy="432043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2" name="Rectangle 11">
                  <a:extLst>
                    <a:ext uri="{FF2B5EF4-FFF2-40B4-BE49-F238E27FC236}">
                      <a16:creationId xmlns:a16="http://schemas.microsoft.com/office/drawing/2014/main" id="{8632A83C-A1EB-C44A-AE05-18883CA764D3}"/>
                    </a:ext>
                  </a:extLst>
                </p:cNvPr>
                <p:cNvSpPr/>
                <p:nvPr/>
              </p:nvSpPr>
              <p:spPr>
                <a:xfrm>
                  <a:off x="5310582" y="2324814"/>
                  <a:ext cx="432048" cy="43204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2" name="Rectangle 11">
                  <a:extLst>
                    <a:ext uri="{FF2B5EF4-FFF2-40B4-BE49-F238E27FC236}">
                      <a16:creationId xmlns:a16="http://schemas.microsoft.com/office/drawing/2014/main" id="{8632A83C-A1EB-C44A-AE05-18883CA764D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10582" y="2324814"/>
                  <a:ext cx="432048" cy="432043"/>
                </a:xfrm>
                <a:prstGeom prst="rect">
                  <a:avLst/>
                </a:prstGeom>
                <a:blipFill>
                  <a:blip r:embed="rId8"/>
                  <a:stretch>
                    <a:fillRect b="-2703"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0F864FDA-95C4-D443-91FA-4F05818C4F73}"/>
                    </a:ext>
                  </a:extLst>
                </p:cNvPr>
                <p:cNvSpPr/>
                <p:nvPr/>
              </p:nvSpPr>
              <p:spPr>
                <a:xfrm rot="5400000">
                  <a:off x="4360821" y="1700811"/>
                  <a:ext cx="432048" cy="43204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3" name="Rectangle 12">
                  <a:extLst>
                    <a:ext uri="{FF2B5EF4-FFF2-40B4-BE49-F238E27FC236}">
                      <a16:creationId xmlns:a16="http://schemas.microsoft.com/office/drawing/2014/main" id="{0F864FDA-95C4-D443-91FA-4F05818C4F7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4360821" y="1700811"/>
                  <a:ext cx="432048" cy="432043"/>
                </a:xfrm>
                <a:prstGeom prst="rect">
                  <a:avLst/>
                </a:prstGeom>
                <a:blipFill>
                  <a:blip r:embed="rId9"/>
                  <a:stretch>
                    <a:fillRect l="-2703"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253F1D36-8CE6-0D4E-8876-6F23FEAC659B}"/>
                    </a:ext>
                  </a:extLst>
                </p:cNvPr>
                <p:cNvSpPr/>
                <p:nvPr/>
              </p:nvSpPr>
              <p:spPr>
                <a:xfrm rot="5400000">
                  <a:off x="4355975" y="2820425"/>
                  <a:ext cx="432048" cy="43204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4" name="Rectangle 13">
                  <a:extLst>
                    <a:ext uri="{FF2B5EF4-FFF2-40B4-BE49-F238E27FC236}">
                      <a16:creationId xmlns:a16="http://schemas.microsoft.com/office/drawing/2014/main" id="{253F1D36-8CE6-0D4E-8876-6F23FEAC659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4355975" y="2820425"/>
                  <a:ext cx="432048" cy="432043"/>
                </a:xfrm>
                <a:prstGeom prst="rect">
                  <a:avLst/>
                </a:prstGeom>
                <a:blipFill>
                  <a:blip r:embed="rId10"/>
                  <a:stretch>
                    <a:fillRect l="-2703"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3CC591B1-7281-0546-8F4F-2F02272ACD91}"/>
              </a:ext>
            </a:extLst>
          </p:cNvPr>
          <p:cNvGrpSpPr/>
          <p:nvPr/>
        </p:nvGrpSpPr>
        <p:grpSpPr>
          <a:xfrm>
            <a:off x="2988310" y="4077335"/>
            <a:ext cx="3597275" cy="1753870"/>
            <a:chOff x="2988310" y="4077335"/>
            <a:chExt cx="3597275" cy="1753870"/>
          </a:xfrm>
        </p:grpSpPr>
        <mc:AlternateContent xmlns:mc="http://schemas.openxmlformats.org/markup-compatibility/2006">
          <mc:Choice xmlns:a14="http://schemas.microsoft.com/office/drawing/2010/main" Requires="a14">
            <p:graphicFrame>
              <p:nvGraphicFramePr>
                <p:cNvPr id="2" name="对象 -2147482052"/>
                <p:cNvGraphicFramePr>
                  <a:graphicFrameLocks noChangeAspect="1"/>
                </p:cNvGraphicFramePr>
                <p:nvPr>
                  <p:extLst>
                    <p:ext uri="{D42A27DB-BD31-4B8C-83A1-F6EECF244321}">
                      <p14:modId xmlns:p14="http://schemas.microsoft.com/office/powerpoint/2010/main" val="2896477540"/>
                    </p:ext>
                  </p:extLst>
                </p:nvPr>
              </p:nvGraphicFramePr>
              <p:xfrm>
                <a:off x="2988310" y="4077335"/>
                <a:ext cx="3597275" cy="1753870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spid="_x0000_s6164" name="Equation" r:id="rId11" imgW="1511300" imgH="736600" progId="Equation.DSMT4">
                        <p:embed/>
                      </p:oleObj>
                    </mc:Choice>
                    <mc:Fallback>
                      <p:oleObj name="Equation" r:id="rId11" imgW="1511300" imgH="736600" progId="Equation.DSMT4">
                        <p:embed/>
                        <p:pic>
                          <p:nvPicPr>
                            <p:cNvPr id="0" name="图片 3075"/>
                            <p:cNvPicPr/>
                            <p:nvPr/>
                          </p:nvPicPr>
                          <p:blipFill>
                            <a:blip r:embed="rId12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2988310" y="4077335"/>
                              <a:ext cx="3597275" cy="1753870"/>
                            </a:xfrm>
                            <a:prstGeom prst="rect">
                              <a:avLst/>
                            </a:prstGeom>
                            <a:noFill/>
                            <a:ln w="38100">
                              <a:noFill/>
                              <a:miter/>
                            </a:ln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Choice>
          <mc:Fallback>
            <p:graphicFrame>
              <p:nvGraphicFramePr>
                <p:cNvPr id="2" name="对象 -2147482052"/>
                <p:cNvGraphicFramePr>
                  <a:graphicFrameLocks noChangeAspect="1"/>
                </p:cNvGraphicFramePr>
                <p:nvPr>
                  <p:extLst>
                    <p:ext uri="{D42A27DB-BD31-4B8C-83A1-F6EECF244321}">
                      <p14:modId xmlns:p14="http://schemas.microsoft.com/office/powerpoint/2010/main" val="2896477540"/>
                    </p:ext>
                  </p:extLst>
                </p:nvPr>
              </p:nvGraphicFramePr>
              <p:xfrm>
                <a:off x="2988310" y="4077335"/>
                <a:ext cx="3597275" cy="1753870"/>
              </p:xfrm>
              <a:graphic>
                <a:graphicData uri="http://schemas.openxmlformats.org/presentationml/2006/ole">
                  <mc:AlternateContent>
                    <mc:Choice xmlns:v="urn:schemas-microsoft-com:vml" Requires="v">
                      <p:oleObj spid="_x0000_s6164" name="Equation" r:id="rId11" imgW="1511300" imgH="736600" progId="Equation.DSMT4">
                        <p:embed/>
                      </p:oleObj>
                    </mc:Choice>
                    <mc:Fallback>
                      <p:oleObj name="Equation" r:id="rId11" imgW="1511300" imgH="736600" progId="Equation.DSMT4">
                        <p:embed/>
                        <p:pic>
                          <p:nvPicPr>
                            <p:cNvPr id="0" name="图片 3075"/>
                            <p:cNvPicPr/>
                            <p:nvPr/>
                          </p:nvPicPr>
                          <p:blipFill>
                            <a:blip r:embed="rId12"/>
                            <a:stretch>
                              <a:fillRect/>
                            </a:stretch>
                          </p:blipFill>
                          <p:spPr>
                            <a:xfrm>
                              <a:off x="2988310" y="4077335"/>
                              <a:ext cx="3597275" cy="1753870"/>
                            </a:xfrm>
                            <a:prstGeom prst="rect">
                              <a:avLst/>
                            </a:prstGeom>
                            <a:noFill/>
                            <a:ln w="38100">
                              <a:noFill/>
                              <a:miter/>
                            </a:ln>
                          </p:spPr>
                        </p:pic>
                      </p:oleObj>
                    </mc:Fallback>
                  </mc:AlternateContent>
                </a:graphicData>
              </a:graphic>
            </p:graphicFrame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5DFF8AC0-0B82-8E44-9CD0-1EBB0F008132}"/>
                    </a:ext>
                  </a:extLst>
                </p:cNvPr>
                <p:cNvSpPr/>
                <p:nvPr/>
              </p:nvSpPr>
              <p:spPr>
                <a:xfrm>
                  <a:off x="4273095" y="4689405"/>
                  <a:ext cx="432048" cy="43204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5" name="Rectangle 14">
                  <a:extLst>
                    <a:ext uri="{FF2B5EF4-FFF2-40B4-BE49-F238E27FC236}">
                      <a16:creationId xmlns:a16="http://schemas.microsoft.com/office/drawing/2014/main" id="{5DFF8AC0-0B82-8E44-9CD0-1EBB0F008132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73095" y="4689405"/>
                  <a:ext cx="432048" cy="432043"/>
                </a:xfrm>
                <a:prstGeom prst="rect">
                  <a:avLst/>
                </a:prstGeom>
                <a:blipFill>
                  <a:blip r:embed="rId13"/>
                  <a:stretch>
                    <a:fillRect b="-2703"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77C64C25-F27F-7C4F-9B14-53757DDB73CE}"/>
                    </a:ext>
                  </a:extLst>
                </p:cNvPr>
                <p:cNvSpPr/>
                <p:nvPr/>
              </p:nvSpPr>
              <p:spPr>
                <a:xfrm>
                  <a:off x="5940152" y="4708852"/>
                  <a:ext cx="432048" cy="43204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6" name="Rectangle 15">
                  <a:extLst>
                    <a:ext uri="{FF2B5EF4-FFF2-40B4-BE49-F238E27FC236}">
                      <a16:creationId xmlns:a16="http://schemas.microsoft.com/office/drawing/2014/main" id="{77C64C25-F27F-7C4F-9B14-53757DDB73C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40152" y="4708852"/>
                  <a:ext cx="432048" cy="432043"/>
                </a:xfrm>
                <a:prstGeom prst="rect">
                  <a:avLst/>
                </a:prstGeom>
                <a:blipFill>
                  <a:blip r:embed="rId14"/>
                  <a:stretch>
                    <a:fillRect b="-2703"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18F9F9CF-C280-7A44-A238-E45B8EF9D20C}"/>
                    </a:ext>
                  </a:extLst>
                </p:cNvPr>
                <p:cNvSpPr/>
                <p:nvPr/>
              </p:nvSpPr>
              <p:spPr>
                <a:xfrm rot="5400000">
                  <a:off x="4823128" y="4220654"/>
                  <a:ext cx="432048" cy="43204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7" name="Rectangle 16">
                  <a:extLst>
                    <a:ext uri="{FF2B5EF4-FFF2-40B4-BE49-F238E27FC236}">
                      <a16:creationId xmlns:a16="http://schemas.microsoft.com/office/drawing/2014/main" id="{18F9F9CF-C280-7A44-A238-E45B8EF9D20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4823128" y="4220654"/>
                  <a:ext cx="432048" cy="432043"/>
                </a:xfrm>
                <a:prstGeom prst="rect">
                  <a:avLst/>
                </a:prstGeom>
                <a:blipFill>
                  <a:blip r:embed="rId15"/>
                  <a:stretch>
                    <a:fillRect l="-2703"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47A92877-13B1-9E4D-AF98-ED7DFD9C275D}"/>
                    </a:ext>
                  </a:extLst>
                </p:cNvPr>
                <p:cNvSpPr/>
                <p:nvPr/>
              </p:nvSpPr>
              <p:spPr>
                <a:xfrm rot="5400000">
                  <a:off x="4860034" y="5373218"/>
                  <a:ext cx="432048" cy="432043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⋮</m:t>
                        </m:r>
                      </m:oMath>
                    </m:oMathPara>
                  </a14:m>
                  <a:endParaRPr lang="en-US" dirty="0">
                    <a:solidFill>
                      <a:schemeClr val="tx1"/>
                    </a:solidFill>
                  </a:endParaRPr>
                </a:p>
              </p:txBody>
            </p:sp>
          </mc:Choice>
          <mc:Fallback>
            <p:sp>
              <p:nvSpPr>
                <p:cNvPr id="18" name="Rectangle 17">
                  <a:extLst>
                    <a:ext uri="{FF2B5EF4-FFF2-40B4-BE49-F238E27FC236}">
                      <a16:creationId xmlns:a16="http://schemas.microsoft.com/office/drawing/2014/main" id="{47A92877-13B1-9E4D-AF98-ED7DFD9C275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5400000">
                  <a:off x="4860034" y="5373218"/>
                  <a:ext cx="432048" cy="432043"/>
                </a:xfrm>
                <a:prstGeom prst="rect">
                  <a:avLst/>
                </a:prstGeom>
                <a:blipFill>
                  <a:blip r:embed="rId16"/>
                  <a:stretch>
                    <a:fillRect l="-2703"/>
                  </a:stretch>
                </a:blipFill>
                <a:ln>
                  <a:solidFill>
                    <a:schemeClr val="bg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06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0658" grpId="0"/>
      <p:bldP spid="70658" grpId="1"/>
      <p:bldP spid="4" grpId="0"/>
      <p:bldP spid="4" grpId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10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4914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实践问题</a:t>
            </a:r>
            <a:r>
              <a:rPr lang="en-US" altLang="zh-CN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:  </a:t>
            </a: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特殊分块矩阵</a:t>
            </a:r>
          </a:p>
        </p:txBody>
      </p:sp>
      <p:sp>
        <p:nvSpPr>
          <p:cNvPr id="70658" name="Text Box 2"/>
          <p:cNvSpPr txBox="1"/>
          <p:nvPr>
            <p:custDataLst>
              <p:tags r:id="rId2"/>
            </p:custDataLst>
          </p:nvPr>
        </p:nvSpPr>
        <p:spPr>
          <a:xfrm>
            <a:off x="539433" y="842010"/>
            <a:ext cx="8001000" cy="60769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</a:lstStyle>
          <a:p>
            <a:pPr marL="0" lvl="0" indent="0" algn="just" eaLnBrk="1" hangingPunct="1">
              <a:lnSpc>
                <a:spcPct val="120000"/>
              </a:lnSpc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solidFill>
                  <a:srgbClr val="C00000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定义</a:t>
            </a:r>
            <a:r>
              <a:rPr lang="en-US" altLang="zh-CN" sz="2800" b="1" dirty="0">
                <a:solidFill>
                  <a:srgbClr val="C00000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2.11 </a:t>
            </a:r>
            <a:r>
              <a:rPr lang="zh-CN" altLang="en-US" sz="2800" b="1" dirty="0">
                <a:solidFill>
                  <a:srgbClr val="C00000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（分块对角矩阵）</a:t>
            </a:r>
            <a:endParaRPr lang="zh-CN" altLang="en-US" sz="2800" b="1" dirty="0">
              <a:latin typeface="华文中宋" panose="02010600040101010101" pitchFamily="2" charset="-122"/>
              <a:ea typeface="华文中宋" panose="02010600040101010101" pitchFamily="2" charset="-122"/>
              <a:cs typeface="华文中宋" panose="02010600040101010101" pitchFamily="2" charset="-122"/>
              <a:sym typeface="+mn-ea"/>
            </a:endParaRPr>
          </a:p>
        </p:txBody>
      </p:sp>
      <p:graphicFrame>
        <p:nvGraphicFramePr>
          <p:cNvPr id="62466" name="Object 2"/>
          <p:cNvGraphicFramePr>
            <a:graphicFrameLocks noChangeAspect="1"/>
          </p:cNvGraphicFramePr>
          <p:nvPr>
            <p:custDataLst>
              <p:tags r:id="rId3"/>
            </p:custDataLst>
          </p:nvPr>
        </p:nvGraphicFramePr>
        <p:xfrm>
          <a:off x="2468563" y="3213100"/>
          <a:ext cx="4421187" cy="2428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178" name="Equation" r:id="rId12" imgW="37185600" imgH="22555200" progId="Equation.DSMT4">
                  <p:embed/>
                </p:oleObj>
              </mc:Choice>
              <mc:Fallback>
                <p:oleObj name="Equation" r:id="rId12" imgW="37185600" imgH="22555200" progId="Equation.DSMT4">
                  <p:embed/>
                  <p:pic>
                    <p:nvPicPr>
                      <p:cNvPr id="0" name="图片 3089"/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2468563" y="3213100"/>
                        <a:ext cx="4421187" cy="2428875"/>
                      </a:xfrm>
                      <a:prstGeom prst="rect">
                        <a:avLst/>
                      </a:prstGeom>
                      <a:noFill/>
                      <a:ln w="25400" cap="flat" cmpd="sng">
                        <a:noFill/>
                        <a:prstDash val="solid"/>
                        <a:miter/>
                        <a:headEnd type="none" w="med" len="med"/>
                        <a:tailEnd type="none" w="med" len="med"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62468" name="Rectangle 4"/>
          <p:cNvSpPr/>
          <p:nvPr>
            <p:custDataLst>
              <p:tags r:id="rId4"/>
            </p:custDataLst>
          </p:nvPr>
        </p:nvSpPr>
        <p:spPr>
          <a:xfrm>
            <a:off x="1395095" y="1432243"/>
            <a:ext cx="7192963" cy="519112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设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A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 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为</a:t>
            </a:r>
            <a:r>
              <a:rPr lang="zh-CN" altLang="en-US" sz="2800" b="1" i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n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 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阶矩阵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,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若 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A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 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的分块矩阵只有在主对</a:t>
            </a:r>
          </a:p>
        </p:txBody>
      </p:sp>
      <p:sp>
        <p:nvSpPr>
          <p:cNvPr id="62469" name="Rectangle 5"/>
          <p:cNvSpPr/>
          <p:nvPr>
            <p:custDataLst>
              <p:tags r:id="rId5"/>
            </p:custDataLst>
          </p:nvPr>
        </p:nvSpPr>
        <p:spPr>
          <a:xfrm>
            <a:off x="683895" y="2041843"/>
            <a:ext cx="7683500" cy="519112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角线上有非零子块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, 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其余子块都为零矩阵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, 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且非零</a:t>
            </a:r>
          </a:p>
        </p:txBody>
      </p:sp>
      <p:sp>
        <p:nvSpPr>
          <p:cNvPr id="62470" name="Rectangle 6"/>
          <p:cNvSpPr/>
          <p:nvPr>
            <p:custDataLst>
              <p:tags r:id="rId6"/>
            </p:custDataLst>
          </p:nvPr>
        </p:nvSpPr>
        <p:spPr>
          <a:xfrm>
            <a:off x="683895" y="2660968"/>
            <a:ext cx="2773363" cy="519112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子块都是方阵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,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即</a:t>
            </a:r>
          </a:p>
        </p:txBody>
      </p:sp>
      <p:sp>
        <p:nvSpPr>
          <p:cNvPr id="62471" name="Rectangle 7"/>
          <p:cNvSpPr>
            <a:spLocks noChangeArrowheads="1"/>
          </p:cNvSpPr>
          <p:nvPr>
            <p:custDataLst>
              <p:tags r:id="rId7"/>
            </p:custDataLst>
          </p:nvPr>
        </p:nvSpPr>
        <p:spPr bwMode="auto">
          <a:xfrm>
            <a:off x="685007" y="5663248"/>
            <a:ext cx="7908290" cy="607695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/>
          <a:p>
            <a:pPr marL="0" marR="0" lvl="0" algn="just" rtl="0" eaLnBrk="1" fontAlgn="base" latinLnBrk="0" hangingPunct="1">
              <a:lnSpc>
                <a:spcPct val="120000"/>
              </a:lnSpc>
              <a:spcBef>
                <a:spcPct val="50000"/>
              </a:spcBef>
              <a:buClrTx/>
              <a:buSzTx/>
              <a:buFontTx/>
              <a:buNone/>
            </a:pPr>
            <a:r>
              <a:rPr kumimoji="1" lang="zh-CN" altLang="en-US" sz="2800" b="1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其中</a:t>
            </a:r>
            <a:r>
              <a:rPr kumimoji="1" lang="zh-CN" altLang="en-US" sz="2800" b="1" i="1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 </a:t>
            </a:r>
            <a:r>
              <a:rPr kumimoji="1" lang="en-US" altLang="zh-CN" sz="2800" b="1" i="1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A</a:t>
            </a:r>
            <a:r>
              <a:rPr kumimoji="1" lang="en-US" altLang="zh-CN" sz="2800" b="1" i="1" u="none" strike="noStrike" kern="1200" cap="none" spc="0" normalizeH="0" baseline="-2500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i</a:t>
            </a:r>
            <a:r>
              <a:rPr kumimoji="1" lang="en-US" altLang="zh-CN" sz="2800" b="1" i="1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 </a:t>
            </a:r>
            <a:r>
              <a:rPr kumimoji="1" lang="en-US" altLang="zh-CN" sz="2800" b="1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(</a:t>
            </a:r>
            <a:r>
              <a:rPr kumimoji="1" lang="en-US" altLang="zh-CN" sz="2800" b="1" i="1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 i</a:t>
            </a:r>
            <a:r>
              <a:rPr kumimoji="1" lang="en-US" altLang="zh-CN" sz="2800" b="1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 = 1, 2, … , </a:t>
            </a:r>
            <a:r>
              <a:rPr kumimoji="1" lang="en-US" altLang="zh-CN" sz="2800" b="1" i="1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s</a:t>
            </a:r>
            <a:r>
              <a:rPr kumimoji="1" lang="en-US" altLang="zh-CN" sz="2800" b="1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 ) </a:t>
            </a:r>
            <a:r>
              <a:rPr kumimoji="1" lang="zh-CN" altLang="en-US" sz="2800" b="1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都是方阵</a:t>
            </a:r>
            <a:r>
              <a:rPr kumimoji="1" lang="en-US" altLang="zh-CN" sz="2800" b="1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,</a:t>
            </a:r>
            <a:r>
              <a:rPr kumimoji="1" lang="zh-CN" altLang="en-US" sz="2800" b="1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那么称 </a:t>
            </a:r>
            <a:r>
              <a:rPr kumimoji="1" lang="en-US" altLang="zh-CN" sz="2800" b="1" i="1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A</a:t>
            </a:r>
            <a:r>
              <a:rPr kumimoji="1" lang="en-US" altLang="zh-CN" sz="2800" b="1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 </a:t>
            </a:r>
            <a:r>
              <a:rPr kumimoji="1" lang="zh-CN" altLang="en-US" sz="2800" b="1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为</a:t>
            </a:r>
            <a:r>
              <a:rPr kumimoji="1" lang="zh-CN" altLang="en-US" sz="2800" b="1" i="0" u="none" strike="noStrike" kern="1200" cap="none" spc="0" normalizeH="0" baseline="0" dirty="0">
                <a:solidFill>
                  <a:srgbClr val="C00000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分块</a:t>
            </a:r>
          </a:p>
        </p:txBody>
      </p:sp>
      <p:sp>
        <p:nvSpPr>
          <p:cNvPr id="62472" name="Rectangle 8"/>
          <p:cNvSpPr>
            <a:spLocks noChangeArrowheads="1"/>
          </p:cNvSpPr>
          <p:nvPr>
            <p:custDataLst>
              <p:tags r:id="rId8"/>
            </p:custDataLst>
          </p:nvPr>
        </p:nvSpPr>
        <p:spPr bwMode="auto">
          <a:xfrm>
            <a:off x="683895" y="6239510"/>
            <a:ext cx="1696720" cy="521970"/>
          </a:xfrm>
          <a:prstGeom prst="rect">
            <a:avLst/>
          </a:prstGeom>
          <a:noFill/>
          <a:ln>
            <a:noFill/>
          </a:ln>
          <a:effectLst/>
        </p:spPr>
        <p:txBody>
          <a:bodyPr wrap="none">
            <a:sp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800" b="1" i="0" u="none" strike="noStrike" kern="1200" cap="none" spc="0" normalizeH="0" baseline="0" dirty="0">
                <a:solidFill>
                  <a:srgbClr val="C00000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对角矩阵</a:t>
            </a:r>
            <a:r>
              <a:rPr kumimoji="1" lang="en-US" altLang="zh-CN" sz="2800" b="1" i="0" u="none" strike="noStrike" kern="120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06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4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246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4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624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4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624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00"/>
                            </p:stCondLst>
                            <p:childTnLst>
                              <p:par>
                                <p:cTn id="2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4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500"/>
                                        <p:tgtEl>
                                          <p:spTgt spid="624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4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6247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50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47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500"/>
                                        <p:tgtEl>
                                          <p:spTgt spid="6247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0658" grpId="0"/>
      <p:bldP spid="70658" grpId="1"/>
      <p:bldP spid="62468" grpId="0" build="p"/>
      <p:bldP spid="62469" grpId="0" build="p" advAuto="1000"/>
      <p:bldP spid="62470" grpId="0" build="p" advAuto="1000"/>
      <p:bldP spid="62471" grpId="0" build="p"/>
      <p:bldP spid="62472" grpId="0" build="p" advAuto="100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9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4914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实践问题</a:t>
            </a:r>
            <a:r>
              <a:rPr lang="en-US" altLang="zh-CN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:  </a:t>
            </a: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特殊分块矩阵</a:t>
            </a:r>
          </a:p>
        </p:txBody>
      </p:sp>
      <p:sp>
        <p:nvSpPr>
          <p:cNvPr id="70658" name="Text Box 2"/>
          <p:cNvSpPr txBox="1"/>
          <p:nvPr>
            <p:custDataLst>
              <p:tags r:id="rId2"/>
            </p:custDataLst>
          </p:nvPr>
        </p:nvSpPr>
        <p:spPr>
          <a:xfrm>
            <a:off x="539433" y="842010"/>
            <a:ext cx="8001000" cy="607695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</a:lstStyle>
          <a:p>
            <a:pPr marL="0" lvl="0" indent="0" algn="just" eaLnBrk="1" hangingPunct="1">
              <a:lnSpc>
                <a:spcPct val="120000"/>
              </a:lnSpc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dirty="0">
                <a:solidFill>
                  <a:srgbClr val="C00000"/>
                </a:solidFill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分块对角矩阵的性质</a:t>
            </a:r>
          </a:p>
        </p:txBody>
      </p:sp>
      <p:sp>
        <p:nvSpPr>
          <p:cNvPr id="64523" name="Rectangle 11"/>
          <p:cNvSpPr/>
          <p:nvPr>
            <p:custDataLst>
              <p:tags r:id="rId3"/>
            </p:custDataLst>
          </p:nvPr>
        </p:nvSpPr>
        <p:spPr>
          <a:xfrm>
            <a:off x="643255" y="1799590"/>
            <a:ext cx="1075690" cy="521970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（</a:t>
            </a: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1</a:t>
            </a:r>
            <a:r>
              <a:rPr lang="zh-CN" altLang="en-US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）</a:t>
            </a:r>
          </a:p>
        </p:txBody>
      </p:sp>
      <p:graphicFrame>
        <p:nvGraphicFramePr>
          <p:cNvPr id="64524" name="Object 12"/>
          <p:cNvGraphicFramePr>
            <a:graphicFrameLocks noChangeAspect="1"/>
          </p:cNvGraphicFramePr>
          <p:nvPr>
            <p:custDataLst>
              <p:tags r:id="rId4"/>
            </p:custDataLst>
          </p:nvPr>
        </p:nvGraphicFramePr>
        <p:xfrm>
          <a:off x="1651000" y="1636713"/>
          <a:ext cx="4294188" cy="7969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211" name="Equation" r:id="rId11" imgW="28346400" imgH="6096000" progId="Equation.DSMT4">
                  <p:embed/>
                </p:oleObj>
              </mc:Choice>
              <mc:Fallback>
                <p:oleObj name="Equation" r:id="rId11" imgW="28346400" imgH="6096000" progId="Equation.DSMT4">
                  <p:embed/>
                  <p:pic>
                    <p:nvPicPr>
                      <p:cNvPr id="0" name="图片 3097"/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651000" y="1636713"/>
                        <a:ext cx="4294188" cy="796925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1"/>
          <p:cNvSpPr/>
          <p:nvPr>
            <p:custDataLst>
              <p:tags r:id="rId5"/>
            </p:custDataLst>
          </p:nvPr>
        </p:nvSpPr>
        <p:spPr>
          <a:xfrm>
            <a:off x="612775" y="2781300"/>
            <a:ext cx="1075690" cy="521970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（</a:t>
            </a:r>
            <a:r>
              <a:rPr lang="en-US" altLang="zh-CN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2</a:t>
            </a:r>
            <a:r>
              <a:rPr lang="zh-CN" altLang="en-US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）</a:t>
            </a:r>
          </a:p>
        </p:txBody>
      </p:sp>
      <p:sp>
        <p:nvSpPr>
          <p:cNvPr id="3" name="Rectangle 11"/>
          <p:cNvSpPr/>
          <p:nvPr>
            <p:custDataLst>
              <p:tags r:id="rId6"/>
            </p:custDataLst>
          </p:nvPr>
        </p:nvSpPr>
        <p:spPr>
          <a:xfrm>
            <a:off x="1476375" y="2781300"/>
            <a:ext cx="7134225" cy="521970"/>
          </a:xfrm>
          <a:prstGeom prst="rect">
            <a:avLst/>
          </a:prstGeom>
          <a:noFill/>
          <a:ln w="9525">
            <a:noFill/>
          </a:ln>
        </p:spPr>
        <p:txBody>
          <a:bodyPr wrap="non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lvl="0" indent="0" algn="l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当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  <a:sym typeface="Symbol" panose="05050102010706020507" pitchFamily="18" charset="2"/>
              </a:rPr>
              <a:t>|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  <a:sym typeface="Symbol" panose="05050102010706020507" pitchFamily="18" charset="2"/>
              </a:rPr>
              <a:t>A</a:t>
            </a:r>
            <a:r>
              <a:rPr lang="en-US" altLang="zh-CN" sz="2800" b="1" i="1" baseline="-25000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  <a:sym typeface="Symbol" panose="05050102010706020507" pitchFamily="18" charset="2"/>
              </a:rPr>
              <a:t>i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  <a:sym typeface="Symbol" panose="05050102010706020507" pitchFamily="18" charset="2"/>
              </a:rPr>
              <a:t>|</a:t>
            </a:r>
            <a:r>
              <a:rPr lang="en-US" altLang="zh-CN" sz="2800" b="1" noProof="0" dirty="0">
                <a:solidFill>
                  <a:schemeClr val="tx2"/>
                </a:solidFill>
                <a:effectLst/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≠0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  <a:sym typeface="Symbol" panose="05050102010706020507" pitchFamily="18" charset="2"/>
              </a:rPr>
              <a:t> 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（</a:t>
            </a:r>
            <a:r>
              <a:rPr lang="en-US" altLang="zh-CN" sz="2800" b="1" i="1" noProof="0" dirty="0" err="1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i</a:t>
            </a:r>
            <a:r>
              <a:rPr lang="en-US" altLang="zh-CN" sz="2800" b="1" i="1" noProof="0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=</a:t>
            </a:r>
            <a:r>
              <a:rPr lang="en-US" altLang="zh-CN" sz="2800" b="1" noProof="0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1</a:t>
            </a:r>
            <a:r>
              <a:rPr lang="zh-CN" altLang="en-US" sz="2800" b="1" noProof="0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，</a:t>
            </a:r>
            <a:r>
              <a:rPr lang="en-US" altLang="zh-CN" sz="2800" b="1" noProof="0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2</a:t>
            </a:r>
            <a:r>
              <a:rPr lang="zh-CN" altLang="en-US" sz="2800" b="1" noProof="0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，</a:t>
            </a:r>
            <a:r>
              <a:rPr lang="en-US" altLang="zh-CN" sz="2800" b="1" noProof="0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……</a:t>
            </a:r>
            <a:r>
              <a:rPr lang="en-US" altLang="zh-CN" sz="2800" b="1" i="1" noProof="0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s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）</a:t>
            </a:r>
            <a:r>
              <a:rPr lang="zh-CN" altLang="en-US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时，</a:t>
            </a:r>
            <a:r>
              <a:rPr lang="en-US" altLang="zh-CN" sz="2800" b="1" i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  <a:sym typeface="Symbol" panose="05050102010706020507" pitchFamily="18" charset="2"/>
              </a:rPr>
              <a:t>A</a:t>
            </a:r>
            <a:r>
              <a:rPr lang="zh-CN" altLang="en-US" sz="2800" b="1" dirty="0">
                <a:solidFill>
                  <a:schemeClr val="tx1"/>
                </a:solidFill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可逆，并有</a:t>
            </a:r>
          </a:p>
        </p:txBody>
      </p:sp>
      <p:graphicFrame>
        <p:nvGraphicFramePr>
          <p:cNvPr id="65543" name="Object 7"/>
          <p:cNvGraphicFramePr>
            <a:graphicFrameLocks noChangeAspect="1"/>
          </p:cNvGraphicFramePr>
          <p:nvPr>
            <p:custDataLst>
              <p:tags r:id="rId7"/>
            </p:custDataLst>
          </p:nvPr>
        </p:nvGraphicFramePr>
        <p:xfrm>
          <a:off x="2527300" y="3595688"/>
          <a:ext cx="4086225" cy="22494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212" name="Equation" r:id="rId13" imgW="41757600" imgH="24384000" progId="Equation.DSMT4">
                  <p:embed/>
                </p:oleObj>
              </mc:Choice>
              <mc:Fallback>
                <p:oleObj name="Equation" r:id="rId13" imgW="41757600" imgH="24384000" progId="Equation.DSMT4">
                  <p:embed/>
                  <p:pic>
                    <p:nvPicPr>
                      <p:cNvPr id="0" name="图片 3099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2527300" y="3595688"/>
                        <a:ext cx="4086225" cy="2249487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6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06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1" dur="500"/>
                                        <p:tgtEl>
                                          <p:spTgt spid="645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645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0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00"/>
                            </p:stCondLst>
                            <p:childTnLst>
                              <p:par>
                                <p:cTn id="22" presetID="3" presetClass="entr" presetSubtype="1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500"/>
                            </p:stCondLst>
                            <p:childTnLst>
                              <p:par>
                                <p:cTn id="2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5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500"/>
                                        <p:tgtEl>
                                          <p:spTgt spid="655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0658" grpId="0"/>
      <p:bldP spid="70658" grpId="1"/>
      <p:bldP spid="64523" grpId="0"/>
      <p:bldP spid="2" grpId="0"/>
      <p:bldP spid="3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9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1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4914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实践问题</a:t>
            </a:r>
            <a:r>
              <a:rPr lang="en-US" altLang="zh-CN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:  </a:t>
            </a: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特殊分块矩阵</a:t>
            </a:r>
          </a:p>
        </p:txBody>
      </p:sp>
      <p:sp>
        <p:nvSpPr>
          <p:cNvPr id="2" name="矩形 1"/>
          <p:cNvSpPr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518160" y="1673225"/>
            <a:ext cx="1851025" cy="6076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8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例</a:t>
            </a:r>
            <a:r>
              <a:rPr kumimoji="1" lang="en-US" altLang="zh-CN" sz="28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2.14</a:t>
            </a:r>
          </a:p>
        </p:txBody>
      </p:sp>
      <p:sp>
        <p:nvSpPr>
          <p:cNvPr id="64514" name="Text Box 2"/>
          <p:cNvSpPr txBox="1">
            <a:spLocks noChangeArrowheads="1"/>
          </p:cNvSpPr>
          <p:nvPr/>
        </p:nvSpPr>
        <p:spPr bwMode="auto">
          <a:xfrm>
            <a:off x="1690370" y="1758950"/>
            <a:ext cx="1128395" cy="52197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square">
            <a:spAutoFit/>
          </a:bodyPr>
          <a:lstStyle/>
          <a:p>
            <a:pPr marR="0" defTabSz="914400" eaLnBrk="1" hangingPunct="1">
              <a:spcBef>
                <a:spcPct val="50000"/>
              </a:spcBef>
              <a:buClrTx/>
              <a:buSzTx/>
              <a:buFontTx/>
              <a:buNone/>
              <a:defRPr/>
            </a:pPr>
            <a:r>
              <a:rPr kumimoji="1" lang="en-US" altLang="zh-CN" sz="2800" b="1" kern="1200" cap="none" spc="0" normalizeH="0" baseline="0" noProof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 </a:t>
            </a:r>
            <a:r>
              <a:rPr kumimoji="1" lang="zh-CN" altLang="en-US" sz="2800" b="1" kern="1200" cap="none" spc="0" normalizeH="0" baseline="0" noProof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设</a:t>
            </a:r>
          </a:p>
        </p:txBody>
      </p:sp>
      <p:sp>
        <p:nvSpPr>
          <p:cNvPr id="38916" name="Rectangle 4"/>
          <p:cNvSpPr/>
          <p:nvPr/>
        </p:nvSpPr>
        <p:spPr>
          <a:xfrm>
            <a:off x="5722620" y="1758950"/>
            <a:ext cx="1435735" cy="521970"/>
          </a:xfrm>
          <a:prstGeom prst="rect">
            <a:avLst/>
          </a:prstGeom>
          <a:noFill/>
          <a:ln w="9525">
            <a:noFill/>
          </a:ln>
        </p:spPr>
        <p:txBody>
          <a:bodyPr wrap="square"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</a:lstStyle>
          <a:p>
            <a:pPr marL="0" lvl="0" indent="0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求</a:t>
            </a:r>
            <a:r>
              <a:rPr lang="en-US" altLang="zh-CN" sz="2800" b="1" i="1" noProof="0" dirty="0">
                <a:solidFill>
                  <a:schemeClr val="tx2"/>
                </a:solidFill>
                <a:effectLst/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A</a:t>
            </a:r>
            <a:r>
              <a:rPr lang="en-US" altLang="zh-CN" sz="2800" b="1" baseline="30000" noProof="0" dirty="0">
                <a:solidFill>
                  <a:schemeClr val="tx2"/>
                </a:solidFill>
                <a:effectLst/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-1</a:t>
            </a:r>
            <a:r>
              <a:rPr lang="en-US" altLang="zh-CN" sz="28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.</a:t>
            </a:r>
          </a:p>
        </p:txBody>
      </p:sp>
      <p:sp>
        <p:nvSpPr>
          <p:cNvPr id="13" name="矩形 12"/>
          <p:cNvSpPr>
            <a:spLocks noChangeArrowheads="1"/>
          </p:cNvSpPr>
          <p:nvPr>
            <p:custDataLst>
              <p:tags r:id="rId3"/>
            </p:custDataLst>
          </p:nvPr>
        </p:nvSpPr>
        <p:spPr bwMode="auto">
          <a:xfrm>
            <a:off x="660400" y="3192780"/>
            <a:ext cx="1225550" cy="60769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1" fontAlgn="base" latinLnBrk="0" hangingPunct="1">
              <a:lnSpc>
                <a:spcPct val="12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8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解：</a:t>
            </a:r>
          </a:p>
        </p:txBody>
      </p:sp>
      <p:graphicFrame>
        <p:nvGraphicFramePr>
          <p:cNvPr id="5" name="对象 4">
            <a:hlinkClick r:id="" action="ppaction://ole?verb=0"/>
          </p:cNvPr>
          <p:cNvGraphicFramePr>
            <a:graphicFrameLocks noChangeAspect="1"/>
          </p:cNvGraphicFramePr>
          <p:nvPr/>
        </p:nvGraphicFramePr>
        <p:xfrm>
          <a:off x="2482850" y="1033780"/>
          <a:ext cx="2715895" cy="212471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235" name="Equation" r:id="rId11" imgW="1459865" imgH="1143000" progId="Equation.DSMT4">
                  <p:embed/>
                </p:oleObj>
              </mc:Choice>
              <mc:Fallback>
                <p:oleObj name="Equation" r:id="rId11" imgW="1459865" imgH="1143000" progId="Equation.DSMT4">
                  <p:embed/>
                  <p:pic>
                    <p:nvPicPr>
                      <p:cNvPr id="0" name="图片 2048"/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2482850" y="1033780"/>
                        <a:ext cx="2715895" cy="212471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 Box 2"/>
          <p:cNvSpPr txBox="1">
            <a:spLocks noChangeArrowheads="1"/>
          </p:cNvSpPr>
          <p:nvPr/>
        </p:nvSpPr>
        <p:spPr bwMode="auto">
          <a:xfrm>
            <a:off x="1331595" y="3276600"/>
            <a:ext cx="3073400" cy="52197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square">
            <a:spAutoFit/>
          </a:bodyPr>
          <a:lstStyle/>
          <a:p>
            <a:pPr marR="0" defTabSz="914400" eaLnBrk="1" hangingPunct="1">
              <a:spcBef>
                <a:spcPct val="50000"/>
              </a:spcBef>
              <a:buClrTx/>
              <a:buSzTx/>
              <a:buFontTx/>
              <a:buNone/>
              <a:defRPr/>
            </a:pPr>
            <a:r>
              <a:rPr lang="zh-CN" altLang="en-US" b="1" noProof="0"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对</a:t>
            </a:r>
            <a:r>
              <a:rPr lang="en-US" altLang="zh-CN" b="1" i="1" dirty="0">
                <a:ea typeface="华文中宋" panose="02010600040101010101" pitchFamily="2" charset="-122"/>
                <a:cs typeface="华文中宋" panose="02010600040101010101" pitchFamily="2" charset="-122"/>
                <a:sym typeface="Symbol" panose="05050102010706020507" pitchFamily="18" charset="2"/>
              </a:rPr>
              <a:t>A</a:t>
            </a:r>
            <a:r>
              <a:rPr kumimoji="1" lang="en-US" altLang="zh-CN" sz="2800" b="1" kern="1200" cap="none" spc="0" normalizeH="0" baseline="0" noProof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 </a:t>
            </a:r>
            <a:r>
              <a:rPr kumimoji="1" lang="zh-CN" altLang="en-US" sz="2800" b="1" kern="1200" cap="none" spc="0" normalizeH="0" baseline="0" noProof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分块如下：</a:t>
            </a:r>
          </a:p>
        </p:txBody>
      </p:sp>
      <p:graphicFrame>
        <p:nvGraphicFramePr>
          <p:cNvPr id="7" name="对象 6">
            <a:hlinkClick r:id="" action="ppaction://ole?verb=0"/>
          </p:cNvPr>
          <p:cNvGraphicFramePr>
            <a:graphicFrameLocks noChangeAspect="1"/>
          </p:cNvGraphicFramePr>
          <p:nvPr/>
        </p:nvGraphicFramePr>
        <p:xfrm>
          <a:off x="1188085" y="3916680"/>
          <a:ext cx="5866765" cy="2686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236" name="Equation" r:id="rId13" imgW="2501900" imgH="1143000" progId="Equation.DSMT4">
                  <p:embed/>
                </p:oleObj>
              </mc:Choice>
              <mc:Fallback>
                <p:oleObj name="Equation" r:id="rId13" imgW="2501900" imgH="1143000" progId="Equation.DSMT4">
                  <p:embed/>
                  <p:pic>
                    <p:nvPicPr>
                      <p:cNvPr id="0" name="图片 2048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1188085" y="3916680"/>
                        <a:ext cx="5866765" cy="2686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4" name="组合 13"/>
          <p:cNvGrpSpPr/>
          <p:nvPr/>
        </p:nvGrpSpPr>
        <p:grpSpPr>
          <a:xfrm>
            <a:off x="1845310" y="3999230"/>
            <a:ext cx="2651760" cy="2527300"/>
            <a:chOff x="7168" y="5628"/>
            <a:chExt cx="4176" cy="3980"/>
          </a:xfrm>
        </p:grpSpPr>
        <p:sp>
          <p:nvSpPr>
            <p:cNvPr id="33799" name="Line 7"/>
            <p:cNvSpPr/>
            <p:nvPr>
              <p:custDataLst>
                <p:tags r:id="rId4"/>
              </p:custDataLst>
            </p:nvPr>
          </p:nvSpPr>
          <p:spPr>
            <a:xfrm>
              <a:off x="7168" y="6250"/>
              <a:ext cx="4138" cy="1"/>
            </a:xfrm>
            <a:prstGeom prst="line">
              <a:avLst/>
            </a:prstGeom>
            <a:ln w="25400" cap="flat" cmpd="sng">
              <a:solidFill>
                <a:schemeClr val="tx1"/>
              </a:solidFill>
              <a:prstDash val="dash"/>
              <a:headEnd type="none" w="med" len="med"/>
              <a:tailEnd type="none" w="med" len="med"/>
            </a:ln>
          </p:spPr>
        </p:sp>
        <p:sp>
          <p:nvSpPr>
            <p:cNvPr id="33802" name="Line 10"/>
            <p:cNvSpPr/>
            <p:nvPr>
              <p:custDataLst>
                <p:tags r:id="rId5"/>
              </p:custDataLst>
            </p:nvPr>
          </p:nvSpPr>
          <p:spPr>
            <a:xfrm>
              <a:off x="7994" y="5638"/>
              <a:ext cx="1" cy="3970"/>
            </a:xfrm>
            <a:prstGeom prst="line">
              <a:avLst/>
            </a:prstGeom>
            <a:ln w="25400" cap="flat" cmpd="sng">
              <a:solidFill>
                <a:schemeClr val="tx1"/>
              </a:solidFill>
              <a:prstDash val="dash"/>
              <a:headEnd type="none" w="med" len="med"/>
              <a:tailEnd type="none" w="med" len="med"/>
            </a:ln>
          </p:spPr>
        </p:sp>
        <p:sp>
          <p:nvSpPr>
            <p:cNvPr id="11" name="Line 7"/>
            <p:cNvSpPr/>
            <p:nvPr>
              <p:custDataLst>
                <p:tags r:id="rId6"/>
              </p:custDataLst>
            </p:nvPr>
          </p:nvSpPr>
          <p:spPr>
            <a:xfrm>
              <a:off x="7206" y="8064"/>
              <a:ext cx="4138" cy="1"/>
            </a:xfrm>
            <a:prstGeom prst="line">
              <a:avLst/>
            </a:prstGeom>
            <a:ln w="25400" cap="flat" cmpd="sng">
              <a:solidFill>
                <a:schemeClr val="tx1"/>
              </a:solidFill>
              <a:prstDash val="dash"/>
              <a:headEnd type="none" w="med" len="med"/>
              <a:tailEnd type="none" w="med" len="med"/>
            </a:ln>
          </p:spPr>
        </p:sp>
        <p:sp>
          <p:nvSpPr>
            <p:cNvPr id="12" name="Line 10"/>
            <p:cNvSpPr/>
            <p:nvPr>
              <p:custDataLst>
                <p:tags r:id="rId7"/>
              </p:custDataLst>
            </p:nvPr>
          </p:nvSpPr>
          <p:spPr>
            <a:xfrm>
              <a:off x="9622" y="5628"/>
              <a:ext cx="1" cy="3970"/>
            </a:xfrm>
            <a:prstGeom prst="line">
              <a:avLst/>
            </a:prstGeom>
            <a:ln w="25400" cap="flat" cmpd="sng">
              <a:solidFill>
                <a:schemeClr val="tx1"/>
              </a:solidFill>
              <a:prstDash val="dash"/>
              <a:headEnd type="none" w="med" len="med"/>
              <a:tailEnd type="none" w="med" len="med"/>
            </a:ln>
          </p:spPr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5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45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9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89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4514" grpId="0" bldLvl="0" animBg="1"/>
      <p:bldP spid="64514" grpId="1" animBg="1"/>
      <p:bldP spid="38916" grpId="0"/>
      <p:bldP spid="38916" grpId="1"/>
      <p:bldP spid="6" grpId="0" animBg="1"/>
      <p:bldP spid="6" grpId="1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13" action="ppaction://hlinksldjump"/>
          </p:cNvPr>
          <p:cNvSpPr>
            <a:spLocks noChangeArrowheads="1"/>
          </p:cNvSpPr>
          <p:nvPr/>
        </p:nvSpPr>
        <p:spPr bwMode="auto">
          <a:xfrm>
            <a:off x="450850" y="393700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4914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实践问题</a:t>
            </a:r>
            <a:r>
              <a:rPr lang="en-US" altLang="zh-CN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:  </a:t>
            </a:r>
            <a:r>
              <a:rPr lang="zh-CN" altLang="en-US" sz="26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特殊分块矩阵</a:t>
            </a:r>
          </a:p>
        </p:txBody>
      </p:sp>
      <p:sp>
        <p:nvSpPr>
          <p:cNvPr id="6" name="Text Box 2"/>
          <p:cNvSpPr txBox="1">
            <a:spLocks noChangeArrowheads="1"/>
          </p:cNvSpPr>
          <p:nvPr/>
        </p:nvSpPr>
        <p:spPr bwMode="auto">
          <a:xfrm>
            <a:off x="899160" y="1124585"/>
            <a:ext cx="3073400" cy="52197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square">
            <a:spAutoFit/>
          </a:bodyPr>
          <a:lstStyle/>
          <a:p>
            <a:pPr marR="0" defTabSz="914400" eaLnBrk="1" hangingPunct="1">
              <a:spcBef>
                <a:spcPct val="50000"/>
              </a:spcBef>
              <a:buClrTx/>
              <a:buSzTx/>
              <a:buFontTx/>
              <a:buNone/>
              <a:defRPr/>
            </a:pPr>
            <a:r>
              <a:rPr lang="zh-CN" altLang="en-US" b="1" noProof="0"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其中</a:t>
            </a:r>
            <a:r>
              <a:rPr kumimoji="1" lang="zh-CN" altLang="en-US" b="1" kern="1200" cap="none" spc="0" normalizeH="0" baseline="0" noProof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：</a:t>
            </a:r>
          </a:p>
        </p:txBody>
      </p:sp>
      <p:graphicFrame>
        <p:nvGraphicFramePr>
          <p:cNvPr id="68616" name="Object 8"/>
          <p:cNvGraphicFramePr>
            <a:graphicFrameLocks noChangeAspect="1"/>
          </p:cNvGraphicFramePr>
          <p:nvPr>
            <p:custDataLst>
              <p:tags r:id="rId2"/>
            </p:custDataLst>
          </p:nvPr>
        </p:nvGraphicFramePr>
        <p:xfrm>
          <a:off x="3621088" y="879475"/>
          <a:ext cx="1973262" cy="10144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04" name="Equation" r:id="rId15" imgW="21336000" imgH="10972800" progId="Equation.DSMT4">
                  <p:embed/>
                </p:oleObj>
              </mc:Choice>
              <mc:Fallback>
                <p:oleObj name="Equation" r:id="rId15" imgW="21336000" imgH="10972800" progId="Equation.DSMT4">
                  <p:embed/>
                  <p:pic>
                    <p:nvPicPr>
                      <p:cNvPr id="0" name="图片 3107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3621088" y="879475"/>
                        <a:ext cx="1973262" cy="1014413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8617" name="Object 9"/>
          <p:cNvGraphicFramePr>
            <a:graphicFrameLocks noChangeAspect="1"/>
          </p:cNvGraphicFramePr>
          <p:nvPr>
            <p:custDataLst>
              <p:tags r:id="rId3"/>
            </p:custDataLst>
          </p:nvPr>
        </p:nvGraphicFramePr>
        <p:xfrm>
          <a:off x="1930400" y="1079500"/>
          <a:ext cx="1466850" cy="6127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05" name="Equation" r:id="rId17" imgW="14630400" imgH="6096000" progId="Equation.DSMT4">
                  <p:embed/>
                </p:oleObj>
              </mc:Choice>
              <mc:Fallback>
                <p:oleObj name="Equation" r:id="rId17" imgW="14630400" imgH="6096000" progId="Equation.DSMT4">
                  <p:embed/>
                  <p:pic>
                    <p:nvPicPr>
                      <p:cNvPr id="0" name="图片 3111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1930400" y="1079500"/>
                        <a:ext cx="1466850" cy="612775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" name="Object 8"/>
          <p:cNvGraphicFramePr>
            <a:graphicFrameLocks noChangeAspect="1"/>
          </p:cNvGraphicFramePr>
          <p:nvPr>
            <p:custDataLst>
              <p:tags r:id="rId4"/>
            </p:custDataLst>
          </p:nvPr>
        </p:nvGraphicFramePr>
        <p:xfrm>
          <a:off x="6127750" y="879475"/>
          <a:ext cx="1774825" cy="10144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06" name="Equation" r:id="rId19" imgW="19202400" imgH="10972800" progId="Equation.DSMT4">
                  <p:embed/>
                </p:oleObj>
              </mc:Choice>
              <mc:Fallback>
                <p:oleObj name="Equation" r:id="rId19" imgW="19202400" imgH="10972800" progId="Equation.DSMT4">
                  <p:embed/>
                  <p:pic>
                    <p:nvPicPr>
                      <p:cNvPr id="0" name="图片 3107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6127750" y="879475"/>
                        <a:ext cx="1774825" cy="1014413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Text Box 2"/>
          <p:cNvSpPr txBox="1">
            <a:spLocks noChangeArrowheads="1"/>
          </p:cNvSpPr>
          <p:nvPr/>
        </p:nvSpPr>
        <p:spPr bwMode="auto">
          <a:xfrm>
            <a:off x="868680" y="2277110"/>
            <a:ext cx="3073400" cy="52197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square">
            <a:spAutoFit/>
          </a:bodyPr>
          <a:lstStyle/>
          <a:p>
            <a:pPr marR="0" defTabSz="914400" eaLnBrk="1" hangingPunct="1">
              <a:spcBef>
                <a:spcPct val="50000"/>
              </a:spcBef>
              <a:buClrTx/>
              <a:buSzTx/>
              <a:buFontTx/>
              <a:buNone/>
              <a:defRPr/>
            </a:pPr>
            <a:r>
              <a:rPr lang="zh-CN" altLang="en-US" b="1" noProof="0"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由于</a:t>
            </a:r>
            <a:r>
              <a:rPr kumimoji="1" lang="zh-CN" altLang="en-US" b="1" kern="1200" cap="none" spc="0" normalizeH="0" baseline="0" noProof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：</a:t>
            </a:r>
          </a:p>
        </p:txBody>
      </p:sp>
      <p:graphicFrame>
        <p:nvGraphicFramePr>
          <p:cNvPr id="7" name="Object 9"/>
          <p:cNvGraphicFramePr>
            <a:graphicFrameLocks noChangeAspect="1"/>
          </p:cNvGraphicFramePr>
          <p:nvPr>
            <p:custDataLst>
              <p:tags r:id="rId5"/>
            </p:custDataLst>
          </p:nvPr>
        </p:nvGraphicFramePr>
        <p:xfrm>
          <a:off x="1752600" y="2017713"/>
          <a:ext cx="1744663" cy="1041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07" name="Equation" r:id="rId21" imgW="17373600" imgH="10363200" progId="Equation.DSMT4">
                  <p:embed/>
                </p:oleObj>
              </mc:Choice>
              <mc:Fallback>
                <p:oleObj name="Equation" r:id="rId21" imgW="17373600" imgH="10363200" progId="Equation.DSMT4">
                  <p:embed/>
                  <p:pic>
                    <p:nvPicPr>
                      <p:cNvPr id="0" name="图片 3111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1752600" y="2017713"/>
                        <a:ext cx="1744663" cy="1041400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9" name="Object 8"/>
          <p:cNvGraphicFramePr>
            <a:graphicFrameLocks noChangeAspect="1"/>
          </p:cNvGraphicFramePr>
          <p:nvPr>
            <p:custDataLst>
              <p:tags r:id="rId6"/>
            </p:custDataLst>
          </p:nvPr>
        </p:nvGraphicFramePr>
        <p:xfrm>
          <a:off x="3497263" y="1805305"/>
          <a:ext cx="4564062" cy="14668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08" name="Equation" r:id="rId23" imgW="49377600" imgH="15849600" progId="Equation.DSMT4">
                  <p:embed/>
                </p:oleObj>
              </mc:Choice>
              <mc:Fallback>
                <p:oleObj name="Equation" r:id="rId23" imgW="49377600" imgH="15849600" progId="Equation.DSMT4">
                  <p:embed/>
                  <p:pic>
                    <p:nvPicPr>
                      <p:cNvPr id="0" name="图片 3107"/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3497263" y="1805305"/>
                        <a:ext cx="4564062" cy="1466850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1" name="Object 8"/>
          <p:cNvGraphicFramePr>
            <a:graphicFrameLocks noChangeAspect="1"/>
          </p:cNvGraphicFramePr>
          <p:nvPr>
            <p:custDataLst>
              <p:tags r:id="rId7"/>
            </p:custDataLst>
          </p:nvPr>
        </p:nvGraphicFramePr>
        <p:xfrm>
          <a:off x="1017588" y="3213100"/>
          <a:ext cx="1857375" cy="10144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09" name="Equation" r:id="rId25" imgW="20116800" imgH="10972800" progId="Equation.DSMT4">
                  <p:embed/>
                </p:oleObj>
              </mc:Choice>
              <mc:Fallback>
                <p:oleObj name="Equation" r:id="rId25" imgW="20116800" imgH="10972800" progId="Equation.DSMT4">
                  <p:embed/>
                  <p:pic>
                    <p:nvPicPr>
                      <p:cNvPr id="0" name="图片 3107"/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1017588" y="3213100"/>
                        <a:ext cx="1857375" cy="1014413"/>
                      </a:xfrm>
                      <a:prstGeom prst="rect">
                        <a:avLst/>
                      </a:prstGeom>
                      <a:noFill/>
                      <a:ln w="38100">
                        <a:noFill/>
                        <a:miter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Text Box 2"/>
          <p:cNvSpPr txBox="1">
            <a:spLocks noChangeArrowheads="1"/>
          </p:cNvSpPr>
          <p:nvPr/>
        </p:nvSpPr>
        <p:spPr bwMode="auto">
          <a:xfrm>
            <a:off x="899160" y="4774565"/>
            <a:ext cx="3073400" cy="521970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wrap="square">
            <a:spAutoFit/>
          </a:bodyPr>
          <a:lstStyle/>
          <a:p>
            <a:pPr marR="0" defTabSz="914400" eaLnBrk="1" hangingPunct="1">
              <a:spcBef>
                <a:spcPct val="50000"/>
              </a:spcBef>
              <a:buClrTx/>
              <a:buSzTx/>
              <a:buFontTx/>
              <a:buNone/>
              <a:defRPr/>
            </a:pPr>
            <a:r>
              <a:rPr lang="zh-CN" altLang="en-US" b="1" noProof="0">
                <a:ea typeface="华文中宋" panose="02010600040101010101" pitchFamily="2" charset="-122"/>
                <a:cs typeface="华文中宋" panose="02010600040101010101" pitchFamily="2" charset="-122"/>
                <a:sym typeface="+mn-ea"/>
              </a:rPr>
              <a:t>因此</a:t>
            </a:r>
            <a:r>
              <a:rPr kumimoji="1" lang="zh-CN" altLang="en-US" b="1" kern="1200" cap="none" spc="0" normalizeH="0" baseline="0" noProof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：</a:t>
            </a:r>
          </a:p>
        </p:txBody>
      </p:sp>
      <p:graphicFrame>
        <p:nvGraphicFramePr>
          <p:cNvPr id="14" name="对象 13">
            <a:hlinkClick r:id="" action="ppaction://ole?verb=0"/>
          </p:cNvPr>
          <p:cNvGraphicFramePr>
            <a:graphicFrameLocks noChangeAspect="1"/>
          </p:cNvGraphicFramePr>
          <p:nvPr/>
        </p:nvGraphicFramePr>
        <p:xfrm>
          <a:off x="1834833" y="3430588"/>
          <a:ext cx="6743700" cy="32131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310" name="Equation" r:id="rId27" imgW="76809600" imgH="36576000" progId="Equation.DSMT4">
                  <p:embed/>
                </p:oleObj>
              </mc:Choice>
              <mc:Fallback>
                <p:oleObj name="Equation" r:id="rId27" imgW="76809600" imgH="36576000" progId="Equation.DSMT4">
                  <p:embed/>
                  <p:pic>
                    <p:nvPicPr>
                      <p:cNvPr id="0" name="图片 2048"/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1834833" y="3430588"/>
                        <a:ext cx="6743700" cy="32131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7" name="组合 16"/>
          <p:cNvGrpSpPr/>
          <p:nvPr/>
        </p:nvGrpSpPr>
        <p:grpSpPr>
          <a:xfrm>
            <a:off x="5772150" y="3804100"/>
            <a:ext cx="2891155" cy="2660650"/>
            <a:chOff x="7168" y="5414"/>
            <a:chExt cx="4176" cy="3980"/>
          </a:xfrm>
        </p:grpSpPr>
        <p:sp>
          <p:nvSpPr>
            <p:cNvPr id="33799" name="Line 7"/>
            <p:cNvSpPr/>
            <p:nvPr>
              <p:custDataLst>
                <p:tags r:id="rId8"/>
              </p:custDataLst>
            </p:nvPr>
          </p:nvSpPr>
          <p:spPr>
            <a:xfrm>
              <a:off x="7168" y="6250"/>
              <a:ext cx="4138" cy="1"/>
            </a:xfrm>
            <a:prstGeom prst="line">
              <a:avLst/>
            </a:prstGeom>
            <a:ln w="25400" cap="flat" cmpd="sng">
              <a:solidFill>
                <a:schemeClr val="tx1"/>
              </a:solidFill>
              <a:prstDash val="dash"/>
              <a:headEnd type="none" w="med" len="med"/>
              <a:tailEnd type="none" w="med" len="med"/>
            </a:ln>
          </p:spPr>
        </p:sp>
        <p:sp>
          <p:nvSpPr>
            <p:cNvPr id="33802" name="Line 10"/>
            <p:cNvSpPr/>
            <p:nvPr>
              <p:custDataLst>
                <p:tags r:id="rId9"/>
              </p:custDataLst>
            </p:nvPr>
          </p:nvSpPr>
          <p:spPr>
            <a:xfrm>
              <a:off x="7994" y="5424"/>
              <a:ext cx="1" cy="3970"/>
            </a:xfrm>
            <a:prstGeom prst="line">
              <a:avLst/>
            </a:prstGeom>
            <a:ln w="25400" cap="flat" cmpd="sng">
              <a:solidFill>
                <a:schemeClr val="tx1"/>
              </a:solidFill>
              <a:prstDash val="dash"/>
              <a:headEnd type="none" w="med" len="med"/>
              <a:tailEnd type="none" w="med" len="med"/>
            </a:ln>
          </p:spPr>
        </p:sp>
        <p:sp>
          <p:nvSpPr>
            <p:cNvPr id="18" name="Line 7"/>
            <p:cNvSpPr/>
            <p:nvPr>
              <p:custDataLst>
                <p:tags r:id="rId10"/>
              </p:custDataLst>
            </p:nvPr>
          </p:nvSpPr>
          <p:spPr>
            <a:xfrm>
              <a:off x="7206" y="8064"/>
              <a:ext cx="4138" cy="1"/>
            </a:xfrm>
            <a:prstGeom prst="line">
              <a:avLst/>
            </a:prstGeom>
            <a:ln w="25400" cap="flat" cmpd="sng">
              <a:solidFill>
                <a:schemeClr val="tx1"/>
              </a:solidFill>
              <a:prstDash val="dash"/>
              <a:headEnd type="none" w="med" len="med"/>
              <a:tailEnd type="none" w="med" len="med"/>
            </a:ln>
          </p:spPr>
        </p:sp>
        <p:sp>
          <p:nvSpPr>
            <p:cNvPr id="19" name="Line 10"/>
            <p:cNvSpPr/>
            <p:nvPr>
              <p:custDataLst>
                <p:tags r:id="rId11"/>
              </p:custDataLst>
            </p:nvPr>
          </p:nvSpPr>
          <p:spPr>
            <a:xfrm>
              <a:off x="9622" y="5414"/>
              <a:ext cx="1" cy="3970"/>
            </a:xfrm>
            <a:prstGeom prst="line">
              <a:avLst/>
            </a:prstGeom>
            <a:ln w="25400" cap="flat" cmpd="sng">
              <a:solidFill>
                <a:schemeClr val="tx1"/>
              </a:solidFill>
              <a:prstDash val="dash"/>
              <a:headEnd type="none" w="med" len="med"/>
              <a:tailEnd type="none" w="med" len="med"/>
            </a:ln>
          </p:spPr>
        </p: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686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6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686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ABAB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Text Box 2">
            <a:extLst>
              <a:ext uri="{FF2B5EF4-FFF2-40B4-BE49-F238E27FC236}">
                <a16:creationId xmlns:a16="http://schemas.microsoft.com/office/drawing/2014/main" id="{7752DCD1-A6FB-6A4F-8EDC-DE103982E3A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3850" y="404813"/>
            <a:ext cx="8569325" cy="5794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r>
              <a:rPr lang="zh-CN" altLang="en-US" sz="2800" b="1" dirty="0">
                <a:solidFill>
                  <a:srgbClr val="FFFFFF"/>
                </a:solidFill>
                <a:latin typeface="楷体_GB2312" pitchFamily="49" charset="-122"/>
                <a:ea typeface="楷体_GB2312" pitchFamily="49" charset="-122"/>
              </a:rPr>
              <a:t>例</a:t>
            </a:r>
            <a:r>
              <a:rPr lang="en-US" altLang="zh-CN" sz="2800" b="1" dirty="0">
                <a:solidFill>
                  <a:srgbClr val="FFFFFF"/>
                </a:solidFill>
                <a:ea typeface="楷体_GB2312" pitchFamily="49" charset="-122"/>
              </a:rPr>
              <a:t>.</a:t>
            </a:r>
            <a:r>
              <a:rPr lang="zh-CN" altLang="en-US" sz="2800" b="1" dirty="0">
                <a:solidFill>
                  <a:srgbClr val="FFFFFF"/>
                </a:solidFill>
                <a:ea typeface="楷体_GB2312" pitchFamily="49" charset="-122"/>
              </a:rPr>
              <a:t>  </a:t>
            </a:r>
            <a:r>
              <a:rPr lang="zh-CN" altLang="en-US" sz="2800" b="1" dirty="0">
                <a:solidFill>
                  <a:srgbClr val="FFFFFF"/>
                </a:solidFill>
                <a:latin typeface="楷体_GB2312" pitchFamily="49" charset="-122"/>
                <a:ea typeface="楷体_GB2312" pitchFamily="49" charset="-122"/>
              </a:rPr>
              <a:t>利用矩阵分块，求下列矩阵的逆矩阵：</a:t>
            </a:r>
            <a:r>
              <a:rPr lang="zh-CN" altLang="en-US" sz="3200" b="1" dirty="0">
                <a:solidFill>
                  <a:srgbClr val="FFFFFF"/>
                </a:solidFill>
                <a:ea typeface="宋体" panose="02010600030101010101" pitchFamily="2" charset="-122"/>
              </a:rPr>
              <a:t> </a:t>
            </a:r>
          </a:p>
        </p:txBody>
      </p:sp>
      <p:graphicFrame>
        <p:nvGraphicFramePr>
          <p:cNvPr id="55" name="Object 3">
            <a:extLst>
              <a:ext uri="{FF2B5EF4-FFF2-40B4-BE49-F238E27FC236}">
                <a16:creationId xmlns:a16="http://schemas.microsoft.com/office/drawing/2014/main" id="{1BC3E56D-7630-9F49-8147-0CC858A47BC4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619250" y="908050"/>
          <a:ext cx="5184775" cy="20399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43" name="Equation" r:id="rId3" imgW="53543200" imgH="21069300" progId="Equation.DSMT4">
                  <p:embed/>
                </p:oleObj>
              </mc:Choice>
              <mc:Fallback>
                <p:oleObj name="Equation" r:id="rId3" imgW="53543200" imgH="21069300" progId="Equation.DSMT4">
                  <p:embed/>
                  <p:pic>
                    <p:nvPicPr>
                      <p:cNvPr id="20483" name="Object 3">
                        <a:extLst>
                          <a:ext uri="{FF2B5EF4-FFF2-40B4-BE49-F238E27FC236}">
                            <a16:creationId xmlns:a16="http://schemas.microsoft.com/office/drawing/2014/main" id="{E8138486-1DA9-1541-9911-9E9C545E297C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619250" y="908050"/>
                        <a:ext cx="5184775" cy="2039938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56" name="Line 4">
            <a:extLst>
              <a:ext uri="{FF2B5EF4-FFF2-40B4-BE49-F238E27FC236}">
                <a16:creationId xmlns:a16="http://schemas.microsoft.com/office/drawing/2014/main" id="{C053CBD4-558C-7644-91B5-242145D1967F}"/>
              </a:ext>
            </a:extLst>
          </p:cNvPr>
          <p:cNvSpPr>
            <a:spLocks noChangeShapeType="1"/>
          </p:cNvSpPr>
          <p:nvPr/>
        </p:nvSpPr>
        <p:spPr bwMode="auto">
          <a:xfrm>
            <a:off x="1979613" y="5178425"/>
            <a:ext cx="2397125" cy="9525"/>
          </a:xfrm>
          <a:prstGeom prst="line">
            <a:avLst/>
          </a:prstGeom>
          <a:noFill/>
          <a:ln w="34925">
            <a:solidFill>
              <a:srgbClr val="FF0000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2400">
              <a:solidFill>
                <a:srgbClr val="ECFB7D"/>
              </a:solidFill>
              <a:ea typeface="隶书" pitchFamily="49" charset="-122"/>
            </a:endParaRPr>
          </a:p>
        </p:txBody>
      </p:sp>
      <p:sp>
        <p:nvSpPr>
          <p:cNvPr id="57" name="Line 5">
            <a:extLst>
              <a:ext uri="{FF2B5EF4-FFF2-40B4-BE49-F238E27FC236}">
                <a16:creationId xmlns:a16="http://schemas.microsoft.com/office/drawing/2014/main" id="{F50D7F6D-0227-494E-9ABC-59AB8F0C280D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5291138" y="1628775"/>
            <a:ext cx="1296987" cy="1588"/>
          </a:xfrm>
          <a:prstGeom prst="line">
            <a:avLst/>
          </a:prstGeom>
          <a:noFill/>
          <a:ln w="34925">
            <a:solidFill>
              <a:srgbClr val="FF0000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2400">
              <a:solidFill>
                <a:srgbClr val="ECFB7D"/>
              </a:solidFill>
              <a:ea typeface="隶书" pitchFamily="49" charset="-122"/>
            </a:endParaRPr>
          </a:p>
        </p:txBody>
      </p:sp>
      <p:sp>
        <p:nvSpPr>
          <p:cNvPr id="58" name="Line 6">
            <a:extLst>
              <a:ext uri="{FF2B5EF4-FFF2-40B4-BE49-F238E27FC236}">
                <a16:creationId xmlns:a16="http://schemas.microsoft.com/office/drawing/2014/main" id="{344CE9D8-A8D4-BC45-A57B-C320A5A99393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5795963" y="1123950"/>
            <a:ext cx="11112" cy="1600200"/>
          </a:xfrm>
          <a:prstGeom prst="line">
            <a:avLst/>
          </a:prstGeom>
          <a:noFill/>
          <a:ln w="34925">
            <a:solidFill>
              <a:srgbClr val="FF0000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2400">
              <a:solidFill>
                <a:srgbClr val="ECFB7D"/>
              </a:solidFill>
              <a:ea typeface="隶书" pitchFamily="49" charset="-122"/>
            </a:endParaRPr>
          </a:p>
        </p:txBody>
      </p:sp>
      <p:graphicFrame>
        <p:nvGraphicFramePr>
          <p:cNvPr id="59" name="Object 7">
            <a:extLst>
              <a:ext uri="{FF2B5EF4-FFF2-40B4-BE49-F238E27FC236}">
                <a16:creationId xmlns:a16="http://schemas.microsoft.com/office/drawing/2014/main" id="{80647C64-AD5D-974D-BA39-96F27C2B870F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39750" y="3933825"/>
          <a:ext cx="3929063" cy="2438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44" name="Equation" r:id="rId5" imgW="33934400" imgH="21069300" progId="Equation.DSMT4">
                  <p:embed/>
                </p:oleObj>
              </mc:Choice>
              <mc:Fallback>
                <p:oleObj name="Equation" r:id="rId5" imgW="33934400" imgH="21069300" progId="Equation.DSMT4">
                  <p:embed/>
                  <p:pic>
                    <p:nvPicPr>
                      <p:cNvPr id="162823" name="Object 7">
                        <a:extLst>
                          <a:ext uri="{FF2B5EF4-FFF2-40B4-BE49-F238E27FC236}">
                            <a16:creationId xmlns:a16="http://schemas.microsoft.com/office/drawing/2014/main" id="{38E480D3-9710-0B43-BF61-64FC8E032614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39750" y="3933825"/>
                        <a:ext cx="3929063" cy="2438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0" name="Object 8">
            <a:extLst>
              <a:ext uri="{FF2B5EF4-FFF2-40B4-BE49-F238E27FC236}">
                <a16:creationId xmlns:a16="http://schemas.microsoft.com/office/drawing/2014/main" id="{B7F08C5C-57AD-ED46-B3E4-64E98B273660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187450" y="2852738"/>
          <a:ext cx="1158875" cy="9112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45" name="Equation" r:id="rId7" imgW="13754100" imgH="10820400" progId="Equation.DSMT4">
                  <p:embed/>
                </p:oleObj>
              </mc:Choice>
              <mc:Fallback>
                <p:oleObj name="Equation" r:id="rId7" imgW="13754100" imgH="10820400" progId="Equation.DSMT4">
                  <p:embed/>
                  <p:pic>
                    <p:nvPicPr>
                      <p:cNvPr id="162824" name="Object 8">
                        <a:extLst>
                          <a:ext uri="{FF2B5EF4-FFF2-40B4-BE49-F238E27FC236}">
                            <a16:creationId xmlns:a16="http://schemas.microsoft.com/office/drawing/2014/main" id="{AE5E0017-5E22-2D4F-8904-9D1D525CA820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8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87450" y="2852738"/>
                        <a:ext cx="1158875" cy="9112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1" name="Text Box 9">
            <a:extLst>
              <a:ext uri="{FF2B5EF4-FFF2-40B4-BE49-F238E27FC236}">
                <a16:creationId xmlns:a16="http://schemas.microsoft.com/office/drawing/2014/main" id="{9BF07AB9-C342-BF41-BD2D-D765B1F964C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339975" y="3068638"/>
            <a:ext cx="1081088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pPr eaLnBrk="1" hangingPunct="1"/>
            <a:r>
              <a:rPr kumimoji="0" lang="zh-CN" altLang="en-US" b="1">
                <a:solidFill>
                  <a:srgbClr val="FFFFFF"/>
                </a:solidFill>
                <a:ea typeface="宋体" panose="02010600030101010101" pitchFamily="2" charset="-122"/>
              </a:rPr>
              <a:t>＝</a:t>
            </a:r>
            <a:r>
              <a:rPr kumimoji="0" lang="en-US" altLang="zh-CN" b="1">
                <a:solidFill>
                  <a:srgbClr val="FFFFFF"/>
                </a:solidFill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62" name="Text Box 10">
            <a:extLst>
              <a:ext uri="{FF2B5EF4-FFF2-40B4-BE49-F238E27FC236}">
                <a16:creationId xmlns:a16="http://schemas.microsoft.com/office/drawing/2014/main" id="{666CA71F-844C-C244-A412-3E181D4E379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20888" y="3881438"/>
            <a:ext cx="576262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pPr eaLnBrk="1" hangingPunct="1"/>
            <a:r>
              <a:rPr kumimoji="0" lang="en-US" altLang="zh-CN" sz="3600" b="1">
                <a:solidFill>
                  <a:srgbClr val="FFFFFF"/>
                </a:solidFill>
                <a:ea typeface="宋体" panose="02010600030101010101" pitchFamily="2" charset="-122"/>
              </a:rPr>
              <a:t>-</a:t>
            </a:r>
            <a:r>
              <a:rPr kumimoji="0" lang="en-US" altLang="zh-CN" sz="3200" b="1">
                <a:solidFill>
                  <a:srgbClr val="FFFFFF"/>
                </a:solidFill>
                <a:ea typeface="宋体" panose="02010600030101010101" pitchFamily="2" charset="-122"/>
              </a:rPr>
              <a:t>3</a:t>
            </a:r>
          </a:p>
        </p:txBody>
      </p:sp>
      <p:sp>
        <p:nvSpPr>
          <p:cNvPr id="63" name="Text Box 11">
            <a:extLst>
              <a:ext uri="{FF2B5EF4-FFF2-40B4-BE49-F238E27FC236}">
                <a16:creationId xmlns:a16="http://schemas.microsoft.com/office/drawing/2014/main" id="{4F8B58ED-44EC-0E4B-BDF0-D04DE605414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00338" y="4530725"/>
            <a:ext cx="504825" cy="579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pPr eaLnBrk="1" hangingPunct="1"/>
            <a:r>
              <a:rPr kumimoji="0" lang="en-US" altLang="zh-CN" sz="3200" b="1">
                <a:solidFill>
                  <a:srgbClr val="FFFFFF"/>
                </a:solidFill>
                <a:ea typeface="宋体" panose="02010600030101010101" pitchFamily="2" charset="-122"/>
              </a:rPr>
              <a:t>3</a:t>
            </a:r>
          </a:p>
        </p:txBody>
      </p:sp>
      <p:sp>
        <p:nvSpPr>
          <p:cNvPr id="64" name="Text Box 12">
            <a:extLst>
              <a:ext uri="{FF2B5EF4-FFF2-40B4-BE49-F238E27FC236}">
                <a16:creationId xmlns:a16="http://schemas.microsoft.com/office/drawing/2014/main" id="{3FA90901-EF7A-5A4D-BA8B-1E12C0259D7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90725" y="4468813"/>
            <a:ext cx="576263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pPr eaLnBrk="1" hangingPunct="1"/>
            <a:r>
              <a:rPr kumimoji="0" lang="en-US" altLang="zh-CN" sz="3600" b="1">
                <a:solidFill>
                  <a:srgbClr val="FFFFFF"/>
                </a:solidFill>
                <a:ea typeface="宋体" panose="02010600030101010101" pitchFamily="2" charset="-122"/>
              </a:rPr>
              <a:t>-</a:t>
            </a:r>
            <a:r>
              <a:rPr kumimoji="0" lang="en-US" altLang="zh-CN" sz="3200" b="1">
                <a:solidFill>
                  <a:srgbClr val="FFFFFF"/>
                </a:solidFill>
                <a:ea typeface="宋体" panose="02010600030101010101" pitchFamily="2" charset="-122"/>
              </a:rPr>
              <a:t>5</a:t>
            </a:r>
          </a:p>
        </p:txBody>
      </p:sp>
      <p:sp>
        <p:nvSpPr>
          <p:cNvPr id="65" name="Text Box 13">
            <a:extLst>
              <a:ext uri="{FF2B5EF4-FFF2-40B4-BE49-F238E27FC236}">
                <a16:creationId xmlns:a16="http://schemas.microsoft.com/office/drawing/2014/main" id="{236ECD63-B1FC-C24D-9C06-FF8C0F1A947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00338" y="3933825"/>
            <a:ext cx="433387" cy="579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pPr eaLnBrk="1" hangingPunct="1"/>
            <a:r>
              <a:rPr kumimoji="0" lang="en-US" altLang="zh-CN" sz="3200" b="1">
                <a:solidFill>
                  <a:srgbClr val="FFFFFF"/>
                </a:solidFill>
                <a:ea typeface="宋体" panose="02010600030101010101" pitchFamily="2" charset="-122"/>
              </a:rPr>
              <a:t>2</a:t>
            </a:r>
          </a:p>
        </p:txBody>
      </p:sp>
      <p:graphicFrame>
        <p:nvGraphicFramePr>
          <p:cNvPr id="66" name="Object 14">
            <a:extLst>
              <a:ext uri="{FF2B5EF4-FFF2-40B4-BE49-F238E27FC236}">
                <a16:creationId xmlns:a16="http://schemas.microsoft.com/office/drawing/2014/main" id="{5C47516E-581E-8F4F-B64A-5061DA0E44AB}"/>
              </a:ext>
            </a:extLst>
          </p:cNvPr>
          <p:cNvGraphicFramePr>
            <a:graphicFrameLocks noChangeAspect="1"/>
          </p:cNvGraphicFramePr>
          <p:nvPr/>
        </p:nvGraphicFramePr>
        <p:xfrm>
          <a:off x="3132138" y="2852738"/>
          <a:ext cx="811212" cy="9667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46" name="Equation" r:id="rId9" imgW="9067800" imgH="10820400" progId="Equation.DSMT4">
                  <p:embed/>
                </p:oleObj>
              </mc:Choice>
              <mc:Fallback>
                <p:oleObj name="Equation" r:id="rId9" imgW="9067800" imgH="10820400" progId="Equation.DSMT4">
                  <p:embed/>
                  <p:pic>
                    <p:nvPicPr>
                      <p:cNvPr id="162830" name="Object 14">
                        <a:extLst>
                          <a:ext uri="{FF2B5EF4-FFF2-40B4-BE49-F238E27FC236}">
                            <a16:creationId xmlns:a16="http://schemas.microsoft.com/office/drawing/2014/main" id="{FDE86D7A-7BA3-874C-8349-2CFDE99F3982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0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3132138" y="2852738"/>
                        <a:ext cx="811212" cy="96678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67" name="Text Box 15">
            <a:extLst>
              <a:ext uri="{FF2B5EF4-FFF2-40B4-BE49-F238E27FC236}">
                <a16:creationId xmlns:a16="http://schemas.microsoft.com/office/drawing/2014/main" id="{A6FABF60-4E80-6644-A10C-C0D240055AD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24300" y="3141663"/>
            <a:ext cx="842963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pPr eaLnBrk="1" hangingPunct="1"/>
            <a:r>
              <a:rPr kumimoji="0" lang="zh-CN" altLang="en-US" b="1">
                <a:solidFill>
                  <a:srgbClr val="FFFFFF"/>
                </a:solidFill>
                <a:ea typeface="宋体" panose="02010600030101010101" pitchFamily="2" charset="-122"/>
              </a:rPr>
              <a:t>＝</a:t>
            </a:r>
            <a:r>
              <a:rPr kumimoji="0" lang="en-US" altLang="zh-CN" b="1">
                <a:solidFill>
                  <a:srgbClr val="FFFFFF"/>
                </a:solidFill>
                <a:ea typeface="宋体" panose="02010600030101010101" pitchFamily="2" charset="-122"/>
              </a:rPr>
              <a:t>-1</a:t>
            </a:r>
          </a:p>
        </p:txBody>
      </p:sp>
      <p:sp>
        <p:nvSpPr>
          <p:cNvPr id="68" name="Text Box 16">
            <a:extLst>
              <a:ext uri="{FF2B5EF4-FFF2-40B4-BE49-F238E27FC236}">
                <a16:creationId xmlns:a16="http://schemas.microsoft.com/office/drawing/2014/main" id="{FF9F86C1-7835-F54F-B0A6-3CACECBA7BF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44850" y="5105400"/>
            <a:ext cx="576263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pPr eaLnBrk="1" hangingPunct="1"/>
            <a:r>
              <a:rPr kumimoji="0" lang="en-US" altLang="zh-CN" sz="3600" b="1">
                <a:solidFill>
                  <a:srgbClr val="FFFFFF"/>
                </a:solidFill>
                <a:ea typeface="宋体" panose="02010600030101010101" pitchFamily="2" charset="-122"/>
              </a:rPr>
              <a:t>-</a:t>
            </a:r>
            <a:r>
              <a:rPr kumimoji="0" lang="en-US" altLang="zh-CN" sz="3200" b="1">
                <a:solidFill>
                  <a:srgbClr val="FFFFFF"/>
                </a:solidFill>
                <a:ea typeface="宋体" panose="02010600030101010101" pitchFamily="2" charset="-122"/>
              </a:rPr>
              <a:t>1</a:t>
            </a:r>
          </a:p>
        </p:txBody>
      </p:sp>
      <p:sp>
        <p:nvSpPr>
          <p:cNvPr id="69" name="Text Box 17">
            <a:extLst>
              <a:ext uri="{FF2B5EF4-FFF2-40B4-BE49-F238E27FC236}">
                <a16:creationId xmlns:a16="http://schemas.microsoft.com/office/drawing/2014/main" id="{5C798949-0883-0647-BA9C-CC021F87D74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21113" y="5715000"/>
            <a:ext cx="608012" cy="579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pPr eaLnBrk="1" hangingPunct="1"/>
            <a:r>
              <a:rPr kumimoji="0" lang="en-US" altLang="zh-CN" sz="3200" b="1">
                <a:solidFill>
                  <a:srgbClr val="FFFFFF"/>
                </a:solidFill>
                <a:ea typeface="宋体" panose="02010600030101010101" pitchFamily="2" charset="-122"/>
              </a:rPr>
              <a:t>-3</a:t>
            </a:r>
          </a:p>
        </p:txBody>
      </p:sp>
      <p:sp>
        <p:nvSpPr>
          <p:cNvPr id="70" name="Text Box 18">
            <a:extLst>
              <a:ext uri="{FF2B5EF4-FFF2-40B4-BE49-F238E27FC236}">
                <a16:creationId xmlns:a16="http://schemas.microsoft.com/office/drawing/2014/main" id="{71A97A6A-E9AE-724A-AFF3-54678934B10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316288" y="5692775"/>
            <a:ext cx="474662" cy="64135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pPr eaLnBrk="1" hangingPunct="1"/>
            <a:r>
              <a:rPr kumimoji="0" lang="en-US" altLang="zh-CN" sz="3600" b="1">
                <a:solidFill>
                  <a:srgbClr val="FFFFFF"/>
                </a:solidFill>
                <a:ea typeface="宋体" panose="02010600030101010101" pitchFamily="2" charset="-122"/>
              </a:rPr>
              <a:t>1</a:t>
            </a:r>
            <a:endParaRPr kumimoji="0" lang="en-US" altLang="zh-CN" sz="3200" b="1">
              <a:solidFill>
                <a:srgbClr val="FFFFFF"/>
              </a:solidFill>
              <a:ea typeface="宋体" panose="02010600030101010101" pitchFamily="2" charset="-122"/>
            </a:endParaRPr>
          </a:p>
        </p:txBody>
      </p:sp>
      <p:sp>
        <p:nvSpPr>
          <p:cNvPr id="71" name="Text Box 19">
            <a:extLst>
              <a:ext uri="{FF2B5EF4-FFF2-40B4-BE49-F238E27FC236}">
                <a16:creationId xmlns:a16="http://schemas.microsoft.com/office/drawing/2014/main" id="{335C35EC-4BE2-E340-9B47-A2EC78F50C9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33825" y="5165725"/>
            <a:ext cx="433388" cy="5794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pPr eaLnBrk="1" hangingPunct="1"/>
            <a:r>
              <a:rPr kumimoji="0" lang="en-US" altLang="zh-CN" sz="3200" b="1">
                <a:solidFill>
                  <a:srgbClr val="FFFFFF"/>
                </a:solidFill>
                <a:ea typeface="宋体" panose="02010600030101010101" pitchFamily="2" charset="-122"/>
              </a:rPr>
              <a:t>4</a:t>
            </a:r>
          </a:p>
        </p:txBody>
      </p:sp>
      <p:graphicFrame>
        <p:nvGraphicFramePr>
          <p:cNvPr id="72" name="Object 20">
            <a:extLst>
              <a:ext uri="{FF2B5EF4-FFF2-40B4-BE49-F238E27FC236}">
                <a16:creationId xmlns:a16="http://schemas.microsoft.com/office/drawing/2014/main" id="{394F39A0-5E31-D245-A950-A24AFC6E65B3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651500" y="3860800"/>
          <a:ext cx="2843213" cy="2524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47" name="Equation" r:id="rId11" imgW="29260800" imgH="24574500" progId="Equation.DSMT4">
                  <p:embed/>
                </p:oleObj>
              </mc:Choice>
              <mc:Fallback>
                <p:oleObj name="Equation" r:id="rId11" imgW="29260800" imgH="24574500" progId="Equation.DSMT4">
                  <p:embed/>
                  <p:pic>
                    <p:nvPicPr>
                      <p:cNvPr id="162836" name="Object 20">
                        <a:extLst>
                          <a:ext uri="{FF2B5EF4-FFF2-40B4-BE49-F238E27FC236}">
                            <a16:creationId xmlns:a16="http://schemas.microsoft.com/office/drawing/2014/main" id="{34616245-07C1-8246-9DC7-E762A827EBED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1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651500" y="3860800"/>
                        <a:ext cx="2843213" cy="252412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73" name="Line 21">
            <a:extLst>
              <a:ext uri="{FF2B5EF4-FFF2-40B4-BE49-F238E27FC236}">
                <a16:creationId xmlns:a16="http://schemas.microsoft.com/office/drawing/2014/main" id="{47093541-7011-C34F-8DBA-5E9F3BA042D0}"/>
              </a:ext>
            </a:extLst>
          </p:cNvPr>
          <p:cNvSpPr>
            <a:spLocks noChangeShapeType="1"/>
          </p:cNvSpPr>
          <p:nvPr/>
        </p:nvSpPr>
        <p:spPr bwMode="auto">
          <a:xfrm>
            <a:off x="3419475" y="1052513"/>
            <a:ext cx="0" cy="1778000"/>
          </a:xfrm>
          <a:prstGeom prst="line">
            <a:avLst/>
          </a:prstGeom>
          <a:noFill/>
          <a:ln w="34925">
            <a:solidFill>
              <a:srgbClr val="FF0000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2400">
              <a:solidFill>
                <a:srgbClr val="ECFB7D"/>
              </a:solidFill>
              <a:ea typeface="隶书" pitchFamily="49" charset="-122"/>
            </a:endParaRPr>
          </a:p>
        </p:txBody>
      </p:sp>
      <p:sp>
        <p:nvSpPr>
          <p:cNvPr id="74" name="Line 22">
            <a:extLst>
              <a:ext uri="{FF2B5EF4-FFF2-40B4-BE49-F238E27FC236}">
                <a16:creationId xmlns:a16="http://schemas.microsoft.com/office/drawing/2014/main" id="{0B21ABF3-1805-C64E-9215-DC17313B00C3}"/>
              </a:ext>
            </a:extLst>
          </p:cNvPr>
          <p:cNvSpPr>
            <a:spLocks noChangeShapeType="1"/>
          </p:cNvSpPr>
          <p:nvPr/>
        </p:nvSpPr>
        <p:spPr bwMode="auto">
          <a:xfrm>
            <a:off x="2339975" y="1844675"/>
            <a:ext cx="2017713" cy="0"/>
          </a:xfrm>
          <a:prstGeom prst="line">
            <a:avLst/>
          </a:prstGeom>
          <a:noFill/>
          <a:ln w="34925">
            <a:solidFill>
              <a:srgbClr val="FF0000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2400">
              <a:solidFill>
                <a:srgbClr val="ECFB7D"/>
              </a:solidFill>
              <a:ea typeface="隶书" pitchFamily="49" charset="-122"/>
            </a:endParaRPr>
          </a:p>
        </p:txBody>
      </p:sp>
      <p:sp>
        <p:nvSpPr>
          <p:cNvPr id="75" name="Line 23">
            <a:extLst>
              <a:ext uri="{FF2B5EF4-FFF2-40B4-BE49-F238E27FC236}">
                <a16:creationId xmlns:a16="http://schemas.microsoft.com/office/drawing/2014/main" id="{85C1CDFB-8932-F74B-B964-5E9C557871FC}"/>
              </a:ext>
            </a:extLst>
          </p:cNvPr>
          <p:cNvSpPr>
            <a:spLocks noChangeShapeType="1"/>
          </p:cNvSpPr>
          <p:nvPr/>
        </p:nvSpPr>
        <p:spPr bwMode="auto">
          <a:xfrm>
            <a:off x="3189288" y="4011613"/>
            <a:ext cx="0" cy="2254250"/>
          </a:xfrm>
          <a:prstGeom prst="line">
            <a:avLst/>
          </a:prstGeom>
          <a:noFill/>
          <a:ln w="34925">
            <a:solidFill>
              <a:srgbClr val="FF0000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2400">
              <a:solidFill>
                <a:srgbClr val="ECFB7D"/>
              </a:solidFill>
              <a:ea typeface="隶书" pitchFamily="49" charset="-122"/>
            </a:endParaRPr>
          </a:p>
        </p:txBody>
      </p:sp>
      <p:sp>
        <p:nvSpPr>
          <p:cNvPr id="76" name="Line 24">
            <a:extLst>
              <a:ext uri="{FF2B5EF4-FFF2-40B4-BE49-F238E27FC236}">
                <a16:creationId xmlns:a16="http://schemas.microsoft.com/office/drawing/2014/main" id="{5A3225E9-EA08-9345-A9F8-CEBA49A8DDD5}"/>
              </a:ext>
            </a:extLst>
          </p:cNvPr>
          <p:cNvSpPr>
            <a:spLocks noChangeShapeType="1"/>
          </p:cNvSpPr>
          <p:nvPr/>
        </p:nvSpPr>
        <p:spPr bwMode="auto">
          <a:xfrm flipV="1">
            <a:off x="6588125" y="4868863"/>
            <a:ext cx="1908175" cy="0"/>
          </a:xfrm>
          <a:prstGeom prst="line">
            <a:avLst/>
          </a:prstGeom>
          <a:noFill/>
          <a:ln w="34925">
            <a:solidFill>
              <a:srgbClr val="FF0000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2400">
              <a:solidFill>
                <a:srgbClr val="ECFB7D"/>
              </a:solidFill>
              <a:ea typeface="隶书" pitchFamily="49" charset="-122"/>
            </a:endParaRPr>
          </a:p>
        </p:txBody>
      </p:sp>
      <p:sp>
        <p:nvSpPr>
          <p:cNvPr id="77" name="Line 25">
            <a:extLst>
              <a:ext uri="{FF2B5EF4-FFF2-40B4-BE49-F238E27FC236}">
                <a16:creationId xmlns:a16="http://schemas.microsoft.com/office/drawing/2014/main" id="{7D8A47E2-09DE-CD4E-A6E3-6DAC902D4729}"/>
              </a:ext>
            </a:extLst>
          </p:cNvPr>
          <p:cNvSpPr>
            <a:spLocks noChangeShapeType="1"/>
          </p:cNvSpPr>
          <p:nvPr/>
        </p:nvSpPr>
        <p:spPr bwMode="auto">
          <a:xfrm flipH="1">
            <a:off x="7091363" y="4148138"/>
            <a:ext cx="0" cy="2063750"/>
          </a:xfrm>
          <a:prstGeom prst="line">
            <a:avLst/>
          </a:prstGeom>
          <a:noFill/>
          <a:ln w="34925">
            <a:solidFill>
              <a:srgbClr val="FF0000"/>
            </a:solidFill>
            <a:prstDash val="sysDot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 sz="2400">
              <a:solidFill>
                <a:srgbClr val="ECFB7D"/>
              </a:solidFill>
              <a:ea typeface="隶书" pitchFamily="49" charset="-122"/>
            </a:endParaRPr>
          </a:p>
        </p:txBody>
      </p:sp>
      <p:sp>
        <p:nvSpPr>
          <p:cNvPr id="78" name="Text Box 26">
            <a:extLst>
              <a:ext uri="{FF2B5EF4-FFF2-40B4-BE49-F238E27FC236}">
                <a16:creationId xmlns:a16="http://schemas.microsoft.com/office/drawing/2014/main" id="{AE7AC416-E632-A743-88F4-ECFBACFDAE3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52413" y="2781300"/>
            <a:ext cx="1008062" cy="5191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tx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rgbClr val="808080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r>
              <a:rPr lang="zh-CN" altLang="en-US" sz="2800" b="1">
                <a:solidFill>
                  <a:srgbClr val="FFFFFF"/>
                </a:solidFill>
                <a:ea typeface="楷体_GB2312" pitchFamily="49" charset="-122"/>
              </a:rPr>
              <a:t>解：</a:t>
            </a:r>
          </a:p>
        </p:txBody>
      </p:sp>
      <p:sp>
        <p:nvSpPr>
          <p:cNvPr id="79" name="Text Box 27">
            <a:extLst>
              <a:ext uri="{FF2B5EF4-FFF2-40B4-BE49-F238E27FC236}">
                <a16:creationId xmlns:a16="http://schemas.microsoft.com/office/drawing/2014/main" id="{A7183999-73E8-084E-9BD4-E690788A278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643438" y="3789363"/>
            <a:ext cx="1441450" cy="5191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99CCFF">
                    <a:alpha val="56078"/>
                  </a:srgbClr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FF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1pPr>
            <a:lvl2pPr marL="742950" indent="-28575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2pPr>
            <a:lvl3pPr marL="11430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3pPr>
            <a:lvl4pPr marL="16002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4pPr>
            <a:lvl5pPr marL="2057400" indent="-228600">
              <a:spcBef>
                <a:spcPct val="50000"/>
              </a:spcBef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5pPr>
            <a:lvl6pPr marL="25146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6pPr>
            <a:lvl7pPr marL="29718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7pPr>
            <a:lvl8pPr marL="34290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8pPr>
            <a:lvl9pPr marL="3886200" indent="-228600" eaLnBrk="0" fontAlgn="base" hangingPunct="0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rgbClr val="ECFB7D"/>
                </a:solidFill>
                <a:latin typeface="Times New Roman" panose="02020603050405020304" pitchFamily="18" charset="0"/>
                <a:ea typeface="隶书" pitchFamily="49" charset="-122"/>
              </a:defRPr>
            </a:lvl9pPr>
          </a:lstStyle>
          <a:p>
            <a:r>
              <a:rPr lang="zh-CN" altLang="en-US" sz="2800">
                <a:ea typeface="楷体_GB2312" pitchFamily="49" charset="-122"/>
              </a:rPr>
              <a:t>类似地</a:t>
            </a:r>
          </a:p>
        </p:txBody>
      </p:sp>
    </p:spTree>
    <p:extLst>
      <p:ext uri="{BB962C8B-B14F-4D97-AF65-F5344CB8AC3E}">
        <p14:creationId xmlns:p14="http://schemas.microsoft.com/office/powerpoint/2010/main" val="753097098"/>
      </p:ext>
    </p:extLst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500"/>
                                        <p:tgtEl>
                                          <p:spTgt spid="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3" dur="5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4" fill="hold">
                      <p:stCondLst>
                        <p:cond delay="indefinite"/>
                      </p:stCondLst>
                      <p:childTnLst>
                        <p:par>
                          <p:cTn id="65" fill="hold">
                            <p:stCondLst>
                              <p:cond delay="0"/>
                            </p:stCondLst>
                            <p:childTnLst>
                              <p:par>
                                <p:cTn id="6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5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3" dur="5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8" dur="5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3" dur="5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8" dur="5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3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4" fill="hold">
                      <p:stCondLst>
                        <p:cond delay="indefinite"/>
                      </p:stCondLst>
                      <p:childTnLst>
                        <p:par>
                          <p:cTn id="95" fill="hold">
                            <p:stCondLst>
                              <p:cond delay="0"/>
                            </p:stCondLst>
                            <p:childTnLst>
                              <p:par>
                                <p:cTn id="9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8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9" fill="hold">
                      <p:stCondLst>
                        <p:cond delay="indefinite"/>
                      </p:stCondLst>
                      <p:childTnLst>
                        <p:par>
                          <p:cTn id="100" fill="hold">
                            <p:stCondLst>
                              <p:cond delay="0"/>
                            </p:stCondLst>
                            <p:childTnLst>
                              <p:par>
                                <p:cTn id="101" presetID="24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to="" calcmode="lin" valueType="num">
                                      <p:cBhvr>
                                        <p:cTn id="103" dur="1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/>
                                        </p:attrNameLst>
                                      </p:cBhvr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4" fill="hold">
                      <p:stCondLst>
                        <p:cond delay="indefinite"/>
                      </p:stCondLst>
                      <p:childTnLst>
                        <p:par>
                          <p:cTn id="105" fill="hold">
                            <p:stCondLst>
                              <p:cond delay="0"/>
                            </p:stCondLst>
                            <p:childTnLst>
                              <p:par>
                                <p:cTn id="10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8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indefinite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3" dur="5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4" fill="hold">
                            <p:stCondLst>
                              <p:cond delay="500"/>
                            </p:stCondLst>
                            <p:childTnLst>
                              <p:par>
                                <p:cTn id="11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7" dur="5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1" grpId="0"/>
      <p:bldP spid="62" grpId="0"/>
      <p:bldP spid="63" grpId="0"/>
      <p:bldP spid="64" grpId="0"/>
      <p:bldP spid="65" grpId="0"/>
      <p:bldP spid="67" grpId="0"/>
      <p:bldP spid="68" grpId="0"/>
      <p:bldP spid="69" grpId="0"/>
      <p:bldP spid="70" grpId="0"/>
      <p:bldP spid="71" grpId="0"/>
      <p:bldP spid="78" grpId="0"/>
      <p:bldP spid="79" grpId="0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Rectangle 20">
            <a:hlinkClick r:id="rId4" action="ppaction://hlinksldjump"/>
          </p:cNvPr>
          <p:cNvSpPr>
            <a:spLocks noChangeArrowheads="1"/>
          </p:cNvSpPr>
          <p:nvPr/>
        </p:nvSpPr>
        <p:spPr bwMode="auto">
          <a:xfrm>
            <a:off x="450850" y="752475"/>
            <a:ext cx="4032250" cy="4318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 anchor="ctr"/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000" b="1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Gulim" panose="020B0600000101010101" pitchFamily="34" charset="-127"/>
              <a:cs typeface="Times New Roman" panose="02020603050405020304" pitchFamily="18" charset="0"/>
            </a:endParaRPr>
          </a:p>
        </p:txBody>
      </p:sp>
      <p:grpSp>
        <p:nvGrpSpPr>
          <p:cNvPr id="45059" name="Group 31"/>
          <p:cNvGrpSpPr/>
          <p:nvPr/>
        </p:nvGrpSpPr>
        <p:grpSpPr bwMode="auto">
          <a:xfrm>
            <a:off x="0" y="0"/>
            <a:ext cx="6371219" cy="825500"/>
            <a:chOff x="51" y="0"/>
            <a:chExt cx="3023" cy="246"/>
          </a:xfrm>
        </p:grpSpPr>
        <p:sp>
          <p:nvSpPr>
            <p:cNvPr id="23" name="Line 32"/>
            <p:cNvSpPr>
              <a:spLocks noChangeShapeType="1"/>
            </p:cNvSpPr>
            <p:nvPr/>
          </p:nvSpPr>
          <p:spPr bwMode="auto">
            <a:xfrm flipV="1">
              <a:off x="96" y="202"/>
              <a:ext cx="2978" cy="0"/>
            </a:xfrm>
            <a:prstGeom prst="line">
              <a:avLst/>
            </a:prstGeom>
            <a:noFill/>
            <a:ln w="28575">
              <a:solidFill>
                <a:srgbClr val="0000FF"/>
              </a:solidFill>
              <a:round/>
            </a:ln>
            <a:effectLst>
              <a:glow rad="63500">
                <a:schemeClr val="accent3">
                  <a:satMod val="175000"/>
                  <a:alpha val="40000"/>
                </a:schemeClr>
              </a:glow>
            </a:effectLst>
          </p:spPr>
          <p:txBody>
            <a:bodyPr/>
            <a:lstStyle/>
            <a:p>
              <a:pPr marL="0" marR="0" lvl="0" indent="0" algn="l" defTabSz="914400" rtl="0" eaLnBrk="0" fontAlgn="base" latinLnBrk="0" hangingPunct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endParaRPr kumimoji="1" lang="zh-CN" alt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endParaRPr>
            </a:p>
          </p:txBody>
        </p:sp>
        <p:pic>
          <p:nvPicPr>
            <p:cNvPr id="45076" name="Picture 33" descr="BD10263_"/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1" y="0"/>
              <a:ext cx="246" cy="24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45060" name="Rectangle 30"/>
          <p:cNvSpPr>
            <a:spLocks noChangeArrowheads="1"/>
          </p:cNvSpPr>
          <p:nvPr/>
        </p:nvSpPr>
        <p:spPr bwMode="auto">
          <a:xfrm>
            <a:off x="518465" y="163830"/>
            <a:ext cx="6537325" cy="49149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2600" b="1" kern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拓展问题</a:t>
            </a:r>
            <a:r>
              <a:rPr lang="zh-CN" sz="2600" b="1" kern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：矩阵的应用</a:t>
            </a:r>
          </a:p>
        </p:txBody>
      </p:sp>
      <p:sp>
        <p:nvSpPr>
          <p:cNvPr id="106502" name="Text Box 6"/>
          <p:cNvSpPr txBox="1"/>
          <p:nvPr>
            <p:custDataLst>
              <p:tags r:id="rId1"/>
            </p:custDataLst>
          </p:nvPr>
        </p:nvSpPr>
        <p:spPr>
          <a:xfrm>
            <a:off x="517843" y="980758"/>
            <a:ext cx="8001000" cy="521970"/>
          </a:xfrm>
          <a:prstGeom prst="rect">
            <a:avLst/>
          </a:prstGeom>
          <a:noFill/>
          <a:ln w="9525">
            <a:noFill/>
          </a:ln>
        </p:spPr>
        <p:txBody>
          <a:bodyPr>
            <a:spAutoFit/>
          </a:bodyPr>
          <a:lstStyle>
            <a:lvl1pPr marL="342900" indent="-3429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+mn-lt"/>
                <a:ea typeface="+mn-ea"/>
              </a:defRPr>
            </a:lvl2pPr>
            <a:lvl3pPr marL="11430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+mn-lt"/>
                <a:ea typeface="+mn-ea"/>
              </a:defRPr>
            </a:lvl3pPr>
            <a:lvl4pPr marL="16002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+mn-lt"/>
                <a:ea typeface="+mn-ea"/>
              </a:defRPr>
            </a:lvl4pPr>
            <a:lvl5pPr marL="2057400" indent="-228600" algn="l" rtl="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+mn-lt"/>
                <a:ea typeface="+mn-ea"/>
              </a:defRPr>
            </a:lvl5pPr>
          </a:lstStyle>
          <a:p>
            <a:pPr marL="0" lvl="0" indent="0" eaLnBrk="1" hangingPunct="1">
              <a:spcBef>
                <a:spcPct val="50000"/>
              </a:spcBef>
              <a:buClrTx/>
              <a:buSzTx/>
              <a:buFontTx/>
              <a:buNone/>
            </a:pPr>
            <a:r>
              <a:rPr lang="zh-CN" altLang="en-US" sz="2800" b="1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拓展思考</a:t>
            </a:r>
            <a:r>
              <a:rPr lang="zh-CN" altLang="en-US" sz="2800" b="1" dirty="0">
                <a:latin typeface="Times New Roman" panose="02020603050405020304" pitchFamily="18" charset="0"/>
                <a:ea typeface="华文中宋" panose="02010600040101010101" pitchFamily="2" charset="-122"/>
                <a:cs typeface="华文中宋" panose="02010600040101010101" pitchFamily="2" charset="-122"/>
              </a:rPr>
              <a:t>   </a:t>
            </a:r>
            <a:endParaRPr lang="zh-CN" altLang="en-US" sz="2800" b="1" dirty="0">
              <a:solidFill>
                <a:srgbClr val="006600"/>
              </a:solidFill>
              <a:latin typeface="Times New Roman" panose="02020603050405020304" pitchFamily="18" charset="0"/>
              <a:ea typeface="华文中宋" panose="02010600040101010101" pitchFamily="2" charset="-122"/>
              <a:cs typeface="华文中宋" panose="02010600040101010101" pitchFamily="2" charset="-122"/>
              <a:sym typeface="Symbol" panose="05050102010706020507" pitchFamily="18" charset="2"/>
            </a:endParaRPr>
          </a:p>
        </p:txBody>
      </p:sp>
      <p:sp>
        <p:nvSpPr>
          <p:cNvPr id="16" name="Text Box 10"/>
          <p:cNvSpPr txBox="1">
            <a:spLocks noChangeArrowheads="1"/>
          </p:cNvSpPr>
          <p:nvPr>
            <p:custDataLst>
              <p:tags r:id="rId2"/>
            </p:custDataLst>
          </p:nvPr>
        </p:nvSpPr>
        <p:spPr bwMode="auto">
          <a:xfrm>
            <a:off x="467995" y="1628775"/>
            <a:ext cx="8114665" cy="24085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noAutofit/>
          </a:bodyPr>
          <a:lstStyle>
            <a:lvl1pPr>
              <a:spcBef>
                <a:spcPct val="20000"/>
              </a:spcBef>
              <a:buClr>
                <a:schemeClr val="hlink"/>
              </a:buClr>
              <a:buSzPct val="75000"/>
              <a:buFont typeface="Wingdings" panose="05000000000000000000" pitchFamily="2" charset="2"/>
              <a:buChar char="v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5000"/>
              <a:buFont typeface="Wingdings" panose="05000000000000000000" pitchFamily="2" charset="2"/>
              <a:buChar char="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90000"/>
              <a:buFont typeface="Wingdings" panose="05000000000000000000" pitchFamily="2" charset="2"/>
              <a:buChar char="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hlink"/>
              </a:buClr>
              <a:buSzPct val="85000"/>
              <a:buFont typeface="Wingdings" panose="05000000000000000000" pitchFamily="2" charset="2"/>
              <a:buChar char="v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>
              <a:lnSpc>
                <a:spcPct val="150000"/>
              </a:lnSpc>
              <a:spcBef>
                <a:spcPct val="50000"/>
              </a:spcBef>
              <a:buClrTx/>
              <a:buSzTx/>
              <a:buNone/>
            </a:pPr>
            <a:r>
              <a:rPr lang="en-US" altLang="zh-CN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       </a:t>
            </a:r>
            <a:r>
              <a:rPr lang="zh-CN" altLang="en-US" sz="2800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你知道计算机是如何实现图像压缩的吗？阅读知网中分块矩阵相关的快速算法文献及应用文献，体会分块矩阵的应用。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5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065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6502" grpId="0" uiExpand="1" build="p"/>
      <p:bldP spid="16" grpId="0" build="p" autoUpdateAnimBg="0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"/>
          <p:cNvSpPr>
            <a:spLocks noChangeArrowheads="1"/>
          </p:cNvSpPr>
          <p:nvPr/>
        </p:nvSpPr>
        <p:spPr bwMode="auto">
          <a:xfrm>
            <a:off x="930465" y="1628041"/>
            <a:ext cx="7586663" cy="4756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zh-CN" sz="25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基本问题</a:t>
            </a:r>
            <a:r>
              <a:rPr kumimoji="1" lang="en-US" altLang="zh-CN" sz="25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:   </a:t>
            </a:r>
            <a:r>
              <a:rPr sz="2500" b="1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分块矩阵的定义</a:t>
            </a:r>
            <a:endParaRPr kumimoji="1" lang="zh-CN" altLang="en-US" sz="2500" b="1" i="0" u="none" strike="noStrike" kern="1200" cap="none" spc="0" normalizeH="0" baseline="0" noProof="0" dirty="0">
              <a:ln>
                <a:noFill/>
              </a:ln>
              <a:solidFill>
                <a:srgbClr val="0000FF"/>
              </a:solidFill>
              <a:effectLst/>
              <a:uLnTx/>
              <a:uFillTx/>
              <a:latin typeface="Times New Roman" panose="02020603050405020304" pitchFamily="18" charset="0"/>
              <a:ea typeface="华文中宋" panose="0201060004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4035" name="Line 12"/>
          <p:cNvSpPr>
            <a:spLocks noChangeShapeType="1"/>
          </p:cNvSpPr>
          <p:nvPr/>
        </p:nvSpPr>
        <p:spPr bwMode="auto">
          <a:xfrm>
            <a:off x="0" y="836613"/>
            <a:ext cx="9144000" cy="0"/>
          </a:xfrm>
          <a:prstGeom prst="line">
            <a:avLst/>
          </a:prstGeom>
          <a:noFill/>
          <a:ln w="25400">
            <a:solidFill>
              <a:srgbClr val="C00000"/>
            </a:solidFill>
            <a:rou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华文中宋" panose="02010600040101010101" pitchFamily="2" charset="-122"/>
            </a:endParaRPr>
          </a:p>
        </p:txBody>
      </p:sp>
      <p:sp>
        <p:nvSpPr>
          <p:cNvPr id="44037" name="Text Box 2"/>
          <p:cNvSpPr txBox="1">
            <a:spLocks noChangeArrowheads="1"/>
          </p:cNvSpPr>
          <p:nvPr/>
        </p:nvSpPr>
        <p:spPr bwMode="auto">
          <a:xfrm>
            <a:off x="1835785" y="185120"/>
            <a:ext cx="5407025" cy="6451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ctr" defTabSz="914400" rtl="0" eaLnBrk="1" fontAlgn="base" latinLnBrk="0" hangingPunct="1">
              <a:lnSpc>
                <a:spcPct val="12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zh-CN" altLang="en-US" sz="3000" b="1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分块矩阵</a:t>
            </a:r>
            <a:r>
              <a:rPr kumimoji="1" lang="zh-CN" altLang="en-US" sz="30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小结</a:t>
            </a:r>
          </a:p>
        </p:txBody>
      </p:sp>
      <p:sp>
        <p:nvSpPr>
          <p:cNvPr id="2" name="爆炸形: 8 pt  1"/>
          <p:cNvSpPr/>
          <p:nvPr/>
        </p:nvSpPr>
        <p:spPr bwMode="auto">
          <a:xfrm>
            <a:off x="684070" y="1781345"/>
            <a:ext cx="213994" cy="259253"/>
          </a:xfrm>
          <a:prstGeom prst="irregularSeal1">
            <a:avLst/>
          </a:prstGeom>
          <a:solidFill>
            <a:srgbClr val="969696"/>
          </a:solidFill>
          <a:ln w="28575" cap="flat" cmpd="sng" algn="ctr">
            <a:solidFill>
              <a:srgbClr val="3333FF"/>
            </a:solidFill>
            <a:prstDash val="solid"/>
            <a:round/>
            <a:headEnd type="none" w="med" len="med"/>
            <a:tailEnd type="triangle" w="med" len="med"/>
          </a:ln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400" b="1" i="0" u="none" strike="noStrike" kern="1200" cap="none" spc="0" normalizeH="0" baseline="0" noProof="0">
              <a:ln w="22225">
                <a:solidFill>
                  <a:srgbClr val="0000FF"/>
                </a:solidFill>
                <a:prstDash val="solid"/>
              </a:ln>
              <a:solidFill>
                <a:srgbClr val="B2B2B2">
                  <a:lumMod val="40000"/>
                  <a:lumOff val="60000"/>
                </a:srgbClr>
              </a:solidFill>
              <a:effectLst>
                <a:glow rad="228600">
                  <a:srgbClr val="B2B2B2">
                    <a:satMod val="175000"/>
                    <a:alpha val="40000"/>
                  </a:srgbClr>
                </a:glow>
              </a:effectLst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华文中宋" panose="02010600040101010101" pitchFamily="2" charset="-122"/>
            </a:endParaRPr>
          </a:p>
        </p:txBody>
      </p:sp>
      <p:sp>
        <p:nvSpPr>
          <p:cNvPr id="22" name="Rectangle 1"/>
          <p:cNvSpPr>
            <a:spLocks noChangeArrowheads="1"/>
          </p:cNvSpPr>
          <p:nvPr/>
        </p:nvSpPr>
        <p:spPr bwMode="auto">
          <a:xfrm>
            <a:off x="997141" y="2345591"/>
            <a:ext cx="7303839" cy="4756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zh-CN" sz="25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重点问题</a:t>
            </a:r>
            <a:r>
              <a:rPr kumimoji="1" lang="en-US" altLang="zh-CN" sz="25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: </a:t>
            </a:r>
            <a:r>
              <a:rPr kumimoji="1" lang="zh-CN" alt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 </a:t>
            </a:r>
            <a:r>
              <a:rPr kumimoji="1" lang="zh-CN" sz="25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分块矩阵的运算</a:t>
            </a:r>
          </a:p>
        </p:txBody>
      </p:sp>
      <p:sp>
        <p:nvSpPr>
          <p:cNvPr id="28" name="爆炸形: 8 pt  27"/>
          <p:cNvSpPr/>
          <p:nvPr/>
        </p:nvSpPr>
        <p:spPr bwMode="auto">
          <a:xfrm>
            <a:off x="676632" y="2484678"/>
            <a:ext cx="213994" cy="259253"/>
          </a:xfrm>
          <a:prstGeom prst="irregularSeal1">
            <a:avLst/>
          </a:prstGeom>
          <a:solidFill>
            <a:srgbClr val="969696"/>
          </a:solidFill>
          <a:ln w="28575" cap="flat" cmpd="sng" algn="ctr">
            <a:solidFill>
              <a:srgbClr val="3333FF"/>
            </a:solidFill>
            <a:prstDash val="solid"/>
            <a:round/>
            <a:headEnd type="none" w="med" len="med"/>
            <a:tailEnd type="triangle" w="med" len="med"/>
          </a:ln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400" b="1" i="0" u="none" strike="noStrike" kern="1200" cap="none" spc="0" normalizeH="0" baseline="0" noProof="0">
              <a:ln w="22225">
                <a:solidFill>
                  <a:srgbClr val="0000FF"/>
                </a:solidFill>
                <a:prstDash val="solid"/>
              </a:ln>
              <a:solidFill>
                <a:srgbClr val="B2B2B2">
                  <a:lumMod val="40000"/>
                  <a:lumOff val="60000"/>
                </a:srgbClr>
              </a:solidFill>
              <a:effectLst>
                <a:glow rad="228600">
                  <a:srgbClr val="B2B2B2">
                    <a:satMod val="175000"/>
                    <a:alpha val="40000"/>
                  </a:srgbClr>
                </a:glow>
              </a:effectLst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华文中宋" panose="02010600040101010101" pitchFamily="2" charset="-122"/>
            </a:endParaRPr>
          </a:p>
        </p:txBody>
      </p:sp>
      <p:sp>
        <p:nvSpPr>
          <p:cNvPr id="29" name="Rectangle 1"/>
          <p:cNvSpPr>
            <a:spLocks noChangeArrowheads="1"/>
          </p:cNvSpPr>
          <p:nvPr/>
        </p:nvSpPr>
        <p:spPr bwMode="auto">
          <a:xfrm>
            <a:off x="997141" y="3109814"/>
            <a:ext cx="7586662" cy="4756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sz="25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难点问题</a:t>
            </a:r>
            <a:r>
              <a:rPr kumimoji="1" lang="en-US" altLang="zh-CN" sz="25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:  </a:t>
            </a:r>
            <a:r>
              <a:rPr kumimoji="1" lang="zh-CN" sz="25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分块对角</a:t>
            </a:r>
            <a:r>
              <a:rPr lang="zh-CN" sz="2500" b="1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矩</a:t>
            </a:r>
            <a:r>
              <a:rPr sz="2500" b="1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阵</a:t>
            </a:r>
            <a:r>
              <a:rPr lang="zh-CN" sz="2500" b="1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性质</a:t>
            </a:r>
            <a:r>
              <a:rPr sz="2500" b="1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  <a:sym typeface="+mn-ea"/>
              </a:rPr>
              <a:t>.</a:t>
            </a:r>
          </a:p>
        </p:txBody>
      </p:sp>
      <p:sp>
        <p:nvSpPr>
          <p:cNvPr id="34" name="爆炸形: 8 pt  33"/>
          <p:cNvSpPr/>
          <p:nvPr/>
        </p:nvSpPr>
        <p:spPr bwMode="auto">
          <a:xfrm>
            <a:off x="696219" y="3230885"/>
            <a:ext cx="213994" cy="259253"/>
          </a:xfrm>
          <a:prstGeom prst="irregularSeal1">
            <a:avLst/>
          </a:prstGeom>
          <a:solidFill>
            <a:srgbClr val="969696"/>
          </a:solidFill>
          <a:ln w="28575" cap="flat" cmpd="sng" algn="ctr">
            <a:solidFill>
              <a:srgbClr val="3333FF"/>
            </a:solidFill>
            <a:prstDash val="solid"/>
            <a:round/>
            <a:headEnd type="none" w="med" len="med"/>
            <a:tailEnd type="triangle" w="med" len="med"/>
          </a:ln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400" b="1" i="0" u="none" strike="noStrike" kern="1200" cap="none" spc="0" normalizeH="0" baseline="0" noProof="0">
              <a:ln w="22225">
                <a:solidFill>
                  <a:srgbClr val="0000FF"/>
                </a:solidFill>
                <a:prstDash val="solid"/>
              </a:ln>
              <a:solidFill>
                <a:srgbClr val="B2B2B2">
                  <a:lumMod val="40000"/>
                  <a:lumOff val="60000"/>
                </a:srgbClr>
              </a:solidFill>
              <a:effectLst>
                <a:glow rad="228600">
                  <a:srgbClr val="B2B2B2">
                    <a:satMod val="175000"/>
                    <a:alpha val="40000"/>
                  </a:srgbClr>
                </a:glow>
              </a:effectLst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华文中宋" panose="02010600040101010101" pitchFamily="2" charset="-122"/>
            </a:endParaRPr>
          </a:p>
        </p:txBody>
      </p:sp>
      <p:sp>
        <p:nvSpPr>
          <p:cNvPr id="24" name="Rectangle 1"/>
          <p:cNvSpPr>
            <a:spLocks noChangeArrowheads="1"/>
          </p:cNvSpPr>
          <p:nvPr/>
        </p:nvSpPr>
        <p:spPr bwMode="auto">
          <a:xfrm>
            <a:off x="957454" y="3813394"/>
            <a:ext cx="7487542" cy="4756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defRPr/>
            </a:pPr>
            <a:r>
              <a:rPr kumimoji="1" lang="zh-CN" altLang="en-US" sz="2500" b="1" i="0" u="none" strike="noStrike" kern="1200" cap="none" spc="0" normalizeH="0" baseline="0" noProof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实践问题</a:t>
            </a:r>
            <a:r>
              <a:rPr kumimoji="1" lang="en-US" altLang="zh-CN" sz="25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:  </a:t>
            </a:r>
            <a:r>
              <a:rPr kumimoji="1" lang="zh-CN" sz="25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分块矩阵的计算</a:t>
            </a:r>
            <a:r>
              <a:rPr kumimoji="1" sz="25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26" name="爆炸形: 8 pt  25"/>
          <p:cNvSpPr/>
          <p:nvPr/>
        </p:nvSpPr>
        <p:spPr bwMode="auto">
          <a:xfrm>
            <a:off x="734618" y="3698787"/>
            <a:ext cx="213994" cy="259253"/>
          </a:xfrm>
          <a:prstGeom prst="irregularSeal1">
            <a:avLst/>
          </a:prstGeom>
          <a:solidFill>
            <a:srgbClr val="969696"/>
          </a:solidFill>
          <a:ln w="28575" cap="flat" cmpd="sng" algn="ctr">
            <a:solidFill>
              <a:srgbClr val="3333FF"/>
            </a:solidFill>
            <a:prstDash val="solid"/>
            <a:round/>
            <a:headEnd type="none" w="med" len="med"/>
            <a:tailEnd type="triangle" w="med" len="med"/>
          </a:ln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400" b="1" i="0" u="none" strike="noStrike" kern="1200" cap="none" spc="0" normalizeH="0" baseline="0" noProof="0">
              <a:ln w="22225">
                <a:solidFill>
                  <a:srgbClr val="0000FF"/>
                </a:solidFill>
                <a:prstDash val="solid"/>
              </a:ln>
              <a:solidFill>
                <a:srgbClr val="B2B2B2">
                  <a:lumMod val="40000"/>
                  <a:lumOff val="60000"/>
                </a:srgbClr>
              </a:solidFill>
              <a:effectLst>
                <a:glow rad="228600">
                  <a:srgbClr val="B2B2B2">
                    <a:satMod val="175000"/>
                    <a:alpha val="40000"/>
                  </a:srgbClr>
                </a:glow>
              </a:effectLst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华文中宋" panose="02010600040101010101" pitchFamily="2" charset="-122"/>
            </a:endParaRPr>
          </a:p>
        </p:txBody>
      </p:sp>
      <p:sp>
        <p:nvSpPr>
          <p:cNvPr id="27" name="Rectangle 1"/>
          <p:cNvSpPr>
            <a:spLocks noChangeArrowheads="1"/>
          </p:cNvSpPr>
          <p:nvPr/>
        </p:nvSpPr>
        <p:spPr bwMode="auto">
          <a:xfrm>
            <a:off x="951104" y="4457284"/>
            <a:ext cx="7745412" cy="4756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lr>
                <a:schemeClr val="bg2"/>
              </a:buClr>
              <a:buSzPct val="75000"/>
              <a:buFont typeface="Wingdings" panose="05000000000000000000" pitchFamily="2" charset="2"/>
              <a:buChar char="n"/>
              <a:defRPr sz="32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>
              <a:spcBef>
                <a:spcPct val="20000"/>
              </a:spcBef>
              <a:buClr>
                <a:schemeClr val="accent2"/>
              </a:buClr>
              <a:buSzPct val="80000"/>
              <a:buFont typeface="Wingdings" panose="05000000000000000000" pitchFamily="2" charset="2"/>
              <a:buChar char="¨"/>
              <a:defRPr sz="28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>
              <a:spcBef>
                <a:spcPct val="20000"/>
              </a:spcBef>
              <a:buClr>
                <a:schemeClr val="bg2"/>
              </a:buClr>
              <a:buSzPct val="6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>
              <a:spcBef>
                <a:spcPct val="20000"/>
              </a:spcBef>
              <a:buClr>
                <a:schemeClr val="accent2"/>
              </a:buClr>
              <a:buSzPct val="70000"/>
              <a:buFont typeface="Wingdings" panose="05000000000000000000" pitchFamily="2" charset="2"/>
              <a:buChar char="¨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>
              <a:spcBef>
                <a:spcPct val="20000"/>
              </a:spcBef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" panose="05000000000000000000" pitchFamily="2" charset="2"/>
              <a:buChar char="§"/>
              <a:defRPr sz="2000"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None/>
              <a:defRPr/>
            </a:pPr>
            <a:r>
              <a:rPr kumimoji="1" lang="zh-CN" altLang="en-US" sz="25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拓展问题</a:t>
            </a:r>
            <a:r>
              <a:rPr kumimoji="1" lang="en-US" altLang="zh-CN" sz="2500" b="1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:  </a:t>
            </a:r>
            <a:r>
              <a:rPr kumimoji="1" sz="25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分块矩阵的</a:t>
            </a:r>
            <a:r>
              <a:rPr kumimoji="1" lang="zh-CN" sz="2500" b="1" i="0" u="none" strike="noStrike" kern="1200" cap="none" spc="0" normalizeH="0" baseline="0" noProof="0" dirty="0">
                <a:ln>
                  <a:noFill/>
                </a:ln>
                <a:solidFill>
                  <a:srgbClr val="0000FF"/>
                </a:solidFill>
                <a:effectLst/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应用</a:t>
            </a:r>
          </a:p>
        </p:txBody>
      </p:sp>
      <p:sp>
        <p:nvSpPr>
          <p:cNvPr id="30" name="爆炸形: 8 pt  29"/>
          <p:cNvSpPr/>
          <p:nvPr/>
        </p:nvSpPr>
        <p:spPr bwMode="auto">
          <a:xfrm>
            <a:off x="661601" y="4457378"/>
            <a:ext cx="213994" cy="259253"/>
          </a:xfrm>
          <a:prstGeom prst="irregularSeal1">
            <a:avLst/>
          </a:prstGeom>
          <a:solidFill>
            <a:srgbClr val="969696"/>
          </a:solidFill>
          <a:ln w="28575" cap="flat" cmpd="sng" algn="ctr">
            <a:solidFill>
              <a:srgbClr val="3333FF"/>
            </a:solidFill>
            <a:prstDash val="solid"/>
            <a:round/>
            <a:headEnd type="none" w="med" len="med"/>
            <a:tailEnd type="triangle" w="med" len="med"/>
          </a:ln>
          <a:effectLst>
            <a:glow rad="228600">
              <a:schemeClr val="accent5">
                <a:satMod val="175000"/>
                <a:alpha val="40000"/>
              </a:schemeClr>
            </a:glow>
          </a:effectLst>
        </p:spPr>
        <p:txBody>
          <a:bodyPr/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endParaRPr kumimoji="1" lang="zh-CN" altLang="en-US" sz="2400" b="1" i="0" u="none" strike="noStrike" kern="1200" cap="none" spc="0" normalizeH="0" baseline="0" noProof="0">
              <a:ln w="22225">
                <a:solidFill>
                  <a:srgbClr val="0000FF"/>
                </a:solidFill>
                <a:prstDash val="solid"/>
              </a:ln>
              <a:solidFill>
                <a:srgbClr val="B2B2B2">
                  <a:lumMod val="40000"/>
                  <a:lumOff val="60000"/>
                </a:srgbClr>
              </a:solidFill>
              <a:effectLst>
                <a:glow rad="228600">
                  <a:srgbClr val="B2B2B2">
                    <a:satMod val="175000"/>
                    <a:alpha val="40000"/>
                  </a:srgbClr>
                </a:glow>
              </a:effectLst>
              <a:uLnTx/>
              <a:uFillTx/>
              <a:latin typeface="Times New Roman" panose="02020603050405020304" pitchFamily="18" charset="0"/>
              <a:ea typeface="宋体" panose="02010600030101010101" pitchFamily="2" charset="-122"/>
              <a:cs typeface="华文中宋" panose="02010600040101010101" pitchFamily="2" charset="-122"/>
            </a:endParaRPr>
          </a:p>
        </p:txBody>
      </p:sp>
      <p:pic>
        <p:nvPicPr>
          <p:cNvPr id="44059" name="Picture 11"/>
          <p:cNvPicPr>
            <a:picLocks noChangeAspect="1" noChangeArrowheads="1" noCrop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-42863" y="-9525"/>
            <a:ext cx="1014413" cy="8397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ransition spd="slow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22" grpId="0"/>
      <p:bldP spid="29" grpId="0"/>
      <p:bldP spid="24" grpId="0"/>
      <p:bldP spid="27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Box 2"/>
          <p:cNvSpPr txBox="1">
            <a:spLocks noChangeArrowheads="1"/>
          </p:cNvSpPr>
          <p:nvPr/>
        </p:nvSpPr>
        <p:spPr bwMode="auto">
          <a:xfrm>
            <a:off x="1548130" y="2205355"/>
            <a:ext cx="5718810" cy="607695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>
              <a:defRPr kumimoji="1" sz="2800">
                <a:solidFill>
                  <a:schemeClr val="tx2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1pPr>
            <a:lvl2pPr marL="742950" indent="-285750">
              <a:defRPr kumimoji="1" sz="2800">
                <a:solidFill>
                  <a:schemeClr val="tx2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2pPr>
            <a:lvl3pPr marL="1143000" indent="-228600">
              <a:defRPr kumimoji="1" sz="2800">
                <a:solidFill>
                  <a:schemeClr val="tx2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3pPr>
            <a:lvl4pPr marL="1600200" indent="-228600">
              <a:defRPr kumimoji="1" sz="2800">
                <a:solidFill>
                  <a:schemeClr val="tx2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4pPr>
            <a:lvl5pPr marL="2057400" indent="-228600">
              <a:defRPr kumimoji="1" sz="2800">
                <a:solidFill>
                  <a:schemeClr val="tx2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kumimoji="1" sz="2800">
                <a:solidFill>
                  <a:schemeClr val="tx2"/>
                </a:solidFill>
                <a:latin typeface="Times New Roman" panose="02020603050405020304" pitchFamily="18" charset="0"/>
                <a:ea typeface="宋体" panose="02010600030101010101" pitchFamily="2" charset="-122"/>
              </a:defRPr>
            </a:lvl9pPr>
          </a:lstStyle>
          <a:p>
            <a:pPr eaLnBrk="1" hangingPunct="1">
              <a:lnSpc>
                <a:spcPct val="120000"/>
              </a:lnSpc>
              <a:spcBef>
                <a:spcPct val="50000"/>
              </a:spcBef>
              <a:defRPr/>
            </a:pPr>
            <a:r>
              <a:rPr kumimoji="0"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习题二：</a:t>
            </a:r>
            <a:r>
              <a:rPr kumimoji="0" lang="en-US" altLang="zh-CN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18</a:t>
            </a:r>
            <a:r>
              <a:rPr kumimoji="0"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（</a:t>
            </a:r>
            <a:r>
              <a:rPr kumimoji="0" lang="en-US" altLang="zh-CN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1</a:t>
            </a:r>
            <a:r>
              <a:rPr kumimoji="0"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）、</a:t>
            </a:r>
            <a:r>
              <a:rPr kumimoji="0" lang="en-US" altLang="zh-CN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19</a:t>
            </a:r>
            <a:r>
              <a:rPr kumimoji="0"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、</a:t>
            </a:r>
            <a:r>
              <a:rPr kumimoji="0" lang="en-US" altLang="zh-CN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20</a:t>
            </a:r>
            <a:r>
              <a:rPr kumimoji="0"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（</a:t>
            </a:r>
            <a:r>
              <a:rPr kumimoji="0" lang="en-US" altLang="zh-CN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2</a:t>
            </a:r>
            <a:r>
              <a:rPr kumimoji="0" lang="zh-CN" altLang="en-US" b="1" dirty="0">
                <a:latin typeface="华文中宋" panose="02010600040101010101" pitchFamily="2" charset="-122"/>
                <a:ea typeface="华文中宋" panose="02010600040101010101" pitchFamily="2" charset="-122"/>
                <a:cs typeface="华文中宋" panose="02010600040101010101" pitchFamily="2" charset="-122"/>
              </a:rPr>
              <a:t>）</a:t>
            </a:r>
          </a:p>
        </p:txBody>
      </p:sp>
      <p:grpSp>
        <p:nvGrpSpPr>
          <p:cNvPr id="62467" name="Group 29"/>
          <p:cNvGrpSpPr/>
          <p:nvPr/>
        </p:nvGrpSpPr>
        <p:grpSpPr bwMode="auto">
          <a:xfrm>
            <a:off x="60325" y="136525"/>
            <a:ext cx="2497934" cy="825500"/>
            <a:chOff x="51" y="0"/>
            <a:chExt cx="881" cy="246"/>
          </a:xfrm>
        </p:grpSpPr>
        <p:sp>
          <p:nvSpPr>
            <p:cNvPr id="62475" name="Rectangle 30"/>
            <p:cNvSpPr>
              <a:spLocks noChangeArrowheads="1"/>
            </p:cNvSpPr>
            <p:nvPr/>
          </p:nvSpPr>
          <p:spPr bwMode="auto">
            <a:xfrm>
              <a:off x="349" y="9"/>
              <a:ext cx="583" cy="15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1pPr>
              <a:lvl2pPr marL="742950" indent="-28575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2pPr>
              <a:lvl3pPr marL="11430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3pPr>
              <a:lvl4pPr marL="16002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4pPr>
              <a:lvl5pPr marL="2057400" indent="-228600"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kumimoji="1" sz="2800">
                  <a:solidFill>
                    <a:schemeClr val="tx2"/>
                  </a:solidFill>
                  <a:latin typeface="Times New Roman" panose="02020603050405020304" pitchFamily="18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lnSpc>
                  <a:spcPct val="120000"/>
                </a:lnSpc>
                <a:spcBef>
                  <a:spcPct val="50000"/>
                </a:spcBef>
              </a:pPr>
              <a:r>
                <a:rPr lang="zh-CN" altLang="en-US" sz="2600" b="1" dirty="0">
                  <a:solidFill>
                    <a:srgbClr val="C00000"/>
                  </a:solidFill>
                  <a:latin typeface="华文中宋" panose="02010600040101010101" pitchFamily="2" charset="-122"/>
                  <a:ea typeface="华文中宋" panose="02010600040101010101" pitchFamily="2" charset="-122"/>
                  <a:cs typeface="Times New Roman" panose="02020603050405020304" pitchFamily="18" charset="0"/>
                </a:rPr>
                <a:t>作  业</a:t>
              </a:r>
            </a:p>
          </p:txBody>
        </p:sp>
        <p:grpSp>
          <p:nvGrpSpPr>
            <p:cNvPr id="62476" name="Group 31"/>
            <p:cNvGrpSpPr/>
            <p:nvPr/>
          </p:nvGrpSpPr>
          <p:grpSpPr bwMode="auto">
            <a:xfrm>
              <a:off x="51" y="0"/>
              <a:ext cx="829" cy="246"/>
              <a:chOff x="51" y="0"/>
              <a:chExt cx="829" cy="246"/>
            </a:xfrm>
          </p:grpSpPr>
          <p:sp>
            <p:nvSpPr>
              <p:cNvPr id="62477" name="Line 32"/>
              <p:cNvSpPr>
                <a:spLocks noChangeShapeType="1"/>
              </p:cNvSpPr>
              <p:nvPr/>
            </p:nvSpPr>
            <p:spPr bwMode="auto">
              <a:xfrm flipV="1">
                <a:off x="96" y="198"/>
                <a:ext cx="784" cy="4"/>
              </a:xfrm>
              <a:prstGeom prst="line">
                <a:avLst/>
              </a:prstGeom>
              <a:noFill/>
              <a:ln w="28575">
                <a:solidFill>
                  <a:srgbClr val="0000FF"/>
                </a:solidFill>
                <a:round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>
                  <a:cs typeface="华文中宋" panose="02010600040101010101" pitchFamily="2" charset="-122"/>
                </a:endParaRPr>
              </a:p>
            </p:txBody>
          </p:sp>
          <p:pic>
            <p:nvPicPr>
              <p:cNvPr id="62478" name="Picture 33" descr="BD10263_"/>
              <p:cNvPicPr>
                <a:picLocks noChangeAspect="1" noChangeArrowheads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1" y="0"/>
                <a:ext cx="246" cy="246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</p:grpSp>
      </p:grpSp>
      <p:sp>
        <p:nvSpPr>
          <p:cNvPr id="2" name="Text Box 4103">
            <a:hlinkClick r:id="rId3" action="ppaction://hlinksldjump" highlightClick="1"/>
            <a:hlinkHover r:id="" action="ppaction://macro?name=Macro1" highlightClick="1"/>
          </p:cNvPr>
          <p:cNvSpPr txBox="1">
            <a:spLocks noChangeArrowheads="1"/>
          </p:cNvSpPr>
          <p:nvPr/>
        </p:nvSpPr>
        <p:spPr bwMode="auto">
          <a:xfrm>
            <a:off x="7150814" y="6237312"/>
            <a:ext cx="1997088" cy="523220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txBody>
          <a:bodyPr wrap="square">
            <a:spAutoFit/>
          </a:bodyPr>
          <a:lstStyle/>
          <a:p>
            <a:pPr marL="0" marR="0" lvl="0" indent="0" algn="ctr" defTabSz="914400" rtl="0" eaLnBrk="0" fontAlgn="base" latinLnBrk="0" hangingPunct="0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kumimoji="1" lang="zh-CN" altLang="en-US" b="1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>
                  <a:outerShdw blurRad="38100" dist="38100" dir="2700000" algn="tl">
                    <a:srgbClr val="C0C0C0"/>
                  </a:outerShdw>
                </a:effectLst>
                <a:uLnTx/>
                <a:uFillTx/>
                <a:latin typeface="Times New Roman" panose="02020603050405020304" pitchFamily="18" charset="0"/>
                <a:ea typeface="华文中宋" panose="02010600040101010101" pitchFamily="2" charset="-122"/>
                <a:cs typeface="Times New Roman" panose="02020603050405020304" pitchFamily="18" charset="0"/>
              </a:rPr>
              <a:t>线性代数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999"/>
    </mc:Choice>
    <mc:Fallback xmlns="">
      <p:transition spd="slow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PP_MARK_KEY" val="f47fcc34-08aa-4d11-ab19-1f61cfe44d19"/>
  <p:tag name="COMMONDATA" val="eyJoZGlkIjoiZmRhY2I1Yzc3MDRmODQ3NWQxMWUzOTBiYTliNDAwZTcifQ=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1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2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ags/tag3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"/>
</p:tagLst>
</file>

<file path=ppt/theme/theme1.xml><?xml version="1.0" encoding="utf-8"?>
<a:theme xmlns:a="http://schemas.openxmlformats.org/drawingml/2006/main" name="1_默认设计模板">
  <a:themeElements>
    <a:clrScheme name="">
      <a:dk1>
        <a:srgbClr val="000000"/>
      </a:dk1>
      <a:lt1>
        <a:srgbClr val="FFFFFF"/>
      </a:lt1>
      <a:dk2>
        <a:srgbClr val="4E5B6F"/>
      </a:dk2>
      <a:lt2>
        <a:srgbClr val="D6ECFF"/>
      </a:lt2>
      <a:accent1>
        <a:srgbClr val="7FD13B"/>
      </a:accent1>
      <a:accent2>
        <a:srgbClr val="EA157A"/>
      </a:accent2>
      <a:accent3>
        <a:srgbClr val="FFFFFF"/>
      </a:accent3>
      <a:accent4>
        <a:srgbClr val="000000"/>
      </a:accent4>
      <a:accent5>
        <a:srgbClr val="C0E5AF"/>
      </a:accent5>
      <a:accent6>
        <a:srgbClr val="D4126E"/>
      </a:accent6>
      <a:hlink>
        <a:srgbClr val="EB8803"/>
      </a:hlink>
      <a:folHlink>
        <a:srgbClr val="5F7791"/>
      </a:folHlink>
    </a:clrScheme>
    <a:fontScheme name="默认设计模板">
      <a:majorFont>
        <a:latin typeface="Times New Roman"/>
        <a:ea typeface="华文中宋"/>
        <a:cs typeface=""/>
      </a:majorFont>
      <a:minorFont>
        <a:latin typeface="华文中宋"/>
        <a:ea typeface="楷体_GB2312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2_默认设计模板">
  <a:themeElements>
    <a:clrScheme name="">
      <a:dk1>
        <a:srgbClr val="000000"/>
      </a:dk1>
      <a:lt1>
        <a:srgbClr val="FFFFFF"/>
      </a:lt1>
      <a:dk2>
        <a:srgbClr val="4E5B6F"/>
      </a:dk2>
      <a:lt2>
        <a:srgbClr val="D6ECFF"/>
      </a:lt2>
      <a:accent1>
        <a:srgbClr val="7FD13B"/>
      </a:accent1>
      <a:accent2>
        <a:srgbClr val="EA157A"/>
      </a:accent2>
      <a:accent3>
        <a:srgbClr val="FFFFFF"/>
      </a:accent3>
      <a:accent4>
        <a:srgbClr val="000000"/>
      </a:accent4>
      <a:accent5>
        <a:srgbClr val="C0E5AF"/>
      </a:accent5>
      <a:accent6>
        <a:srgbClr val="D4126E"/>
      </a:accent6>
      <a:hlink>
        <a:srgbClr val="EB8803"/>
      </a:hlink>
      <a:folHlink>
        <a:srgbClr val="5F7791"/>
      </a:folHlink>
    </a:clrScheme>
    <a:fontScheme name="默认设计模板">
      <a:majorFont>
        <a:latin typeface="Times New Roman"/>
        <a:ea typeface="华文中宋"/>
        <a:cs typeface=""/>
      </a:majorFont>
      <a:minorFont>
        <a:latin typeface="华文中宋"/>
        <a:ea typeface="楷体_GB2312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 typeface="Arial" panose="020B0604020202020204" pitchFamily="34" charset="0"/>
          <a:buNone/>
          <a:defRPr kumimoji="0" lang="zh-CN" sz="1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Arial" panose="020B0604020202020204" pitchFamily="34" charset="0"/>
            <a:ea typeface="宋体" panose="02010600030101010101" pitchFamily="2" charset="-122"/>
          </a:defRPr>
        </a:defPPr>
      </a:lst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习题课模板">
  <a:themeElements>
    <a:clrScheme name="2_习题课模板 1">
      <a:dk1>
        <a:srgbClr val="000000"/>
      </a:dk1>
      <a:lt1>
        <a:srgbClr val="FFFFFF"/>
      </a:lt1>
      <a:dk2>
        <a:srgbClr val="000000"/>
      </a:dk2>
      <a:lt2>
        <a:srgbClr val="969696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2_习题课模板">
      <a:majorFont>
        <a:latin typeface="Times New Roman"/>
        <a:ea typeface="宋体"/>
        <a:cs typeface=""/>
      </a:majorFont>
      <a:minorFont>
        <a:latin typeface="Times New Roman"/>
        <a:ea typeface="宋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28575" cap="flat" cmpd="sng" algn="ctr">
          <a:solidFill>
            <a:schemeClr val="tx1"/>
          </a:solidFill>
          <a:prstDash val="solid"/>
          <a:round/>
          <a:headEnd type="none" w="med" len="med"/>
          <a:tailEnd type="triangl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1" lang="zh-CN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anose="02020603050405020304" pitchFamily="18" charset="0"/>
            <a:ea typeface="宋体" panose="0201060003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28575" cap="flat" cmpd="sng" algn="ctr">
          <a:solidFill>
            <a:schemeClr val="tx1"/>
          </a:solidFill>
          <a:prstDash val="solid"/>
          <a:round/>
          <a:headEnd type="none" w="med" len="med"/>
          <a:tailEnd type="triangl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1" lang="zh-CN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anose="02020603050405020304" pitchFamily="18" charset="0"/>
            <a:ea typeface="宋体" panose="02010600030101010101" pitchFamily="2" charset="-122"/>
          </a:defRPr>
        </a:defPPr>
      </a:lstStyle>
    </a:lnDef>
  </a:objectDefaults>
  <a:extraClrSchemeLst>
    <a:extraClrScheme>
      <a:clrScheme name="2_习题课模板 1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00CC99"/>
        </a:accent1>
        <a:accent2>
          <a:srgbClr val="3333CC"/>
        </a:accent2>
        <a:accent3>
          <a:srgbClr val="FFFFFF"/>
        </a:accent3>
        <a:accent4>
          <a:srgbClr val="000000"/>
        </a:accent4>
        <a:accent5>
          <a:srgbClr val="AAE2CA"/>
        </a:accent5>
        <a:accent6>
          <a:srgbClr val="2D2DB9"/>
        </a:accent6>
        <a:hlink>
          <a:srgbClr val="CCCCFF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习题课模板 2">
        <a:dk1>
          <a:srgbClr val="000000"/>
        </a:dk1>
        <a:lt1>
          <a:srgbClr val="FFFFFF"/>
        </a:lt1>
        <a:dk2>
          <a:srgbClr val="0000FF"/>
        </a:dk2>
        <a:lt2>
          <a:srgbClr val="FFFF00"/>
        </a:lt2>
        <a:accent1>
          <a:srgbClr val="FF9900"/>
        </a:accent1>
        <a:accent2>
          <a:srgbClr val="00FFFF"/>
        </a:accent2>
        <a:accent3>
          <a:srgbClr val="AAAAFF"/>
        </a:accent3>
        <a:accent4>
          <a:srgbClr val="DADADA"/>
        </a:accent4>
        <a:accent5>
          <a:srgbClr val="FFCAAA"/>
        </a:accent5>
        <a:accent6>
          <a:srgbClr val="00E7E7"/>
        </a:accent6>
        <a:hlink>
          <a:srgbClr val="FF0033"/>
        </a:hlink>
        <a:folHlink>
          <a:srgbClr val="96969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2_习题课模板 3">
        <a:dk1>
          <a:srgbClr val="000000"/>
        </a:dk1>
        <a:lt1>
          <a:srgbClr val="FFFFCC"/>
        </a:lt1>
        <a:dk2>
          <a:srgbClr val="999933"/>
        </a:dk2>
        <a:lt2>
          <a:srgbClr val="808000"/>
        </a:lt2>
        <a:accent1>
          <a:srgbClr val="339933"/>
        </a:accent1>
        <a:accent2>
          <a:srgbClr val="800000"/>
        </a:accent2>
        <a:accent3>
          <a:srgbClr val="FFFFE2"/>
        </a:accent3>
        <a:accent4>
          <a:srgbClr val="000000"/>
        </a:accent4>
        <a:accent5>
          <a:srgbClr val="ADCAAD"/>
        </a:accent5>
        <a:accent6>
          <a:srgbClr val="730000"/>
        </a:accent6>
        <a:hlink>
          <a:srgbClr val="0033CC"/>
        </a:hlink>
        <a:folHlink>
          <a:srgbClr val="FFCC66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习题课模板 4">
        <a:dk1>
          <a:srgbClr val="000000"/>
        </a:dk1>
        <a:lt1>
          <a:srgbClr val="FFFFFF"/>
        </a:lt1>
        <a:dk2>
          <a:srgbClr val="000000"/>
        </a:dk2>
        <a:lt2>
          <a:srgbClr val="393939"/>
        </a:lt2>
        <a:accent1>
          <a:srgbClr val="CBCBCB"/>
        </a:accent1>
        <a:accent2>
          <a:srgbClr val="868686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797979"/>
        </a:accent6>
        <a:hlink>
          <a:srgbClr val="4D4D4D"/>
        </a:hlink>
        <a:folHlink>
          <a:srgbClr val="EAEAEA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习题课模板 5">
        <a:dk1>
          <a:srgbClr val="000000"/>
        </a:dk1>
        <a:lt1>
          <a:srgbClr val="FFFFFF"/>
        </a:lt1>
        <a:dk2>
          <a:srgbClr val="000000"/>
        </a:dk2>
        <a:lt2>
          <a:srgbClr val="9F9F9F"/>
        </a:lt2>
        <a:accent1>
          <a:srgbClr val="FFCC66"/>
        </a:accent1>
        <a:accent2>
          <a:srgbClr val="0000FF"/>
        </a:accent2>
        <a:accent3>
          <a:srgbClr val="FFFFFF"/>
        </a:accent3>
        <a:accent4>
          <a:srgbClr val="000000"/>
        </a:accent4>
        <a:accent5>
          <a:srgbClr val="FFE2B8"/>
        </a:accent5>
        <a:accent6>
          <a:srgbClr val="0000E7"/>
        </a:accent6>
        <a:hlink>
          <a:srgbClr val="CC00CC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习题课模板 6">
        <a:dk1>
          <a:srgbClr val="000000"/>
        </a:dk1>
        <a:lt1>
          <a:srgbClr val="FFFFFF"/>
        </a:lt1>
        <a:dk2>
          <a:srgbClr val="000000"/>
        </a:dk2>
        <a:lt2>
          <a:srgbClr val="868686"/>
        </a:lt2>
        <a:accent1>
          <a:srgbClr val="CBCBCB"/>
        </a:accent1>
        <a:accent2>
          <a:srgbClr val="0066FF"/>
        </a:accent2>
        <a:accent3>
          <a:srgbClr val="FFFFFF"/>
        </a:accent3>
        <a:accent4>
          <a:srgbClr val="000000"/>
        </a:accent4>
        <a:accent5>
          <a:srgbClr val="E2E2E2"/>
        </a:accent5>
        <a:accent6>
          <a:srgbClr val="005CE7"/>
        </a:accent6>
        <a:hlink>
          <a:srgbClr val="FF0033"/>
        </a:hlink>
        <a:folHlink>
          <a:srgbClr val="00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2_习题课模板 7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3399FF"/>
        </a:accent1>
        <a:accent2>
          <a:srgbClr val="99FFCC"/>
        </a:accent2>
        <a:accent3>
          <a:srgbClr val="FFFFFF"/>
        </a:accent3>
        <a:accent4>
          <a:srgbClr val="000000"/>
        </a:accent4>
        <a:accent5>
          <a:srgbClr val="ADCAFF"/>
        </a:accent5>
        <a:accent6>
          <a:srgbClr val="8AE7B9"/>
        </a:accent6>
        <a:hlink>
          <a:srgbClr val="CC00CC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2_Pixel">
  <a:themeElements>
    <a:clrScheme name="Pixel 12">
      <a:dk1>
        <a:srgbClr val="000000"/>
      </a:dk1>
      <a:lt1>
        <a:srgbClr val="FFFFFF"/>
      </a:lt1>
      <a:dk2>
        <a:srgbClr val="000000"/>
      </a:dk2>
      <a:lt2>
        <a:srgbClr val="00007D"/>
      </a:lt2>
      <a:accent1>
        <a:srgbClr val="9999FF"/>
      </a:accent1>
      <a:accent2>
        <a:srgbClr val="9999CC"/>
      </a:accent2>
      <a:accent3>
        <a:srgbClr val="FFFFFF"/>
      </a:accent3>
      <a:accent4>
        <a:srgbClr val="000000"/>
      </a:accent4>
      <a:accent5>
        <a:srgbClr val="CACAFF"/>
      </a:accent5>
      <a:accent6>
        <a:srgbClr val="8A8AB9"/>
      </a:accent6>
      <a:hlink>
        <a:srgbClr val="666699"/>
      </a:hlink>
      <a:folHlink>
        <a:srgbClr val="CCCCE6"/>
      </a:folHlink>
    </a:clrScheme>
    <a:fontScheme name="Pixel">
      <a:majorFont>
        <a:latin typeface="华文中宋"/>
        <a:ea typeface="宋体"/>
        <a:cs typeface=""/>
      </a:majorFont>
      <a:minorFont>
        <a:latin typeface="华文中宋"/>
        <a:ea typeface="宋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Pixel 1">
        <a:dk1>
          <a:srgbClr val="0066FF"/>
        </a:dk1>
        <a:lt1>
          <a:srgbClr val="FFFFFF"/>
        </a:lt1>
        <a:dk2>
          <a:srgbClr val="000066"/>
        </a:dk2>
        <a:lt2>
          <a:srgbClr val="FFFFFF"/>
        </a:lt2>
        <a:accent1>
          <a:srgbClr val="6699FF"/>
        </a:accent1>
        <a:accent2>
          <a:srgbClr val="3333FF"/>
        </a:accent2>
        <a:accent3>
          <a:srgbClr val="AAAAB8"/>
        </a:accent3>
        <a:accent4>
          <a:srgbClr val="DADADA"/>
        </a:accent4>
        <a:accent5>
          <a:srgbClr val="B8CAFF"/>
        </a:accent5>
        <a:accent6>
          <a:srgbClr val="2D2DE7"/>
        </a:accent6>
        <a:hlink>
          <a:srgbClr val="FFCC00"/>
        </a:hlink>
        <a:folHlink>
          <a:srgbClr val="0000CC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2">
        <a:dk1>
          <a:srgbClr val="009999"/>
        </a:dk1>
        <a:lt1>
          <a:srgbClr val="FFFFFF"/>
        </a:lt1>
        <a:dk2>
          <a:srgbClr val="334B49"/>
        </a:dk2>
        <a:lt2>
          <a:srgbClr val="FFFFFF"/>
        </a:lt2>
        <a:accent1>
          <a:srgbClr val="33CCCC"/>
        </a:accent1>
        <a:accent2>
          <a:srgbClr val="008080"/>
        </a:accent2>
        <a:accent3>
          <a:srgbClr val="ADB1B1"/>
        </a:accent3>
        <a:accent4>
          <a:srgbClr val="DADADA"/>
        </a:accent4>
        <a:accent5>
          <a:srgbClr val="ADE2E2"/>
        </a:accent5>
        <a:accent6>
          <a:srgbClr val="007373"/>
        </a:accent6>
        <a:hlink>
          <a:srgbClr val="FFCC00"/>
        </a:hlink>
        <a:folHlink>
          <a:srgbClr val="00666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3">
        <a:dk1>
          <a:srgbClr val="006699"/>
        </a:dk1>
        <a:lt1>
          <a:srgbClr val="FFFFFF"/>
        </a:lt1>
        <a:dk2>
          <a:srgbClr val="333399"/>
        </a:dk2>
        <a:lt2>
          <a:srgbClr val="FFFFFF"/>
        </a:lt2>
        <a:accent1>
          <a:srgbClr val="0099CC"/>
        </a:accent1>
        <a:accent2>
          <a:srgbClr val="0386AF"/>
        </a:accent2>
        <a:accent3>
          <a:srgbClr val="ADADCA"/>
        </a:accent3>
        <a:accent4>
          <a:srgbClr val="DADADA"/>
        </a:accent4>
        <a:accent5>
          <a:srgbClr val="AACAE2"/>
        </a:accent5>
        <a:accent6>
          <a:srgbClr val="02799E"/>
        </a:accent6>
        <a:hlink>
          <a:srgbClr val="FFCC00"/>
        </a:hlink>
        <a:folHlink>
          <a:srgbClr val="6699FF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4">
        <a:dk1>
          <a:srgbClr val="008080"/>
        </a:dk1>
        <a:lt1>
          <a:srgbClr val="FFFFFF"/>
        </a:lt1>
        <a:dk2>
          <a:srgbClr val="2F978D"/>
        </a:dk2>
        <a:lt2>
          <a:srgbClr val="FFFFFF"/>
        </a:lt2>
        <a:accent1>
          <a:srgbClr val="0099FF"/>
        </a:accent1>
        <a:accent2>
          <a:srgbClr val="009999"/>
        </a:accent2>
        <a:accent3>
          <a:srgbClr val="ADC9C5"/>
        </a:accent3>
        <a:accent4>
          <a:srgbClr val="DADADA"/>
        </a:accent4>
        <a:accent5>
          <a:srgbClr val="AACAFF"/>
        </a:accent5>
        <a:accent6>
          <a:srgbClr val="008A8A"/>
        </a:accent6>
        <a:hlink>
          <a:srgbClr val="FFFFCC"/>
        </a:hlink>
        <a:folHlink>
          <a:srgbClr val="70CAC6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5">
        <a:dk1>
          <a:srgbClr val="822504"/>
        </a:dk1>
        <a:lt1>
          <a:srgbClr val="FFFFFF"/>
        </a:lt1>
        <a:dk2>
          <a:srgbClr val="330000"/>
        </a:dk2>
        <a:lt2>
          <a:srgbClr val="FFFFFF"/>
        </a:lt2>
        <a:accent1>
          <a:srgbClr val="FF9900"/>
        </a:accent1>
        <a:accent2>
          <a:srgbClr val="9E2A06"/>
        </a:accent2>
        <a:accent3>
          <a:srgbClr val="ADAAAA"/>
        </a:accent3>
        <a:accent4>
          <a:srgbClr val="DADADA"/>
        </a:accent4>
        <a:accent5>
          <a:srgbClr val="FFCAAA"/>
        </a:accent5>
        <a:accent6>
          <a:srgbClr val="8F2505"/>
        </a:accent6>
        <a:hlink>
          <a:srgbClr val="FF3300"/>
        </a:hlink>
        <a:folHlink>
          <a:srgbClr val="7C070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6">
        <a:dk1>
          <a:srgbClr val="336600"/>
        </a:dk1>
        <a:lt1>
          <a:srgbClr val="FFFFFF"/>
        </a:lt1>
        <a:dk2>
          <a:srgbClr val="4A7911"/>
        </a:dk2>
        <a:lt2>
          <a:srgbClr val="FFFFFF"/>
        </a:lt2>
        <a:accent1>
          <a:srgbClr val="666633"/>
        </a:accent1>
        <a:accent2>
          <a:srgbClr val="669900"/>
        </a:accent2>
        <a:accent3>
          <a:srgbClr val="B1BEAA"/>
        </a:accent3>
        <a:accent4>
          <a:srgbClr val="DADADA"/>
        </a:accent4>
        <a:accent5>
          <a:srgbClr val="B8B8AD"/>
        </a:accent5>
        <a:accent6>
          <a:srgbClr val="5C8A00"/>
        </a:accent6>
        <a:hlink>
          <a:srgbClr val="FFCC00"/>
        </a:hlink>
        <a:folHlink>
          <a:srgbClr val="99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Pixel 7">
        <a:dk1>
          <a:srgbClr val="000000"/>
        </a:dk1>
        <a:lt1>
          <a:srgbClr val="FFFFFF"/>
        </a:lt1>
        <a:dk2>
          <a:srgbClr val="000000"/>
        </a:dk2>
        <a:lt2>
          <a:srgbClr val="CC3300"/>
        </a:lt2>
        <a:accent1>
          <a:srgbClr val="FFCC00"/>
        </a:accent1>
        <a:accent2>
          <a:srgbClr val="CC6600"/>
        </a:accent2>
        <a:accent3>
          <a:srgbClr val="FFFFFF"/>
        </a:accent3>
        <a:accent4>
          <a:srgbClr val="000000"/>
        </a:accent4>
        <a:accent5>
          <a:srgbClr val="FFE2AA"/>
        </a:accent5>
        <a:accent6>
          <a:srgbClr val="B95C00"/>
        </a:accent6>
        <a:hlink>
          <a:srgbClr val="663300"/>
        </a:hlink>
        <a:folHlink>
          <a:srgbClr val="CC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8">
        <a:dk1>
          <a:srgbClr val="003300"/>
        </a:dk1>
        <a:lt1>
          <a:srgbClr val="FFFFFF"/>
        </a:lt1>
        <a:dk2>
          <a:srgbClr val="000000"/>
        </a:dk2>
        <a:lt2>
          <a:srgbClr val="336600"/>
        </a:lt2>
        <a:accent1>
          <a:srgbClr val="CCCC00"/>
        </a:accent1>
        <a:accent2>
          <a:srgbClr val="669900"/>
        </a:accent2>
        <a:accent3>
          <a:srgbClr val="FFFFFF"/>
        </a:accent3>
        <a:accent4>
          <a:srgbClr val="002A00"/>
        </a:accent4>
        <a:accent5>
          <a:srgbClr val="E2E2AA"/>
        </a:accent5>
        <a:accent6>
          <a:srgbClr val="5C8A00"/>
        </a:accent6>
        <a:hlink>
          <a:srgbClr val="333300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9">
        <a:dk1>
          <a:srgbClr val="000000"/>
        </a:dk1>
        <a:lt1>
          <a:srgbClr val="FFFFFF"/>
        </a:lt1>
        <a:dk2>
          <a:srgbClr val="000000"/>
        </a:dk2>
        <a:lt2>
          <a:srgbClr val="440044"/>
        </a:lt2>
        <a:accent1>
          <a:srgbClr val="FFCCCC"/>
        </a:accent1>
        <a:accent2>
          <a:srgbClr val="790571"/>
        </a:accent2>
        <a:accent3>
          <a:srgbClr val="FFFFFF"/>
        </a:accent3>
        <a:accent4>
          <a:srgbClr val="000000"/>
        </a:accent4>
        <a:accent5>
          <a:srgbClr val="FFE2E2"/>
        </a:accent5>
        <a:accent6>
          <a:srgbClr val="6D0466"/>
        </a:accent6>
        <a:hlink>
          <a:srgbClr val="993366"/>
        </a:hlink>
        <a:folHlink>
          <a:srgbClr val="9F839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10">
        <a:dk1>
          <a:srgbClr val="000000"/>
        </a:dk1>
        <a:lt1>
          <a:srgbClr val="FFFFFF"/>
        </a:lt1>
        <a:dk2>
          <a:srgbClr val="000000"/>
        </a:dk2>
        <a:lt2>
          <a:srgbClr val="FF9900"/>
        </a:lt2>
        <a:accent1>
          <a:srgbClr val="FFCC99"/>
        </a:accent1>
        <a:accent2>
          <a:srgbClr val="FBA313"/>
        </a:accent2>
        <a:accent3>
          <a:srgbClr val="FFFFFF"/>
        </a:accent3>
        <a:accent4>
          <a:srgbClr val="000000"/>
        </a:accent4>
        <a:accent5>
          <a:srgbClr val="FFE2CA"/>
        </a:accent5>
        <a:accent6>
          <a:srgbClr val="E39310"/>
        </a:accent6>
        <a:hlink>
          <a:srgbClr val="CC3300"/>
        </a:hlink>
        <a:folHlink>
          <a:srgbClr val="FCC66E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11">
        <a:dk1>
          <a:srgbClr val="000000"/>
        </a:dk1>
        <a:lt1>
          <a:srgbClr val="FFFFFF"/>
        </a:lt1>
        <a:dk2>
          <a:srgbClr val="000000"/>
        </a:dk2>
        <a:lt2>
          <a:srgbClr val="779F92"/>
        </a:lt2>
        <a:accent1>
          <a:srgbClr val="33CCCC"/>
        </a:accent1>
        <a:accent2>
          <a:srgbClr val="9DC2D7"/>
        </a:accent2>
        <a:accent3>
          <a:srgbClr val="FFFFFF"/>
        </a:accent3>
        <a:accent4>
          <a:srgbClr val="000000"/>
        </a:accent4>
        <a:accent5>
          <a:srgbClr val="ADE2E2"/>
        </a:accent5>
        <a:accent6>
          <a:srgbClr val="8EB0C3"/>
        </a:accent6>
        <a:hlink>
          <a:srgbClr val="006666"/>
        </a:hlink>
        <a:folHlink>
          <a:srgbClr val="CCCC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Pixel 12">
        <a:dk1>
          <a:srgbClr val="000000"/>
        </a:dk1>
        <a:lt1>
          <a:srgbClr val="FFFFFF"/>
        </a:lt1>
        <a:dk2>
          <a:srgbClr val="000000"/>
        </a:dk2>
        <a:lt2>
          <a:srgbClr val="00007D"/>
        </a:lt2>
        <a:accent1>
          <a:srgbClr val="9999FF"/>
        </a:accent1>
        <a:accent2>
          <a:srgbClr val="9999CC"/>
        </a:accent2>
        <a:accent3>
          <a:srgbClr val="FFFFFF"/>
        </a:accent3>
        <a:accent4>
          <a:srgbClr val="000000"/>
        </a:accent4>
        <a:accent5>
          <a:srgbClr val="CACAFF"/>
        </a:accent5>
        <a:accent6>
          <a:srgbClr val="8A8AB9"/>
        </a:accent6>
        <a:hlink>
          <a:srgbClr val="666699"/>
        </a:hlink>
        <a:folHlink>
          <a:srgbClr val="CCCCE6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华文中宋"/>
        <a:font script="Hebr" typeface="华文中宋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华文中宋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华文中宋"/>
        <a:font script="Hebr" typeface="华文中宋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华文中宋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主题2</Template>
  <TotalTime>37</TotalTime>
  <Words>1727</Words>
  <Application>Microsoft Macintosh PowerPoint</Application>
  <PresentationFormat>On-screen Show (4:3)</PresentationFormat>
  <Paragraphs>535</Paragraphs>
  <Slides>29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10</vt:i4>
      </vt:variant>
      <vt:variant>
        <vt:lpstr>Theme</vt:lpstr>
      </vt:variant>
      <vt:variant>
        <vt:i4>4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44" baseType="lpstr">
      <vt:lpstr>楷体_GB2312</vt:lpstr>
      <vt:lpstr>微软雅黑</vt:lpstr>
      <vt:lpstr>华文中宋</vt:lpstr>
      <vt:lpstr>Arial</vt:lpstr>
      <vt:lpstr>Arial Black</vt:lpstr>
      <vt:lpstr>Calibri</vt:lpstr>
      <vt:lpstr>Cambria Math</vt:lpstr>
      <vt:lpstr>Symbol</vt:lpstr>
      <vt:lpstr>Times New Roman</vt:lpstr>
      <vt:lpstr>Wingdings</vt:lpstr>
      <vt:lpstr>1_默认设计模板</vt:lpstr>
      <vt:lpstr>2_默认设计模板</vt:lpstr>
      <vt:lpstr>2_习题课模板</vt:lpstr>
      <vt:lpstr>2_Pixel</vt:lpstr>
      <vt:lpstr>Equation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幻灯片 1</dc:title>
  <dc:creator>chen lilian</dc:creator>
  <cp:lastModifiedBy>Microsoft Office User</cp:lastModifiedBy>
  <cp:revision>1143</cp:revision>
  <dcterms:created xsi:type="dcterms:W3CDTF">2012-06-17T01:12:00Z</dcterms:created>
  <dcterms:modified xsi:type="dcterms:W3CDTF">2026-10-19T03:49:54Z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0A460C84AE7C407781C56B737EA358EF_13</vt:lpwstr>
  </property>
  <property fmtid="{D5CDD505-2E9C-101B-9397-08002B2CF9AE}" pid="3" name="KSOProductBuildVer">
    <vt:lpwstr>2052-12.1.0.15120</vt:lpwstr>
  </property>
</Properties>
</file>
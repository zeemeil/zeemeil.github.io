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166" r:id="rId1"/>
    <p:sldMasterId id="2147485255" r:id="rId2"/>
    <p:sldMasterId id="2147485458" r:id="rId3"/>
    <p:sldMasterId id="2147487332" r:id="rId4"/>
  </p:sldMasterIdLst>
  <p:notesMasterIdLst>
    <p:notesMasterId r:id="rId41"/>
  </p:notesMasterIdLst>
  <p:sldIdLst>
    <p:sldId id="1399" r:id="rId5"/>
    <p:sldId id="1398" r:id="rId6"/>
    <p:sldId id="1129" r:id="rId7"/>
    <p:sldId id="1400" r:id="rId8"/>
    <p:sldId id="1401" r:id="rId9"/>
    <p:sldId id="1412" r:id="rId10"/>
    <p:sldId id="1373" r:id="rId11"/>
    <p:sldId id="1402" r:id="rId12"/>
    <p:sldId id="1374" r:id="rId13"/>
    <p:sldId id="1375" r:id="rId14"/>
    <p:sldId id="1393" r:id="rId15"/>
    <p:sldId id="1413" r:id="rId16"/>
    <p:sldId id="1376" r:id="rId17"/>
    <p:sldId id="1377" r:id="rId18"/>
    <p:sldId id="1378" r:id="rId19"/>
    <p:sldId id="1394" r:id="rId20"/>
    <p:sldId id="1379" r:id="rId21"/>
    <p:sldId id="1403" r:id="rId22"/>
    <p:sldId id="1404" r:id="rId23"/>
    <p:sldId id="1405" r:id="rId24"/>
    <p:sldId id="1381" r:id="rId25"/>
    <p:sldId id="1406" r:id="rId26"/>
    <p:sldId id="1407" r:id="rId27"/>
    <p:sldId id="1383" r:id="rId28"/>
    <p:sldId id="1384" r:id="rId29"/>
    <p:sldId id="1385" r:id="rId30"/>
    <p:sldId id="1386" r:id="rId31"/>
    <p:sldId id="428" r:id="rId32"/>
    <p:sldId id="429" r:id="rId33"/>
    <p:sldId id="430" r:id="rId34"/>
    <p:sldId id="1391" r:id="rId35"/>
    <p:sldId id="1396" r:id="rId36"/>
    <p:sldId id="1397" r:id="rId37"/>
    <p:sldId id="1410" r:id="rId38"/>
    <p:sldId id="1411" r:id="rId39"/>
    <p:sldId id="1357" r:id="rId4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BABA"/>
    <a:srgbClr val="0000FF"/>
    <a:srgbClr val="00A2FF"/>
    <a:srgbClr val="D9FFFF"/>
    <a:srgbClr val="0033CC"/>
    <a:srgbClr val="3333FF"/>
    <a:srgbClr val="C7E6A4"/>
    <a:srgbClr val="FF0066"/>
    <a:srgbClr val="6666FF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787" autoAdjust="0"/>
    <p:restoredTop sz="93807" autoAdjust="0"/>
  </p:normalViewPr>
  <p:slideViewPr>
    <p:cSldViewPr>
      <p:cViewPr varScale="1">
        <p:scale>
          <a:sx n="120" d="100"/>
          <a:sy n="120" d="100"/>
        </p:scale>
        <p:origin x="176" y="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82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2.emf"/><Relationship Id="rId7" Type="http://schemas.openxmlformats.org/officeDocument/2006/relationships/image" Target="../media/image16.emf"/><Relationship Id="rId2" Type="http://schemas.openxmlformats.org/officeDocument/2006/relationships/image" Target="../media/image11.emf"/><Relationship Id="rId1" Type="http://schemas.openxmlformats.org/officeDocument/2006/relationships/image" Target="../media/image10.emf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10" Type="http://schemas.openxmlformats.org/officeDocument/2006/relationships/image" Target="../media/image19.emf"/><Relationship Id="rId4" Type="http://schemas.openxmlformats.org/officeDocument/2006/relationships/image" Target="../media/image13.emf"/><Relationship Id="rId9" Type="http://schemas.openxmlformats.org/officeDocument/2006/relationships/image" Target="../media/image18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image" Target="../media/image20.emf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7" Type="http://schemas.openxmlformats.org/officeDocument/2006/relationships/image" Target="../media/image35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4" Type="http://schemas.openxmlformats.org/officeDocument/2006/relationships/image" Target="../media/image43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4" Type="http://schemas.openxmlformats.org/officeDocument/2006/relationships/image" Target="../media/image49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4" Type="http://schemas.openxmlformats.org/officeDocument/2006/relationships/image" Target="../media/image62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4" Type="http://schemas.openxmlformats.org/officeDocument/2006/relationships/image" Target="../media/image72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7" Type="http://schemas.openxmlformats.org/officeDocument/2006/relationships/image" Target="../media/image79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6" Type="http://schemas.openxmlformats.org/officeDocument/2006/relationships/image" Target="../media/image78.wmf"/><Relationship Id="rId5" Type="http://schemas.openxmlformats.org/officeDocument/2006/relationships/image" Target="../media/image77.wmf"/><Relationship Id="rId4" Type="http://schemas.openxmlformats.org/officeDocument/2006/relationships/image" Target="../media/image76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4" Type="http://schemas.openxmlformats.org/officeDocument/2006/relationships/image" Target="../media/image83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7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4.wmf"/><Relationship Id="rId1" Type="http://schemas.openxmlformats.org/officeDocument/2006/relationships/image" Target="../media/image93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5" Type="http://schemas.openxmlformats.org/officeDocument/2006/relationships/image" Target="../media/image99.wmf"/><Relationship Id="rId4" Type="http://schemas.openxmlformats.org/officeDocument/2006/relationships/image" Target="../media/image98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3" Type="http://schemas.openxmlformats.org/officeDocument/2006/relationships/image" Target="../media/image102.wmf"/><Relationship Id="rId7" Type="http://schemas.openxmlformats.org/officeDocument/2006/relationships/image" Target="../media/image106.e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Relationship Id="rId6" Type="http://schemas.openxmlformats.org/officeDocument/2006/relationships/image" Target="../media/image105.emf"/><Relationship Id="rId5" Type="http://schemas.openxmlformats.org/officeDocument/2006/relationships/image" Target="../media/image104.wmf"/><Relationship Id="rId4" Type="http://schemas.openxmlformats.org/officeDocument/2006/relationships/image" Target="../media/image103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3" Type="http://schemas.openxmlformats.org/officeDocument/2006/relationships/image" Target="../media/image110.wmf"/><Relationship Id="rId7" Type="http://schemas.openxmlformats.org/officeDocument/2006/relationships/image" Target="../media/image114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Relationship Id="rId6" Type="http://schemas.openxmlformats.org/officeDocument/2006/relationships/image" Target="../media/image113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Relationship Id="rId9" Type="http://schemas.openxmlformats.org/officeDocument/2006/relationships/image" Target="../media/image116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wmf"/><Relationship Id="rId3" Type="http://schemas.openxmlformats.org/officeDocument/2006/relationships/image" Target="../media/image110.wmf"/><Relationship Id="rId7" Type="http://schemas.openxmlformats.org/officeDocument/2006/relationships/image" Target="../media/image122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Relationship Id="rId6" Type="http://schemas.openxmlformats.org/officeDocument/2006/relationships/image" Target="../media/image121.wmf"/><Relationship Id="rId5" Type="http://schemas.openxmlformats.org/officeDocument/2006/relationships/image" Target="../media/image120.wmf"/><Relationship Id="rId4" Type="http://schemas.openxmlformats.org/officeDocument/2006/relationships/image" Target="../media/image119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4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7" Type="http://schemas.openxmlformats.org/officeDocument/2006/relationships/image" Target="../media/image131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6" Type="http://schemas.openxmlformats.org/officeDocument/2006/relationships/image" Target="../media/image130.wmf"/><Relationship Id="rId5" Type="http://schemas.openxmlformats.org/officeDocument/2006/relationships/image" Target="../media/image129.wmf"/><Relationship Id="rId4" Type="http://schemas.openxmlformats.org/officeDocument/2006/relationships/image" Target="../media/image128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3" Type="http://schemas.openxmlformats.org/officeDocument/2006/relationships/image" Target="../media/image134.wmf"/><Relationship Id="rId7" Type="http://schemas.openxmlformats.org/officeDocument/2006/relationships/image" Target="../media/image138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Relationship Id="rId6" Type="http://schemas.openxmlformats.org/officeDocument/2006/relationships/image" Target="../media/image137.wmf"/><Relationship Id="rId5" Type="http://schemas.openxmlformats.org/officeDocument/2006/relationships/image" Target="../media/image136.wmf"/><Relationship Id="rId10" Type="http://schemas.openxmlformats.org/officeDocument/2006/relationships/image" Target="../media/image141.wmf"/><Relationship Id="rId4" Type="http://schemas.openxmlformats.org/officeDocument/2006/relationships/image" Target="../media/image135.wmf"/><Relationship Id="rId9" Type="http://schemas.openxmlformats.org/officeDocument/2006/relationships/image" Target="../media/image140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emf"/><Relationship Id="rId1" Type="http://schemas.openxmlformats.org/officeDocument/2006/relationships/image" Target="../media/image142.e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emf"/><Relationship Id="rId1" Type="http://schemas.openxmlformats.org/officeDocument/2006/relationships/image" Target="../media/image14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8D1E8CF-2E05-42CF-946C-A234E5F000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7632EF-962B-4C32-944C-9D48ADC75CB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fld id="{D2B7DC5F-3EFA-4251-8C20-6E9EC7819C7B}" type="datetimeFigureOut">
              <a:rPr lang="zh-CN" altLang="en-US"/>
              <a:pPr>
                <a:defRPr/>
              </a:pPr>
              <a:t>2026/10/10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B05BBDC4-6710-4A89-977B-5A8CCDD9C1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17B5BEF2-2FAA-4DA0-A019-CDD72CD601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9C5AE9-932A-4B24-8907-3288CEB58AB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355E83-8E18-466C-948D-A1D8AB4AD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EECF8E6-7687-4417-B0A4-6F969A7F56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4FFA27-5CA2-4DFB-8D06-B9C664BB46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DF04B9-6AB1-409F-90C3-976FF0BAFD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105FE01-3CC2-481E-842A-EC3BCF9364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E5C615-27DC-4BF8-A59E-3AA49FB0D5E8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8854753"/>
      </p:ext>
    </p:extLst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C83651-720B-4544-B1BD-C9AE723969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CEA02A-0E2E-41CB-9FBA-094B1830C8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CBE20F-77C4-4DBD-B25D-3C6A4FEDBC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B0E9A-86DB-4D24-B690-7EB825DC079D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0984384"/>
      </p:ext>
    </p:extLst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834230-2B39-4DDE-A231-57D9210317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7AA53C-2A84-42AC-8ABE-E3BCD725DC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7D69738-E7EF-4239-9214-1338BEA229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6230BC-C4BF-4D06-8DEA-E30815249296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48350978"/>
      </p:ext>
    </p:extLst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CA1BC0-DA59-4AE7-996B-37C7C52327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21AC6-AA19-4ACC-9723-B9CDDDC201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AAA4EE-D3DA-43A0-BE88-D590F25B53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A8A078-8F53-4DD8-99BE-6937C29878CC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2712226"/>
      </p:ext>
    </p:extLst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6C333DE-221B-451E-B3BA-71E82BEAC0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20BFB29-C645-4459-9FE3-FBD984899A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DC3FE80-E225-4E0E-A4D4-9ED9C5527B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4D90F-E331-47DC-92F1-E62695D6C2EE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10150248"/>
      </p:ext>
    </p:extLst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C59EC-2D83-4644-9FF6-91C5F0ABE1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83F13-0C98-4BF3-8523-314ACE8E1F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39952-6881-490F-B284-BB01028130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B5CD7D-56B0-4C13-84D6-F0DB2E473BD9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20904448"/>
      </p:ext>
    </p:extLst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0C9107-412D-42F2-A220-A25A218FDA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C7EFD-A8E4-4F78-90B4-0E1A3F97F6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F8D3B-A421-4610-91BC-08C96EAA9A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3F3216-45D4-4224-B7C6-5D94FF958E90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04945455"/>
      </p:ext>
    </p:extLst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D130E1B-374D-48BA-A9A9-A9EB42C70E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D77BF4-B8D5-4759-A2CA-7E2D8DF1FF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BA1783-3E36-44DB-9B84-16EAF900E3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28436-CF71-46CC-B37F-786C39E55141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6614326"/>
      </p:ext>
    </p:extLst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C1EB74-39EF-47DA-A763-FB37F9B131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D1B4E2-FAE7-4275-B658-CF563EF223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D4AC064-1581-42FB-B0D3-948281D4CB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01C669-4DB4-4AE4-93DC-BF8A4974A3A8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8808084"/>
      </p:ext>
    </p:extLst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1C77236-EEBB-4827-AD1E-537D08A338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E69FFFD-5F56-4F25-B1AB-DE72DBCB49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116A906-E789-439C-BD58-729E2D76B5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B24609-233C-4051-A6FF-16711CDE0657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66638746"/>
      </p:ext>
    </p:extLst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7907258-1C0A-4346-809F-F31A32E629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F56CD3-B855-4099-A6DC-544CDEEBCED0}" type="datetimeFigureOut">
              <a:rPr lang="zh-CN" altLang="en-US"/>
              <a:pPr>
                <a:defRPr/>
              </a:pPr>
              <a:t>2026/10/10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36BFAF-6BC0-49F0-BC8C-FB8009774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401784-8F1D-4904-B603-1F4759852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CB58C0-F69D-4AAE-A851-DF9D5545662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860701"/>
      </p:ext>
    </p:extLst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7CDAD0-9D64-4314-8793-8634F4D8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pPr>
                <a:defRPr/>
              </a:pPr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62A031-7B56-4E50-B06E-364E4CFB6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9A571B-27BA-4C0A-8D4F-2B2E4019B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63F919-ACE6-499C-B04E-6F37524E2A4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767839"/>
      </p:ext>
    </p:extLst>
  </p:cSld>
  <p:clrMapOvr>
    <a:masterClrMapping/>
  </p:clrMapOvr>
  <p:transition spd="slow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1B3347-0CA6-4EE6-8E3C-7F647BA35A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D8B6C7-F2DA-4B00-8CA8-5826F1BEF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D50E1-33F5-4F04-83D7-58255901F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788AB1-6F8F-4880-A2F2-6438CF0D6A2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815764"/>
      </p:ext>
    </p:extLst>
  </p:cSld>
  <p:clrMapOvr>
    <a:masterClrMapping/>
  </p:clrMapOvr>
  <p:transition spd="slow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4855C45-E57E-45D8-8789-B08077A0B8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2AE40C-11D0-4D9D-B418-509A8A9A64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C1C6E2B-2607-4AFD-9E50-1545AA41B1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53664-7945-4AD5-AF54-C8983D411A1E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1839351"/>
      </p:ext>
    </p:extLst>
  </p:cSld>
  <p:clrMapOvr>
    <a:masterClrMapping/>
  </p:clrMapOvr>
  <p:transition spd="slow">
    <p:split orient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E7F9A4D-341A-41CC-8F0F-E6924B9684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5E33512-D5A8-47D0-B549-77A18A6ED8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B7CB67-BDC6-4137-BE93-338EAA114E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6212E-F15C-4F9E-AD83-F17D9A8F846C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7281611"/>
      </p:ext>
    </p:extLst>
  </p:cSld>
  <p:clrMapOvr>
    <a:masterClrMapping/>
  </p:clrMapOvr>
  <p:transition spd="slow">
    <p:split orient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490AF2-F810-4172-8A48-87F8D5EF73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1F90D61-50CB-4D86-9EAC-B76F8A3642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DFA323-8AFE-4021-A977-A60222BA28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D0075-AF19-4B1B-8011-58A6AB795AD5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180246"/>
      </p:ext>
    </p:extLst>
  </p:cSld>
  <p:clrMapOvr>
    <a:masterClrMapping/>
  </p:clrMapOvr>
  <p:transition spd="slow">
    <p:split orient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4C019C-2D7F-4455-B3FB-C346074817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1D3FD4-1623-45FB-96F8-F9285B8790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F823D2-B9E7-4EED-9D1E-3AB8E17E3F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444D41-A3C1-4F4A-A879-73119D3260B5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2192624"/>
      </p:ext>
    </p:extLst>
  </p:cSld>
  <p:clrMapOvr>
    <a:masterClrMapping/>
  </p:clrMapOvr>
  <p:transition spd="slow">
    <p:split orient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12368DA-4B1A-424E-9857-B0A678FBC6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5B212B3-7550-4762-8B5E-CB91D5A8BC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24B8099-34BA-4920-84A9-9BA6EE4ED8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10F8A1-99AE-4343-9EF8-7AC2031B1C11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5246592"/>
      </p:ext>
    </p:extLst>
  </p:cSld>
  <p:clrMapOvr>
    <a:masterClrMapping/>
  </p:clrMapOvr>
  <p:transition spd="slow">
    <p:split orient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E56705-0B6D-45BC-8340-6A1E4EFD65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E7C27C-6D02-42D6-BF81-983A2FCE65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602995-3DE2-4744-8539-2A7C1876E8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4240E5-FDED-47C5-BE2C-DF3B3D01D70B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2001093"/>
      </p:ext>
    </p:extLst>
  </p:cSld>
  <p:clrMapOvr>
    <a:masterClrMapping/>
  </p:clrMapOvr>
  <p:transition spd="slow">
    <p:split orient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5B1FBF-7FD0-4CE2-A043-A41CE23630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7B4C19-C8A8-4CF8-9D44-5BAEBA2B52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925DFB-3070-475F-98EE-8E4F3A00EA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39BCF9-9D56-4431-ADCF-17A2E61D8B5B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54375"/>
      </p:ext>
    </p:extLst>
  </p:cSld>
  <p:clrMapOvr>
    <a:masterClrMapping/>
  </p:clrMapOvr>
  <p:transition spd="slow">
    <p:split orient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D6855A6-453A-47B3-8A92-0F1063C79A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04011F6-4D45-40E9-850B-FE8F767F95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23DB50-4002-46B4-810A-AA39BF83D1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C3078C-7EAC-411A-B198-BA9F1B1734ED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6849363"/>
      </p:ext>
    </p:extLst>
  </p:cSld>
  <p:clrMapOvr>
    <a:masterClrMapping/>
  </p:clrMapOvr>
  <p:transition spd="slow">
    <p:split orient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BFA5EF-1425-4B28-9B7A-348002BF3B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85E2916-713D-417C-8CEE-972575D27D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9639DA-65DE-4219-8B66-C96E3E8929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B9937-D75B-494B-97E0-CD8A7339E004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2288729"/>
      </p:ext>
    </p:extLst>
  </p:cSld>
  <p:clrMapOvr>
    <a:masterClrMapping/>
  </p:clrMapOvr>
  <p:transition spd="slow">
    <p:split orient="vert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1F1D24E-58F4-416D-B9FF-CD0720AB98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816E313-3B04-41D1-A907-070FE2F11D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E27B489-A529-4323-A27E-40A3A99864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A460E3-F074-47B4-96DD-BC52E33C0F01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511368"/>
      </p:ext>
    </p:extLst>
  </p:cSld>
  <p:clrMapOvr>
    <a:masterClrMapping/>
  </p:clrMapOvr>
  <p:transition spd="slow">
    <p:split orient="vert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2B2289-983E-4EA7-8A84-119F4B9AA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086A95-86B7-4F54-92AB-60B264BB6D59}" type="datetimeFigureOut">
              <a:rPr lang="zh-CN" altLang="en-US"/>
              <a:pPr>
                <a:defRPr/>
              </a:pPr>
              <a:t>2026/10/10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DA7B7F-14A2-4287-897C-E81797277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2ADFC2-E3A9-4650-B34E-E842FD3D3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415841-6B32-4D7D-ADE2-76473CE275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605774"/>
      </p:ext>
    </p:extLst>
  </p:cSld>
  <p:clrMapOvr>
    <a:masterClrMapping/>
  </p:clrMapOvr>
  <p:transition spd="slow">
    <p:split orient="vert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13E466-4F93-4E3A-A6F6-928A730F0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pPr>
                <a:defRPr/>
              </a:pPr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379F3-1B1D-4F43-97B0-BF8DC6305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6F5286-0118-4D1C-85B9-22086D08D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3F6EC3-AABE-42C7-BDC1-3B47FDB7D2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47262"/>
      </p:ext>
    </p:extLst>
  </p:cSld>
  <p:clrMapOvr>
    <a:masterClrMapping/>
  </p:clrMapOvr>
  <p:transition spd="slow">
    <p:split orient="vert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BDAEE5-B474-4771-8A83-AE3B97F821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421E6C-CD00-4620-991D-FDD210110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845B2-E858-4F40-8455-88DAA9C56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B39F2B-6D2D-42CF-BE86-44F3C34AB1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191635"/>
      </p:ext>
    </p:extLst>
  </p:cSld>
  <p:clrMapOvr>
    <a:masterClrMapping/>
  </p:clrMapOvr>
  <p:transition spd="slow">
    <p:split orient="vert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454776585"/>
      </p:ext>
    </p:extLst>
  </p:cSld>
  <p:clrMapOvr>
    <a:masterClrMapping/>
  </p:clrMapOvr>
  <p:transition spd="slow">
    <p:split orient="vert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285728393"/>
      </p:ext>
    </p:extLst>
  </p:cSld>
  <p:clrMapOvr>
    <a:masterClrMapping/>
  </p:clrMapOvr>
  <p:transition spd="slow">
    <p:split orient="vert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63468895"/>
      </p:ext>
    </p:extLst>
  </p:cSld>
  <p:clrMapOvr>
    <a:masterClrMapping/>
  </p:clrMapOvr>
  <p:transition spd="slow">
    <p:split orient="vert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836832075"/>
      </p:ext>
    </p:extLst>
  </p:cSld>
  <p:clrMapOvr>
    <a:masterClrMapping/>
  </p:clrMapOvr>
  <p:transition spd="slow">
    <p:split orient="vert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609343174"/>
      </p:ext>
    </p:extLst>
  </p:cSld>
  <p:clrMapOvr>
    <a:masterClrMapping/>
  </p:clrMapOvr>
  <p:transition spd="slow">
    <p:split orient="vert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9D38C6D0-0704-4DD7-A5D2-05D8B59DF5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775" y="0"/>
            <a:ext cx="630238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10390642"/>
      </p:ext>
    </p:extLst>
  </p:cSld>
  <p:clrMapOvr>
    <a:masterClrMapping/>
  </p:clrMapOvr>
  <p:transition spd="slow">
    <p:split orient="vert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17">
            <a:extLst>
              <a:ext uri="{FF2B5EF4-FFF2-40B4-BE49-F238E27FC236}">
                <a16:creationId xmlns:a16="http://schemas.microsoft.com/office/drawing/2014/main" id="{800D1F5D-422D-4A8C-894E-882E87AC8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413" y="0"/>
            <a:ext cx="763587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26">
            <a:extLst>
              <a:ext uri="{FF2B5EF4-FFF2-40B4-BE49-F238E27FC236}">
                <a16:creationId xmlns:a16="http://schemas.microsoft.com/office/drawing/2014/main" id="{EF137D81-B658-44FA-9A20-BA5F241B50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785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0717509"/>
      </p:ext>
    </p:extLst>
  </p:cSld>
  <p:clrMapOvr>
    <a:masterClrMapping/>
  </p:clrMapOvr>
  <p:transition spd="slow">
    <p:split orient="vert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18230320"/>
      </p:ext>
    </p:extLst>
  </p:cSld>
  <p:clrMapOvr>
    <a:masterClrMapping/>
  </p:clrMapOvr>
  <p:transition spd="slow">
    <p:split orient="vert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14770882"/>
      </p:ext>
    </p:extLst>
  </p:cSld>
  <p:clrMapOvr>
    <a:masterClrMapping/>
  </p:clrMapOvr>
  <p:transition spd="slow">
    <p:split orient="vert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065221748"/>
      </p:ext>
    </p:extLst>
  </p:cSld>
  <p:clrMapOvr>
    <a:masterClrMapping/>
  </p:clrMapOvr>
  <p:transition spd="slow">
    <p:split orient="vert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114940593"/>
      </p:ext>
    </p:extLst>
  </p:cSld>
  <p:clrMapOvr>
    <a:masterClrMapping/>
  </p:clrMapOvr>
  <p:transition spd="slow">
    <p:split orient="vert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5DCFD248-D6E9-42A7-9A08-4B322473B87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2293EF1F-B996-4BF3-8545-1F8942B7465B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18EF5DC4-DA6F-46DC-9D43-273DA325F568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B1A793CB-15AC-484F-9480-5EFAC00C87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3BF66AE4-90AD-4312-BBFB-E4BA8EC12AA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E36EAE0C-5BF4-4600-902D-FBFA900763F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BD22F033-56C7-48BA-B9B5-90236C337C9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68BF0FAB-2F85-4929-AB2D-97A6311EFA5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Rectangle 10">
                <a:extLst>
                  <a:ext uri="{FF2B5EF4-FFF2-40B4-BE49-F238E27FC236}">
                    <a16:creationId xmlns:a16="http://schemas.microsoft.com/office/drawing/2014/main" id="{B7AED698-0AAA-4BB6-9480-E7C85850634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095121D7-4C0F-44D8-B004-AA4D7911F70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4" name="Rectangle 12">
                <a:extLst>
                  <a:ext uri="{FF2B5EF4-FFF2-40B4-BE49-F238E27FC236}">
                    <a16:creationId xmlns:a16="http://schemas.microsoft.com/office/drawing/2014/main" id="{01E34350-5B3C-4612-8690-23E0637F8F4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0559055E-3F93-4230-B16D-24149A55D54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C2B656F5-0850-4ED6-8F46-E13E0871EDF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66BC7D0B-5FDB-4195-99C3-ADEC8ADF119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74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42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99D42E93-D1A7-4D68-B8E9-89C548966C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7922CF7F-89E3-442B-8672-5D396583FC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42A8E2A3-1787-483E-8FA7-FB0A6EF2DC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0FFE78-55F7-431F-BCD8-F3E0D0F5D7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7289805"/>
      </p:ext>
    </p:extLst>
  </p:cSld>
  <p:clrMapOvr>
    <a:masterClrMapping/>
  </p:clrMapOvr>
  <p:transition spd="slow">
    <p:split orient="vert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A66C85-B574-4B8B-AE29-7E83B531F4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030FC8-A8E8-4162-9EA0-532FE09A0A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EF225-F500-4420-A403-553EDAA46B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12FA7717-ADBA-4C62-B38A-CC9348FA096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2678118"/>
      </p:ext>
    </p:extLst>
  </p:cSld>
  <p:clrMapOvr>
    <a:masterClrMapping/>
  </p:clrMapOvr>
  <p:transition spd="slow">
    <p:split orient="vert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81287-8B2B-4245-9470-3CF9571014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3EF4B9-8B57-4C03-A5F2-E2A17B23BB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D10590-E611-40D8-BC78-27420DD68B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6E8CF0E3-2389-4D18-BF8D-B3A042044D2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8016412"/>
      </p:ext>
    </p:extLst>
  </p:cSld>
  <p:clrMapOvr>
    <a:masterClrMapping/>
  </p:clrMapOvr>
  <p:transition spd="slow">
    <p:split orient="vert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794E05-3896-4D04-A78C-E206AC6065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91DBE9-298F-478C-AD0B-532137C528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594E81-E1D8-45D8-9C37-5E31D1C2C2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7550F8A-6CB3-4E1C-A335-52B52D50778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953128"/>
      </p:ext>
    </p:extLst>
  </p:cSld>
  <p:clrMapOvr>
    <a:masterClrMapping/>
  </p:clrMapOvr>
  <p:transition spd="slow">
    <p:split orient="vert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F3769CD0-67B4-4856-9B65-2233FAA501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75BFF0B-A76A-49AB-8E76-6E5D2EFECD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A2442-AFC7-4FFD-82F8-524F2229C18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5A425DD8-22B0-46CB-B651-717BE4798C7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211648"/>
      </p:ext>
    </p:extLst>
  </p:cSld>
  <p:clrMapOvr>
    <a:masterClrMapping/>
  </p:clrMapOvr>
  <p:transition spd="slow">
    <p:split orient="vert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48219D1-EEA4-4CD4-9938-0B050D9E6E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84AD52-D808-48B6-B359-7D6F15F8C8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A9A7B-6518-4705-B33A-BF06ABC473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EB0461-4B86-42B0-AC4F-E5915068182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3129802"/>
      </p:ext>
    </p:extLst>
  </p:cSld>
  <p:clrMapOvr>
    <a:masterClrMapping/>
  </p:clrMapOvr>
  <p:transition spd="slow">
    <p:split orient="vert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F30C0146-A287-4A3C-ADEE-2427F18CC1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1713" y="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17">
            <a:extLst>
              <a:ext uri="{FF2B5EF4-FFF2-40B4-BE49-F238E27FC236}">
                <a16:creationId xmlns:a16="http://schemas.microsoft.com/office/drawing/2014/main" id="{26716C4E-EB24-4F65-9CCF-3C8B064C45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413" y="0"/>
            <a:ext cx="763587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椭圆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D39F247-B378-4CAB-9973-FA7B49D9B974}"/>
              </a:ext>
            </a:extLst>
          </p:cNvPr>
          <p:cNvSpPr>
            <a:spLocks/>
          </p:cNvSpPr>
          <p:nvPr userDrawn="1"/>
        </p:nvSpPr>
        <p:spPr>
          <a:xfrm>
            <a:off x="7343775" y="6473825"/>
            <a:ext cx="334963" cy="3444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/>
          </a:p>
        </p:txBody>
      </p:sp>
      <p:sp>
        <p:nvSpPr>
          <p:cNvPr id="5" name="燕尾形 16">
            <a:hlinkClick r:id="" action="ppaction://hlinkshowjump?jump=previousslide" tooltip="上一页"/>
            <a:extLst>
              <a:ext uri="{FF2B5EF4-FFF2-40B4-BE49-F238E27FC236}">
                <a16:creationId xmlns:a16="http://schemas.microsoft.com/office/drawing/2014/main" id="{E868D851-0E7F-417F-A7BA-537E73D2A6F3}"/>
              </a:ext>
            </a:extLst>
          </p:cNvPr>
          <p:cNvSpPr/>
          <p:nvPr userDrawn="1"/>
        </p:nvSpPr>
        <p:spPr>
          <a:xfrm flipH="1">
            <a:off x="7380288" y="6534150"/>
            <a:ext cx="233362" cy="23495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椭圆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E266CB4-9CD2-46C8-A46A-9C50467E7C1B}"/>
              </a:ext>
            </a:extLst>
          </p:cNvPr>
          <p:cNvSpPr>
            <a:spLocks/>
          </p:cNvSpPr>
          <p:nvPr userDrawn="1"/>
        </p:nvSpPr>
        <p:spPr>
          <a:xfrm>
            <a:off x="7799388" y="6473825"/>
            <a:ext cx="334962" cy="355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/>
          </a:p>
        </p:txBody>
      </p:sp>
      <p:sp>
        <p:nvSpPr>
          <p:cNvPr id="7" name="燕尾形 18">
            <a:hlinkClick r:id="" action="ppaction://hlinkshowjump?jump=nextslide" tooltip="下一页"/>
            <a:extLst>
              <a:ext uri="{FF2B5EF4-FFF2-40B4-BE49-F238E27FC236}">
                <a16:creationId xmlns:a16="http://schemas.microsoft.com/office/drawing/2014/main" id="{12709413-AEBF-474E-85A5-9A05A52DCD51}"/>
              </a:ext>
            </a:extLst>
          </p:cNvPr>
          <p:cNvSpPr/>
          <p:nvPr userDrawn="1"/>
        </p:nvSpPr>
        <p:spPr>
          <a:xfrm>
            <a:off x="7862888" y="6546850"/>
            <a:ext cx="190500" cy="22860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>
            <a:hlinkClick r:id="" action="ppaction://hlinkshowjump?jump=firstslide" tooltip="返回首页"/>
            <a:extLst>
              <a:ext uri="{FF2B5EF4-FFF2-40B4-BE49-F238E27FC236}">
                <a16:creationId xmlns:a16="http://schemas.microsoft.com/office/drawing/2014/main" id="{FE8C5135-15CC-4E4E-8ECA-FE9D3BC8691D}"/>
              </a:ext>
            </a:extLst>
          </p:cNvPr>
          <p:cNvSpPr>
            <a:spLocks/>
          </p:cNvSpPr>
          <p:nvPr userDrawn="1"/>
        </p:nvSpPr>
        <p:spPr>
          <a:xfrm>
            <a:off x="8245475" y="6475413"/>
            <a:ext cx="349250" cy="3317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/>
          </a:p>
        </p:txBody>
      </p:sp>
      <p:sp>
        <p:nvSpPr>
          <p:cNvPr id="9" name="椭圆 8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F6997CF5-685F-4E5F-8BFF-905BADC2D5D9}"/>
              </a:ext>
            </a:extLst>
          </p:cNvPr>
          <p:cNvSpPr>
            <a:spLocks/>
          </p:cNvSpPr>
          <p:nvPr userDrawn="1"/>
        </p:nvSpPr>
        <p:spPr>
          <a:xfrm>
            <a:off x="8707438" y="6467475"/>
            <a:ext cx="349250" cy="355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/>
          </a:p>
        </p:txBody>
      </p:sp>
      <p:pic>
        <p:nvPicPr>
          <p:cNvPr id="10" name="图片 24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F2DAC1DB-8FDD-4047-841D-32196727DF0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8238" y="6526213"/>
            <a:ext cx="220662" cy="2381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2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F210A62-2BA0-4DDE-A37B-98491DB9A6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338" y="6523038"/>
            <a:ext cx="290512" cy="2524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26">
            <a:extLst>
              <a:ext uri="{FF2B5EF4-FFF2-40B4-BE49-F238E27FC236}">
                <a16:creationId xmlns:a16="http://schemas.microsoft.com/office/drawing/2014/main" id="{AB6ABE37-5CF7-456C-9983-2007A7FD2B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785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页脚占位符 1">
            <a:extLst>
              <a:ext uri="{FF2B5EF4-FFF2-40B4-BE49-F238E27FC236}">
                <a16:creationId xmlns:a16="http://schemas.microsoft.com/office/drawing/2014/main" id="{3C341C7B-D148-4414-AA91-65A892CF25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灯片编号占位符 2">
            <a:extLst>
              <a:ext uri="{FF2B5EF4-FFF2-40B4-BE49-F238E27FC236}">
                <a16:creationId xmlns:a16="http://schemas.microsoft.com/office/drawing/2014/main" id="{D5F58521-311C-4635-AFA1-FD84A2FD29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1550D-240D-4904-938E-B973E916CC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5" name="日期占位符 3">
            <a:extLst>
              <a:ext uri="{FF2B5EF4-FFF2-40B4-BE49-F238E27FC236}">
                <a16:creationId xmlns:a16="http://schemas.microsoft.com/office/drawing/2014/main" id="{8FE20C34-27D7-4001-9CA0-97FAF946607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dirty="0"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9407819"/>
      </p:ext>
    </p:extLst>
  </p:cSld>
  <p:clrMapOvr>
    <a:masterClrMapping/>
  </p:clrMapOvr>
  <p:transition spd="slow">
    <p:split orient="vert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E3765A-DB92-4FEB-8586-5083F6941B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CFDF5F-9F14-49F7-82C6-42794CEB77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EDC4BB-AB2F-46F7-AF26-133DAD60E8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E2FBE0-19B5-43F0-A085-F9447004E64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1689859"/>
      </p:ext>
    </p:extLst>
  </p:cSld>
  <p:clrMapOvr>
    <a:masterClrMapping/>
  </p:clrMapOvr>
  <p:transition spd="slow">
    <p:split orient="vert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410B37-7628-4026-857E-D516CCF2FE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77D3DD-3BAE-4A61-A547-EDCF67528B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E518AF-6C9F-4F47-B896-EB22B9855F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4AD834-DC92-41E8-805C-D46D15F577F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4070184"/>
      </p:ext>
    </p:extLst>
  </p:cSld>
  <p:clrMapOvr>
    <a:masterClrMapping/>
  </p:clrMapOvr>
  <p:transition spd="slow">
    <p:split orient="vert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BBAE87-7E54-42AD-8D4E-64447FA738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049BAC-BDEE-41A8-B375-0C74582E8A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A6D19-00A4-4745-9E70-FDB09DCE2D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9CB1ABFD-F109-4E5E-9750-C313A90A2B6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31748"/>
      </p:ext>
    </p:extLst>
  </p:cSld>
  <p:clrMapOvr>
    <a:masterClrMapping/>
  </p:clrMapOvr>
  <p:transition spd="slow">
    <p:split orient="vert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52F1A3-63B8-484C-A59C-FF6D582BD6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2D1A0B-715F-4734-BBC6-DCDD9A1A98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38A8F0-77B5-4BCF-8040-6A35B75A60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C229AB6B-AD64-4746-9E73-A20F5E2738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7454006"/>
      </p:ext>
    </p:extLst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37CA2716-81D1-4A33-8A7E-BA6EB9C611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888" y="85725"/>
            <a:ext cx="631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313" r:id="rId1"/>
    <p:sldLayoutId id="2147487314" r:id="rId2"/>
    <p:sldLayoutId id="2147487315" r:id="rId3"/>
    <p:sldLayoutId id="2147487316" r:id="rId4"/>
    <p:sldLayoutId id="2147487317" r:id="rId5"/>
    <p:sldLayoutId id="2147487318" r:id="rId6"/>
    <p:sldLayoutId id="2147487319" r:id="rId7"/>
    <p:sldLayoutId id="2147487320" r:id="rId8"/>
    <p:sldLayoutId id="2147487321" r:id="rId9"/>
    <p:sldLayoutId id="2147487322" r:id="rId10"/>
    <p:sldLayoutId id="2147487323" r:id="rId11"/>
    <p:sldLayoutId id="2147487324" r:id="rId12"/>
    <p:sldLayoutId id="2147487325" r:id="rId13"/>
  </p:sldLayoutIdLst>
  <p:transition spd="slow">
    <p:split orient="vert"/>
  </p:transition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BD8CAED-9733-4696-BE55-66C0F2E5FA2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Times New Roman" panose="02020603050405020304" pitchFamily="18" charset="0"/>
              </a:rPr>
              <a:t>单击此处编辑母版标题样式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26D87927-EA0E-4567-A73F-EE5B25BEB0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Arial" panose="020B0604020202020204" pitchFamily="34" charset="0"/>
              </a:rPr>
              <a:t>第二级</a:t>
            </a:r>
          </a:p>
          <a:p>
            <a:pPr lvl="2"/>
            <a:r>
              <a:rPr lang="zh-CN" altLang="zh-CN">
                <a:sym typeface="Arial" panose="020B0604020202020204" pitchFamily="34" charset="0"/>
              </a:rPr>
              <a:t>第三级</a:t>
            </a:r>
          </a:p>
          <a:p>
            <a:pPr lvl="3"/>
            <a:r>
              <a:rPr lang="zh-CN" altLang="zh-CN">
                <a:sym typeface="Arial" panose="020B0604020202020204" pitchFamily="34" charset="0"/>
              </a:rPr>
              <a:t>第四级</a:t>
            </a:r>
          </a:p>
          <a:p>
            <a:pPr lvl="4"/>
            <a:r>
              <a:rPr lang="zh-CN" altLang="zh-CN">
                <a:sym typeface="Arial" panose="020B0604020202020204" pitchFamily="34" charset="0"/>
              </a:rPr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11A3E96-2188-405F-89D7-D3A22F3D4FA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632AC8B-0C35-44F7-97D8-F789CAAB875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7CA088-137C-4D05-816B-160A5F146A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600" b="1">
                <a:solidFill>
                  <a:srgbClr val="FFFF99"/>
                </a:solidFill>
                <a:latin typeface="+mj-ea"/>
                <a:ea typeface="+mj-ea"/>
                <a:sym typeface="黑体" panose="02010609060101010101" pitchFamily="49" charset="-122"/>
              </a:defRPr>
            </a:lvl1pPr>
          </a:lstStyle>
          <a:p>
            <a:pPr>
              <a:defRPr/>
            </a:pPr>
            <a:fld id="{2BA5B29F-AC96-412D-BF2C-3AFF6CC73BBE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  <p:pic>
        <p:nvPicPr>
          <p:cNvPr id="3079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FEAC0F78-C0FC-4A92-AC28-83B0375BAE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5475" y="187325"/>
            <a:ext cx="630238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326" r:id="rId1"/>
    <p:sldLayoutId id="2147487284" r:id="rId2"/>
    <p:sldLayoutId id="2147487285" r:id="rId3"/>
    <p:sldLayoutId id="2147487286" r:id="rId4"/>
    <p:sldLayoutId id="2147487287" r:id="rId5"/>
    <p:sldLayoutId id="2147487288" r:id="rId6"/>
    <p:sldLayoutId id="2147487289" r:id="rId7"/>
    <p:sldLayoutId id="2147487290" r:id="rId8"/>
    <p:sldLayoutId id="2147487291" r:id="rId9"/>
    <p:sldLayoutId id="2147487292" r:id="rId10"/>
    <p:sldLayoutId id="2147487327" r:id="rId11"/>
    <p:sldLayoutId id="2147487328" r:id="rId12"/>
    <p:sldLayoutId id="2147487329" r:id="rId13"/>
  </p:sldLayoutIdLst>
  <p:transition spd="slow">
    <p:split orient="vert"/>
  </p:transition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9">
            <a:extLst>
              <a:ext uri="{FF2B5EF4-FFF2-40B4-BE49-F238E27FC236}">
                <a16:creationId xmlns:a16="http://schemas.microsoft.com/office/drawing/2014/main" id="{14ECB70A-15C1-43C3-82DD-C91F52213EA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1188" y="188913"/>
            <a:ext cx="3241675" cy="144462"/>
          </a:xfrm>
          <a:prstGeom prst="cloudCallout">
            <a:avLst>
              <a:gd name="adj1" fmla="val 49019"/>
              <a:gd name="adj2" fmla="val 604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AutoShape 27">
            <a:extLst>
              <a:ext uri="{FF2B5EF4-FFF2-40B4-BE49-F238E27FC236}">
                <a16:creationId xmlns:a16="http://schemas.microsoft.com/office/drawing/2014/main" id="{23932A2F-2686-4BEE-8DF6-1CAE4DA9689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40200" y="115888"/>
            <a:ext cx="1223963" cy="142875"/>
          </a:xfrm>
          <a:prstGeom prst="cloudCallout">
            <a:avLst>
              <a:gd name="adj1" fmla="val 36639"/>
              <a:gd name="adj2" fmla="val 3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8" name="AutoShape 8">
            <a:extLst>
              <a:ext uri="{FF2B5EF4-FFF2-40B4-BE49-F238E27FC236}">
                <a16:creationId xmlns:a16="http://schemas.microsoft.com/office/drawing/2014/main" id="{7EAEED02-1A06-4CCC-B8A4-0F20CDF6531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8775" y="114300"/>
            <a:ext cx="2519363" cy="312738"/>
          </a:xfrm>
          <a:prstGeom prst="cloudCallout">
            <a:avLst>
              <a:gd name="adj1" fmla="val -7907"/>
              <a:gd name="adj2" fmla="val 279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9" name="AutoShape 10">
            <a:extLst>
              <a:ext uri="{FF2B5EF4-FFF2-40B4-BE49-F238E27FC236}">
                <a16:creationId xmlns:a16="http://schemas.microsoft.com/office/drawing/2014/main" id="{8589F783-3D42-4393-A6BE-B86E49ABF4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24300" y="0"/>
            <a:ext cx="3887788" cy="188913"/>
          </a:xfrm>
          <a:prstGeom prst="cloudCallout">
            <a:avLst>
              <a:gd name="adj1" fmla="val 17782"/>
              <a:gd name="adj2" fmla="val -3403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0" name="AutoShape 24">
            <a:extLst>
              <a:ext uri="{FF2B5EF4-FFF2-40B4-BE49-F238E27FC236}">
                <a16:creationId xmlns:a16="http://schemas.microsoft.com/office/drawing/2014/main" id="{6F1DC48B-481E-486F-94F2-23C1AE5DC0D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47813" y="115888"/>
            <a:ext cx="1655762" cy="144462"/>
          </a:xfrm>
          <a:prstGeom prst="cloudCallout">
            <a:avLst>
              <a:gd name="adj1" fmla="val 14046"/>
              <a:gd name="adj2" fmla="val -15935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1" name="AutoShape 26">
            <a:extLst>
              <a:ext uri="{FF2B5EF4-FFF2-40B4-BE49-F238E27FC236}">
                <a16:creationId xmlns:a16="http://schemas.microsoft.com/office/drawing/2014/main" id="{7E2F42E9-535D-4979-BEDB-04F4C08263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71438"/>
            <a:ext cx="1223963" cy="142876"/>
          </a:xfrm>
          <a:prstGeom prst="cloudCallout">
            <a:avLst>
              <a:gd name="adj1" fmla="val 36639"/>
              <a:gd name="adj2" fmla="val -1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293" r:id="rId1"/>
    <p:sldLayoutId id="2147487294" r:id="rId2"/>
    <p:sldLayoutId id="2147487295" r:id="rId3"/>
    <p:sldLayoutId id="2147487296" r:id="rId4"/>
    <p:sldLayoutId id="2147487297" r:id="rId5"/>
    <p:sldLayoutId id="2147487330" r:id="rId6"/>
    <p:sldLayoutId id="2147487331" r:id="rId7"/>
    <p:sldLayoutId id="2147487298" r:id="rId8"/>
    <p:sldLayoutId id="2147487299" r:id="rId9"/>
    <p:sldLayoutId id="2147487300" r:id="rId10"/>
    <p:sldLayoutId id="2147487301" r:id="rId11"/>
  </p:sldLayoutIdLst>
  <p:transition spd="slow">
    <p:split orient="vert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FB02206-B27F-4E76-91B3-4EFD85BD430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0B8FE99-AF5C-4D4C-93CD-8759798309A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8D3D8D6-D2D6-43CF-91A8-D9580B07DE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FC76477D-BF5D-43C9-B67A-DA3CAB6BDED8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>
              <a:extLst>
                <a:ext uri="{FF2B5EF4-FFF2-40B4-BE49-F238E27FC236}">
                  <a16:creationId xmlns:a16="http://schemas.microsoft.com/office/drawing/2014/main" id="{BAB928D6-5BF9-45A2-87AC-671B31498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57" name="Rectangle 6">
              <a:extLst>
                <a:ext uri="{FF2B5EF4-FFF2-40B4-BE49-F238E27FC236}">
                  <a16:creationId xmlns:a16="http://schemas.microsoft.com/office/drawing/2014/main" id="{0DAE07E0-4410-415E-ADB7-B8F22AA39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58" name="Rectangle 7">
              <a:extLst>
                <a:ext uri="{FF2B5EF4-FFF2-40B4-BE49-F238E27FC236}">
                  <a16:creationId xmlns:a16="http://schemas.microsoft.com/office/drawing/2014/main" id="{F98F35F0-3851-4629-B9AC-91B836166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59" name="Rectangle 8">
              <a:extLst>
                <a:ext uri="{FF2B5EF4-FFF2-40B4-BE49-F238E27FC236}">
                  <a16:creationId xmlns:a16="http://schemas.microsoft.com/office/drawing/2014/main" id="{8ED0044A-21CE-45E6-9C31-02E7F31AF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0" name="Rectangle 9">
              <a:extLst>
                <a:ext uri="{FF2B5EF4-FFF2-40B4-BE49-F238E27FC236}">
                  <a16:creationId xmlns:a16="http://schemas.microsoft.com/office/drawing/2014/main" id="{97BFDF85-7F81-430A-A177-C2AF6AEFD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1" name="Rectangle 10">
              <a:extLst>
                <a:ext uri="{FF2B5EF4-FFF2-40B4-BE49-F238E27FC236}">
                  <a16:creationId xmlns:a16="http://schemas.microsoft.com/office/drawing/2014/main" id="{D23C108B-AEFE-4427-9022-F93C356E9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2" name="Rectangle 11">
              <a:extLst>
                <a:ext uri="{FF2B5EF4-FFF2-40B4-BE49-F238E27FC236}">
                  <a16:creationId xmlns:a16="http://schemas.microsoft.com/office/drawing/2014/main" id="{C7B90104-A07F-46E6-9306-63B74F0F0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63" name="Rectangle 12">
              <a:extLst>
                <a:ext uri="{FF2B5EF4-FFF2-40B4-BE49-F238E27FC236}">
                  <a16:creationId xmlns:a16="http://schemas.microsoft.com/office/drawing/2014/main" id="{2B4E9ABA-0A63-420D-A603-037DC96FF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4" name="Rectangle 13">
              <a:extLst>
                <a:ext uri="{FF2B5EF4-FFF2-40B4-BE49-F238E27FC236}">
                  <a16:creationId xmlns:a16="http://schemas.microsoft.com/office/drawing/2014/main" id="{C2F95056-8353-4C51-9FDB-815AFD0FE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29" name="Rectangle 14">
            <a:extLst>
              <a:ext uri="{FF2B5EF4-FFF2-40B4-BE49-F238E27FC236}">
                <a16:creationId xmlns:a16="http://schemas.microsoft.com/office/drawing/2014/main" id="{20A37B01-1D1B-477D-9302-81A19C62FC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>
            <a:extLst>
              <a:ext uri="{FF2B5EF4-FFF2-40B4-BE49-F238E27FC236}">
                <a16:creationId xmlns:a16="http://schemas.microsoft.com/office/drawing/2014/main" id="{685BA901-3641-49C6-B085-1EE89F61C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400" name="Rectangle 16">
            <a:extLst>
              <a:ext uri="{FF2B5EF4-FFF2-40B4-BE49-F238E27FC236}">
                <a16:creationId xmlns:a16="http://schemas.microsoft.com/office/drawing/2014/main" id="{CBCD943A-D4CE-48C0-9D30-7E42EFF0343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919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333" r:id="rId1"/>
    <p:sldLayoutId id="2147487334" r:id="rId2"/>
    <p:sldLayoutId id="2147487335" r:id="rId3"/>
    <p:sldLayoutId id="2147487336" r:id="rId4"/>
    <p:sldLayoutId id="2147487337" r:id="rId5"/>
    <p:sldLayoutId id="2147487338" r:id="rId6"/>
    <p:sldLayoutId id="2147487339" r:id="rId7"/>
    <p:sldLayoutId id="2147487340" r:id="rId8"/>
    <p:sldLayoutId id="2147487341" r:id="rId9"/>
    <p:sldLayoutId id="2147487342" r:id="rId10"/>
    <p:sldLayoutId id="2147487343" r:id="rId11"/>
  </p:sldLayoutIdLst>
  <p:transition spd="slow">
    <p:split orient="vert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13" Type="http://schemas.openxmlformats.org/officeDocument/2006/relationships/oleObject" Target="../embeddings/oleObject5.bin"/><Relationship Id="rId18" Type="http://schemas.openxmlformats.org/officeDocument/2006/relationships/image" Target="../media/image16.emf"/><Relationship Id="rId3" Type="http://schemas.openxmlformats.org/officeDocument/2006/relationships/audio" Target="../media/audio1.wav"/><Relationship Id="rId21" Type="http://schemas.openxmlformats.org/officeDocument/2006/relationships/oleObject" Target="../embeddings/oleObject9.bin"/><Relationship Id="rId7" Type="http://schemas.openxmlformats.org/officeDocument/2006/relationships/oleObject" Target="../embeddings/oleObject2.bin"/><Relationship Id="rId12" Type="http://schemas.openxmlformats.org/officeDocument/2006/relationships/image" Target="../media/image13.emf"/><Relationship Id="rId17" Type="http://schemas.openxmlformats.org/officeDocument/2006/relationships/oleObject" Target="../embeddings/oleObject7.bin"/><Relationship Id="rId2" Type="http://schemas.openxmlformats.org/officeDocument/2006/relationships/slideLayout" Target="../slideLayouts/slideLayout44.xml"/><Relationship Id="rId16" Type="http://schemas.openxmlformats.org/officeDocument/2006/relationships/image" Target="../media/image15.emf"/><Relationship Id="rId20" Type="http://schemas.openxmlformats.org/officeDocument/2006/relationships/image" Target="../media/image17.e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emf"/><Relationship Id="rId11" Type="http://schemas.openxmlformats.org/officeDocument/2006/relationships/oleObject" Target="../embeddings/oleObject4.bin"/><Relationship Id="rId24" Type="http://schemas.openxmlformats.org/officeDocument/2006/relationships/image" Target="../media/image19.emf"/><Relationship Id="rId5" Type="http://schemas.openxmlformats.org/officeDocument/2006/relationships/oleObject" Target="../embeddings/oleObject1.bin"/><Relationship Id="rId15" Type="http://schemas.openxmlformats.org/officeDocument/2006/relationships/oleObject" Target="../embeddings/oleObject6.bin"/><Relationship Id="rId23" Type="http://schemas.openxmlformats.org/officeDocument/2006/relationships/oleObject" Target="../embeddings/oleObject10.bin"/><Relationship Id="rId10" Type="http://schemas.openxmlformats.org/officeDocument/2006/relationships/image" Target="../media/image12.emf"/><Relationship Id="rId19" Type="http://schemas.openxmlformats.org/officeDocument/2006/relationships/oleObject" Target="../embeddings/oleObject8.bin"/><Relationship Id="rId4" Type="http://schemas.openxmlformats.org/officeDocument/2006/relationships/audio" Target="../media/audio2.wav"/><Relationship Id="rId9" Type="http://schemas.openxmlformats.org/officeDocument/2006/relationships/oleObject" Target="../embeddings/oleObject3.bin"/><Relationship Id="rId14" Type="http://schemas.openxmlformats.org/officeDocument/2006/relationships/image" Target="../media/image14.emf"/><Relationship Id="rId22" Type="http://schemas.openxmlformats.org/officeDocument/2006/relationships/image" Target="../media/image18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24.e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1.e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23.emf"/><Relationship Id="rId4" Type="http://schemas.openxmlformats.org/officeDocument/2006/relationships/image" Target="../media/image20.emf"/><Relationship Id="rId9" Type="http://schemas.openxmlformats.org/officeDocument/2006/relationships/oleObject" Target="../embeddings/oleObject14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5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slide" Target="slide9.xml"/><Relationship Id="rId7" Type="http://schemas.openxmlformats.org/officeDocument/2006/relationships/image" Target="../media/image27.w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26.e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8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25.bin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33.wmf"/><Relationship Id="rId2" Type="http://schemas.openxmlformats.org/officeDocument/2006/relationships/slideLayout" Target="../slideLayouts/slideLayout44.xml"/><Relationship Id="rId16" Type="http://schemas.openxmlformats.org/officeDocument/2006/relationships/image" Target="../media/image35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5" Type="http://schemas.openxmlformats.org/officeDocument/2006/relationships/oleObject" Target="../embeddings/oleObject26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34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36.wmf"/><Relationship Id="rId4" Type="http://schemas.openxmlformats.org/officeDocument/2006/relationships/oleObject" Target="../embeddings/oleObject27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5.png"/><Relationship Id="rId5" Type="http://schemas.openxmlformats.org/officeDocument/2006/relationships/image" Target="../media/image37.wmf"/><Relationship Id="rId4" Type="http://schemas.openxmlformats.org/officeDocument/2006/relationships/oleObject" Target="../embeddings/oleObject28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7" Type="http://schemas.openxmlformats.org/officeDocument/2006/relationships/image" Target="../media/image39.w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38.wmf"/><Relationship Id="rId4" Type="http://schemas.openxmlformats.org/officeDocument/2006/relationships/oleObject" Target="../embeddings/oleObject29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43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3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7" Type="http://schemas.openxmlformats.org/officeDocument/2006/relationships/image" Target="../media/image45.w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44.wmf"/><Relationship Id="rId4" Type="http://schemas.openxmlformats.org/officeDocument/2006/relationships/oleObject" Target="../embeddings/oleObject35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slide" Target="slide15.xml"/><Relationship Id="rId7" Type="http://schemas.openxmlformats.org/officeDocument/2006/relationships/image" Target="../media/image47.w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49.wmf"/><Relationship Id="rId5" Type="http://schemas.openxmlformats.org/officeDocument/2006/relationships/image" Target="../media/image46.wmf"/><Relationship Id="rId10" Type="http://schemas.openxmlformats.org/officeDocument/2006/relationships/oleObject" Target="../embeddings/oleObject40.bin"/><Relationship Id="rId4" Type="http://schemas.openxmlformats.org/officeDocument/2006/relationships/oleObject" Target="../embeddings/oleObject37.bin"/><Relationship Id="rId9" Type="http://schemas.openxmlformats.org/officeDocument/2006/relationships/image" Target="../media/image48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slide" Target="slide17.xml"/><Relationship Id="rId7" Type="http://schemas.openxmlformats.org/officeDocument/2006/relationships/oleObject" Target="../embeddings/oleObject42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2.png"/><Relationship Id="rId5" Type="http://schemas.openxmlformats.org/officeDocument/2006/relationships/image" Target="../media/image50.wmf"/><Relationship Id="rId4" Type="http://schemas.openxmlformats.org/officeDocument/2006/relationships/oleObject" Target="../embeddings/oleObject41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13" Type="http://schemas.openxmlformats.org/officeDocument/2006/relationships/oleObject" Target="../embeddings/oleObject47.bin"/><Relationship Id="rId3" Type="http://schemas.openxmlformats.org/officeDocument/2006/relationships/slide" Target="slide17.xml"/><Relationship Id="rId7" Type="http://schemas.openxmlformats.org/officeDocument/2006/relationships/image" Target="../media/image53.wmf"/><Relationship Id="rId12" Type="http://schemas.openxmlformats.org/officeDocument/2006/relationships/image" Target="../media/image55.w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44.bin"/><Relationship Id="rId11" Type="http://schemas.openxmlformats.org/officeDocument/2006/relationships/oleObject" Target="../embeddings/oleObject46.bin"/><Relationship Id="rId5" Type="http://schemas.openxmlformats.org/officeDocument/2006/relationships/image" Target="../media/image52.wmf"/><Relationship Id="rId10" Type="http://schemas.openxmlformats.org/officeDocument/2006/relationships/image" Target="../media/image30.png"/><Relationship Id="rId4" Type="http://schemas.openxmlformats.org/officeDocument/2006/relationships/oleObject" Target="../embeddings/oleObject43.bin"/><Relationship Id="rId9" Type="http://schemas.openxmlformats.org/officeDocument/2006/relationships/image" Target="../media/image54.wmf"/><Relationship Id="rId14" Type="http://schemas.openxmlformats.org/officeDocument/2006/relationships/image" Target="../media/image56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7" Type="http://schemas.openxmlformats.org/officeDocument/2006/relationships/image" Target="../media/image58.w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49.bin"/><Relationship Id="rId5" Type="http://schemas.openxmlformats.org/officeDocument/2006/relationships/image" Target="../media/image57.wmf"/><Relationship Id="rId4" Type="http://schemas.openxmlformats.org/officeDocument/2006/relationships/oleObject" Target="../embeddings/oleObject48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51.bin"/><Relationship Id="rId10" Type="http://schemas.openxmlformats.org/officeDocument/2006/relationships/image" Target="../media/image62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53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13" Type="http://schemas.openxmlformats.org/officeDocument/2006/relationships/oleObject" Target="../embeddings/oleObject59.bin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67.w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4.wmf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5.bin"/><Relationship Id="rId10" Type="http://schemas.openxmlformats.org/officeDocument/2006/relationships/image" Target="../media/image66.wmf"/><Relationship Id="rId4" Type="http://schemas.openxmlformats.org/officeDocument/2006/relationships/image" Target="../media/image63.wmf"/><Relationship Id="rId9" Type="http://schemas.openxmlformats.org/officeDocument/2006/relationships/oleObject" Target="../embeddings/oleObject57.bin"/><Relationship Id="rId14" Type="http://schemas.openxmlformats.org/officeDocument/2006/relationships/image" Target="../media/image68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70.wmf"/><Relationship Id="rId5" Type="http://schemas.openxmlformats.org/officeDocument/2006/relationships/oleObject" Target="../embeddings/oleObject61.bin"/><Relationship Id="rId10" Type="http://schemas.openxmlformats.org/officeDocument/2006/relationships/image" Target="../media/image72.wmf"/><Relationship Id="rId4" Type="http://schemas.openxmlformats.org/officeDocument/2006/relationships/image" Target="../media/image69.wmf"/><Relationship Id="rId9" Type="http://schemas.openxmlformats.org/officeDocument/2006/relationships/oleObject" Target="../embeddings/oleObject63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oleObject" Target="../embeddings/oleObject68.bin"/><Relationship Id="rId18" Type="http://schemas.openxmlformats.org/officeDocument/2006/relationships/image" Target="../media/image79.wmf"/><Relationship Id="rId3" Type="http://schemas.openxmlformats.org/officeDocument/2006/relationships/slide" Target="slide21.xml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70.bin"/><Relationship Id="rId2" Type="http://schemas.openxmlformats.org/officeDocument/2006/relationships/slideLayout" Target="../slideLayouts/slideLayout44.xml"/><Relationship Id="rId16" Type="http://schemas.openxmlformats.org/officeDocument/2006/relationships/image" Target="../media/image78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36.png"/><Relationship Id="rId11" Type="http://schemas.openxmlformats.org/officeDocument/2006/relationships/oleObject" Target="../embeddings/oleObject67.bin"/><Relationship Id="rId5" Type="http://schemas.openxmlformats.org/officeDocument/2006/relationships/image" Target="../media/image73.wmf"/><Relationship Id="rId15" Type="http://schemas.openxmlformats.org/officeDocument/2006/relationships/oleObject" Target="../embeddings/oleObject69.bin"/><Relationship Id="rId10" Type="http://schemas.openxmlformats.org/officeDocument/2006/relationships/image" Target="../media/image75.wmf"/><Relationship Id="rId4" Type="http://schemas.openxmlformats.org/officeDocument/2006/relationships/oleObject" Target="../embeddings/oleObject64.bin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77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3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81.wmf"/><Relationship Id="rId5" Type="http://schemas.openxmlformats.org/officeDocument/2006/relationships/oleObject" Target="../embeddings/oleObject72.bin"/><Relationship Id="rId10" Type="http://schemas.openxmlformats.org/officeDocument/2006/relationships/image" Target="../media/image83.wmf"/><Relationship Id="rId4" Type="http://schemas.openxmlformats.org/officeDocument/2006/relationships/image" Target="../media/image80.wmf"/><Relationship Id="rId9" Type="http://schemas.openxmlformats.org/officeDocument/2006/relationships/oleObject" Target="../embeddings/oleObject74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85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84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87.wmf"/><Relationship Id="rId4" Type="http://schemas.openxmlformats.org/officeDocument/2006/relationships/oleObject" Target="../embeddings/oleObject78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.bin"/><Relationship Id="rId13" Type="http://schemas.openxmlformats.org/officeDocument/2006/relationships/image" Target="../media/image92.wmf"/><Relationship Id="rId3" Type="http://schemas.openxmlformats.org/officeDocument/2006/relationships/slide" Target="slide26.xml"/><Relationship Id="rId7" Type="http://schemas.openxmlformats.org/officeDocument/2006/relationships/image" Target="../media/image89.wmf"/><Relationship Id="rId12" Type="http://schemas.openxmlformats.org/officeDocument/2006/relationships/oleObject" Target="../embeddings/oleObject83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80.bin"/><Relationship Id="rId11" Type="http://schemas.openxmlformats.org/officeDocument/2006/relationships/image" Target="../media/image91.wmf"/><Relationship Id="rId5" Type="http://schemas.openxmlformats.org/officeDocument/2006/relationships/image" Target="../media/image88.wmf"/><Relationship Id="rId10" Type="http://schemas.openxmlformats.org/officeDocument/2006/relationships/oleObject" Target="../embeddings/oleObject82.bin"/><Relationship Id="rId4" Type="http://schemas.openxmlformats.org/officeDocument/2006/relationships/oleObject" Target="../embeddings/oleObject79.bin"/><Relationship Id="rId9" Type="http://schemas.openxmlformats.org/officeDocument/2006/relationships/image" Target="../media/image90.wmf"/><Relationship Id="rId14" Type="http://schemas.openxmlformats.org/officeDocument/2006/relationships/image" Target="../media/image6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slide" Target="slide27.xml"/><Relationship Id="rId7" Type="http://schemas.openxmlformats.org/officeDocument/2006/relationships/oleObject" Target="../embeddings/oleObject85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93.wmf"/><Relationship Id="rId5" Type="http://schemas.openxmlformats.org/officeDocument/2006/relationships/oleObject" Target="../embeddings/oleObject84.bin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oleObject" Target="../embeddings/oleObject90.bin"/><Relationship Id="rId3" Type="http://schemas.openxmlformats.org/officeDocument/2006/relationships/slide" Target="slide31.xml"/><Relationship Id="rId7" Type="http://schemas.openxmlformats.org/officeDocument/2006/relationships/image" Target="../media/image96.wmf"/><Relationship Id="rId12" Type="http://schemas.openxmlformats.org/officeDocument/2006/relationships/image" Target="../media/image98.w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87.bin"/><Relationship Id="rId11" Type="http://schemas.openxmlformats.org/officeDocument/2006/relationships/oleObject" Target="../embeddings/oleObject89.bin"/><Relationship Id="rId5" Type="http://schemas.openxmlformats.org/officeDocument/2006/relationships/image" Target="../media/image95.wmf"/><Relationship Id="rId10" Type="http://schemas.openxmlformats.org/officeDocument/2006/relationships/image" Target="../media/image97.wmf"/><Relationship Id="rId4" Type="http://schemas.openxmlformats.org/officeDocument/2006/relationships/oleObject" Target="../embeddings/oleObject86.bin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99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oleObject" Target="../embeddings/oleObject96.bin"/><Relationship Id="rId18" Type="http://schemas.openxmlformats.org/officeDocument/2006/relationships/image" Target="../media/image107.wmf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104.wmf"/><Relationship Id="rId17" Type="http://schemas.openxmlformats.org/officeDocument/2006/relationships/oleObject" Target="../embeddings/oleObject98.bin"/><Relationship Id="rId2" Type="http://schemas.openxmlformats.org/officeDocument/2006/relationships/slideLayout" Target="../slideLayouts/slideLayout44.xml"/><Relationship Id="rId16" Type="http://schemas.openxmlformats.org/officeDocument/2006/relationships/image" Target="../media/image106.e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95.bin"/><Relationship Id="rId5" Type="http://schemas.openxmlformats.org/officeDocument/2006/relationships/oleObject" Target="../embeddings/oleObject92.bin"/><Relationship Id="rId15" Type="http://schemas.openxmlformats.org/officeDocument/2006/relationships/oleObject" Target="../embeddings/oleObject97.bin"/><Relationship Id="rId10" Type="http://schemas.openxmlformats.org/officeDocument/2006/relationships/image" Target="../media/image103.wmf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94.bin"/><Relationship Id="rId14" Type="http://schemas.openxmlformats.org/officeDocument/2006/relationships/image" Target="../media/image105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13" Type="http://schemas.openxmlformats.org/officeDocument/2006/relationships/oleObject" Target="../embeddings/oleObject104.bin"/><Relationship Id="rId18" Type="http://schemas.openxmlformats.org/officeDocument/2006/relationships/image" Target="../media/image115.wmf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1.bin"/><Relationship Id="rId12" Type="http://schemas.openxmlformats.org/officeDocument/2006/relationships/image" Target="../media/image112.wmf"/><Relationship Id="rId17" Type="http://schemas.openxmlformats.org/officeDocument/2006/relationships/oleObject" Target="../embeddings/oleObject106.bin"/><Relationship Id="rId2" Type="http://schemas.openxmlformats.org/officeDocument/2006/relationships/slideLayout" Target="../slideLayouts/slideLayout44.xml"/><Relationship Id="rId16" Type="http://schemas.openxmlformats.org/officeDocument/2006/relationships/image" Target="../media/image114.wmf"/><Relationship Id="rId20" Type="http://schemas.openxmlformats.org/officeDocument/2006/relationships/image" Target="../media/image116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09.wmf"/><Relationship Id="rId11" Type="http://schemas.openxmlformats.org/officeDocument/2006/relationships/oleObject" Target="../embeddings/oleObject103.bin"/><Relationship Id="rId5" Type="http://schemas.openxmlformats.org/officeDocument/2006/relationships/oleObject" Target="../embeddings/oleObject100.bin"/><Relationship Id="rId15" Type="http://schemas.openxmlformats.org/officeDocument/2006/relationships/oleObject" Target="../embeddings/oleObject105.bin"/><Relationship Id="rId10" Type="http://schemas.openxmlformats.org/officeDocument/2006/relationships/image" Target="../media/image111.wmf"/><Relationship Id="rId19" Type="http://schemas.openxmlformats.org/officeDocument/2006/relationships/oleObject" Target="../embeddings/oleObject107.bin"/><Relationship Id="rId4" Type="http://schemas.openxmlformats.org/officeDocument/2006/relationships/image" Target="../media/image108.wmf"/><Relationship Id="rId9" Type="http://schemas.openxmlformats.org/officeDocument/2006/relationships/oleObject" Target="../embeddings/oleObject102.bin"/><Relationship Id="rId14" Type="http://schemas.openxmlformats.org/officeDocument/2006/relationships/image" Target="../media/image113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13" Type="http://schemas.openxmlformats.org/officeDocument/2006/relationships/oleObject" Target="../embeddings/oleObject113.bin"/><Relationship Id="rId18" Type="http://schemas.openxmlformats.org/officeDocument/2006/relationships/image" Target="../media/image123.wmf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0.bin"/><Relationship Id="rId12" Type="http://schemas.openxmlformats.org/officeDocument/2006/relationships/image" Target="../media/image120.wmf"/><Relationship Id="rId17" Type="http://schemas.openxmlformats.org/officeDocument/2006/relationships/oleObject" Target="../embeddings/oleObject115.bin"/><Relationship Id="rId2" Type="http://schemas.openxmlformats.org/officeDocument/2006/relationships/slideLayout" Target="../slideLayouts/slideLayout44.xml"/><Relationship Id="rId16" Type="http://schemas.openxmlformats.org/officeDocument/2006/relationships/image" Target="../media/image122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18.wmf"/><Relationship Id="rId11" Type="http://schemas.openxmlformats.org/officeDocument/2006/relationships/oleObject" Target="../embeddings/oleObject112.bin"/><Relationship Id="rId5" Type="http://schemas.openxmlformats.org/officeDocument/2006/relationships/oleObject" Target="../embeddings/oleObject109.bin"/><Relationship Id="rId15" Type="http://schemas.openxmlformats.org/officeDocument/2006/relationships/oleObject" Target="../embeddings/oleObject114.bin"/><Relationship Id="rId10" Type="http://schemas.openxmlformats.org/officeDocument/2006/relationships/image" Target="../media/image119.wmf"/><Relationship Id="rId4" Type="http://schemas.openxmlformats.org/officeDocument/2006/relationships/image" Target="../media/image117.wmf"/><Relationship Id="rId9" Type="http://schemas.openxmlformats.org/officeDocument/2006/relationships/oleObject" Target="../embeddings/oleObject111.bin"/><Relationship Id="rId14" Type="http://schemas.openxmlformats.org/officeDocument/2006/relationships/image" Target="../media/image121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25.png"/><Relationship Id="rId5" Type="http://schemas.openxmlformats.org/officeDocument/2006/relationships/image" Target="../media/image124.wmf"/><Relationship Id="rId4" Type="http://schemas.openxmlformats.org/officeDocument/2006/relationships/oleObject" Target="../embeddings/oleObject116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9.bin"/><Relationship Id="rId13" Type="http://schemas.openxmlformats.org/officeDocument/2006/relationships/image" Target="../media/image129.wmf"/><Relationship Id="rId3" Type="http://schemas.openxmlformats.org/officeDocument/2006/relationships/slide" Target="slide36.xml"/><Relationship Id="rId7" Type="http://schemas.openxmlformats.org/officeDocument/2006/relationships/image" Target="../media/image126.wmf"/><Relationship Id="rId12" Type="http://schemas.openxmlformats.org/officeDocument/2006/relationships/oleObject" Target="../embeddings/oleObject121.bin"/><Relationship Id="rId17" Type="http://schemas.openxmlformats.org/officeDocument/2006/relationships/image" Target="../media/image131.wmf"/><Relationship Id="rId2" Type="http://schemas.openxmlformats.org/officeDocument/2006/relationships/slideLayout" Target="../slideLayouts/slideLayout44.xml"/><Relationship Id="rId16" Type="http://schemas.openxmlformats.org/officeDocument/2006/relationships/oleObject" Target="../embeddings/oleObject123.bin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118.bin"/><Relationship Id="rId11" Type="http://schemas.openxmlformats.org/officeDocument/2006/relationships/image" Target="../media/image128.wmf"/><Relationship Id="rId5" Type="http://schemas.openxmlformats.org/officeDocument/2006/relationships/image" Target="../media/image125.wmf"/><Relationship Id="rId15" Type="http://schemas.openxmlformats.org/officeDocument/2006/relationships/image" Target="../media/image130.wmf"/><Relationship Id="rId10" Type="http://schemas.openxmlformats.org/officeDocument/2006/relationships/oleObject" Target="../embeddings/oleObject120.bin"/><Relationship Id="rId4" Type="http://schemas.openxmlformats.org/officeDocument/2006/relationships/oleObject" Target="../embeddings/oleObject117.bin"/><Relationship Id="rId9" Type="http://schemas.openxmlformats.org/officeDocument/2006/relationships/image" Target="../media/image127.wmf"/><Relationship Id="rId14" Type="http://schemas.openxmlformats.org/officeDocument/2006/relationships/oleObject" Target="../embeddings/oleObject122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6.bin"/><Relationship Id="rId13" Type="http://schemas.openxmlformats.org/officeDocument/2006/relationships/image" Target="../media/image136.wmf"/><Relationship Id="rId18" Type="http://schemas.openxmlformats.org/officeDocument/2006/relationships/oleObject" Target="../embeddings/oleObject131.bin"/><Relationship Id="rId3" Type="http://schemas.openxmlformats.org/officeDocument/2006/relationships/slide" Target="slide36.xml"/><Relationship Id="rId21" Type="http://schemas.openxmlformats.org/officeDocument/2006/relationships/image" Target="../media/image140.wmf"/><Relationship Id="rId7" Type="http://schemas.openxmlformats.org/officeDocument/2006/relationships/image" Target="../media/image133.wmf"/><Relationship Id="rId12" Type="http://schemas.openxmlformats.org/officeDocument/2006/relationships/oleObject" Target="../embeddings/oleObject128.bin"/><Relationship Id="rId17" Type="http://schemas.openxmlformats.org/officeDocument/2006/relationships/image" Target="../media/image138.wmf"/><Relationship Id="rId2" Type="http://schemas.openxmlformats.org/officeDocument/2006/relationships/slideLayout" Target="../slideLayouts/slideLayout44.xml"/><Relationship Id="rId16" Type="http://schemas.openxmlformats.org/officeDocument/2006/relationships/oleObject" Target="../embeddings/oleObject130.bin"/><Relationship Id="rId20" Type="http://schemas.openxmlformats.org/officeDocument/2006/relationships/oleObject" Target="../embeddings/oleObject132.bin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125.bin"/><Relationship Id="rId11" Type="http://schemas.openxmlformats.org/officeDocument/2006/relationships/image" Target="../media/image135.wmf"/><Relationship Id="rId5" Type="http://schemas.openxmlformats.org/officeDocument/2006/relationships/image" Target="../media/image132.wmf"/><Relationship Id="rId15" Type="http://schemas.openxmlformats.org/officeDocument/2006/relationships/image" Target="../media/image137.wmf"/><Relationship Id="rId23" Type="http://schemas.openxmlformats.org/officeDocument/2006/relationships/image" Target="../media/image141.wmf"/><Relationship Id="rId10" Type="http://schemas.openxmlformats.org/officeDocument/2006/relationships/oleObject" Target="../embeddings/oleObject127.bin"/><Relationship Id="rId19" Type="http://schemas.openxmlformats.org/officeDocument/2006/relationships/image" Target="../media/image139.wmf"/><Relationship Id="rId4" Type="http://schemas.openxmlformats.org/officeDocument/2006/relationships/oleObject" Target="../embeddings/oleObject124.bin"/><Relationship Id="rId9" Type="http://schemas.openxmlformats.org/officeDocument/2006/relationships/image" Target="../media/image134.wmf"/><Relationship Id="rId14" Type="http://schemas.openxmlformats.org/officeDocument/2006/relationships/oleObject" Target="../embeddings/oleObject129.bin"/><Relationship Id="rId22" Type="http://schemas.openxmlformats.org/officeDocument/2006/relationships/oleObject" Target="../embeddings/oleObject133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4.bin"/><Relationship Id="rId7" Type="http://schemas.openxmlformats.org/officeDocument/2006/relationships/image" Target="../media/image143.e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135.bin"/><Relationship Id="rId5" Type="http://schemas.openxmlformats.org/officeDocument/2006/relationships/image" Target="../media/image144.png"/><Relationship Id="rId4" Type="http://schemas.openxmlformats.org/officeDocument/2006/relationships/image" Target="../media/image142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6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46.emf"/><Relationship Id="rId5" Type="http://schemas.openxmlformats.org/officeDocument/2006/relationships/oleObject" Target="../embeddings/oleObject137.bin"/><Relationship Id="rId4" Type="http://schemas.openxmlformats.org/officeDocument/2006/relationships/image" Target="../media/image145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gif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6324914"/>
      </p:ext>
    </p:extLst>
  </p:cSld>
  <p:clrMapOvr>
    <a:masterClrMapping/>
  </p:clrMapOvr>
  <p:transition spd="slow"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Line 2">
            <a:extLst>
              <a:ext uri="{FF2B5EF4-FFF2-40B4-BE49-F238E27FC236}">
                <a16:creationId xmlns:a16="http://schemas.microsoft.com/office/drawing/2014/main" id="{B23C083C-4786-427B-8023-7BCA8B81A9CD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808038"/>
            <a:ext cx="9144000" cy="0"/>
          </a:xfrm>
          <a:prstGeom prst="line">
            <a:avLst/>
          </a:prstGeom>
          <a:noFill/>
          <a:ln w="76200" cmpd="tri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8B2132EF-33CE-4DEE-A132-AEEC1C91E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0"/>
            <a:ext cx="41052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第一章  行列式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18046D2-C6D9-4330-8B3B-9CE457AFD2E6}"/>
              </a:ext>
            </a:extLst>
          </p:cNvPr>
          <p:cNvSpPr/>
          <p:nvPr/>
        </p:nvSpPr>
        <p:spPr>
          <a:xfrm>
            <a:off x="1619672" y="1628800"/>
            <a:ext cx="54553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50000"/>
              </a:spcBef>
              <a:defRPr/>
            </a:pPr>
            <a:r>
              <a:rPr lang="en-US" altLang="zh-CN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§1.4  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行列式按行</a:t>
            </a:r>
            <a:r>
              <a:rPr lang="en-US" altLang="zh-CN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列</a:t>
            </a:r>
            <a:r>
              <a:rPr lang="en-US" altLang="zh-CN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展开</a:t>
            </a:r>
          </a:p>
        </p:txBody>
      </p:sp>
    </p:spTree>
    <p:extLst>
      <p:ext uri="{BB962C8B-B14F-4D97-AF65-F5344CB8AC3E}">
        <p14:creationId xmlns:p14="http://schemas.microsoft.com/office/powerpoint/2010/main" val="1757092652"/>
      </p:ext>
    </p:extLst>
  </p:cSld>
  <p:clrMapOvr>
    <a:masterClrMapping/>
  </p:clrMapOvr>
  <p:transition spd="slow">
    <p:split orient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A99BEDF0-9AC7-5806-A897-C23795360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1277383"/>
            <a:ext cx="7200800" cy="2601097"/>
          </a:xfrm>
          <a:prstGeom prst="rect">
            <a:avLst/>
          </a:prstGeom>
          <a:solidFill>
            <a:schemeClr val="bg1">
              <a:alpha val="56078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square" anchor="ctr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    本节重点解决以下问题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: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一般的行列式可否利用低阶行列式进行计算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itchFamily="49" charset="-122"/>
              </a:rPr>
              <a:t>?</a:t>
            </a:r>
          </a:p>
          <a:p>
            <a:pPr lvl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什么是余子式和代数余子式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?</a:t>
            </a:r>
          </a:p>
          <a:p>
            <a:pPr lvl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如何将行列式按行或列展开进行计算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?</a:t>
            </a:r>
          </a:p>
        </p:txBody>
      </p:sp>
      <p:sp>
        <p:nvSpPr>
          <p:cNvPr id="7" name="Rectangle 30">
            <a:extLst>
              <a:ext uri="{FF2B5EF4-FFF2-40B4-BE49-F238E27FC236}">
                <a16:creationId xmlns:a16="http://schemas.microsoft.com/office/drawing/2014/main" id="{9F1C8772-B719-9E40-6475-AB8F158B5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0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前言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6D66B5EC-B3F5-9640-8E51-25EEA6508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692150"/>
            <a:ext cx="172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计算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E33862E3-A663-9C48-9A17-84BF544ED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658938"/>
            <a:ext cx="8270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DFC9E7B4-452B-0742-B383-91775C43F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765175"/>
            <a:ext cx="2330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化上三角形法</a:t>
            </a:r>
            <a:r>
              <a:rPr lang="en-US" altLang="zh-CN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A8E3FC46-78BE-9143-863D-436436293F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2349500"/>
          <a:ext cx="2087563" cy="192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49" name="Equation" r:id="rId5" imgW="22821900" imgH="21069300" progId="Equation.DSMT4">
                  <p:embed/>
                </p:oleObj>
              </mc:Choice>
              <mc:Fallback>
                <p:oleObj name="Equation" r:id="rId5" imgW="22821900" imgH="21069300" progId="Equation.DSMT4">
                  <p:embed/>
                  <p:pic>
                    <p:nvPicPr>
                      <p:cNvPr id="185350" name="Object 6">
                        <a:extLst>
                          <a:ext uri="{FF2B5EF4-FFF2-40B4-BE49-F238E27FC236}">
                            <a16:creationId xmlns:a16="http://schemas.microsoft.com/office/drawing/2014/main" id="{B9977D62-FD00-FC49-AF17-EEEC1BEE40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2349500"/>
                        <a:ext cx="2087563" cy="192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9296028B-A2B3-3E48-97B9-860BADEF55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565400"/>
          <a:ext cx="865188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0" name="Equation" r:id="rId7" imgW="10820400" imgH="11696700" progId="Equation.DSMT4">
                  <p:embed/>
                </p:oleObj>
              </mc:Choice>
              <mc:Fallback>
                <p:oleObj name="Equation" r:id="rId7" imgW="10820400" imgH="11696700" progId="Equation.DSMT4">
                  <p:embed/>
                  <p:pic>
                    <p:nvPicPr>
                      <p:cNvPr id="185351" name="Object 7">
                        <a:extLst>
                          <a:ext uri="{FF2B5EF4-FFF2-40B4-BE49-F238E27FC236}">
                            <a16:creationId xmlns:a16="http://schemas.microsoft.com/office/drawing/2014/main" id="{4FF3D949-FF00-F446-993E-C9E910EBA2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565400"/>
                        <a:ext cx="865188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A5C8E928-9ADB-444D-BC4D-02232FA47A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2997200"/>
          <a:ext cx="7207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1" name="Equation" r:id="rId9" imgW="11404600" imgH="6438900" progId="Equation.DSMT4">
                  <p:embed/>
                </p:oleObj>
              </mc:Choice>
              <mc:Fallback>
                <p:oleObj name="Equation" r:id="rId9" imgW="11404600" imgH="6438900" progId="Equation.DSMT4">
                  <p:embed/>
                  <p:pic>
                    <p:nvPicPr>
                      <p:cNvPr id="185352" name="Object 8">
                        <a:extLst>
                          <a:ext uri="{FF2B5EF4-FFF2-40B4-BE49-F238E27FC236}">
                            <a16:creationId xmlns:a16="http://schemas.microsoft.com/office/drawing/2014/main" id="{93FFEDBE-B846-274E-A14B-35BABFA316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2997200"/>
                        <a:ext cx="7207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AE4DA5E1-CE66-1947-B65E-6423CC3D87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2133600"/>
          <a:ext cx="2173288" cy="200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2" name="Equation" r:id="rId11" imgW="22821900" imgH="21069300" progId="Equation.DSMT4">
                  <p:embed/>
                </p:oleObj>
              </mc:Choice>
              <mc:Fallback>
                <p:oleObj name="Equation" r:id="rId11" imgW="22821900" imgH="21069300" progId="Equation.DSMT4">
                  <p:embed/>
                  <p:pic>
                    <p:nvPicPr>
                      <p:cNvPr id="185353" name="Object 9">
                        <a:extLst>
                          <a:ext uri="{FF2B5EF4-FFF2-40B4-BE49-F238E27FC236}">
                            <a16:creationId xmlns:a16="http://schemas.microsoft.com/office/drawing/2014/main" id="{27011002-DA37-504C-8CCE-036968B8D2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2133600"/>
                        <a:ext cx="2173288" cy="200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>
            <a:extLst>
              <a:ext uri="{FF2B5EF4-FFF2-40B4-BE49-F238E27FC236}">
                <a16:creationId xmlns:a16="http://schemas.microsoft.com/office/drawing/2014/main" id="{4652A08D-5017-264B-81BB-37558410BD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4797425"/>
          <a:ext cx="8636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3" name="Equation" r:id="rId13" imgW="11112500" imgH="6438900" progId="Equation.DSMT4">
                  <p:embed/>
                </p:oleObj>
              </mc:Choice>
              <mc:Fallback>
                <p:oleObj name="Equation" r:id="rId13" imgW="11112500" imgH="6438900" progId="Equation.DSMT4">
                  <p:embed/>
                  <p:pic>
                    <p:nvPicPr>
                      <p:cNvPr id="185354" name="Object 10">
                        <a:extLst>
                          <a:ext uri="{FF2B5EF4-FFF2-40B4-BE49-F238E27FC236}">
                            <a16:creationId xmlns:a16="http://schemas.microsoft.com/office/drawing/2014/main" id="{0C32FE0A-1100-7C42-8D9D-F1CB89104D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797425"/>
                        <a:ext cx="86360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B07E07B6-7897-AB48-9E3E-92CC9F7BE1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4292600"/>
          <a:ext cx="2376488" cy="185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4" name="Equation" r:id="rId15" imgW="26911300" imgH="21069300" progId="Equation.DSMT4">
                  <p:embed/>
                </p:oleObj>
              </mc:Choice>
              <mc:Fallback>
                <p:oleObj name="Equation" r:id="rId15" imgW="26911300" imgH="21069300" progId="Equation.DSMT4">
                  <p:embed/>
                  <p:pic>
                    <p:nvPicPr>
                      <p:cNvPr id="185355" name="Object 11">
                        <a:extLst>
                          <a:ext uri="{FF2B5EF4-FFF2-40B4-BE49-F238E27FC236}">
                            <a16:creationId xmlns:a16="http://schemas.microsoft.com/office/drawing/2014/main" id="{DA75FD00-5F7E-8B4A-AF45-BF64F7ED94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292600"/>
                        <a:ext cx="2376488" cy="185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">
            <a:extLst>
              <a:ext uri="{FF2B5EF4-FFF2-40B4-BE49-F238E27FC236}">
                <a16:creationId xmlns:a16="http://schemas.microsoft.com/office/drawing/2014/main" id="{C993693C-D964-CB43-80D2-B0FFD2C8E3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4652963"/>
          <a:ext cx="792163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5" name="Equation" r:id="rId17" imgW="13462000" imgH="10236200" progId="Equation.DSMT4">
                  <p:embed/>
                </p:oleObj>
              </mc:Choice>
              <mc:Fallback>
                <p:oleObj name="Equation" r:id="rId17" imgW="13462000" imgH="10236200" progId="Equation.DSMT4">
                  <p:embed/>
                  <p:pic>
                    <p:nvPicPr>
                      <p:cNvPr id="185356" name="Object 12">
                        <a:extLst>
                          <a:ext uri="{FF2B5EF4-FFF2-40B4-BE49-F238E27FC236}">
                            <a16:creationId xmlns:a16="http://schemas.microsoft.com/office/drawing/2014/main" id="{7D9C1A37-93AC-4B42-B6F3-E9A2573A44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4652963"/>
                        <a:ext cx="792163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3">
            <a:extLst>
              <a:ext uri="{FF2B5EF4-FFF2-40B4-BE49-F238E27FC236}">
                <a16:creationId xmlns:a16="http://schemas.microsoft.com/office/drawing/2014/main" id="{4A4D1E07-F1F6-5F44-BE20-0F063A797D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4149725"/>
          <a:ext cx="2652712" cy="227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6" name="Equation" r:id="rId19" imgW="27495500" imgH="25742900" progId="Equation.DSMT4">
                  <p:embed/>
                </p:oleObj>
              </mc:Choice>
              <mc:Fallback>
                <p:oleObj name="Equation" r:id="rId19" imgW="27495500" imgH="25742900" progId="Equation.DSMT4">
                  <p:embed/>
                  <p:pic>
                    <p:nvPicPr>
                      <p:cNvPr id="185357" name="Object 13">
                        <a:extLst>
                          <a:ext uri="{FF2B5EF4-FFF2-40B4-BE49-F238E27FC236}">
                            <a16:creationId xmlns:a16="http://schemas.microsoft.com/office/drawing/2014/main" id="{DB19E07B-4D7C-4A49-98FD-C42DA1697A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4149725"/>
                        <a:ext cx="2652712" cy="227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4">
            <a:extLst>
              <a:ext uri="{FF2B5EF4-FFF2-40B4-BE49-F238E27FC236}">
                <a16:creationId xmlns:a16="http://schemas.microsoft.com/office/drawing/2014/main" id="{65363119-647C-6147-9AA0-963F6D48C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997200"/>
            <a:ext cx="5032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en-US" altLang="zh-CN" sz="3200" b="1" i="1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14" name="Text Box 15">
            <a:extLst>
              <a:ext uri="{FF2B5EF4-FFF2-40B4-BE49-F238E27FC236}">
                <a16:creationId xmlns:a16="http://schemas.microsoft.com/office/drawing/2014/main" id="{9652D24D-FB49-C24C-9D5C-3D5739F8B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2997200"/>
            <a:ext cx="5048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zh-CN" altLang="en-US" sz="3200" b="1">
                <a:solidFill>
                  <a:srgbClr val="FFFF00"/>
                </a:solidFill>
                <a:ea typeface="宋体" panose="02010600030101010101" pitchFamily="2" charset="-122"/>
              </a:rPr>
              <a:t>－</a:t>
            </a: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33C38BA3-ECD1-1142-ACDC-38826EDFE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188" y="4941888"/>
            <a:ext cx="10429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zh-CN" altLang="en-US" sz="2800" b="1">
                <a:solidFill>
                  <a:schemeClr val="tx1"/>
                </a:solidFill>
                <a:ea typeface="宋体" panose="02010600030101010101" pitchFamily="2" charset="-122"/>
              </a:rPr>
              <a:t>＝</a:t>
            </a:r>
            <a:r>
              <a:rPr kumimoji="0"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57</a:t>
            </a:r>
          </a:p>
        </p:txBody>
      </p:sp>
      <p:sp>
        <p:nvSpPr>
          <p:cNvPr id="16" name="Text Box 17">
            <a:extLst>
              <a:ext uri="{FF2B5EF4-FFF2-40B4-BE49-F238E27FC236}">
                <a16:creationId xmlns:a16="http://schemas.microsoft.com/office/drawing/2014/main" id="{D8941FD9-C2A2-B141-90FA-0A4F3F01A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88913"/>
            <a:ext cx="1079500" cy="636587"/>
          </a:xfrm>
          <a:prstGeom prst="rect">
            <a:avLst/>
          </a:prstGeom>
          <a:noFill/>
          <a:ln w="57150" cmpd="thickThin">
            <a:solidFill>
              <a:srgbClr val="FF99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tx2"/>
                </a:solidFill>
                <a:ea typeface="宋体" panose="02010600030101010101" pitchFamily="2" charset="-122"/>
              </a:rPr>
              <a:t>复习</a:t>
            </a:r>
          </a:p>
        </p:txBody>
      </p:sp>
      <p:graphicFrame>
        <p:nvGraphicFramePr>
          <p:cNvPr id="17" name="Object 18">
            <a:extLst>
              <a:ext uri="{FF2B5EF4-FFF2-40B4-BE49-F238E27FC236}">
                <a16:creationId xmlns:a16="http://schemas.microsoft.com/office/drawing/2014/main" id="{4809076A-9FED-2249-918C-DECD55BEE1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3490913"/>
          <a:ext cx="720725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7" name="Equation" r:id="rId21" imgW="8775700" imgH="5270500" progId="Equation.DSMT4">
                  <p:embed/>
                </p:oleObj>
              </mc:Choice>
              <mc:Fallback>
                <p:oleObj name="Equation" r:id="rId21" imgW="8775700" imgH="5270500" progId="Equation.DSMT4">
                  <p:embed/>
                  <p:pic>
                    <p:nvPicPr>
                      <p:cNvPr id="185362" name="Object 18">
                        <a:extLst>
                          <a:ext uri="{FF2B5EF4-FFF2-40B4-BE49-F238E27FC236}">
                            <a16:creationId xmlns:a16="http://schemas.microsoft.com/office/drawing/2014/main" id="{4D8BE50F-524E-4C45-B892-C09D1E0166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490913"/>
                        <a:ext cx="720725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9">
            <a:extLst>
              <a:ext uri="{FF2B5EF4-FFF2-40B4-BE49-F238E27FC236}">
                <a16:creationId xmlns:a16="http://schemas.microsoft.com/office/drawing/2014/main" id="{A15410DB-3453-6343-9526-6ADD47E91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2275" y="2781300"/>
            <a:ext cx="431800" cy="1655763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9" name="Rectangle 20">
            <a:extLst>
              <a:ext uri="{FF2B5EF4-FFF2-40B4-BE49-F238E27FC236}">
                <a16:creationId xmlns:a16="http://schemas.microsoft.com/office/drawing/2014/main" id="{72861438-DCD4-174D-B600-F48AE8C80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3141663"/>
            <a:ext cx="431800" cy="1008062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20" name="Rectangle 21">
            <a:extLst>
              <a:ext uri="{FF2B5EF4-FFF2-40B4-BE49-F238E27FC236}">
                <a16:creationId xmlns:a16="http://schemas.microsoft.com/office/drawing/2014/main" id="{1ABF3C43-BE46-5C44-9735-E69CD4C3F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5661025"/>
            <a:ext cx="576262" cy="563563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51D9C7EF-4226-3941-A89E-99F8517E2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2781300"/>
            <a:ext cx="685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4400" b="1" i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?</a:t>
            </a:r>
          </a:p>
        </p:txBody>
      </p:sp>
      <p:sp>
        <p:nvSpPr>
          <p:cNvPr id="22" name="Oval 23">
            <a:extLst>
              <a:ext uri="{FF2B5EF4-FFF2-40B4-BE49-F238E27FC236}">
                <a16:creationId xmlns:a16="http://schemas.microsoft.com/office/drawing/2014/main" id="{D3394EC0-56A5-A143-9641-4C4DE9817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2852738"/>
            <a:ext cx="360363" cy="360362"/>
          </a:xfrm>
          <a:prstGeom prst="ellipse">
            <a:avLst/>
          </a:prstGeom>
          <a:noFill/>
          <a:ln w="3175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kumimoji="0" lang="zh-CN" altLang="zh-CN" sz="3200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3" name="AutoShape 24">
            <a:extLst>
              <a:ext uri="{FF2B5EF4-FFF2-40B4-BE49-F238E27FC236}">
                <a16:creationId xmlns:a16="http://schemas.microsoft.com/office/drawing/2014/main" id="{7098E09D-6950-1B41-81BB-610E798F1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3716338"/>
            <a:ext cx="503237" cy="503237"/>
          </a:xfrm>
          <a:prstGeom prst="triangle">
            <a:avLst>
              <a:gd name="adj" fmla="val 50000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CBFF7D86-4CF9-964B-9539-4DFFA16F8D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3573463"/>
            <a:ext cx="685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4400" b="1" i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！</a:t>
            </a:r>
          </a:p>
        </p:txBody>
      </p:sp>
      <p:graphicFrame>
        <p:nvGraphicFramePr>
          <p:cNvPr id="26" name="Object 3">
            <a:extLst>
              <a:ext uri="{FF2B5EF4-FFF2-40B4-BE49-F238E27FC236}">
                <a16:creationId xmlns:a16="http://schemas.microsoft.com/office/drawing/2014/main" id="{5AFD1D95-97A3-1B48-983B-E3A9DAA49C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0"/>
          <a:ext cx="3024188" cy="205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8" name="Equation" r:id="rId23" imgW="31013400" imgH="21069300" progId="Equation.DSMT4">
                  <p:embed/>
                </p:oleObj>
              </mc:Choice>
              <mc:Fallback>
                <p:oleObj name="Equation" r:id="rId23" imgW="31013400" imgH="21069300" progId="Equation.DSMT4">
                  <p:embed/>
                  <p:pic>
                    <p:nvPicPr>
                      <p:cNvPr id="185347" name="Object 3">
                        <a:extLst>
                          <a:ext uri="{FF2B5EF4-FFF2-40B4-BE49-F238E27FC236}">
                            <a16:creationId xmlns:a16="http://schemas.microsoft.com/office/drawing/2014/main" id="{6D269C04-08C1-A94E-A682-5829241C7C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0"/>
                        <a:ext cx="3024188" cy="205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19">
            <a:extLst>
              <a:ext uri="{FF2B5EF4-FFF2-40B4-BE49-F238E27FC236}">
                <a16:creationId xmlns:a16="http://schemas.microsoft.com/office/drawing/2014/main" id="{430B11F4-08B7-354D-84A4-A37A0411A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476250"/>
            <a:ext cx="431800" cy="1655763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48345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utoUpdateAnimBg="0"/>
      <p:bldP spid="13" grpId="0"/>
      <p:bldP spid="14" grpId="0"/>
      <p:bldP spid="15" grpId="0"/>
      <p:bldP spid="16" grpId="0" animBg="1"/>
      <p:bldP spid="21" grpId="0" autoUpdateAnimBg="0"/>
      <p:bldP spid="22" grpId="0" animBg="1"/>
      <p:bldP spid="2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33E9F6C6-03C3-A94B-B7EF-4A6F30927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04813"/>
            <a:ext cx="1079500" cy="636587"/>
          </a:xfrm>
          <a:prstGeom prst="rect">
            <a:avLst/>
          </a:prstGeom>
          <a:noFill/>
          <a:ln w="57150" cmpd="thickThin">
            <a:solidFill>
              <a:srgbClr val="FF99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tx2"/>
                </a:solidFill>
                <a:ea typeface="叶根友毛笔行书简体" pitchFamily="2" charset="-122"/>
              </a:rPr>
              <a:t>引例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971B0144-04BE-E248-9C16-D9E3C2231D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196975"/>
            <a:ext cx="32400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计算下列行列式</a:t>
            </a: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A6FCC859-0574-9441-ADF1-E8F0177443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2" name="公式" r:id="rId3" imgW="2628900" imgH="4978400" progId="Equation.3">
                  <p:embed/>
                </p:oleObj>
              </mc:Choice>
              <mc:Fallback>
                <p:oleObj name="公式" r:id="rId3" imgW="2628900" imgH="4978400" progId="Equation.3">
                  <p:embed/>
                  <p:pic>
                    <p:nvPicPr>
                      <p:cNvPr id="8196" name="Object 5">
                        <a:extLst>
                          <a:ext uri="{FF2B5EF4-FFF2-40B4-BE49-F238E27FC236}">
                            <a16:creationId xmlns:a16="http://schemas.microsoft.com/office/drawing/2014/main" id="{7373F376-42C5-E442-A6ED-53F71E7480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018A40CD-9DE7-8B4D-89C2-A4F2859B8F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476250"/>
          <a:ext cx="3311525" cy="204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3" name="Equation" r:id="rId5" imgW="34518600" imgH="21361400" progId="Equation.DSMT4">
                  <p:embed/>
                </p:oleObj>
              </mc:Choice>
              <mc:Fallback>
                <p:oleObj name="Equation" r:id="rId5" imgW="34518600" imgH="21361400" progId="Equation.DSMT4">
                  <p:embed/>
                  <p:pic>
                    <p:nvPicPr>
                      <p:cNvPr id="8197" name="Object 6">
                        <a:extLst>
                          <a:ext uri="{FF2B5EF4-FFF2-40B4-BE49-F238E27FC236}">
                            <a16:creationId xmlns:a16="http://schemas.microsoft.com/office/drawing/2014/main" id="{985C0C2A-9069-7B4F-8FBF-2D32C9BABD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476250"/>
                        <a:ext cx="3311525" cy="204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472688BF-CC57-B945-9008-7419C9C627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492375"/>
          <a:ext cx="5434013" cy="187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4" name="Equation" r:id="rId7" imgW="62026800" imgH="21361400" progId="Equation.DSMT4">
                  <p:embed/>
                </p:oleObj>
              </mc:Choice>
              <mc:Fallback>
                <p:oleObj name="Equation" r:id="rId7" imgW="62026800" imgH="21361400" progId="Equation.DSMT4">
                  <p:embed/>
                  <p:pic>
                    <p:nvPicPr>
                      <p:cNvPr id="184327" name="Object 7">
                        <a:extLst>
                          <a:ext uri="{FF2B5EF4-FFF2-40B4-BE49-F238E27FC236}">
                            <a16:creationId xmlns:a16="http://schemas.microsoft.com/office/drawing/2014/main" id="{A0008F9D-8135-B349-9306-94D1149802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492375"/>
                        <a:ext cx="5434013" cy="187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>
                                <a:alpha val="56078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69667484-3563-C542-A4D1-DB6DF11ABB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4365625"/>
          <a:ext cx="5905500" cy="198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5" name="Equation" r:id="rId9" imgW="63487300" imgH="21361400" progId="Equation.DSMT4">
                  <p:embed/>
                </p:oleObj>
              </mc:Choice>
              <mc:Fallback>
                <p:oleObj name="Equation" r:id="rId9" imgW="63487300" imgH="21361400" progId="Equation.DSMT4">
                  <p:embed/>
                  <p:pic>
                    <p:nvPicPr>
                      <p:cNvPr id="184328" name="Object 8">
                        <a:extLst>
                          <a:ext uri="{FF2B5EF4-FFF2-40B4-BE49-F238E27FC236}">
                            <a16:creationId xmlns:a16="http://schemas.microsoft.com/office/drawing/2014/main" id="{4A0F4AD1-F34A-734B-8F18-193AE49AB7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365625"/>
                        <a:ext cx="5905500" cy="198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>
                                <a:alpha val="56078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9">
            <a:extLst>
              <a:ext uri="{FF2B5EF4-FFF2-40B4-BE49-F238E27FC236}">
                <a16:creationId xmlns:a16="http://schemas.microsoft.com/office/drawing/2014/main" id="{7282A725-873C-0148-90FE-0BC0F1AD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276475"/>
            <a:ext cx="1439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>
                    <a:alpha val="56078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zh-CN" altLang="en-US" b="1">
                <a:ea typeface="楷体_GB2312" pitchFamily="49" charset="-122"/>
              </a:rPr>
              <a:t>分析：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A44802CB-8A7B-8647-96B6-ED6D94242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2338" y="5229225"/>
            <a:ext cx="18716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>
                    <a:alpha val="56078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zh-CN" altLang="en-US"/>
              <a:t>如何继续？</a:t>
            </a:r>
          </a:p>
        </p:txBody>
      </p:sp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84A7EEAD-1C94-1B4F-9C53-A0C380AC9F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3213100"/>
          <a:ext cx="230505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6" name="Equation" r:id="rId11" imgW="20485100" imgH="4686300" progId="Equation.DSMT4">
                  <p:embed/>
                </p:oleObj>
              </mc:Choice>
              <mc:Fallback>
                <p:oleObj name="Equation" r:id="rId11" imgW="20485100" imgH="4686300" progId="Equation.DSMT4">
                  <p:embed/>
                  <p:pic>
                    <p:nvPicPr>
                      <p:cNvPr id="184331" name="Object 11">
                        <a:extLst>
                          <a:ext uri="{FF2B5EF4-FFF2-40B4-BE49-F238E27FC236}">
                            <a16:creationId xmlns:a16="http://schemas.microsoft.com/office/drawing/2014/main" id="{3CBD7249-779B-1B48-874E-11B80495EE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213100"/>
                        <a:ext cx="2305050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>
                                <a:alpha val="56078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3642241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utoUpdateAnimBg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43C1E520-3B87-154A-B594-794F3339DE49}"/>
              </a:ext>
            </a:extLst>
          </p:cNvPr>
          <p:cNvSpPr txBox="1">
            <a:spLocks/>
          </p:cNvSpPr>
          <p:nvPr/>
        </p:nvSpPr>
        <p:spPr>
          <a:xfrm>
            <a:off x="838200" y="1216242"/>
            <a:ext cx="7910264" cy="4960722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0" lang="zh-CN" altLang="en-US" sz="1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</a:t>
            </a:r>
            <a:r>
              <a:rPr kumimoji="0" lang="zh-CN" altLang="en-US" sz="2600" kern="12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关于二阶、三阶行列式，不难验证有下列关系：</a:t>
            </a:r>
            <a:endParaRPr kumimoji="0" lang="en-US" altLang="zh-CN" kern="0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kumimoji="0" lang="en-US" altLang="zh-CN" kern="0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kumimoji="0" lang="en-US" altLang="zh-CN" kern="0" dirty="0"/>
          </a:p>
          <a:p>
            <a:pPr marL="0" indent="0">
              <a:buFont typeface="Wingdings" panose="05000000000000000000" pitchFamily="2" charset="2"/>
              <a:buNone/>
            </a:pPr>
            <a:endParaRPr kumimoji="0" lang="en-US" altLang="zh-CN" kern="0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0" lang="zh-CN" altLang="en-US" kern="0" dirty="0"/>
              <a:t>这样，可将三阶行列式的计算转化为计算二阶行列式</a:t>
            </a:r>
            <a:r>
              <a:rPr kumimoji="0" lang="en-US" altLang="zh-CN" kern="0" dirty="0"/>
              <a:t>. </a:t>
            </a:r>
            <a:r>
              <a:rPr kumimoji="0" lang="zh-CN" altLang="en-US" kern="0" dirty="0"/>
              <a:t>一般地，低阶行列式的计算要比高阶行列式的计算容易</a:t>
            </a:r>
            <a:r>
              <a:rPr kumimoji="0" lang="en-US" altLang="zh-CN" kern="0" dirty="0"/>
              <a:t>, </a:t>
            </a:r>
            <a:r>
              <a:rPr kumimoji="0" lang="zh-CN" altLang="en-US" kern="0" dirty="0"/>
              <a:t>为了将高阶行列式转化为低阶行列式</a:t>
            </a:r>
            <a:r>
              <a:rPr kumimoji="0" lang="en-US" altLang="zh-CN" kern="0" dirty="0"/>
              <a:t>, </a:t>
            </a:r>
            <a:r>
              <a:rPr kumimoji="0" lang="zh-CN" altLang="en-US" kern="0" dirty="0"/>
              <a:t>先引入余子式和代数余子式的定义</a:t>
            </a:r>
            <a:r>
              <a:rPr kumimoji="0" lang="en-US" altLang="zh-CN" kern="0" dirty="0"/>
              <a:t>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zh-CN" altLang="en-US" kern="0" dirty="0"/>
              <a:t> </a:t>
            </a:r>
            <a:endParaRPr kumimoji="0" lang="en-US" altLang="zh-CN" kern="0" dirty="0"/>
          </a:p>
          <a:p>
            <a:pPr marL="0" indent="0">
              <a:buFont typeface="Wingdings" panose="05000000000000000000" pitchFamily="2" charset="2"/>
              <a:buNone/>
            </a:pPr>
            <a:endParaRPr kumimoji="0" lang="zh-CN" altLang="en-US" kern="0" dirty="0"/>
          </a:p>
        </p:txBody>
      </p:sp>
      <p:graphicFrame>
        <p:nvGraphicFramePr>
          <p:cNvPr id="3" name="对象 6">
            <a:extLst>
              <a:ext uri="{FF2B5EF4-FFF2-40B4-BE49-F238E27FC236}">
                <a16:creationId xmlns:a16="http://schemas.microsoft.com/office/drawing/2014/main" id="{B50955CA-F8A3-D84C-A9B6-7521E78A85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7709026"/>
              </p:ext>
            </p:extLst>
          </p:nvPr>
        </p:nvGraphicFramePr>
        <p:xfrm>
          <a:off x="965869" y="1772816"/>
          <a:ext cx="7654925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6" name="Equation" r:id="rId3" imgW="7657920" imgH="1460160" progId="Equation.DSMT4">
                  <p:embed/>
                </p:oleObj>
              </mc:Choice>
              <mc:Fallback>
                <p:oleObj name="Equation" r:id="rId3" imgW="7657920" imgH="14601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9F70A548-5749-6933-14FC-7445C6DB48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869" y="1772816"/>
                        <a:ext cx="7654925" cy="1463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207484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4431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altLang="en-US" sz="26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余子式与代数余子式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79618E5-946B-6387-370E-F6528C479397}"/>
              </a:ext>
            </a:extLst>
          </p:cNvPr>
          <p:cNvSpPr txBox="1"/>
          <p:nvPr/>
        </p:nvSpPr>
        <p:spPr>
          <a:xfrm>
            <a:off x="259232" y="694082"/>
            <a:ext cx="15044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定义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1.6</a:t>
            </a:r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b="1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399977-16F3-EC20-DD2F-42B947528340}"/>
              </a:ext>
            </a:extLst>
          </p:cNvPr>
          <p:cNvSpPr txBox="1"/>
          <p:nvPr/>
        </p:nvSpPr>
        <p:spPr>
          <a:xfrm>
            <a:off x="1515537" y="692696"/>
            <a:ext cx="74489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把</a:t>
            </a:r>
            <a:r>
              <a:rPr lang="en-US" altLang="zh-CN" b="1" i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阶行列式</a:t>
            </a:r>
            <a:r>
              <a:rPr lang="en-US" altLang="zh-CN" b="1" i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b="1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中元素</a:t>
            </a:r>
            <a:r>
              <a:rPr lang="en-US" altLang="zh-CN" b="1" i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i="1" baseline="-2500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lang="zh-CN" altLang="en-US" b="1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所在的第</a:t>
            </a:r>
            <a:r>
              <a:rPr lang="en-US" altLang="zh-CN" b="1" i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b="1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行和第</a:t>
            </a:r>
            <a:r>
              <a:rPr lang="en-US" altLang="zh-CN" b="1" i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en-US" b="1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列</a:t>
            </a:r>
            <a:endParaRPr lang="en-US" altLang="zh-CN" b="1" dirty="0">
              <a:solidFill>
                <a:srgbClr val="0033C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57BCC6C-AFBB-5F76-2A94-5265D322C09E}"/>
              </a:ext>
            </a:extLst>
          </p:cNvPr>
          <p:cNvSpPr txBox="1"/>
          <p:nvPr/>
        </p:nvSpPr>
        <p:spPr>
          <a:xfrm>
            <a:off x="805667" y="3050925"/>
            <a:ext cx="32075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例如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在四阶行列式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6D5AECD-1040-8303-6C2F-417BBAE77E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3726422"/>
              </p:ext>
            </p:extLst>
          </p:nvPr>
        </p:nvGraphicFramePr>
        <p:xfrm>
          <a:off x="4040811" y="2571066"/>
          <a:ext cx="3123477" cy="1600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" name="Equation" r:id="rId4" imgW="2834851" imgH="1452652" progId="Equation.DSMT4">
                  <p:embed/>
                </p:oleObj>
              </mc:Choice>
              <mc:Fallback>
                <p:oleObj name="Equation" r:id="rId4" imgW="2834851" imgH="145265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40811" y="2571066"/>
                        <a:ext cx="3123477" cy="16002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D7C624E4-5DFF-722B-489E-D0EE895FE9B1}"/>
              </a:ext>
            </a:extLst>
          </p:cNvPr>
          <p:cNvSpPr txBox="1"/>
          <p:nvPr/>
        </p:nvSpPr>
        <p:spPr>
          <a:xfrm>
            <a:off x="259232" y="4308466"/>
            <a:ext cx="685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中</a:t>
            </a:r>
            <a:r>
              <a:rPr lang="en-US" altLang="zh-CN" b="1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元素</a:t>
            </a:r>
            <a:r>
              <a:rPr lang="en-US" altLang="zh-CN" b="1" i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baseline="-2500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32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余子式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代数余子式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分别为</a:t>
            </a: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25F01EF9-7C17-586A-B9A9-DDE0416E99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5353297"/>
              </p:ext>
            </p:extLst>
          </p:nvPr>
        </p:nvGraphicFramePr>
        <p:xfrm>
          <a:off x="259232" y="5014521"/>
          <a:ext cx="3043395" cy="1306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" name="Equation" r:id="rId6" imgW="1447560" imgH="622080" progId="Equation.DSMT4">
                  <p:embed/>
                </p:oleObj>
              </mc:Choice>
              <mc:Fallback>
                <p:oleObj name="Equation" r:id="rId6" imgW="1447560" imgH="6220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6D5AECD-1040-8303-6C2F-417BBAE77E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9232" y="5014521"/>
                        <a:ext cx="3043395" cy="13068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58409400-1356-BFF1-82B5-F6A4DE01F1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4402588"/>
              </p:ext>
            </p:extLst>
          </p:nvPr>
        </p:nvGraphicFramePr>
        <p:xfrm>
          <a:off x="3466737" y="5345414"/>
          <a:ext cx="4321795" cy="645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" name="Equation" r:id="rId8" imgW="1701720" imgH="253800" progId="Equation.DSMT4">
                  <p:embed/>
                </p:oleObj>
              </mc:Choice>
              <mc:Fallback>
                <p:oleObj name="Equation" r:id="rId8" imgW="1701720" imgH="2538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6D5AECD-1040-8303-6C2F-417BBAE77E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466737" y="5345414"/>
                        <a:ext cx="4321795" cy="6450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E92A7B72-2FBE-B4F0-D2DB-1D4CF97EDC7C}"/>
              </a:ext>
            </a:extLst>
          </p:cNvPr>
          <p:cNvSpPr txBox="1"/>
          <p:nvPr/>
        </p:nvSpPr>
        <p:spPr>
          <a:xfrm>
            <a:off x="259232" y="1283022"/>
            <a:ext cx="84172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划去后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余下的</a:t>
            </a:r>
            <a:r>
              <a:rPr lang="en-US" altLang="zh-CN" b="1" i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n-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阶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行列式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称为元素</a:t>
            </a:r>
            <a:r>
              <a:rPr lang="en-US" altLang="zh-CN" b="1" i="1" dirty="0" err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i="1" baseline="-25000" dirty="0" err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余子式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1F62836-9B39-5617-C1A6-2D69D0FA5958}"/>
              </a:ext>
            </a:extLst>
          </p:cNvPr>
          <p:cNvSpPr txBox="1"/>
          <p:nvPr/>
        </p:nvSpPr>
        <p:spPr>
          <a:xfrm>
            <a:off x="259232" y="1838119"/>
            <a:ext cx="84172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记作</a:t>
            </a:r>
            <a:r>
              <a:rPr lang="en-US" altLang="zh-CN" b="1" i="1" dirty="0" err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="1" i="1" baseline="-25000" dirty="0" err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.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称</a:t>
            </a:r>
            <a:r>
              <a:rPr lang="en-US" altLang="zh-CN" b="1" i="1" dirty="0" err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i="1" baseline="-25000" dirty="0" err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lang="en-US" altLang="zh-CN" b="1" i="1" baseline="-25000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(-1) </a:t>
            </a:r>
            <a:r>
              <a:rPr lang="en-US" altLang="zh-CN" b="1" i="1" baseline="30000" dirty="0" err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i+j</a:t>
            </a:r>
            <a:r>
              <a:rPr lang="en-US" altLang="zh-CN" b="1" i="1" baseline="30000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 err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="1" i="1" baseline="-25000" dirty="0" err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为元素</a:t>
            </a:r>
            <a:r>
              <a:rPr lang="en-US" altLang="zh-CN" b="1" i="1" dirty="0" err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i="1" baseline="-25000" dirty="0" err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的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代数余子式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dirty="0"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E5505C2-A520-D14D-8908-9F829B5E0DD0}"/>
              </a:ext>
            </a:extLst>
          </p:cNvPr>
          <p:cNvCxnSpPr/>
          <p:nvPr/>
        </p:nvCxnSpPr>
        <p:spPr>
          <a:xfrm>
            <a:off x="4483100" y="3574145"/>
            <a:ext cx="2681188" cy="0"/>
          </a:xfrm>
          <a:prstGeom prst="line">
            <a:avLst/>
          </a:prstGeom>
          <a:ln>
            <a:solidFill>
              <a:srgbClr val="0ABAB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D6B6903-023E-FF47-983E-B8E202261856}"/>
              </a:ext>
            </a:extLst>
          </p:cNvPr>
          <p:cNvCxnSpPr>
            <a:cxnSpLocks/>
          </p:cNvCxnSpPr>
          <p:nvPr/>
        </p:nvCxnSpPr>
        <p:spPr>
          <a:xfrm>
            <a:off x="5436096" y="2571066"/>
            <a:ext cx="0" cy="1600214"/>
          </a:xfrm>
          <a:prstGeom prst="line">
            <a:avLst/>
          </a:prstGeom>
          <a:ln>
            <a:solidFill>
              <a:srgbClr val="0ABAB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81094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2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4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1" grpId="0"/>
      <p:bldP spid="15" grpId="0"/>
      <p:bldP spid="4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7">
            <a:extLst>
              <a:ext uri="{FF2B5EF4-FFF2-40B4-BE49-F238E27FC236}">
                <a16:creationId xmlns:a16="http://schemas.microsoft.com/office/drawing/2014/main" id="{D234CBED-E592-DC4E-A68A-0824E8596B8A}"/>
              </a:ext>
            </a:extLst>
          </p:cNvPr>
          <p:cNvSpPr txBox="1">
            <a:spLocks/>
          </p:cNvSpPr>
          <p:nvPr/>
        </p:nvSpPr>
        <p:spPr bwMode="auto">
          <a:xfrm>
            <a:off x="8569536" y="6093296"/>
            <a:ext cx="574464" cy="34970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0" fontAlgn="auto" hangingPunct="0">
              <a:spcBef>
                <a:spcPts val="0"/>
              </a:spcBef>
              <a:spcAft>
                <a:spcPts val="0"/>
              </a:spcAft>
              <a:defRPr kumimoji="1" sz="1200" kern="120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fld id="{252E7140-E4F4-49D5-9AFB-3467FF007A05}" type="slidenum">
              <a:rPr lang="zh-CN" altLang="en-US" smtClean="0">
                <a:cs typeface="+mn-ea"/>
                <a:sym typeface="+mn-lt"/>
              </a:rPr>
              <a:pPr/>
              <a:t>8</a:t>
            </a:fld>
            <a:endParaRPr lang="zh-CN" altLang="en-US">
              <a:cs typeface="+mn-ea"/>
              <a:sym typeface="+mn-lt"/>
            </a:endParaRPr>
          </a:p>
        </p:txBody>
      </p:sp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FC24AB51-EC36-314B-8216-DDA4EE0FC7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195808"/>
              </p:ext>
            </p:extLst>
          </p:nvPr>
        </p:nvGraphicFramePr>
        <p:xfrm>
          <a:off x="2117489" y="3060026"/>
          <a:ext cx="1927584" cy="1051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5" name="Equation" r:id="rId3" imgW="838080" imgH="457200" progId="Equation.DSMT4">
                  <p:embed/>
                </p:oleObj>
              </mc:Choice>
              <mc:Fallback>
                <p:oleObj name="Equation" r:id="rId3" imgW="838080" imgH="457200" progId="Equation.DSMT4">
                  <p:embed/>
                  <p:pic>
                    <p:nvPicPr>
                      <p:cNvPr id="21" name="Object 6">
                        <a:extLst>
                          <a:ext uri="{FF2B5EF4-FFF2-40B4-BE49-F238E27FC236}">
                            <a16:creationId xmlns:a16="http://schemas.microsoft.com/office/drawing/2014/main" id="{3D9E03E5-12FB-4405-B4DC-331141BA79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489" y="3060026"/>
                        <a:ext cx="1927584" cy="1051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504DEFD0-7761-034D-B848-41EE65ADD2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6701335"/>
              </p:ext>
            </p:extLst>
          </p:nvPr>
        </p:nvGraphicFramePr>
        <p:xfrm>
          <a:off x="4427984" y="3059074"/>
          <a:ext cx="2541587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6" name="Equation" r:id="rId5" imgW="1104840" imgH="457200" progId="Equation.DSMT4">
                  <p:embed/>
                </p:oleObj>
              </mc:Choice>
              <mc:Fallback>
                <p:oleObj name="Equation" r:id="rId5" imgW="1104840" imgH="457200" progId="Equation.DSMT4">
                  <p:embed/>
                  <p:pic>
                    <p:nvPicPr>
                      <p:cNvPr id="22" name="Object 6">
                        <a:extLst>
                          <a:ext uri="{FF2B5EF4-FFF2-40B4-BE49-F238E27FC236}">
                            <a16:creationId xmlns:a16="http://schemas.microsoft.com/office/drawing/2014/main" id="{071570E2-0A49-4C6E-B8EA-164359E275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3059074"/>
                        <a:ext cx="2541587" cy="1052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03C9E46F-F340-5B4D-9258-77C27CED28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8158250"/>
              </p:ext>
            </p:extLst>
          </p:nvPr>
        </p:nvGraphicFramePr>
        <p:xfrm>
          <a:off x="2117489" y="4185111"/>
          <a:ext cx="2132330" cy="1051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7" name="Equation" r:id="rId7" imgW="927100" imgH="457200" progId="Equation.DSMT4">
                  <p:embed/>
                </p:oleObj>
              </mc:Choice>
              <mc:Fallback>
                <p:oleObj name="Equation" r:id="rId7" imgW="927100" imgH="457200" progId="Equation.DSMT4">
                  <p:embed/>
                  <p:pic>
                    <p:nvPicPr>
                      <p:cNvPr id="23" name="Object 6">
                        <a:extLst>
                          <a:ext uri="{FF2B5EF4-FFF2-40B4-BE49-F238E27FC236}">
                            <a16:creationId xmlns:a16="http://schemas.microsoft.com/office/drawing/2014/main" id="{07362671-0F0B-431B-A2AC-CAA1B65E81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489" y="4185111"/>
                        <a:ext cx="2132330" cy="1051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79375D3A-6079-3B4D-8153-1100CA9363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292361"/>
              </p:ext>
            </p:extLst>
          </p:nvPr>
        </p:nvGraphicFramePr>
        <p:xfrm>
          <a:off x="4427984" y="4185112"/>
          <a:ext cx="2687637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8" name="Equation" r:id="rId9" imgW="1168200" imgH="457200" progId="Equation.DSMT4">
                  <p:embed/>
                </p:oleObj>
              </mc:Choice>
              <mc:Fallback>
                <p:oleObj name="Equation" r:id="rId9" imgW="1168200" imgH="457200" progId="Equation.DSMT4">
                  <p:embed/>
                  <p:pic>
                    <p:nvPicPr>
                      <p:cNvPr id="24" name="Object 6">
                        <a:extLst>
                          <a:ext uri="{FF2B5EF4-FFF2-40B4-BE49-F238E27FC236}">
                            <a16:creationId xmlns:a16="http://schemas.microsoft.com/office/drawing/2014/main" id="{CF4E3C02-5DEB-408C-A5EF-1B46BFDF7A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4185112"/>
                        <a:ext cx="2687637" cy="1050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6E87586-F3C8-304F-8ECA-368423BEF7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0085307"/>
              </p:ext>
            </p:extLst>
          </p:nvPr>
        </p:nvGraphicFramePr>
        <p:xfrm>
          <a:off x="153889" y="3339466"/>
          <a:ext cx="1782762" cy="163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9" name="Equation" r:id="rId11" imgW="774360" imgH="711000" progId="Equation.DSMT4">
                  <p:embed/>
                </p:oleObj>
              </mc:Choice>
              <mc:Fallback>
                <p:oleObj name="Equation" r:id="rId11" imgW="774360" imgH="711000" progId="Equation.DSMT4">
                  <p:embed/>
                  <p:pic>
                    <p:nvPicPr>
                      <p:cNvPr id="20" name="Object 6">
                        <a:extLst>
                          <a:ext uri="{FF2B5EF4-FFF2-40B4-BE49-F238E27FC236}">
                            <a16:creationId xmlns:a16="http://schemas.microsoft.com/office/drawing/2014/main" id="{1AD0D9C9-859F-4E59-A6EA-488296763F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889" y="3339466"/>
                        <a:ext cx="1782762" cy="163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35">
            <a:extLst>
              <a:ext uri="{FF2B5EF4-FFF2-40B4-BE49-F238E27FC236}">
                <a16:creationId xmlns:a16="http://schemas.microsoft.com/office/drawing/2014/main" id="{96962B4A-1AD1-2940-A4DA-23F27E1AE205}"/>
              </a:ext>
            </a:extLst>
          </p:cNvPr>
          <p:cNvSpPr txBox="1"/>
          <p:nvPr/>
        </p:nvSpPr>
        <p:spPr>
          <a:xfrm>
            <a:off x="42344" y="1092654"/>
            <a:ext cx="852798" cy="56451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cs typeface="+mn-ea"/>
                <a:sym typeface="+mn-lt"/>
              </a:rPr>
              <a:t>📢</a:t>
            </a:r>
            <a:r>
              <a:rPr lang="zh-CN" altLang="en-US" sz="2800" dirty="0">
                <a:highlight>
                  <a:srgbClr val="FFC000"/>
                </a:highlight>
                <a:cs typeface="+mn-ea"/>
                <a:sym typeface="+mn-lt"/>
              </a:rPr>
              <a:t>注</a:t>
            </a:r>
            <a:endParaRPr kumimoji="1" lang="en-US" altLang="zh-CN" sz="2800" dirty="0">
              <a:highlight>
                <a:srgbClr val="FFC000"/>
              </a:highlight>
              <a:cs typeface="+mn-ea"/>
              <a:sym typeface="+mn-lt"/>
            </a:endParaRPr>
          </a:p>
        </p:txBody>
      </p:sp>
      <p:sp>
        <p:nvSpPr>
          <p:cNvPr id="10" name="文本框 36">
            <a:extLst>
              <a:ext uri="{FF2B5EF4-FFF2-40B4-BE49-F238E27FC236}">
                <a16:creationId xmlns:a16="http://schemas.microsoft.com/office/drawing/2014/main" id="{AB799C86-456C-014A-B2FE-FCABE0B14DA9}"/>
              </a:ext>
            </a:extLst>
          </p:cNvPr>
          <p:cNvSpPr txBox="1"/>
          <p:nvPr/>
        </p:nvSpPr>
        <p:spPr>
          <a:xfrm>
            <a:off x="163928" y="2690404"/>
            <a:ext cx="1173398" cy="56451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cs typeface="+mn-ea"/>
                <a:sym typeface="+mn-lt"/>
              </a:rPr>
              <a:t>📚</a:t>
            </a:r>
            <a:r>
              <a:rPr lang="zh-CN" altLang="en-US" sz="2800" dirty="0">
                <a:highlight>
                  <a:srgbClr val="FFC000"/>
                </a:highlight>
                <a:cs typeface="+mn-ea"/>
                <a:sym typeface="+mn-lt"/>
              </a:rPr>
              <a:t>例如</a:t>
            </a:r>
          </a:p>
        </p:txBody>
      </p:sp>
      <p:sp>
        <p:nvSpPr>
          <p:cNvPr id="13" name="文本框 51">
            <a:extLst>
              <a:ext uri="{FF2B5EF4-FFF2-40B4-BE49-F238E27FC236}">
                <a16:creationId xmlns:a16="http://schemas.microsoft.com/office/drawing/2014/main" id="{C00A6FF7-0504-7049-8DCE-E913696D4681}"/>
              </a:ext>
            </a:extLst>
          </p:cNvPr>
          <p:cNvSpPr txBox="1"/>
          <p:nvPr/>
        </p:nvSpPr>
        <p:spPr>
          <a:xfrm>
            <a:off x="0" y="1624206"/>
            <a:ext cx="91363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元素</a:t>
            </a:r>
            <a:r>
              <a:rPr lang="en-US" altLang="zh-CN" sz="2800" i="1" dirty="0"/>
              <a:t>a</a:t>
            </a:r>
            <a:r>
              <a:rPr lang="en-US" altLang="zh-CN" sz="2800" baseline="-25000" dirty="0"/>
              <a:t>ij</a:t>
            </a:r>
            <a:r>
              <a:rPr lang="zh-CN" altLang="en-US" sz="2800" dirty="0"/>
              <a:t>的代数余子式仅与</a:t>
            </a:r>
            <a:r>
              <a:rPr lang="en-US" altLang="zh-CN" sz="2800" i="1" dirty="0"/>
              <a:t>a</a:t>
            </a:r>
            <a:r>
              <a:rPr lang="en-US" altLang="zh-CN" sz="2800" baseline="-25000" dirty="0"/>
              <a:t>ij</a:t>
            </a:r>
            <a:r>
              <a:rPr lang="zh-CN" altLang="en-US" sz="2800" dirty="0"/>
              <a:t>的位置有关</a:t>
            </a:r>
            <a:r>
              <a:rPr lang="en-US" altLang="zh-CN" sz="2800" dirty="0"/>
              <a:t>, </a:t>
            </a:r>
            <a:r>
              <a:rPr lang="zh-CN" altLang="en-US" sz="2800" dirty="0"/>
              <a:t>而与</a:t>
            </a:r>
            <a:r>
              <a:rPr lang="en-US" altLang="zh-CN" sz="2800" i="1" dirty="0"/>
              <a:t>a</a:t>
            </a:r>
            <a:r>
              <a:rPr lang="en-US" altLang="zh-CN" sz="2800" baseline="-25000" dirty="0"/>
              <a:t>ij</a:t>
            </a:r>
            <a:r>
              <a:rPr lang="zh-CN" altLang="en-US" sz="2800" dirty="0"/>
              <a:t>的大小无关</a:t>
            </a:r>
            <a:r>
              <a:rPr lang="en-US" altLang="zh-CN" sz="2800" dirty="0"/>
              <a:t>. </a:t>
            </a:r>
            <a:endParaRPr lang="zh-CN" altLang="en-US" sz="2800" dirty="0"/>
          </a:p>
        </p:txBody>
      </p:sp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3C8C9A1D-F3E7-5B44-97E0-113F0170F2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9415287"/>
              </p:ext>
            </p:extLst>
          </p:nvPr>
        </p:nvGraphicFramePr>
        <p:xfrm>
          <a:off x="7138530" y="3059075"/>
          <a:ext cx="1401763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0" name="Equation" r:id="rId13" imgW="609480" imgH="457200" progId="Equation.DSMT4">
                  <p:embed/>
                </p:oleObj>
              </mc:Choice>
              <mc:Fallback>
                <p:oleObj name="Equation" r:id="rId13" imgW="609480" imgH="457200" progId="Equation.DSMT4">
                  <p:embed/>
                  <p:pic>
                    <p:nvPicPr>
                      <p:cNvPr id="53" name="Object 6">
                        <a:extLst>
                          <a:ext uri="{FF2B5EF4-FFF2-40B4-BE49-F238E27FC236}">
                            <a16:creationId xmlns:a16="http://schemas.microsoft.com/office/drawing/2014/main" id="{65572913-FA1B-4105-AD27-0B945FBB7B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8530" y="3059075"/>
                        <a:ext cx="1401763" cy="1052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6">
            <a:extLst>
              <a:ext uri="{FF2B5EF4-FFF2-40B4-BE49-F238E27FC236}">
                <a16:creationId xmlns:a16="http://schemas.microsoft.com/office/drawing/2014/main" id="{85C15116-3545-D14C-A36D-0ACF440267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4701488"/>
              </p:ext>
            </p:extLst>
          </p:nvPr>
        </p:nvGraphicFramePr>
        <p:xfrm>
          <a:off x="7144712" y="4185112"/>
          <a:ext cx="1373187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1" name="Equation" r:id="rId15" imgW="596880" imgH="457200" progId="Equation.DSMT4">
                  <p:embed/>
                </p:oleObj>
              </mc:Choice>
              <mc:Fallback>
                <p:oleObj name="Equation" r:id="rId15" imgW="596880" imgH="457200" progId="Equation.DSMT4">
                  <p:embed/>
                  <p:pic>
                    <p:nvPicPr>
                      <p:cNvPr id="54" name="Object 6">
                        <a:extLst>
                          <a:ext uri="{FF2B5EF4-FFF2-40B4-BE49-F238E27FC236}">
                            <a16:creationId xmlns:a16="http://schemas.microsoft.com/office/drawing/2014/main" id="{41272F25-8965-4624-AD9A-E941477C85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4712" y="4185112"/>
                        <a:ext cx="1373187" cy="1050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661117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4475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代数余子式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2052DA4-7C1E-8EF1-C360-32F046B820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5599826"/>
              </p:ext>
            </p:extLst>
          </p:nvPr>
        </p:nvGraphicFramePr>
        <p:xfrm>
          <a:off x="2750496" y="2945237"/>
          <a:ext cx="3643009" cy="1838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" name="Equation" r:id="rId4" imgW="1587240" imgH="799920" progId="Equation.DSMT4">
                  <p:embed/>
                </p:oleObj>
              </mc:Choice>
              <mc:Fallback>
                <p:oleObj name="Equation" r:id="rId4" imgW="158724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50496" y="2945237"/>
                        <a:ext cx="3643009" cy="18388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1C62061D-507C-9359-F106-03D5726A78F5}"/>
              </a:ext>
            </a:extLst>
          </p:cNvPr>
          <p:cNvSpPr txBox="1"/>
          <p:nvPr/>
        </p:nvSpPr>
        <p:spPr>
          <a:xfrm>
            <a:off x="179512" y="790695"/>
            <a:ext cx="14324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引理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1.1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EA72FBD-2186-1B12-6911-BB8307960139}"/>
              </a:ext>
            </a:extLst>
          </p:cNvPr>
          <p:cNvSpPr txBox="1"/>
          <p:nvPr/>
        </p:nvSpPr>
        <p:spPr>
          <a:xfrm>
            <a:off x="1331640" y="764704"/>
            <a:ext cx="7632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一个</a:t>
            </a:r>
            <a:r>
              <a:rPr lang="en-US" altLang="zh-CN" b="1" i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阶行列式</a:t>
            </a:r>
            <a:r>
              <a:rPr lang="en-US" altLang="zh-CN" b="1" i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lang="zh-CN" altLang="en-US" b="1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其中第</a:t>
            </a:r>
            <a:r>
              <a:rPr lang="en-US" altLang="zh-CN" b="1" i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b="1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行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所有</a:t>
            </a:r>
            <a:r>
              <a:rPr lang="zh-CN" altLang="en-US" b="1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元素除</a:t>
            </a:r>
            <a:r>
              <a:rPr lang="en-US" altLang="zh-CN" b="1" i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i="1" baseline="-2500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lang="zh-CN" altLang="en-US" b="1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外</a:t>
            </a:r>
            <a:endParaRPr lang="en-US" altLang="zh-CN" b="1" dirty="0">
              <a:solidFill>
                <a:srgbClr val="0033CC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EB71661-A1E8-0B28-EE99-9E6F739858DB}"/>
              </a:ext>
            </a:extLst>
          </p:cNvPr>
          <p:cNvSpPr txBox="1"/>
          <p:nvPr/>
        </p:nvSpPr>
        <p:spPr>
          <a:xfrm>
            <a:off x="251520" y="2406240"/>
            <a:ext cx="10947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D7C507-7465-1A13-A8C4-44068146273B}"/>
              </a:ext>
            </a:extLst>
          </p:cNvPr>
          <p:cNvSpPr txBox="1"/>
          <p:nvPr/>
        </p:nvSpPr>
        <p:spPr>
          <a:xfrm>
            <a:off x="1187624" y="2406240"/>
            <a:ext cx="6174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先证</a:t>
            </a:r>
            <a:r>
              <a:rPr lang="en-US" altLang="zh-CN" b="1" i="1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lang="zh-CN" altLang="en-US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位于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行第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列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的情形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即 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E8DF12A-50FD-DA96-9869-5AECB6794D1D}"/>
              </a:ext>
            </a:extLst>
          </p:cNvPr>
          <p:cNvSpPr txBox="1"/>
          <p:nvPr/>
        </p:nvSpPr>
        <p:spPr>
          <a:xfrm>
            <a:off x="259232" y="4854542"/>
            <a:ext cx="6606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此时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即为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§3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1.10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当</a:t>
            </a:r>
            <a:r>
              <a:rPr lang="en-US" altLang="zh-CN" b="1" i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k=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时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的情形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FAA817-F372-BA55-FADA-E78D8AA13689}"/>
              </a:ext>
            </a:extLst>
          </p:cNvPr>
          <p:cNvSpPr txBox="1"/>
          <p:nvPr/>
        </p:nvSpPr>
        <p:spPr>
          <a:xfrm>
            <a:off x="949587" y="5519692"/>
            <a:ext cx="7244826" cy="532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D= a</a:t>
            </a:r>
            <a:r>
              <a:rPr lang="en-US" altLang="zh-CN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11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11</a:t>
            </a:r>
            <a:r>
              <a:rPr lang="en-US" altLang="zh-CN" b="1" i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= a</a:t>
            </a:r>
            <a:r>
              <a:rPr lang="en-US" altLang="zh-CN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11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(-1)</a:t>
            </a:r>
            <a:r>
              <a:rPr lang="en-US" altLang="zh-CN" b="1" baseline="30000" dirty="0">
                <a:solidFill>
                  <a:srgbClr val="FF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1+1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11</a:t>
            </a:r>
            <a:r>
              <a:rPr lang="en-US" altLang="zh-CN" b="1" i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= a</a:t>
            </a:r>
            <a:r>
              <a:rPr lang="en-US" altLang="zh-CN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11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.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endParaRPr lang="zh-CN" altLang="en-US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4F5410C-587B-B1FD-C3C6-B5CE47A7163A}"/>
              </a:ext>
            </a:extLst>
          </p:cNvPr>
          <p:cNvSpPr txBox="1"/>
          <p:nvPr/>
        </p:nvSpPr>
        <p:spPr>
          <a:xfrm>
            <a:off x="35496" y="1268760"/>
            <a:ext cx="90856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 都为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零</a:t>
            </a:r>
            <a:r>
              <a:rPr kumimoji="1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则该行列式等于</a:t>
            </a:r>
            <a:r>
              <a:rPr lang="en-US" altLang="zh-CN" b="1" i="1" dirty="0" err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i="1" baseline="-25000" dirty="0" err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与它的代数余子式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的乘积</a:t>
            </a:r>
            <a:r>
              <a:rPr lang="en-US" altLang="zh-CN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53F017-D805-F0C3-2C7E-3851CD7A615F}"/>
              </a:ext>
            </a:extLst>
          </p:cNvPr>
          <p:cNvSpPr txBox="1"/>
          <p:nvPr/>
        </p:nvSpPr>
        <p:spPr>
          <a:xfrm>
            <a:off x="179512" y="1792876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  <a:r>
              <a:rPr lang="en-US" altLang="zh-CN" b="1" i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D=a</a:t>
            </a:r>
            <a:r>
              <a:rPr lang="en-US" altLang="zh-CN" b="1" i="1" baseline="-2500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lang="en-US" altLang="zh-CN" b="1" i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i="1" baseline="-2500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kumimoji="1" lang="en-US" altLang="zh-CN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74610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75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2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6" grpId="0"/>
      <p:bldP spid="9" grpId="0"/>
      <p:bldP spid="22" grpId="0"/>
      <p:bldP spid="3" grpId="0"/>
      <p:bldP spid="10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0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引理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1.1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的证明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1A2D981-C969-E5FA-278A-72B98AC8848C}"/>
              </a:ext>
            </a:extLst>
          </p:cNvPr>
          <p:cNvSpPr txBox="1"/>
          <p:nvPr/>
        </p:nvSpPr>
        <p:spPr>
          <a:xfrm>
            <a:off x="259232" y="834617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再证明一般情形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设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EA0BAA7-0AD8-64EB-85C9-6F66AF6F40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2531208"/>
              </p:ext>
            </p:extLst>
          </p:nvPr>
        </p:nvGraphicFramePr>
        <p:xfrm>
          <a:off x="2771179" y="1279999"/>
          <a:ext cx="3754280" cy="2149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Equation" r:id="rId4" imgW="1841400" imgH="1054080" progId="Equation.DSMT4">
                  <p:embed/>
                </p:oleObj>
              </mc:Choice>
              <mc:Fallback>
                <p:oleObj name="Equation" r:id="rId4" imgW="1841400" imgH="1054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71179" y="1279999"/>
                        <a:ext cx="3754280" cy="21490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B3E847E2-C24D-531F-A727-0F2E4D5189AB}"/>
              </a:ext>
            </a:extLst>
          </p:cNvPr>
          <p:cNvSpPr txBox="1"/>
          <p:nvPr/>
        </p:nvSpPr>
        <p:spPr>
          <a:xfrm>
            <a:off x="259232" y="3516372"/>
            <a:ext cx="86255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注意到只需做如下对换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便可将</a:t>
            </a:r>
            <a:r>
              <a:rPr lang="en-US" altLang="zh-CN" b="1" i="1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移到位于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第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行第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列时的情形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9CA60A6-56C9-CA2C-3FD8-724A5CFEE475}"/>
                  </a:ext>
                </a:extLst>
              </p:cNvPr>
              <p:cNvSpPr txBox="1"/>
              <p:nvPr/>
            </p:nvSpPr>
            <p:spPr>
              <a:xfrm>
                <a:off x="259232" y="4505169"/>
                <a:ext cx="8625536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kumimoji="1" lang="en-US" altLang="zh-CN" sz="2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先把</a:t>
                </a:r>
                <a:r>
                  <a:rPr lang="en-US" altLang="zh-CN" b="1" i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的第</a:t>
                </a:r>
                <a:r>
                  <a:rPr kumimoji="1" lang="en-US" altLang="zh-CN" sz="2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i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行依次与第</a:t>
                </a:r>
                <a:r>
                  <a:rPr lang="en-US" altLang="zh-CN" b="1" i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b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-1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行</a:t>
                </a: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第</a:t>
                </a:r>
                <a:r>
                  <a:rPr lang="en-US" altLang="zh-CN" b="1" i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b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-2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行</a:t>
                </a: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kumimoji="1" lang="en-US" altLang="zh-CN" sz="2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第</a:t>
                </a: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行对换后换到第</a:t>
                </a: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行</a:t>
                </a: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;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9CA60A6-56C9-CA2C-3FD8-724A5CFEE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32" y="4505169"/>
                <a:ext cx="8625536" cy="954107"/>
              </a:xfrm>
              <a:prstGeom prst="rect">
                <a:avLst/>
              </a:prstGeom>
              <a:blipFill>
                <a:blip r:embed="rId6"/>
                <a:stretch>
                  <a:fillRect l="-1485" t="-6369" b="-165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AED6FD5-4052-EA79-826A-7138371EDC4C}"/>
                  </a:ext>
                </a:extLst>
              </p:cNvPr>
              <p:cNvSpPr txBox="1"/>
              <p:nvPr/>
            </p:nvSpPr>
            <p:spPr>
              <a:xfrm>
                <a:off x="259232" y="5459276"/>
                <a:ext cx="8625536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(ii)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接着把第</a:t>
                </a:r>
                <a:r>
                  <a:rPr lang="en-US" altLang="zh-CN" b="1" i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j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列依次与第</a:t>
                </a:r>
                <a:r>
                  <a:rPr lang="en-US" altLang="zh-CN" b="1" i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j</a:t>
                </a:r>
                <a:r>
                  <a:rPr lang="en-US" altLang="zh-CN" b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-1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列</a:t>
                </a: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第</a:t>
                </a:r>
                <a:r>
                  <a:rPr lang="en-US" altLang="zh-CN" b="1" i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j</a:t>
                </a:r>
                <a:r>
                  <a:rPr lang="en-US" altLang="zh-CN" b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-2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列</a:t>
                </a: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kumimoji="1" lang="en-US" altLang="zh-CN" sz="2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第</a:t>
                </a:r>
                <a:r>
                  <a:rPr lang="en-US" altLang="zh-CN" b="1" dirty="0">
                    <a:solidFill>
                      <a:srgbClr val="0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列对换后换到第</a:t>
                </a: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列</a:t>
                </a: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AED6FD5-4052-EA79-826A-7138371ED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32" y="5459276"/>
                <a:ext cx="8625536" cy="954107"/>
              </a:xfrm>
              <a:prstGeom prst="rect">
                <a:avLst/>
              </a:prstGeom>
              <a:blipFill>
                <a:blip r:embed="rId7"/>
                <a:stretch>
                  <a:fillRect l="-1485" t="-7051" b="-17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898922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C6FB553-2AED-EE20-92E1-0983CB5234D5}"/>
              </a:ext>
            </a:extLst>
          </p:cNvPr>
          <p:cNvSpPr txBox="1"/>
          <p:nvPr/>
        </p:nvSpPr>
        <p:spPr>
          <a:xfrm>
            <a:off x="158017" y="943866"/>
            <a:ext cx="88279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这样共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经过了</a:t>
            </a:r>
            <a:r>
              <a:rPr lang="en-US" altLang="zh-CN" b="1" i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i+j</a:t>
            </a:r>
            <a:r>
              <a:rPr lang="en-US" altLang="zh-CN" b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-2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次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对换后得到的行列式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记为</a:t>
            </a:r>
            <a:r>
              <a:rPr lang="en-US" altLang="zh-CN" b="1" i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="1" baseline="-2500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b="1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637F624-4245-A1CD-E0F7-C875169F04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587169"/>
              </p:ext>
            </p:extLst>
          </p:nvPr>
        </p:nvGraphicFramePr>
        <p:xfrm>
          <a:off x="2032924" y="1769516"/>
          <a:ext cx="5078153" cy="69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5" name="Equation" r:id="rId4" imgW="1854000" imgH="253800" progId="Equation.DSMT4">
                  <p:embed/>
                </p:oleObj>
              </mc:Choice>
              <mc:Fallback>
                <p:oleObj name="Equation" r:id="rId4" imgW="18540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32924" y="1769516"/>
                        <a:ext cx="5078153" cy="695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E4CD5FAD-2C8D-3070-8AB7-4528E4FB3317}"/>
              </a:ext>
            </a:extLst>
          </p:cNvPr>
          <p:cNvSpPr txBox="1"/>
          <p:nvPr/>
        </p:nvSpPr>
        <p:spPr>
          <a:xfrm>
            <a:off x="158017" y="2852936"/>
            <a:ext cx="88279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注意到</a:t>
            </a:r>
            <a:r>
              <a:rPr lang="en-US" altLang="zh-CN" b="1" i="1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在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中的余子式与</a:t>
            </a:r>
            <a:r>
              <a:rPr lang="en-US" altLang="zh-CN" b="1" i="1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在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中的余子式</a:t>
            </a:r>
            <a:r>
              <a:rPr lang="en-US" altLang="zh-CN" b="1" i="1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相同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因此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8EE2718-F77A-140C-DBBE-6F9A09439B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4865708"/>
              </p:ext>
            </p:extLst>
          </p:nvPr>
        </p:nvGraphicFramePr>
        <p:xfrm>
          <a:off x="1065188" y="3947043"/>
          <a:ext cx="7013624" cy="634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6" name="Equation" r:id="rId6" imgW="2425680" imgH="266400" progId="Equation.DSMT4">
                  <p:embed/>
                </p:oleObj>
              </mc:Choice>
              <mc:Fallback>
                <p:oleObj name="Equation" r:id="rId6" imgW="2425680" imgH="2664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D637F624-4245-A1CD-E0F7-C875169F04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65188" y="3947043"/>
                        <a:ext cx="7013624" cy="6343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DC3CB9BE-415C-ED11-A852-D62DB3146ACD}"/>
              </a:ext>
            </a:extLst>
          </p:cNvPr>
          <p:cNvSpPr txBox="1"/>
          <p:nvPr/>
        </p:nvSpPr>
        <p:spPr>
          <a:xfrm>
            <a:off x="187877" y="4581362"/>
            <a:ext cx="2007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证毕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.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88674DB-6D06-F42B-2E11-1F9C7CC2FE26}"/>
              </a:ext>
            </a:extLst>
          </p:cNvPr>
          <p:cNvSpPr txBox="1"/>
          <p:nvPr/>
        </p:nvSpPr>
        <p:spPr>
          <a:xfrm>
            <a:off x="179512" y="5283205"/>
            <a:ext cx="85904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对于一般的行列式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根据以上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引理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1.1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及性质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1.4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可得到如下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行列式按行</a:t>
            </a:r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列</a:t>
            </a:r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展开法则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E0BB04B4-BFA6-4E34-8B62-C9A54729D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0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引理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1.1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的证明</a:t>
            </a:r>
          </a:p>
        </p:txBody>
      </p:sp>
    </p:spTree>
    <p:extLst>
      <p:ext uri="{BB962C8B-B14F-4D97-AF65-F5344CB8AC3E}">
        <p14:creationId xmlns:p14="http://schemas.microsoft.com/office/powerpoint/2010/main" val="6960288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AB43AD3E-36CA-BC4E-8384-FF6680C5FC8C}"/>
              </a:ext>
            </a:extLst>
          </p:cNvPr>
          <p:cNvSpPr txBox="1">
            <a:spLocks/>
          </p:cNvSpPr>
          <p:nvPr/>
        </p:nvSpPr>
        <p:spPr>
          <a:xfrm>
            <a:off x="107504" y="437323"/>
            <a:ext cx="8930109" cy="5957055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kumimoji="0" lang="zh-CN" altLang="en-US" kern="0" dirty="0"/>
              <a:t>       </a:t>
            </a:r>
            <a:endParaRPr kumimoji="0" lang="en-US" altLang="zh-CN" kern="0" dirty="0"/>
          </a:p>
          <a:p>
            <a:pPr marL="0" indent="0">
              <a:lnSpc>
                <a:spcPct val="150000"/>
              </a:lnSpc>
              <a:buNone/>
            </a:pPr>
            <a:r>
              <a:rPr kumimoji="0" lang="en-US" altLang="zh-CN" kern="0" dirty="0"/>
              <a:t> </a:t>
            </a:r>
            <a:r>
              <a:rPr kumimoji="0" lang="zh-CN" altLang="en-US" kern="0" dirty="0">
                <a:solidFill>
                  <a:srgbClr val="FF0000"/>
                </a:solidFill>
              </a:rPr>
              <a:t>例</a:t>
            </a:r>
            <a:r>
              <a:rPr kumimoji="0" lang="en-US" altLang="zh-CN" kern="0" dirty="0"/>
              <a:t>  </a:t>
            </a:r>
            <a:r>
              <a:rPr kumimoji="0" lang="zh-CN" altLang="en-US" kern="0" dirty="0"/>
              <a:t>设                                 求</a:t>
            </a:r>
            <a:endParaRPr kumimoji="0" lang="en-US" altLang="zh-CN" kern="0" dirty="0"/>
          </a:p>
          <a:p>
            <a:pPr marL="0" indent="0">
              <a:lnSpc>
                <a:spcPct val="150000"/>
              </a:lnSpc>
              <a:buNone/>
            </a:pPr>
            <a:r>
              <a:rPr kumimoji="0" lang="en-US" altLang="zh-CN" kern="0" dirty="0"/>
              <a:t> 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kumimoji="0" lang="en-US" altLang="zh-CN" kern="0" dirty="0"/>
              <a:t>       </a:t>
            </a:r>
            <a:r>
              <a:rPr kumimoji="0" lang="zh-CN" altLang="en-US" kern="0" dirty="0">
                <a:solidFill>
                  <a:srgbClr val="FF0000"/>
                </a:solidFill>
              </a:rPr>
              <a:t>解</a:t>
            </a:r>
            <a:r>
              <a:rPr kumimoji="0" lang="zh-CN" altLang="en-US" kern="0" dirty="0"/>
              <a:t>   所求式子的系数是第一列的元素</a:t>
            </a:r>
            <a:r>
              <a:rPr kumimoji="0" lang="en-US" altLang="zh-CN" kern="0" dirty="0"/>
              <a:t>, </a:t>
            </a:r>
            <a:r>
              <a:rPr kumimoji="0" lang="zh-CN" altLang="en-US" kern="0" dirty="0"/>
              <a:t>而                     是第二列的代数余子式</a:t>
            </a:r>
            <a:r>
              <a:rPr kumimoji="0" lang="en-US" altLang="zh-CN" kern="0" dirty="0"/>
              <a:t>, </a:t>
            </a:r>
            <a:r>
              <a:rPr kumimoji="0" lang="zh-CN" altLang="en-US" kern="0" dirty="0"/>
              <a:t>由上页推论得                                                                                    </a:t>
            </a:r>
            <a:endParaRPr kumimoji="0" lang="en-US" altLang="zh-CN" kern="0" dirty="0"/>
          </a:p>
          <a:p>
            <a:pPr marL="0" indent="0">
              <a:lnSpc>
                <a:spcPct val="150000"/>
              </a:lnSpc>
              <a:buNone/>
            </a:pPr>
            <a:endParaRPr kumimoji="0" lang="en-US" altLang="zh-CN" kern="0" dirty="0"/>
          </a:p>
          <a:p>
            <a:pPr marL="0" indent="0">
              <a:lnSpc>
                <a:spcPct val="150000"/>
              </a:lnSpc>
              <a:buNone/>
            </a:pPr>
            <a:r>
              <a:rPr kumimoji="0" lang="zh-CN" altLang="en-US" kern="0" dirty="0"/>
              <a:t>      利用行列式的展开定理</a:t>
            </a:r>
            <a:r>
              <a:rPr kumimoji="0" lang="en-US" altLang="zh-CN" kern="0" dirty="0"/>
              <a:t>, </a:t>
            </a:r>
            <a:r>
              <a:rPr kumimoji="0" lang="zh-CN" altLang="en-US" kern="0" dirty="0"/>
              <a:t>可将求一个 </a:t>
            </a:r>
            <a:r>
              <a:rPr kumimoji="0" lang="en-US" altLang="zh-CN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0" lang="zh-CN" altLang="en-US" kern="0" dirty="0"/>
              <a:t> 阶行列式归结为求 </a:t>
            </a:r>
            <a:r>
              <a:rPr kumimoji="0" lang="en-US" altLang="zh-CN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kumimoji="0" lang="zh-CN" alt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 </a:t>
            </a:r>
            <a:r>
              <a:rPr kumimoji="0" lang="en-US" altLang="zh-CN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0"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kumimoji="0" lang="en-US" altLang="zh-CN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zh-CN" altLang="en-US" kern="0" dirty="0"/>
              <a:t>阶行列式</a:t>
            </a:r>
            <a:r>
              <a:rPr kumimoji="0" lang="en-US" altLang="zh-CN" kern="0" dirty="0"/>
              <a:t>. </a:t>
            </a:r>
            <a:r>
              <a:rPr kumimoji="0" lang="zh-CN" altLang="en-US" kern="0" dirty="0"/>
              <a:t>特别是某行（列）的零元素比较多时（或利用行列式的性质化出尽可能多的零元素）</a:t>
            </a:r>
            <a:r>
              <a:rPr kumimoji="0" lang="en-US" altLang="zh-CN" kern="0" dirty="0"/>
              <a:t>, </a:t>
            </a:r>
            <a:r>
              <a:rPr kumimoji="0" lang="zh-CN" altLang="en-US" kern="0" dirty="0"/>
              <a:t>若按此行（列）展开</a:t>
            </a:r>
            <a:r>
              <a:rPr kumimoji="0" lang="en-US" altLang="zh-CN" kern="0" dirty="0"/>
              <a:t>, </a:t>
            </a:r>
            <a:r>
              <a:rPr kumimoji="0" lang="zh-CN" altLang="en-US" kern="0" dirty="0"/>
              <a:t>可简化行列式的计算</a:t>
            </a:r>
            <a:r>
              <a:rPr kumimoji="0" lang="en-US" altLang="zh-CN" kern="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kumimoji="0" lang="en-US" altLang="zh-CN" kern="0" dirty="0"/>
          </a:p>
          <a:p>
            <a:pPr marL="0" indent="0">
              <a:buNone/>
            </a:pPr>
            <a:endParaRPr kumimoji="0" lang="en-US" altLang="zh-CN" kern="0" dirty="0"/>
          </a:p>
          <a:p>
            <a:pPr marL="0" indent="0">
              <a:buNone/>
            </a:pPr>
            <a:endParaRPr kumimoji="0" lang="zh-CN" altLang="en-US" kern="0" dirty="0"/>
          </a:p>
        </p:txBody>
      </p:sp>
      <p:graphicFrame>
        <p:nvGraphicFramePr>
          <p:cNvPr id="3" name="对象 5">
            <a:extLst>
              <a:ext uri="{FF2B5EF4-FFF2-40B4-BE49-F238E27FC236}">
                <a16:creationId xmlns:a16="http://schemas.microsoft.com/office/drawing/2014/main" id="{60643BA8-3196-5A49-A2BC-764BC4A13D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6549688"/>
              </p:ext>
            </p:extLst>
          </p:nvPr>
        </p:nvGraphicFramePr>
        <p:xfrm>
          <a:off x="1187624" y="404664"/>
          <a:ext cx="3108325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7" name="Equation" r:id="rId3" imgW="3111480" imgH="1942920" progId="Equation.DSMT4">
                  <p:embed/>
                </p:oleObj>
              </mc:Choice>
              <mc:Fallback>
                <p:oleObj name="Equation" r:id="rId3" imgW="3111480" imgH="19429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A723A555-0220-F2DF-20C2-043D2263DB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404664"/>
                        <a:ext cx="3108325" cy="1943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7">
            <a:extLst>
              <a:ext uri="{FF2B5EF4-FFF2-40B4-BE49-F238E27FC236}">
                <a16:creationId xmlns:a16="http://schemas.microsoft.com/office/drawing/2014/main" id="{D38AADB1-45B8-794F-A064-708A14130E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6758898"/>
              </p:ext>
            </p:extLst>
          </p:nvPr>
        </p:nvGraphicFramePr>
        <p:xfrm>
          <a:off x="4860032" y="1196752"/>
          <a:ext cx="31400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8" name="Equation" r:id="rId5" imgW="3136680" imgH="393480" progId="Equation.DSMT4">
                  <p:embed/>
                </p:oleObj>
              </mc:Choice>
              <mc:Fallback>
                <p:oleObj name="Equation" r:id="rId5" imgW="3136680" imgH="3934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03C167A9-914E-3486-8207-2B0A755B92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1196752"/>
                        <a:ext cx="3140075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9">
            <a:extLst>
              <a:ext uri="{FF2B5EF4-FFF2-40B4-BE49-F238E27FC236}">
                <a16:creationId xmlns:a16="http://schemas.microsoft.com/office/drawing/2014/main" id="{C09FFA19-63D2-9149-9C58-95267DED10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726380"/>
              </p:ext>
            </p:extLst>
          </p:nvPr>
        </p:nvGraphicFramePr>
        <p:xfrm>
          <a:off x="6849547" y="2420888"/>
          <a:ext cx="20351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9" name="Equation" r:id="rId7" imgW="2032000" imgH="393700" progId="Equation.DSMT4">
                  <p:embed/>
                </p:oleObj>
              </mc:Choice>
              <mc:Fallback>
                <p:oleObj name="Equation" r:id="rId7" imgW="2032000" imgH="3937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6936879D-3A72-18E2-B920-AE8AE1BDF8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9547" y="2420888"/>
                        <a:ext cx="2035175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11">
            <a:extLst>
              <a:ext uri="{FF2B5EF4-FFF2-40B4-BE49-F238E27FC236}">
                <a16:creationId xmlns:a16="http://schemas.microsoft.com/office/drawing/2014/main" id="{7830B9F1-723D-FC43-933B-2B6C6DE1EC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8319974"/>
              </p:ext>
            </p:extLst>
          </p:nvPr>
        </p:nvGraphicFramePr>
        <p:xfrm>
          <a:off x="2849117" y="3573016"/>
          <a:ext cx="36417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80" name="Equation" r:id="rId9" imgW="3644640" imgH="393480" progId="Equation.DSMT4">
                  <p:embed/>
                </p:oleObj>
              </mc:Choice>
              <mc:Fallback>
                <p:oleObj name="Equation" r:id="rId9" imgW="3644640" imgH="3934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2C8D2D69-BBD9-475D-5647-79CBEF9E4E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9117" y="3573016"/>
                        <a:ext cx="3641725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3449197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943" y="370254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579" y="-27708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行列式按行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列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展开法则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ABEA55C-47F1-5015-C93C-58ED81310284}"/>
              </a:ext>
            </a:extLst>
          </p:cNvPr>
          <p:cNvSpPr txBox="1"/>
          <p:nvPr/>
        </p:nvSpPr>
        <p:spPr>
          <a:xfrm>
            <a:off x="1544159" y="1101479"/>
            <a:ext cx="75643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行列式按行</a:t>
            </a:r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列</a:t>
            </a:r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展开法则</a:t>
            </a:r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) 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行列式等于它的</a:t>
            </a:r>
            <a:endParaRPr lang="en-US" altLang="zh-CN" b="1" dirty="0">
              <a:solidFill>
                <a:srgbClr val="0033CC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B25226E-F208-483C-F1FE-1E244F563458}"/>
              </a:ext>
            </a:extLst>
          </p:cNvPr>
          <p:cNvSpPr txBox="1"/>
          <p:nvPr/>
        </p:nvSpPr>
        <p:spPr>
          <a:xfrm>
            <a:off x="180821" y="1105536"/>
            <a:ext cx="1438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定理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1.2</a:t>
            </a:r>
            <a:endParaRPr lang="zh-CN" altLang="en-US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B125248-33F9-1D82-75E7-79B4EAB2A1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5269216"/>
              </p:ext>
            </p:extLst>
          </p:nvPr>
        </p:nvGraphicFramePr>
        <p:xfrm>
          <a:off x="519113" y="2671763"/>
          <a:ext cx="81057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9" name="Equation" r:id="rId4" imgW="2946240" imgH="228600" progId="Equation.DSMT4">
                  <p:embed/>
                </p:oleObj>
              </mc:Choice>
              <mc:Fallback>
                <p:oleObj name="Equation" r:id="rId4" imgW="29462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9113" y="2671763"/>
                        <a:ext cx="8105775" cy="628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6D067BF2-3833-7E49-5B29-2F54FED25145}"/>
              </a:ext>
            </a:extLst>
          </p:cNvPr>
          <p:cNvSpPr txBox="1"/>
          <p:nvPr/>
        </p:nvSpPr>
        <p:spPr>
          <a:xfrm>
            <a:off x="180821" y="3409836"/>
            <a:ext cx="5793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或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035F246-3713-4A92-9333-BB5F15DF90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322485"/>
              </p:ext>
            </p:extLst>
          </p:nvPr>
        </p:nvGraphicFramePr>
        <p:xfrm>
          <a:off x="407988" y="4221163"/>
          <a:ext cx="832802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0" name="Equation" r:id="rId6" imgW="3047760" imgH="241200" progId="Equation.DSMT4">
                  <p:embed/>
                </p:oleObj>
              </mc:Choice>
              <mc:Fallback>
                <p:oleObj name="Equation" r:id="rId6" imgW="3047760" imgH="2412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DB125248-33F9-1D82-75E7-79B4EAB2A1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07988" y="4221163"/>
                        <a:ext cx="8328025" cy="66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2F4A348D-9BB0-E107-A319-6737F3F0BD49}"/>
              </a:ext>
            </a:extLst>
          </p:cNvPr>
          <p:cNvSpPr txBox="1"/>
          <p:nvPr/>
        </p:nvSpPr>
        <p:spPr>
          <a:xfrm>
            <a:off x="180821" y="1624699"/>
            <a:ext cx="85925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任一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行或列的各元素与其对应的代数余子式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乘积之和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即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378241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7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88" y="0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行列式按行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列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展开法则的证明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B98AEF0-56D9-D3DB-7DFD-1B22BDC6C9E5}"/>
              </a:ext>
            </a:extLst>
          </p:cNvPr>
          <p:cNvSpPr txBox="1"/>
          <p:nvPr/>
        </p:nvSpPr>
        <p:spPr>
          <a:xfrm>
            <a:off x="1189600" y="930724"/>
            <a:ext cx="43185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由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行列式的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性质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1.4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可得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550D910-C03C-5A00-18A6-EB7C12A5E2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4521277"/>
              </p:ext>
            </p:extLst>
          </p:nvPr>
        </p:nvGraphicFramePr>
        <p:xfrm>
          <a:off x="638283" y="1727779"/>
          <a:ext cx="7867434" cy="1922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1" name="Equation" r:id="rId4" imgW="4051080" imgH="990360" progId="Equation.DSMT4">
                  <p:embed/>
                </p:oleObj>
              </mc:Choice>
              <mc:Fallback>
                <p:oleObj name="Equation" r:id="rId4" imgW="4051080" imgH="990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8283" y="1727779"/>
                        <a:ext cx="7867434" cy="1922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131DBD4-360B-8465-9FD1-0155EBD29B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6989089"/>
              </p:ext>
            </p:extLst>
          </p:nvPr>
        </p:nvGraphicFramePr>
        <p:xfrm>
          <a:off x="932250" y="3738899"/>
          <a:ext cx="2711729" cy="1922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2" name="Equation" r:id="rId6" imgW="1396800" imgH="990360" progId="Equation.DSMT4">
                  <p:embed/>
                </p:oleObj>
              </mc:Choice>
              <mc:Fallback>
                <p:oleObj name="Equation" r:id="rId6" imgW="1396800" imgH="990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F550D910-C03C-5A00-18A6-EB7C12A5E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32250" y="3738899"/>
                        <a:ext cx="2711729" cy="1922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FDC9EC5E-5C17-99F3-1261-D9DE95FE85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0667216"/>
              </p:ext>
            </p:extLst>
          </p:nvPr>
        </p:nvGraphicFramePr>
        <p:xfrm>
          <a:off x="3619698" y="3738848"/>
          <a:ext cx="2646000" cy="19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3" name="Equation" r:id="rId8" imgW="1384200" imgH="990360" progId="Equation.DSMT4">
                  <p:embed/>
                </p:oleObj>
              </mc:Choice>
              <mc:Fallback>
                <p:oleObj name="Equation" r:id="rId8" imgW="1384200" imgH="9903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6131DBD4-360B-8465-9FD1-0155EBD29B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619698" y="3738848"/>
                        <a:ext cx="2646000" cy="1922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05008D5-BD91-AFA5-CC38-3C7AE21127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580409"/>
              </p:ext>
            </p:extLst>
          </p:nvPr>
        </p:nvGraphicFramePr>
        <p:xfrm>
          <a:off x="6224588" y="3738563"/>
          <a:ext cx="2706687" cy="192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4" name="Equation" r:id="rId10" imgW="1688760" imgH="990360" progId="Equation.DSMT4">
                  <p:embed/>
                </p:oleObj>
              </mc:Choice>
              <mc:Fallback>
                <p:oleObj name="Equation" r:id="rId10" imgW="1688760" imgH="9903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FDC9EC5E-5C17-99F3-1261-D9DE95FE85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224588" y="3738563"/>
                        <a:ext cx="2706687" cy="1922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BA0D4194-230B-9D6D-23CA-B29AC1FC64ED}"/>
              </a:ext>
            </a:extLst>
          </p:cNvPr>
          <p:cNvSpPr txBox="1"/>
          <p:nvPr/>
        </p:nvSpPr>
        <p:spPr>
          <a:xfrm>
            <a:off x="259232" y="941864"/>
            <a:ext cx="9361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  <a:endParaRPr lang="zh-CN" altLang="en-US" b="1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2286970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01" y="-16213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行列式按行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列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展开法则的证明</a:t>
            </a:r>
          </a:p>
        </p:txBody>
      </p:sp>
      <p:graphicFrame>
        <p:nvGraphicFramePr>
          <p:cNvPr id="8" name="Object 11">
            <a:extLst>
              <a:ext uri="{FF2B5EF4-FFF2-40B4-BE49-F238E27FC236}">
                <a16:creationId xmlns:a16="http://schemas.microsoft.com/office/drawing/2014/main" id="{2867D37A-70A8-F41A-15C2-8021EBE2F3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6610294"/>
              </p:ext>
            </p:extLst>
          </p:nvPr>
        </p:nvGraphicFramePr>
        <p:xfrm>
          <a:off x="791580" y="1837993"/>
          <a:ext cx="7560840" cy="58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7" name="Equation" r:id="rId4" imgW="2946240" imgH="228600" progId="Equation.DSMT4">
                  <p:embed/>
                </p:oleObj>
              </mc:Choice>
              <mc:Fallback>
                <p:oleObj name="Equation" r:id="rId4" imgW="2946240" imgH="228600" progId="Equation.DSMT4">
                  <p:embed/>
                  <p:pic>
                    <p:nvPicPr>
                      <p:cNvPr id="114699" name="Object 11">
                        <a:extLst>
                          <a:ext uri="{FF2B5EF4-FFF2-40B4-BE49-F238E27FC236}">
                            <a16:creationId xmlns:a16="http://schemas.microsoft.com/office/drawing/2014/main" id="{AFBB46B5-733D-4542-BEB3-FA3ED29DC2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580" y="1837993"/>
                        <a:ext cx="7560840" cy="58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A040E362-822A-FD2F-A2AE-2AAD7DDAF733}"/>
              </a:ext>
            </a:extLst>
          </p:cNvPr>
          <p:cNvSpPr txBox="1"/>
          <p:nvPr/>
        </p:nvSpPr>
        <p:spPr>
          <a:xfrm>
            <a:off x="450850" y="1052378"/>
            <a:ext cx="6537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由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引理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1.1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可得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按</a:t>
            </a:r>
            <a:r>
              <a:rPr lang="zh-TW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行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展开的表达式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79E7BE6-3D56-0823-9E11-289E0B5258D2}"/>
                  </a:ext>
                </a:extLst>
              </p:cNvPr>
              <p:cNvSpPr txBox="1"/>
              <p:nvPr/>
            </p:nvSpPr>
            <p:spPr>
              <a:xfrm>
                <a:off x="450850" y="2751927"/>
                <a:ext cx="55263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类似地可得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zh-CN" altLang="en-US" b="1" dirty="0">
                    <a:solidFill>
                      <a:srgbClr val="C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按</a:t>
                </a:r>
                <a:r>
                  <a:rPr lang="zh-CN" altLang="en-US" b="1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列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展开的表达式</a:t>
                </a:r>
                <a:endParaRPr lang="zh-CN" altLang="en-US" b="1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79E7BE6-3D56-0823-9E11-289E0B525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50" y="2751927"/>
                <a:ext cx="5526360" cy="523220"/>
              </a:xfrm>
              <a:prstGeom prst="rect">
                <a:avLst/>
              </a:prstGeom>
              <a:blipFill>
                <a:blip r:embed="rId6"/>
                <a:stretch>
                  <a:fillRect l="-2529" t="-11905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4DDD7433-8C4E-917D-B52D-97D13E5B408F}"/>
              </a:ext>
            </a:extLst>
          </p:cNvPr>
          <p:cNvSpPr txBox="1"/>
          <p:nvPr/>
        </p:nvSpPr>
        <p:spPr>
          <a:xfrm>
            <a:off x="1115616" y="4509120"/>
            <a:ext cx="10968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证毕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1">
            <a:extLst>
              <a:ext uri="{FF2B5EF4-FFF2-40B4-BE49-F238E27FC236}">
                <a16:creationId xmlns:a16="http://schemas.microsoft.com/office/drawing/2014/main" id="{466D47DA-5D91-7A37-EA78-C506D9A560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3711772"/>
              </p:ext>
            </p:extLst>
          </p:nvPr>
        </p:nvGraphicFramePr>
        <p:xfrm>
          <a:off x="587375" y="3621088"/>
          <a:ext cx="7969250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8" name="Equation" r:id="rId7" imgW="3047760" imgH="241200" progId="Equation.DSMT4">
                  <p:embed/>
                </p:oleObj>
              </mc:Choice>
              <mc:Fallback>
                <p:oleObj name="Equation" r:id="rId7" imgW="3047760" imgH="241200" progId="Equation.DSMT4">
                  <p:embed/>
                  <p:pic>
                    <p:nvPicPr>
                      <p:cNvPr id="8" name="Object 11">
                        <a:extLst>
                          <a:ext uri="{FF2B5EF4-FFF2-40B4-BE49-F238E27FC236}">
                            <a16:creationId xmlns:a16="http://schemas.microsoft.com/office/drawing/2014/main" id="{2867D37A-70A8-F41A-15C2-8021EBE2F3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75" y="3621088"/>
                        <a:ext cx="7969250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0329857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0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行列式按行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列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展开法则的推论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57EFB5-B627-33D4-BBA8-67C73233824A}"/>
              </a:ext>
            </a:extLst>
          </p:cNvPr>
          <p:cNvSpPr txBox="1"/>
          <p:nvPr/>
        </p:nvSpPr>
        <p:spPr>
          <a:xfrm>
            <a:off x="180974" y="620688"/>
            <a:ext cx="85674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我们知道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如果行列式有两行</a:t>
            </a:r>
            <a:r>
              <a:rPr lang="en-US" altLang="zh-CN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列</a:t>
            </a:r>
            <a:r>
              <a:rPr lang="en-US" altLang="zh-CN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元素完全相同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则此行列式等于零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87C4D64-2C75-9A15-A914-4228B01902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2022383"/>
              </p:ext>
            </p:extLst>
          </p:nvPr>
        </p:nvGraphicFramePr>
        <p:xfrm>
          <a:off x="1944710" y="2348880"/>
          <a:ext cx="5254581" cy="606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3" name="Equation" r:id="rId4" imgW="2095200" imgH="241200" progId="Equation.DSMT4">
                  <p:embed/>
                </p:oleObj>
              </mc:Choice>
              <mc:Fallback>
                <p:oleObj name="Equation" r:id="rId4" imgW="20952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44710" y="2348880"/>
                        <a:ext cx="5254581" cy="606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68C9275-CCAC-D1A3-AA4F-5A76BF297A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6865437"/>
              </p:ext>
            </p:extLst>
          </p:nvPr>
        </p:nvGraphicFramePr>
        <p:xfrm>
          <a:off x="2315120" y="2924944"/>
          <a:ext cx="4716038" cy="596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4" name="Equation" r:id="rId6" imgW="1904760" imgH="241200" progId="Equation.DSMT4">
                  <p:embed/>
                </p:oleObj>
              </mc:Choice>
              <mc:Fallback>
                <p:oleObj name="Equation" r:id="rId6" imgW="1904760" imgH="2412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287C4D64-2C75-9A15-A914-4228B01902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15120" y="2924944"/>
                        <a:ext cx="4716038" cy="5968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6EDEE39-13C6-3EC5-6158-4F3CB9BB6F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1273337"/>
              </p:ext>
            </p:extLst>
          </p:nvPr>
        </p:nvGraphicFramePr>
        <p:xfrm>
          <a:off x="2339752" y="3429000"/>
          <a:ext cx="62865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5" name="Equation" r:id="rId8" imgW="291960" imgH="203040" progId="Equation.DSMT4">
                  <p:embed/>
                </p:oleObj>
              </mc:Choice>
              <mc:Fallback>
                <p:oleObj name="Equation" r:id="rId8" imgW="291960" imgH="2030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287C4D64-2C75-9A15-A914-4228B01902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39752" y="3429000"/>
                        <a:ext cx="628650" cy="436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486B9D0-915D-3919-BAF8-CDEB261D0162}"/>
                  </a:ext>
                </a:extLst>
              </p:cNvPr>
              <p:cNvSpPr txBox="1"/>
              <p:nvPr/>
            </p:nvSpPr>
            <p:spPr>
              <a:xfrm>
                <a:off x="180974" y="1484784"/>
                <a:ext cx="856749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设</a:t>
                </a:r>
                <a14:m>
                  <m:oMath xmlns:m="http://schemas.openxmlformats.org/officeDocument/2006/math">
                    <m:r>
                      <a:rPr kumimoji="1" lang="en-US" altLang="zh-CN" sz="2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第</a:t>
                </a:r>
                <a:r>
                  <a:rPr lang="en-US" altLang="zh-CN" b="1" i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行的元素</a:t>
                </a:r>
                <a:r>
                  <a: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与第</a:t>
                </a:r>
                <a:r>
                  <a:rPr lang="en-US" altLang="zh-CN" b="1" i="1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j</a:t>
                </a:r>
                <a:r>
                  <a: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行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的元素完全相同</a:t>
                </a: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由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定理</a:t>
                </a: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1.2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可得</a:t>
                </a:r>
                <a:endParaRPr lang="zh-CN" altLang="en-US" b="1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486B9D0-915D-3919-BAF8-CDEB261D01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74" y="1484784"/>
                <a:ext cx="8567490" cy="954107"/>
              </a:xfrm>
              <a:prstGeom prst="rect">
                <a:avLst/>
              </a:prstGeom>
              <a:blipFill>
                <a:blip r:embed="rId10"/>
                <a:stretch>
                  <a:fillRect l="-1495" t="-7051" b="-17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87644ED3-1CD3-999A-BF37-62438DAAEB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77643"/>
              </p:ext>
            </p:extLst>
          </p:nvPr>
        </p:nvGraphicFramePr>
        <p:xfrm>
          <a:off x="1072671" y="4869160"/>
          <a:ext cx="6998658" cy="688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6" name="Equation" r:id="rId11" imgW="2450880" imgH="241200" progId="Equation.DSMT4">
                  <p:embed/>
                </p:oleObj>
              </mc:Choice>
              <mc:Fallback>
                <p:oleObj name="Equation" r:id="rId11" imgW="2450880" imgH="2412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DBD79D7F-08D3-B084-7F51-23C5FDF63B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72671" y="4869160"/>
                        <a:ext cx="6998658" cy="6883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7DF98537-3C82-A74F-9156-60D726BC55DA}"/>
              </a:ext>
            </a:extLst>
          </p:cNvPr>
          <p:cNvSpPr txBox="1"/>
          <p:nvPr/>
        </p:nvSpPr>
        <p:spPr>
          <a:xfrm>
            <a:off x="259232" y="3894234"/>
            <a:ext cx="1720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推论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1.6</a:t>
            </a:r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8DE545-BBDF-8062-D067-295A0D421A4D}"/>
              </a:ext>
            </a:extLst>
          </p:cNvPr>
          <p:cNvSpPr txBox="1"/>
          <p:nvPr/>
        </p:nvSpPr>
        <p:spPr>
          <a:xfrm>
            <a:off x="1541757" y="3894234"/>
            <a:ext cx="78547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行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列式某一行</a:t>
            </a:r>
            <a:r>
              <a:rPr lang="en-US" altLang="zh-CN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列</a:t>
            </a:r>
            <a:r>
              <a:rPr lang="en-US" altLang="zh-CN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的元素与另一行</a:t>
            </a:r>
            <a:r>
              <a:rPr lang="en-US" altLang="zh-CN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列</a:t>
            </a:r>
            <a:r>
              <a:rPr lang="en-US" altLang="zh-CN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的对应</a:t>
            </a:r>
            <a:endParaRPr lang="zh-CN" altLang="en-US" dirty="0">
              <a:solidFill>
                <a:srgbClr val="0033CC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D570004-9A9C-A74A-C3E2-03F5D570F4C8}"/>
              </a:ext>
            </a:extLst>
          </p:cNvPr>
          <p:cNvSpPr txBox="1"/>
          <p:nvPr/>
        </p:nvSpPr>
        <p:spPr>
          <a:xfrm>
            <a:off x="259232" y="5445224"/>
            <a:ext cx="7068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或       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DE33E8B-B4CA-C078-47C3-99B43BFB30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895913"/>
              </p:ext>
            </p:extLst>
          </p:nvPr>
        </p:nvGraphicFramePr>
        <p:xfrm>
          <a:off x="1027030" y="5764945"/>
          <a:ext cx="7074387" cy="688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7" name="Equation" r:id="rId13" imgW="2476440" imgH="241200" progId="Equation.DSMT4">
                  <p:embed/>
                </p:oleObj>
              </mc:Choice>
              <mc:Fallback>
                <p:oleObj name="Equation" r:id="rId13" imgW="2476440" imgH="2412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7BB9CB7A-E85C-A4E7-981E-CBF2CDD918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27030" y="5764945"/>
                        <a:ext cx="7074387" cy="6883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333119CF-63AC-A6D2-EA2B-CBDA5F80CAFD}"/>
              </a:ext>
            </a:extLst>
          </p:cNvPr>
          <p:cNvSpPr txBox="1"/>
          <p:nvPr/>
        </p:nvSpPr>
        <p:spPr>
          <a:xfrm>
            <a:off x="259232" y="4420771"/>
            <a:ext cx="83932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元素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的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代数余子式乘积之和等于零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即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313672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25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51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行列式按行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列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展开法则的推论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A0109A-DCE8-9747-BA01-67D6F817EB39}"/>
              </a:ext>
            </a:extLst>
          </p:cNvPr>
          <p:cNvSpPr txBox="1"/>
          <p:nvPr/>
        </p:nvSpPr>
        <p:spPr>
          <a:xfrm>
            <a:off x="288032" y="764704"/>
            <a:ext cx="5292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结合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定理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1.2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及其推论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1.6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可得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6FA66B8-0702-2B99-5212-1379B33E8A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127947"/>
              </p:ext>
            </p:extLst>
          </p:nvPr>
        </p:nvGraphicFramePr>
        <p:xfrm>
          <a:off x="1026781" y="1559923"/>
          <a:ext cx="3056320" cy="1076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5" name="Equation" r:id="rId4" imgW="1333440" imgH="469800" progId="Equation.DSMT4">
                  <p:embed/>
                </p:oleObj>
              </mc:Choice>
              <mc:Fallback>
                <p:oleObj name="Equation" r:id="rId4" imgW="1333440" imgH="4698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A2583B2F-208B-1351-65D7-D83F506575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6781" y="1559923"/>
                        <a:ext cx="3056320" cy="10769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17E4E06C-8F82-A5B1-179D-F05DA650ADE5}"/>
              </a:ext>
            </a:extLst>
          </p:cNvPr>
          <p:cNvSpPr txBox="1"/>
          <p:nvPr/>
        </p:nvSpPr>
        <p:spPr>
          <a:xfrm>
            <a:off x="4224014" y="1814641"/>
            <a:ext cx="695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或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88AE6B8-29FB-71DF-1F02-AB7B9460C0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7461890"/>
              </p:ext>
            </p:extLst>
          </p:nvPr>
        </p:nvGraphicFramePr>
        <p:xfrm>
          <a:off x="4919987" y="1473835"/>
          <a:ext cx="3056400" cy="10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6" name="Equation" r:id="rId6" imgW="1358640" imgH="469800" progId="Equation.DSMT4">
                  <p:embed/>
                </p:oleObj>
              </mc:Choice>
              <mc:Fallback>
                <p:oleObj name="Equation" r:id="rId6" imgW="1358640" imgH="4698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7FF9F6C0-09A5-6717-099C-1B537D26D9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919987" y="1473835"/>
                        <a:ext cx="3056400" cy="107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90D1D0AC-A65E-D1F8-4F5C-F077CD97EFCA}"/>
              </a:ext>
            </a:extLst>
          </p:cNvPr>
          <p:cNvSpPr txBox="1"/>
          <p:nvPr/>
        </p:nvSpPr>
        <p:spPr>
          <a:xfrm>
            <a:off x="268941" y="2869219"/>
            <a:ext cx="5586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564A421-1078-AAD1-E18B-BBE81848EE78}"/>
              </a:ext>
            </a:extLst>
          </p:cNvPr>
          <p:cNvSpPr txBox="1"/>
          <p:nvPr/>
        </p:nvSpPr>
        <p:spPr>
          <a:xfrm>
            <a:off x="827584" y="4493438"/>
            <a:ext cx="748883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此外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一些复杂的行列式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需要综合运用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行列式的性质及其展开法则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,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将其化简为特殊类型的行列式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如上（下）三角行列式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或运用降阶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、递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推等方法进行计算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B8FA5D0-16F3-4D8D-D71A-8D9318104751}"/>
              </a:ext>
            </a:extLst>
          </p:cNvPr>
          <p:cNvSpPr txBox="1"/>
          <p:nvPr/>
        </p:nvSpPr>
        <p:spPr>
          <a:xfrm>
            <a:off x="815788" y="2858121"/>
            <a:ext cx="82207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由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行列式按行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列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展开法则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可知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若利用行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列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59A2B1F-F611-4A5C-E1BF-7C71CA28FAF0}"/>
              </a:ext>
            </a:extLst>
          </p:cNvPr>
          <p:cNvSpPr txBox="1"/>
          <p:nvPr/>
        </p:nvSpPr>
        <p:spPr>
          <a:xfrm>
            <a:off x="805049" y="3314333"/>
            <a:ext cx="76553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运算把行列式的某一行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列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中部分元素变为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后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6D0DF27-1CCC-6DFA-B7B2-8593F36C3A11}"/>
              </a:ext>
            </a:extLst>
          </p:cNvPr>
          <p:cNvSpPr txBox="1"/>
          <p:nvPr/>
        </p:nvSpPr>
        <p:spPr>
          <a:xfrm>
            <a:off x="797027" y="3804801"/>
            <a:ext cx="64392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按该行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列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展开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可简化行列式的计算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639230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5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75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7">
            <a:extLst>
              <a:ext uri="{FF2B5EF4-FFF2-40B4-BE49-F238E27FC236}">
                <a16:creationId xmlns:a16="http://schemas.microsoft.com/office/drawing/2014/main" id="{4810D56C-85B2-2547-BD5F-B45300CBDAAC}"/>
              </a:ext>
            </a:extLst>
          </p:cNvPr>
          <p:cNvSpPr txBox="1">
            <a:spLocks/>
          </p:cNvSpPr>
          <p:nvPr/>
        </p:nvSpPr>
        <p:spPr bwMode="auto">
          <a:xfrm>
            <a:off x="8582925" y="6169078"/>
            <a:ext cx="574464" cy="34970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0" fontAlgn="auto" hangingPunct="0">
              <a:spcBef>
                <a:spcPts val="0"/>
              </a:spcBef>
              <a:spcAft>
                <a:spcPts val="0"/>
              </a:spcAft>
              <a:defRPr kumimoji="1" sz="1200" kern="120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fld id="{252E7140-E4F4-49D5-9AFB-3467FF007A05}" type="slidenum">
              <a:rPr lang="zh-CN" altLang="en-US" smtClean="0">
                <a:cs typeface="+mn-ea"/>
                <a:sym typeface="+mn-lt"/>
              </a:rPr>
              <a:pPr/>
              <a:t>18</a:t>
            </a:fld>
            <a:endParaRPr lang="zh-CN" altLang="en-US" dirty="0">
              <a:cs typeface="+mn-ea"/>
              <a:sym typeface="+mn-lt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7247D347-F6B8-D549-BB86-285B8F8CB4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4239045"/>
              </p:ext>
            </p:extLst>
          </p:nvPr>
        </p:nvGraphicFramePr>
        <p:xfrm>
          <a:off x="2483784" y="795472"/>
          <a:ext cx="4176432" cy="21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9" name="Equation" r:id="rId3" imgW="1815840" imgH="914400" progId="Equation.DSMT4">
                  <p:embed/>
                </p:oleObj>
              </mc:Choice>
              <mc:Fallback>
                <p:oleObj name="Equation" r:id="rId3" imgW="1815840" imgH="914400" progId="Equation.DSMT4">
                  <p:embed/>
                  <p:pic>
                    <p:nvPicPr>
                      <p:cNvPr id="36" name="Object 2">
                        <a:extLst>
                          <a:ext uri="{FF2B5EF4-FFF2-40B4-BE49-F238E27FC236}">
                            <a16:creationId xmlns:a16="http://schemas.microsoft.com/office/drawing/2014/main" id="{7A701ED2-426A-43FE-8413-CD73AB08D2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84" y="795472"/>
                        <a:ext cx="4176432" cy="21031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98FD1F9A-7252-4C44-8223-C943868A3B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0880407"/>
              </p:ext>
            </p:extLst>
          </p:nvPr>
        </p:nvGraphicFramePr>
        <p:xfrm>
          <a:off x="758942" y="4127534"/>
          <a:ext cx="5549256" cy="21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90" name="Equation" r:id="rId5" imgW="2412720" imgH="914400" progId="Equation.DSMT4">
                  <p:embed/>
                </p:oleObj>
              </mc:Choice>
              <mc:Fallback>
                <p:oleObj name="Equation" r:id="rId5" imgW="2412720" imgH="914400" progId="Equation.DSMT4">
                  <p:embed/>
                  <p:pic>
                    <p:nvPicPr>
                      <p:cNvPr id="46" name="Object 2">
                        <a:extLst>
                          <a:ext uri="{FF2B5EF4-FFF2-40B4-BE49-F238E27FC236}">
                            <a16:creationId xmlns:a16="http://schemas.microsoft.com/office/drawing/2014/main" id="{71EA4E49-CD1D-42B9-AB2A-4B18C4CAD7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942" y="4127534"/>
                        <a:ext cx="5549256" cy="21031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0179D248-DC07-2147-99F3-4CBC1C49F6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9940375"/>
              </p:ext>
            </p:extLst>
          </p:nvPr>
        </p:nvGraphicFramePr>
        <p:xfrm>
          <a:off x="6339014" y="4944938"/>
          <a:ext cx="119697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91" name="Equation" r:id="rId7" imgW="520560" imgH="203040" progId="Equation.DSMT4">
                  <p:embed/>
                </p:oleObj>
              </mc:Choice>
              <mc:Fallback>
                <p:oleObj name="Equation" r:id="rId7" imgW="520560" imgH="203040" progId="Equation.DSMT4">
                  <p:embed/>
                  <p:pic>
                    <p:nvPicPr>
                      <p:cNvPr id="47" name="Object 2">
                        <a:extLst>
                          <a:ext uri="{FF2B5EF4-FFF2-40B4-BE49-F238E27FC236}">
                            <a16:creationId xmlns:a16="http://schemas.microsoft.com/office/drawing/2014/main" id="{FE6B95A3-96CC-4579-AD8C-A5F64B702F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9014" y="4944938"/>
                        <a:ext cx="1196975" cy="468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12827FA9-76A7-9C4B-9ECD-660F5F19FA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1494591"/>
              </p:ext>
            </p:extLst>
          </p:nvPr>
        </p:nvGraphicFramePr>
        <p:xfrm>
          <a:off x="273843" y="2852936"/>
          <a:ext cx="79438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92" name="Equation" r:id="rId9" imgW="3454200" imgH="228600" progId="Equation.DSMT4">
                  <p:embed/>
                </p:oleObj>
              </mc:Choice>
              <mc:Fallback>
                <p:oleObj name="Equation" r:id="rId9" imgW="3454200" imgH="228600" progId="Equation.DSMT4">
                  <p:embed/>
                  <p:pic>
                    <p:nvPicPr>
                      <p:cNvPr id="48" name="Object 2">
                        <a:extLst>
                          <a:ext uri="{FF2B5EF4-FFF2-40B4-BE49-F238E27FC236}">
                            <a16:creationId xmlns:a16="http://schemas.microsoft.com/office/drawing/2014/main" id="{7A701ED2-426A-43FE-8413-CD73AB08D2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843" y="2852936"/>
                        <a:ext cx="7943850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54">
            <a:extLst>
              <a:ext uri="{FF2B5EF4-FFF2-40B4-BE49-F238E27FC236}">
                <a16:creationId xmlns:a16="http://schemas.microsoft.com/office/drawing/2014/main" id="{4C5E0CDF-CDEC-BA47-A54B-9289072DFCAF}"/>
              </a:ext>
            </a:extLst>
          </p:cNvPr>
          <p:cNvSpPr txBox="1"/>
          <p:nvPr/>
        </p:nvSpPr>
        <p:spPr>
          <a:xfrm>
            <a:off x="273843" y="692696"/>
            <a:ext cx="718145" cy="5782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cs typeface="+mn-ea"/>
                <a:sym typeface="+mn-lt"/>
              </a:rPr>
              <a:t>📚</a:t>
            </a:r>
            <a:r>
              <a:rPr lang="zh-CN" altLang="en-US" sz="2800" dirty="0">
                <a:highlight>
                  <a:srgbClr val="FFC000"/>
                </a:highlight>
                <a:cs typeface="+mn-ea"/>
                <a:sym typeface="+mn-lt"/>
              </a:rPr>
              <a:t>例</a:t>
            </a:r>
          </a:p>
        </p:txBody>
      </p:sp>
      <p:sp>
        <p:nvSpPr>
          <p:cNvPr id="8" name="Rectangle 46">
            <a:extLst>
              <a:ext uri="{FF2B5EF4-FFF2-40B4-BE49-F238E27FC236}">
                <a16:creationId xmlns:a16="http://schemas.microsoft.com/office/drawing/2014/main" id="{00A86AED-BD66-6F41-AD9D-A183D8641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844" y="3501008"/>
            <a:ext cx="359073" cy="564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dirty="0">
                <a:highlight>
                  <a:srgbClr val="FFC000"/>
                </a:highlight>
                <a:cs typeface="+mn-ea"/>
                <a:sym typeface="+mn-lt"/>
              </a:rPr>
              <a:t>解</a:t>
            </a:r>
            <a:endParaRPr kumimoji="1" lang="en-US" altLang="zh-CN" sz="2800" dirty="0">
              <a:solidFill>
                <a:srgbClr val="FFC000"/>
              </a:solidFill>
              <a:highlight>
                <a:srgbClr val="FFC000"/>
              </a:highlight>
              <a:cs typeface="+mn-ea"/>
              <a:sym typeface="+mn-lt"/>
            </a:endParaRPr>
          </a:p>
        </p:txBody>
      </p:sp>
      <p:sp>
        <p:nvSpPr>
          <p:cNvPr id="9" name="文本框 57">
            <a:extLst>
              <a:ext uri="{FF2B5EF4-FFF2-40B4-BE49-F238E27FC236}">
                <a16:creationId xmlns:a16="http://schemas.microsoft.com/office/drawing/2014/main" id="{DABD7AFF-12AC-CA49-BED5-85E943055295}"/>
              </a:ext>
            </a:extLst>
          </p:cNvPr>
          <p:cNvSpPr txBox="1"/>
          <p:nvPr/>
        </p:nvSpPr>
        <p:spPr>
          <a:xfrm>
            <a:off x="770774" y="3579979"/>
            <a:ext cx="61058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将行列式按第一列展开</a:t>
            </a:r>
          </a:p>
        </p:txBody>
      </p:sp>
    </p:spTree>
    <p:extLst>
      <p:ext uri="{BB962C8B-B14F-4D97-AF65-F5344CB8AC3E}">
        <p14:creationId xmlns:p14="http://schemas.microsoft.com/office/powerpoint/2010/main" val="81657958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5">
            <a:extLst>
              <a:ext uri="{FF2B5EF4-FFF2-40B4-BE49-F238E27FC236}">
                <a16:creationId xmlns:a16="http://schemas.microsoft.com/office/drawing/2014/main" id="{1F453749-B85B-414F-A605-0DB617018E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6223985"/>
              </p:ext>
            </p:extLst>
          </p:nvPr>
        </p:nvGraphicFramePr>
        <p:xfrm>
          <a:off x="253385" y="1331329"/>
          <a:ext cx="3271428" cy="21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9" name="Equation" r:id="rId3" imgW="1422360" imgH="914400" progId="Equation.DSMT4">
                  <p:embed/>
                </p:oleObj>
              </mc:Choice>
              <mc:Fallback>
                <p:oleObj name="Equation" r:id="rId3" imgW="1422360" imgH="914400" progId="Equation.DSMT4">
                  <p:embed/>
                  <p:pic>
                    <p:nvPicPr>
                      <p:cNvPr id="36" name="Object 15">
                        <a:extLst>
                          <a:ext uri="{FF2B5EF4-FFF2-40B4-BE49-F238E27FC236}">
                            <a16:creationId xmlns:a16="http://schemas.microsoft.com/office/drawing/2014/main" id="{00FAA391-7F5A-446C-B569-882A545345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85" y="1331329"/>
                        <a:ext cx="3271428" cy="2103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6">
            <a:extLst>
              <a:ext uri="{FF2B5EF4-FFF2-40B4-BE49-F238E27FC236}">
                <a16:creationId xmlns:a16="http://schemas.microsoft.com/office/drawing/2014/main" id="{A348692A-002B-EB47-AC87-8DAC1E3973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578068"/>
              </p:ext>
            </p:extLst>
          </p:nvPr>
        </p:nvGraphicFramePr>
        <p:xfrm>
          <a:off x="3402426" y="1305801"/>
          <a:ext cx="2745740" cy="21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0" name="Equation" r:id="rId5" imgW="1193800" imgH="914400" progId="Equation.DSMT4">
                  <p:embed/>
                </p:oleObj>
              </mc:Choice>
              <mc:Fallback>
                <p:oleObj name="Equation" r:id="rId5" imgW="1193800" imgH="914400" progId="Equation.DSMT4">
                  <p:embed/>
                  <p:pic>
                    <p:nvPicPr>
                      <p:cNvPr id="45" name="Object 16">
                        <a:extLst>
                          <a:ext uri="{FF2B5EF4-FFF2-40B4-BE49-F238E27FC236}">
                            <a16:creationId xmlns:a16="http://schemas.microsoft.com/office/drawing/2014/main" id="{4ABFF353-B1CA-49FB-8C76-6ED19518E8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2426" y="1305801"/>
                        <a:ext cx="2745740" cy="2103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7">
            <a:extLst>
              <a:ext uri="{FF2B5EF4-FFF2-40B4-BE49-F238E27FC236}">
                <a16:creationId xmlns:a16="http://schemas.microsoft.com/office/drawing/2014/main" id="{712B442E-BD9D-C446-B110-6998B634F9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6166750"/>
              </p:ext>
            </p:extLst>
          </p:nvPr>
        </p:nvGraphicFramePr>
        <p:xfrm>
          <a:off x="6148166" y="1572639"/>
          <a:ext cx="2510970" cy="1635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1" name="Equation" r:id="rId7" imgW="1091726" imgH="710891" progId="Equation.DSMT4">
                  <p:embed/>
                </p:oleObj>
              </mc:Choice>
              <mc:Fallback>
                <p:oleObj name="Equation" r:id="rId7" imgW="1091726" imgH="710891" progId="Equation.DSMT4">
                  <p:embed/>
                  <p:pic>
                    <p:nvPicPr>
                      <p:cNvPr id="46" name="Object 17">
                        <a:extLst>
                          <a:ext uri="{FF2B5EF4-FFF2-40B4-BE49-F238E27FC236}">
                            <a16:creationId xmlns:a16="http://schemas.microsoft.com/office/drawing/2014/main" id="{BCD4B8C9-523A-4D0F-B49D-8EAC6C50D4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8166" y="1572639"/>
                        <a:ext cx="2510970" cy="16350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8">
            <a:extLst>
              <a:ext uri="{FF2B5EF4-FFF2-40B4-BE49-F238E27FC236}">
                <a16:creationId xmlns:a16="http://schemas.microsoft.com/office/drawing/2014/main" id="{88223963-83E6-F84B-B587-4B10D5512A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292317"/>
              </p:ext>
            </p:extLst>
          </p:nvPr>
        </p:nvGraphicFramePr>
        <p:xfrm>
          <a:off x="608883" y="4182889"/>
          <a:ext cx="2481774" cy="1635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2" name="Equation" r:id="rId9" imgW="1079032" imgH="710891" progId="Equation.DSMT4">
                  <p:embed/>
                </p:oleObj>
              </mc:Choice>
              <mc:Fallback>
                <p:oleObj name="Equation" r:id="rId9" imgW="1079032" imgH="710891" progId="Equation.DSMT4">
                  <p:embed/>
                  <p:pic>
                    <p:nvPicPr>
                      <p:cNvPr id="47" name="Object 18">
                        <a:extLst>
                          <a:ext uri="{FF2B5EF4-FFF2-40B4-BE49-F238E27FC236}">
                            <a16:creationId xmlns:a16="http://schemas.microsoft.com/office/drawing/2014/main" id="{0EC5781B-B1B6-4390-8D56-C8FC8B1A0B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883" y="4182889"/>
                        <a:ext cx="2481774" cy="16350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9">
            <a:extLst>
              <a:ext uri="{FF2B5EF4-FFF2-40B4-BE49-F238E27FC236}">
                <a16:creationId xmlns:a16="http://schemas.microsoft.com/office/drawing/2014/main" id="{96E690E4-CBCF-7841-ACBA-21AF7CAE51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074280"/>
              </p:ext>
            </p:extLst>
          </p:nvPr>
        </p:nvGraphicFramePr>
        <p:xfrm>
          <a:off x="3090658" y="4474159"/>
          <a:ext cx="1985963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3" name="Equation" r:id="rId11" imgW="863280" imgH="457200" progId="Equation.DSMT4">
                  <p:embed/>
                </p:oleObj>
              </mc:Choice>
              <mc:Fallback>
                <p:oleObj name="Equation" r:id="rId11" imgW="863280" imgH="457200" progId="Equation.DSMT4">
                  <p:embed/>
                  <p:pic>
                    <p:nvPicPr>
                      <p:cNvPr id="55" name="Object 19">
                        <a:extLst>
                          <a:ext uri="{FF2B5EF4-FFF2-40B4-BE49-F238E27FC236}">
                            <a16:creationId xmlns:a16="http://schemas.microsoft.com/office/drawing/2014/main" id="{0BB1E492-11D0-448F-8605-E1F6374FD8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658" y="4474159"/>
                        <a:ext cx="1985963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15">
            <a:extLst>
              <a:ext uri="{FF2B5EF4-FFF2-40B4-BE49-F238E27FC236}">
                <a16:creationId xmlns:a16="http://schemas.microsoft.com/office/drawing/2014/main" id="{6146BD8D-05E1-9F46-8009-D91B41C561C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4687" y="1196364"/>
            <a:ext cx="25398" cy="2413721"/>
          </a:xfrm>
          <a:prstGeom prst="line">
            <a:avLst/>
          </a:prstGeom>
          <a:noFill/>
          <a:ln w="38100">
            <a:solidFill>
              <a:srgbClr val="0ABAB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 dirty="0">
              <a:cs typeface="+mn-ea"/>
              <a:sym typeface="+mn-lt"/>
            </a:endParaRPr>
          </a:p>
        </p:txBody>
      </p:sp>
      <p:sp>
        <p:nvSpPr>
          <p:cNvPr id="8" name="Line 15">
            <a:extLst>
              <a:ext uri="{FF2B5EF4-FFF2-40B4-BE49-F238E27FC236}">
                <a16:creationId xmlns:a16="http://schemas.microsoft.com/office/drawing/2014/main" id="{CD2FABEA-AA78-ED4B-B47D-984FECF535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89654" y="3793552"/>
            <a:ext cx="25398" cy="2413721"/>
          </a:xfrm>
          <a:prstGeom prst="line">
            <a:avLst/>
          </a:prstGeom>
          <a:noFill/>
          <a:ln w="38100">
            <a:solidFill>
              <a:srgbClr val="0ABAB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 dirty="0">
              <a:cs typeface="+mn-ea"/>
              <a:sym typeface="+mn-lt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297B21E4-C93A-B84B-AB4E-1F112DD65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2686" y="1163561"/>
            <a:ext cx="770467" cy="2387600"/>
          </a:xfrm>
          <a:prstGeom prst="rect">
            <a:avLst/>
          </a:prstGeom>
          <a:noFill/>
          <a:ln w="3810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24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B896DBA2-0FCC-A84C-901F-8E5487907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3651" y="1475769"/>
            <a:ext cx="497416" cy="1763184"/>
          </a:xfrm>
          <a:prstGeom prst="rect">
            <a:avLst/>
          </a:prstGeom>
          <a:noFill/>
          <a:ln w="3810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24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文本框 17">
            <a:extLst>
              <a:ext uri="{FF2B5EF4-FFF2-40B4-BE49-F238E27FC236}">
                <a16:creationId xmlns:a16="http://schemas.microsoft.com/office/drawing/2014/main" id="{D982BF80-6BC9-BD40-868A-9F440F987394}"/>
              </a:ext>
            </a:extLst>
          </p:cNvPr>
          <p:cNvSpPr txBox="1"/>
          <p:nvPr/>
        </p:nvSpPr>
        <p:spPr>
          <a:xfrm>
            <a:off x="283676" y="631849"/>
            <a:ext cx="718145" cy="5782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cs typeface="+mn-ea"/>
                <a:sym typeface="+mn-lt"/>
              </a:rPr>
              <a:t>📚</a:t>
            </a:r>
            <a:r>
              <a:rPr lang="zh-CN" altLang="en-US" sz="2800" dirty="0">
                <a:highlight>
                  <a:srgbClr val="FFC000"/>
                </a:highlight>
                <a:cs typeface="+mn-ea"/>
                <a:sym typeface="+mn-lt"/>
              </a:rPr>
              <a:t>例</a:t>
            </a:r>
          </a:p>
        </p:txBody>
      </p:sp>
      <p:graphicFrame>
        <p:nvGraphicFramePr>
          <p:cNvPr id="12" name="Object 19">
            <a:extLst>
              <a:ext uri="{FF2B5EF4-FFF2-40B4-BE49-F238E27FC236}">
                <a16:creationId xmlns:a16="http://schemas.microsoft.com/office/drawing/2014/main" id="{66208ADF-F23A-544C-B71A-230E654661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9324693"/>
              </p:ext>
            </p:extLst>
          </p:nvPr>
        </p:nvGraphicFramePr>
        <p:xfrm>
          <a:off x="5076620" y="4795624"/>
          <a:ext cx="817562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4" name="Equation" r:id="rId13" imgW="355320" imgH="177480" progId="Equation.DSMT4">
                  <p:embed/>
                </p:oleObj>
              </mc:Choice>
              <mc:Fallback>
                <p:oleObj name="Equation" r:id="rId13" imgW="355320" imgH="177480" progId="Equation.DSMT4">
                  <p:embed/>
                  <p:pic>
                    <p:nvPicPr>
                      <p:cNvPr id="19" name="Object 19">
                        <a:extLst>
                          <a:ext uri="{FF2B5EF4-FFF2-40B4-BE49-F238E27FC236}">
                            <a16:creationId xmlns:a16="http://schemas.microsoft.com/office/drawing/2014/main" id="{C83B4249-9760-4077-977E-4639381328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620" y="4795624"/>
                        <a:ext cx="817562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Line 15">
            <a:extLst>
              <a:ext uri="{FF2B5EF4-FFF2-40B4-BE49-F238E27FC236}">
                <a16:creationId xmlns:a16="http://schemas.microsoft.com/office/drawing/2014/main" id="{C47A4DA2-2CFC-EF43-9921-40FACC4EE3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15615" y="5013175"/>
            <a:ext cx="1985963" cy="1"/>
          </a:xfrm>
          <a:prstGeom prst="line">
            <a:avLst/>
          </a:prstGeom>
          <a:noFill/>
          <a:ln w="38100">
            <a:solidFill>
              <a:srgbClr val="0ABAB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F24F9F76-FE16-CB4E-869A-4E8519F8AD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896" y="1572639"/>
            <a:ext cx="2510970" cy="0"/>
          </a:xfrm>
          <a:prstGeom prst="line">
            <a:avLst/>
          </a:prstGeom>
          <a:noFill/>
          <a:ln w="38100">
            <a:solidFill>
              <a:srgbClr val="0ABAB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4954966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8" grpId="1" animBg="1"/>
      <p:bldP spid="9" grpId="0" animBg="1"/>
      <p:bldP spid="10" grpId="0" animBg="1"/>
      <p:bldP spid="11" grpId="0"/>
      <p:bldP spid="13" grpId="0" animBg="1"/>
      <p:bldP spid="14" grpId="0" animBg="1"/>
      <p:bldP spid="14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7">
            <a:extLst>
              <a:ext uri="{FF2B5EF4-FFF2-40B4-BE49-F238E27FC236}">
                <a16:creationId xmlns:a16="http://schemas.microsoft.com/office/drawing/2014/main" id="{12C62836-0D25-4B44-9959-2D3701A545BA}"/>
              </a:ext>
            </a:extLst>
          </p:cNvPr>
          <p:cNvSpPr txBox="1">
            <a:spLocks/>
          </p:cNvSpPr>
          <p:nvPr/>
        </p:nvSpPr>
        <p:spPr bwMode="auto">
          <a:xfrm>
            <a:off x="8658768" y="6518612"/>
            <a:ext cx="574464" cy="34970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0" fontAlgn="auto" hangingPunct="0">
              <a:spcBef>
                <a:spcPts val="0"/>
              </a:spcBef>
              <a:spcAft>
                <a:spcPts val="0"/>
              </a:spcAft>
              <a:defRPr kumimoji="1" sz="1200" kern="120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fld id="{252E7140-E4F4-49D5-9AFB-3467FF007A05}" type="slidenum">
              <a:rPr lang="zh-CN" altLang="en-US" smtClean="0">
                <a:cs typeface="+mn-ea"/>
                <a:sym typeface="+mn-lt"/>
              </a:rPr>
              <a:pPr/>
              <a:t>20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0517A544-43F7-E04A-815D-B1C6CD92A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6774" y="5797760"/>
            <a:ext cx="48526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余子式与代数余子式的关系：</a:t>
            </a:r>
          </a:p>
        </p:txBody>
      </p:sp>
      <p:graphicFrame>
        <p:nvGraphicFramePr>
          <p:cNvPr id="4" name="Object 10">
            <a:extLst>
              <a:ext uri="{FF2B5EF4-FFF2-40B4-BE49-F238E27FC236}">
                <a16:creationId xmlns:a16="http://schemas.microsoft.com/office/drawing/2014/main" id="{D23B9113-0107-2741-ACC0-504718D042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2413407"/>
              </p:ext>
            </p:extLst>
          </p:nvPr>
        </p:nvGraphicFramePr>
        <p:xfrm>
          <a:off x="5574333" y="5798716"/>
          <a:ext cx="2598737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9" name="Equation" r:id="rId3" imgW="1130040" imgH="253800" progId="Equation.DSMT4">
                  <p:embed/>
                </p:oleObj>
              </mc:Choice>
              <mc:Fallback>
                <p:oleObj name="Equation" r:id="rId3" imgW="1130040" imgH="253800" progId="Equation.DSMT4">
                  <p:embed/>
                  <p:pic>
                    <p:nvPicPr>
                      <p:cNvPr id="64" name="Object 10">
                        <a:extLst>
                          <a:ext uri="{FF2B5EF4-FFF2-40B4-BE49-F238E27FC236}">
                            <a16:creationId xmlns:a16="http://schemas.microsoft.com/office/drawing/2014/main" id="{AA520C2C-B6B0-4AD4-A6BB-8F851D92D7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4333" y="5798716"/>
                        <a:ext cx="2598737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8">
            <a:extLst>
              <a:ext uri="{FF2B5EF4-FFF2-40B4-BE49-F238E27FC236}">
                <a16:creationId xmlns:a16="http://schemas.microsoft.com/office/drawing/2014/main" id="{B9437311-072E-6C4C-AB91-8A6E6DA9A2B1}"/>
              </a:ext>
            </a:extLst>
          </p:cNvPr>
          <p:cNvSpPr txBox="1"/>
          <p:nvPr/>
        </p:nvSpPr>
        <p:spPr>
          <a:xfrm>
            <a:off x="1592370" y="718487"/>
            <a:ext cx="75268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已知四阶行列式</a:t>
            </a:r>
            <a:r>
              <a:rPr lang="en-US" altLang="zh-CN" sz="2800" i="1" dirty="0"/>
              <a:t>D</a:t>
            </a:r>
            <a:r>
              <a:rPr lang="en-US" altLang="zh-CN" sz="2800" baseline="-25000" dirty="0"/>
              <a:t>4</a:t>
            </a:r>
            <a:r>
              <a:rPr lang="zh-CN" altLang="en-US" sz="2800" dirty="0"/>
              <a:t>的第三行元素为−</a:t>
            </a:r>
            <a:r>
              <a:rPr lang="en-US" altLang="zh-CN" sz="2800" dirty="0"/>
              <a:t>1,  0,  2,  4.</a:t>
            </a:r>
          </a:p>
        </p:txBody>
      </p:sp>
      <p:sp>
        <p:nvSpPr>
          <p:cNvPr id="6" name="文本框 49">
            <a:extLst>
              <a:ext uri="{FF2B5EF4-FFF2-40B4-BE49-F238E27FC236}">
                <a16:creationId xmlns:a16="http://schemas.microsoft.com/office/drawing/2014/main" id="{FFB63BA3-3778-0B4B-84CC-8126FD7537EA}"/>
              </a:ext>
            </a:extLst>
          </p:cNvPr>
          <p:cNvSpPr txBox="1"/>
          <p:nvPr/>
        </p:nvSpPr>
        <p:spPr>
          <a:xfrm>
            <a:off x="283677" y="1189126"/>
            <a:ext cx="82565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(1)</a:t>
            </a:r>
            <a:r>
              <a:rPr lang="zh-CN" altLang="en-US" sz="2800" dirty="0"/>
              <a:t>当</a:t>
            </a:r>
            <a:r>
              <a:rPr lang="en-US" altLang="zh-CN" sz="2800" i="1" dirty="0"/>
              <a:t>D</a:t>
            </a:r>
            <a:r>
              <a:rPr lang="en-US" altLang="zh-CN" sz="2800" baseline="-25000" dirty="0"/>
              <a:t>4 </a:t>
            </a:r>
            <a:r>
              <a:rPr lang="en-US" altLang="zh-CN" sz="2800" dirty="0"/>
              <a:t>=4,  </a:t>
            </a:r>
            <a:r>
              <a:rPr lang="zh-CN" altLang="en-US" sz="2800" dirty="0"/>
              <a:t>第三行元素所对应的代数余子式依次为</a:t>
            </a:r>
            <a:endParaRPr lang="en-US" altLang="zh-CN" sz="2800" dirty="0"/>
          </a:p>
          <a:p>
            <a:r>
              <a:rPr lang="en-US" altLang="zh-CN" sz="2800" dirty="0"/>
              <a:t>5,  10,  </a:t>
            </a:r>
            <a:r>
              <a:rPr lang="en-US" altLang="zh-CN" sz="2800" i="1" dirty="0"/>
              <a:t>a</a:t>
            </a:r>
            <a:r>
              <a:rPr lang="en-US" altLang="zh-CN" sz="2800" dirty="0"/>
              <a:t>,  4  </a:t>
            </a:r>
            <a:r>
              <a:rPr lang="zh-CN" altLang="en-US" sz="2800" dirty="0"/>
              <a:t>时</a:t>
            </a:r>
            <a:r>
              <a:rPr lang="en-US" altLang="zh-CN" sz="2800" dirty="0"/>
              <a:t>, </a:t>
            </a:r>
            <a:r>
              <a:rPr lang="zh-CN" altLang="en-US" sz="2800" dirty="0"/>
              <a:t>求</a:t>
            </a:r>
            <a:r>
              <a:rPr lang="en-US" altLang="zh-CN" sz="2800" i="1" dirty="0"/>
              <a:t>a</a:t>
            </a:r>
            <a:r>
              <a:rPr lang="en-US" altLang="zh-CN" sz="2800" dirty="0"/>
              <a:t>;</a:t>
            </a:r>
            <a:endParaRPr lang="zh-CN" altLang="en-US" sz="2800" dirty="0"/>
          </a:p>
        </p:txBody>
      </p:sp>
      <p:sp>
        <p:nvSpPr>
          <p:cNvPr id="7" name="文本框 50">
            <a:extLst>
              <a:ext uri="{FF2B5EF4-FFF2-40B4-BE49-F238E27FC236}">
                <a16:creationId xmlns:a16="http://schemas.microsoft.com/office/drawing/2014/main" id="{10AEA8F5-7568-7A43-90DD-41732430AF1D}"/>
              </a:ext>
            </a:extLst>
          </p:cNvPr>
          <p:cNvSpPr txBox="1"/>
          <p:nvPr/>
        </p:nvSpPr>
        <p:spPr>
          <a:xfrm>
            <a:off x="283677" y="2062014"/>
            <a:ext cx="87294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(2)</a:t>
            </a:r>
            <a:r>
              <a:rPr lang="zh-CN" altLang="en-US" sz="2800" dirty="0"/>
              <a:t>当第四行对应余子式依次为</a:t>
            </a:r>
            <a:r>
              <a:rPr lang="en-US" altLang="zh-CN" sz="2800" dirty="0"/>
              <a:t>5,  10,  </a:t>
            </a:r>
            <a:r>
              <a:rPr lang="en-US" altLang="zh-CN" sz="2800" i="1" dirty="0"/>
              <a:t>a</a:t>
            </a:r>
            <a:r>
              <a:rPr lang="en-US" altLang="zh-CN" sz="2800" dirty="0"/>
              <a:t>,  4</a:t>
            </a:r>
            <a:r>
              <a:rPr lang="zh-CN" altLang="en-US" sz="2800" dirty="0"/>
              <a:t>时</a:t>
            </a:r>
            <a:r>
              <a:rPr lang="en-US" altLang="zh-CN" sz="2800" dirty="0"/>
              <a:t>,  </a:t>
            </a:r>
            <a:r>
              <a:rPr lang="zh-CN" altLang="en-US" sz="2800" dirty="0"/>
              <a:t>求</a:t>
            </a:r>
            <a:r>
              <a:rPr lang="en-US" altLang="zh-CN" sz="2800" i="1" dirty="0"/>
              <a:t>a</a:t>
            </a:r>
            <a:r>
              <a:rPr lang="en-US" altLang="zh-CN" sz="2800" dirty="0"/>
              <a:t>.</a:t>
            </a:r>
          </a:p>
        </p:txBody>
      </p:sp>
      <p:sp>
        <p:nvSpPr>
          <p:cNvPr id="8" name="Rectangle 46">
            <a:extLst>
              <a:ext uri="{FF2B5EF4-FFF2-40B4-BE49-F238E27FC236}">
                <a16:creationId xmlns:a16="http://schemas.microsoft.com/office/drawing/2014/main" id="{D3360F57-A321-654D-B5F5-21D1A864A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681" y="2636912"/>
            <a:ext cx="359073" cy="564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dirty="0">
                <a:highlight>
                  <a:srgbClr val="FFC000"/>
                </a:highlight>
                <a:cs typeface="+mn-ea"/>
                <a:sym typeface="+mn-lt"/>
              </a:rPr>
              <a:t>解</a:t>
            </a:r>
            <a:endParaRPr kumimoji="1" lang="en-US" altLang="zh-CN" sz="2800" dirty="0">
              <a:solidFill>
                <a:srgbClr val="FFC000"/>
              </a:solidFill>
              <a:highlight>
                <a:srgbClr val="FFC000"/>
              </a:highlight>
              <a:cs typeface="+mn-ea"/>
              <a:sym typeface="+mn-lt"/>
            </a:endParaRPr>
          </a:p>
        </p:txBody>
      </p:sp>
      <p:sp>
        <p:nvSpPr>
          <p:cNvPr id="9" name="文本框 53">
            <a:extLst>
              <a:ext uri="{FF2B5EF4-FFF2-40B4-BE49-F238E27FC236}">
                <a16:creationId xmlns:a16="http://schemas.microsoft.com/office/drawing/2014/main" id="{67377016-6922-E147-B827-880DFCB7659C}"/>
              </a:ext>
            </a:extLst>
          </p:cNvPr>
          <p:cNvSpPr txBox="1"/>
          <p:nvPr/>
        </p:nvSpPr>
        <p:spPr>
          <a:xfrm>
            <a:off x="648754" y="2708920"/>
            <a:ext cx="84704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(1)</a:t>
            </a:r>
            <a:r>
              <a:rPr lang="zh-CN" altLang="en-US" sz="2800" dirty="0"/>
              <a:t>根据行列式展开定理</a:t>
            </a:r>
            <a:r>
              <a:rPr lang="en-US" altLang="zh-CN" sz="2800" dirty="0"/>
              <a:t>,  </a:t>
            </a:r>
            <a:r>
              <a:rPr lang="zh-CN" altLang="en-US" sz="2800" dirty="0"/>
              <a:t>−</a:t>
            </a:r>
            <a:r>
              <a:rPr lang="en-US" altLang="zh-CN" sz="2800" dirty="0"/>
              <a:t>1×5+0×10+2×</a:t>
            </a:r>
            <a:r>
              <a:rPr lang="en-US" altLang="zh-CN" sz="2800" i="1" dirty="0"/>
              <a:t>a</a:t>
            </a:r>
            <a:r>
              <a:rPr lang="en-US" altLang="zh-CN" sz="2800" dirty="0"/>
              <a:t>+4×4=4</a:t>
            </a:r>
          </a:p>
        </p:txBody>
      </p:sp>
      <p:sp>
        <p:nvSpPr>
          <p:cNvPr id="10" name="文本框 66">
            <a:extLst>
              <a:ext uri="{FF2B5EF4-FFF2-40B4-BE49-F238E27FC236}">
                <a16:creationId xmlns:a16="http://schemas.microsoft.com/office/drawing/2014/main" id="{2EC9F85A-4F74-7F48-9612-C57A19E2957F}"/>
              </a:ext>
            </a:extLst>
          </p:cNvPr>
          <p:cNvSpPr txBox="1"/>
          <p:nvPr/>
        </p:nvSpPr>
        <p:spPr>
          <a:xfrm>
            <a:off x="197903" y="3990074"/>
            <a:ext cx="61058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(2)</a:t>
            </a:r>
            <a:r>
              <a:rPr lang="zh-CN" altLang="en-US" sz="2800" dirty="0"/>
              <a:t>根据行列式展开定理推论</a:t>
            </a:r>
          </a:p>
        </p:txBody>
      </p:sp>
      <p:grpSp>
        <p:nvGrpSpPr>
          <p:cNvPr id="11" name="组合 52">
            <a:extLst>
              <a:ext uri="{FF2B5EF4-FFF2-40B4-BE49-F238E27FC236}">
                <a16:creationId xmlns:a16="http://schemas.microsoft.com/office/drawing/2014/main" id="{B5FEBFD6-5713-7E40-9F39-20F5877A83C2}"/>
              </a:ext>
            </a:extLst>
          </p:cNvPr>
          <p:cNvGrpSpPr/>
          <p:nvPr/>
        </p:nvGrpSpPr>
        <p:grpSpPr>
          <a:xfrm>
            <a:off x="226069" y="4923480"/>
            <a:ext cx="1921582" cy="904875"/>
            <a:chOff x="1721903" y="5124348"/>
            <a:chExt cx="1921582" cy="904875"/>
          </a:xfrm>
        </p:grpSpPr>
        <p:graphicFrame>
          <p:nvGraphicFramePr>
            <p:cNvPr id="12" name="Object 9">
              <a:extLst>
                <a:ext uri="{FF2B5EF4-FFF2-40B4-BE49-F238E27FC236}">
                  <a16:creationId xmlns:a16="http://schemas.microsoft.com/office/drawing/2014/main" id="{7B3FD390-C296-D84B-882A-6AB72B26D1D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907794"/>
                </p:ext>
              </p:extLst>
            </p:nvPr>
          </p:nvGraphicFramePr>
          <p:xfrm>
            <a:off x="2535410" y="5124348"/>
            <a:ext cx="1108075" cy="904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30" name="Equation" r:id="rId5" imgW="482400" imgH="393480" progId="Equation.DSMT4">
                    <p:embed/>
                  </p:oleObj>
                </mc:Choice>
                <mc:Fallback>
                  <p:oleObj name="Equation" r:id="rId5" imgW="482400" imgH="393480" progId="Equation.DSMT4">
                    <p:embed/>
                    <p:pic>
                      <p:nvPicPr>
                        <p:cNvPr id="59" name="Object 9">
                          <a:extLst>
                            <a:ext uri="{FF2B5EF4-FFF2-40B4-BE49-F238E27FC236}">
                              <a16:creationId xmlns:a16="http://schemas.microsoft.com/office/drawing/2014/main" id="{7FDCF029-1E81-4A9C-8E03-7FE0A0CBB30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5410" y="5124348"/>
                          <a:ext cx="1108075" cy="9048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文本框 67">
              <a:extLst>
                <a:ext uri="{FF2B5EF4-FFF2-40B4-BE49-F238E27FC236}">
                  <a16:creationId xmlns:a16="http://schemas.microsoft.com/office/drawing/2014/main" id="{54282F38-D1E5-D044-86D9-6444DF591CBD}"/>
                </a:ext>
              </a:extLst>
            </p:cNvPr>
            <p:cNvSpPr txBox="1"/>
            <p:nvPr/>
          </p:nvSpPr>
          <p:spPr>
            <a:xfrm>
              <a:off x="1721903" y="5349626"/>
              <a:ext cx="9017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解得</a:t>
              </a:r>
            </a:p>
          </p:txBody>
        </p:sp>
      </p:grpSp>
      <p:sp>
        <p:nvSpPr>
          <p:cNvPr id="14" name="文本框 68">
            <a:extLst>
              <a:ext uri="{FF2B5EF4-FFF2-40B4-BE49-F238E27FC236}">
                <a16:creationId xmlns:a16="http://schemas.microsoft.com/office/drawing/2014/main" id="{CD2FD460-AC7A-0045-ACAD-CAC67AE785D5}"/>
              </a:ext>
            </a:extLst>
          </p:cNvPr>
          <p:cNvSpPr txBox="1"/>
          <p:nvPr/>
        </p:nvSpPr>
        <p:spPr>
          <a:xfrm>
            <a:off x="539552" y="5720748"/>
            <a:ext cx="852798" cy="56451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cs typeface="+mn-ea"/>
                <a:sym typeface="+mn-lt"/>
              </a:rPr>
              <a:t>📢</a:t>
            </a:r>
            <a:r>
              <a:rPr lang="zh-CN" altLang="en-US" sz="2800" dirty="0">
                <a:highlight>
                  <a:srgbClr val="FFC000"/>
                </a:highlight>
                <a:cs typeface="+mn-ea"/>
                <a:sym typeface="+mn-lt"/>
              </a:rPr>
              <a:t>注</a:t>
            </a:r>
            <a:endParaRPr kumimoji="1" lang="en-US" altLang="zh-CN" sz="2800" dirty="0">
              <a:highlight>
                <a:srgbClr val="FFC000"/>
              </a:highlight>
              <a:cs typeface="+mn-ea"/>
              <a:sym typeface="+mn-lt"/>
            </a:endParaRPr>
          </a:p>
        </p:txBody>
      </p:sp>
      <p:grpSp>
        <p:nvGrpSpPr>
          <p:cNvPr id="15" name="组合 30">
            <a:extLst>
              <a:ext uri="{FF2B5EF4-FFF2-40B4-BE49-F238E27FC236}">
                <a16:creationId xmlns:a16="http://schemas.microsoft.com/office/drawing/2014/main" id="{B6444037-A89E-5841-9484-B39A05B4DA11}"/>
              </a:ext>
            </a:extLst>
          </p:cNvPr>
          <p:cNvGrpSpPr/>
          <p:nvPr/>
        </p:nvGrpSpPr>
        <p:grpSpPr>
          <a:xfrm>
            <a:off x="197903" y="3114095"/>
            <a:ext cx="2021422" cy="904875"/>
            <a:chOff x="1721904" y="3474910"/>
            <a:chExt cx="2021422" cy="904875"/>
          </a:xfrm>
        </p:grpSpPr>
        <p:sp>
          <p:nvSpPr>
            <p:cNvPr id="16" name="文本框 65">
              <a:extLst>
                <a:ext uri="{FF2B5EF4-FFF2-40B4-BE49-F238E27FC236}">
                  <a16:creationId xmlns:a16="http://schemas.microsoft.com/office/drawing/2014/main" id="{65016A64-5EF7-F84E-B4C8-56A3DED8B897}"/>
                </a:ext>
              </a:extLst>
            </p:cNvPr>
            <p:cNvSpPr txBox="1"/>
            <p:nvPr/>
          </p:nvSpPr>
          <p:spPr>
            <a:xfrm>
              <a:off x="1721904" y="3667803"/>
              <a:ext cx="9017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解得</a:t>
              </a:r>
            </a:p>
          </p:txBody>
        </p:sp>
        <p:graphicFrame>
          <p:nvGraphicFramePr>
            <p:cNvPr id="17" name="Object 7">
              <a:extLst>
                <a:ext uri="{FF2B5EF4-FFF2-40B4-BE49-F238E27FC236}">
                  <a16:creationId xmlns:a16="http://schemas.microsoft.com/office/drawing/2014/main" id="{05FD6FA5-8A13-EC46-B091-0F8B563D7A0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3734083"/>
                </p:ext>
              </p:extLst>
            </p:nvPr>
          </p:nvGraphicFramePr>
          <p:xfrm>
            <a:off x="2546351" y="3474910"/>
            <a:ext cx="1196975" cy="904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31" name="Equation" r:id="rId7" imgW="520560" imgH="393480" progId="Equation.DSMT4">
                    <p:embed/>
                  </p:oleObj>
                </mc:Choice>
                <mc:Fallback>
                  <p:oleObj name="Equation" r:id="rId7" imgW="520560" imgH="393480" progId="Equation.DSMT4">
                    <p:embed/>
                    <p:pic>
                      <p:nvPicPr>
                        <p:cNvPr id="72" name="Object 7">
                          <a:extLst>
                            <a:ext uri="{FF2B5EF4-FFF2-40B4-BE49-F238E27FC236}">
                              <a16:creationId xmlns:a16="http://schemas.microsoft.com/office/drawing/2014/main" id="{17D33C28-ACFA-496C-B1FF-680D12A081C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6351" y="3474910"/>
                          <a:ext cx="1196975" cy="9048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文本框 47">
            <a:extLst>
              <a:ext uri="{FF2B5EF4-FFF2-40B4-BE49-F238E27FC236}">
                <a16:creationId xmlns:a16="http://schemas.microsoft.com/office/drawing/2014/main" id="{40E20548-3A93-FA4A-9087-E50F3CC3FC6F}"/>
              </a:ext>
            </a:extLst>
          </p:cNvPr>
          <p:cNvSpPr txBox="1"/>
          <p:nvPr/>
        </p:nvSpPr>
        <p:spPr>
          <a:xfrm>
            <a:off x="283676" y="631849"/>
            <a:ext cx="718145" cy="5782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cs typeface="+mn-ea"/>
                <a:sym typeface="+mn-lt"/>
              </a:rPr>
              <a:t>📚</a:t>
            </a:r>
            <a:r>
              <a:rPr lang="zh-CN" altLang="en-US" sz="2800" dirty="0">
                <a:highlight>
                  <a:srgbClr val="FFC000"/>
                </a:highlight>
                <a:cs typeface="+mn-ea"/>
                <a:sym typeface="+mn-lt"/>
              </a:rPr>
              <a:t>例</a:t>
            </a:r>
          </a:p>
        </p:txBody>
      </p:sp>
      <p:graphicFrame>
        <p:nvGraphicFramePr>
          <p:cNvPr id="19" name="Object 7">
            <a:extLst>
              <a:ext uri="{FF2B5EF4-FFF2-40B4-BE49-F238E27FC236}">
                <a16:creationId xmlns:a16="http://schemas.microsoft.com/office/drawing/2014/main" id="{43A6FA30-6EB1-4948-BE64-1E54B8F226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1649351"/>
              </p:ext>
            </p:extLst>
          </p:nvPr>
        </p:nvGraphicFramePr>
        <p:xfrm>
          <a:off x="-108520" y="4539047"/>
          <a:ext cx="9346464" cy="525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2" name="Equation" r:id="rId9" imgW="4063680" imgH="228600" progId="Equation.DSMT4">
                  <p:embed/>
                </p:oleObj>
              </mc:Choice>
              <mc:Fallback>
                <p:oleObj name="Equation" r:id="rId9" imgW="4063680" imgH="228600" progId="Equation.DSMT4">
                  <p:embed/>
                  <p:pic>
                    <p:nvPicPr>
                      <p:cNvPr id="58" name="Object 7">
                        <a:extLst>
                          <a:ext uri="{FF2B5EF4-FFF2-40B4-BE49-F238E27FC236}">
                            <a16:creationId xmlns:a16="http://schemas.microsoft.com/office/drawing/2014/main" id="{2023107B-F3E6-461A-A24A-96B1A0FFC4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08520" y="4539047"/>
                        <a:ext cx="9346464" cy="5257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4139760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 uiExpand="1" build="p"/>
      <p:bldP spid="7" grpId="0"/>
      <p:bldP spid="8" grpId="0"/>
      <p:bldP spid="9" grpId="0"/>
      <p:bldP spid="10" grpId="0"/>
      <p:bldP spid="14" grpId="0"/>
      <p:bldP spid="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52" y="12387"/>
            <a:ext cx="801397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利用行列式按行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列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展开法则计算行列式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5891AA6-D271-B2D9-852A-DADA9913C531}"/>
              </a:ext>
            </a:extLst>
          </p:cNvPr>
          <p:cNvSpPr txBox="1"/>
          <p:nvPr/>
        </p:nvSpPr>
        <p:spPr>
          <a:xfrm>
            <a:off x="259232" y="620688"/>
            <a:ext cx="35926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1.12</a:t>
            </a:r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计算行列式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11">
            <a:extLst>
              <a:ext uri="{FF2B5EF4-FFF2-40B4-BE49-F238E27FC236}">
                <a16:creationId xmlns:a16="http://schemas.microsoft.com/office/drawing/2014/main" id="{C703F6E4-36CE-B8EA-D326-2C8AA77545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5709302"/>
              </p:ext>
            </p:extLst>
          </p:nvPr>
        </p:nvGraphicFramePr>
        <p:xfrm>
          <a:off x="2267744" y="1107895"/>
          <a:ext cx="3312368" cy="175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9" name="Equation" r:id="rId4" imgW="1485720" imgH="787320" progId="Equation.DSMT4">
                  <p:embed/>
                </p:oleObj>
              </mc:Choice>
              <mc:Fallback>
                <p:oleObj name="Equation" r:id="rId4" imgW="1485720" imgH="787320" progId="Equation.DSMT4">
                  <p:embed/>
                  <p:pic>
                    <p:nvPicPr>
                      <p:cNvPr id="114699" name="Object 11">
                        <a:extLst>
                          <a:ext uri="{FF2B5EF4-FFF2-40B4-BE49-F238E27FC236}">
                            <a16:creationId xmlns:a16="http://schemas.microsoft.com/office/drawing/2014/main" id="{AFBB46B5-733D-4542-BEB3-FA3ED29DC2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1107895"/>
                        <a:ext cx="3312368" cy="175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47EB295-6ED8-9F78-3C11-A1E1B6000968}"/>
                  </a:ext>
                </a:extLst>
              </p:cNvPr>
              <p:cNvSpPr txBox="1"/>
              <p:nvPr/>
            </p:nvSpPr>
            <p:spPr>
              <a:xfrm>
                <a:off x="755576" y="2780409"/>
                <a:ext cx="820891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𝑫</m:t>
                    </m:r>
                  </m:oMath>
                </a14:m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的第二</a:t>
                </a:r>
                <a:r>
                  <a:rPr lang="zh-CN" altLang="en-US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列元素</a:t>
                </a:r>
                <a:r>
                  <a:rPr lang="en-US" altLang="zh-CN" b="1" i="1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b="1" baseline="-2500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32</a:t>
                </a:r>
                <a:r>
                  <a:rPr lang="zh-CN" altLang="en-US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为</a:t>
                </a:r>
                <a:r>
                  <a:rPr lang="en-US" altLang="zh-CN" b="1" dirty="0">
                    <a:ea typeface="华文中宋" panose="02010600040101010101" pitchFamily="2" charset="-122"/>
                    <a:cs typeface="Times New Roman" panose="02020603050405020304" pitchFamily="18" charset="0"/>
                  </a:rPr>
                  <a:t>0, </a:t>
                </a:r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考虑保留第</a:t>
                </a:r>
                <a:r>
                  <a:rPr lang="en-US" altLang="zh-CN" b="1" dirty="0">
                    <a:ea typeface="华文中宋" panose="0201060004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列的</a:t>
                </a:r>
                <a:r>
                  <a:rPr lang="en-US" altLang="zh-CN" b="1" i="1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b="1" baseline="-2500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12</a:t>
                </a:r>
                <a:r>
                  <a:rPr lang="en-US" altLang="zh-CN" b="1">
                    <a:ea typeface="华文中宋" panose="0201060004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将</a:t>
                </a:r>
                <a:endParaRPr lang="zh-CN" altLang="en-US" b="1" dirty="0">
                  <a:solidFill>
                    <a:srgbClr val="C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47EB295-6ED8-9F78-3C11-A1E1B6000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780409"/>
                <a:ext cx="8208912" cy="523220"/>
              </a:xfrm>
              <a:prstGeom prst="rect">
                <a:avLst/>
              </a:prstGeom>
              <a:blipFill>
                <a:blip r:embed="rId6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B323944F-A52D-66AA-932C-7ABEF5329953}"/>
              </a:ext>
            </a:extLst>
          </p:cNvPr>
          <p:cNvSpPr txBox="1"/>
          <p:nvPr/>
        </p:nvSpPr>
        <p:spPr>
          <a:xfrm>
            <a:off x="259232" y="2769324"/>
            <a:ext cx="6298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  <a:endParaRPr lang="zh-CN" altLang="en-US" dirty="0">
              <a:solidFill>
                <a:srgbClr val="C00000"/>
              </a:solidFill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1479BE79-DE4B-AF77-1734-9EA021BA3E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5874736"/>
              </p:ext>
            </p:extLst>
          </p:nvPr>
        </p:nvGraphicFramePr>
        <p:xfrm>
          <a:off x="878999" y="4266750"/>
          <a:ext cx="402453" cy="400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0" name="Equation" r:id="rId7" imgW="164880" imgH="164880" progId="Equation.DSMT4">
                  <p:embed/>
                </p:oleObj>
              </mc:Choice>
              <mc:Fallback>
                <p:oleObj name="Equation" r:id="rId7" imgW="164880" imgH="1648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ADE9536-FA52-9B54-E725-9EEEF80BE4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78999" y="4266750"/>
                        <a:ext cx="402453" cy="4003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1274CC5-07DD-5F1A-B954-BA4E4065D2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2592652"/>
              </p:ext>
            </p:extLst>
          </p:nvPr>
        </p:nvGraphicFramePr>
        <p:xfrm>
          <a:off x="1080225" y="3752397"/>
          <a:ext cx="3054350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1" name="Equation" r:id="rId9" imgW="1663560" imgH="787320" progId="Equation.DSMT4">
                  <p:embed/>
                </p:oleObj>
              </mc:Choice>
              <mc:Fallback>
                <p:oleObj name="Equation" r:id="rId9" imgW="1663560" imgH="7873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1479BE79-DE4B-AF77-1734-9EA021BA3E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80225" y="3752397"/>
                        <a:ext cx="3054350" cy="143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0598DB8C-DD5E-2FB8-63A7-B954AFD136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8331201"/>
              </p:ext>
            </p:extLst>
          </p:nvPr>
        </p:nvGraphicFramePr>
        <p:xfrm>
          <a:off x="4134575" y="3851756"/>
          <a:ext cx="3007941" cy="1236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2" name="Equation" r:id="rId11" imgW="1473120" imgH="609480" progId="Equation.DSMT4">
                  <p:embed/>
                </p:oleObj>
              </mc:Choice>
              <mc:Fallback>
                <p:oleObj name="Equation" r:id="rId11" imgW="1473120" imgH="60948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1479BE79-DE4B-AF77-1734-9EA021BA3E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34575" y="3851756"/>
                        <a:ext cx="3007941" cy="1236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F4C1ADD0-DED5-D345-3B56-99E977F049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8850240"/>
              </p:ext>
            </p:extLst>
          </p:nvPr>
        </p:nvGraphicFramePr>
        <p:xfrm>
          <a:off x="574140" y="5181450"/>
          <a:ext cx="3476000" cy="1236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3" name="Equation" r:id="rId13" imgW="1701720" imgH="609480" progId="Equation.DSMT4">
                  <p:embed/>
                </p:oleObj>
              </mc:Choice>
              <mc:Fallback>
                <p:oleObj name="Equation" r:id="rId13" imgW="1701720" imgH="60948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1479BE79-DE4B-AF77-1734-9EA021BA3E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74140" y="5181450"/>
                        <a:ext cx="3476000" cy="1236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B003834F-4AE1-21C8-78E4-FB44AB6ACE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149008"/>
              </p:ext>
            </p:extLst>
          </p:nvPr>
        </p:nvGraphicFramePr>
        <p:xfrm>
          <a:off x="4050140" y="5322588"/>
          <a:ext cx="3931469" cy="954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4" name="Equation" r:id="rId15" imgW="1714320" imgH="419040" progId="Equation.DSMT4">
                  <p:embed/>
                </p:oleObj>
              </mc:Choice>
              <mc:Fallback>
                <p:oleObj name="Equation" r:id="rId15" imgW="1714320" imgH="41904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1479BE79-DE4B-AF77-1734-9EA021BA3E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050140" y="5322588"/>
                        <a:ext cx="3931469" cy="9541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FF4DE889-9223-D275-92E0-7BE200943E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2715357"/>
              </p:ext>
            </p:extLst>
          </p:nvPr>
        </p:nvGraphicFramePr>
        <p:xfrm>
          <a:off x="7962300" y="5609781"/>
          <a:ext cx="766855" cy="380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5" name="Equation" r:id="rId17" imgW="355320" imgH="177480" progId="Equation.DSMT4">
                  <p:embed/>
                </p:oleObj>
              </mc:Choice>
              <mc:Fallback>
                <p:oleObj name="Equation" r:id="rId17" imgW="355320" imgH="17748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1479BE79-DE4B-AF77-1734-9EA021BA3E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962300" y="5609781"/>
                        <a:ext cx="766855" cy="3806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0831C765-0849-9823-B225-98102EF14237}"/>
              </a:ext>
            </a:extLst>
          </p:cNvPr>
          <p:cNvSpPr txBox="1"/>
          <p:nvPr/>
        </p:nvSpPr>
        <p:spPr>
          <a:xfrm>
            <a:off x="259232" y="3262963"/>
            <a:ext cx="67965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其余元素变为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0,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然后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按第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列展开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23379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25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7">
            <a:extLst>
              <a:ext uri="{FF2B5EF4-FFF2-40B4-BE49-F238E27FC236}">
                <a16:creationId xmlns:a16="http://schemas.microsoft.com/office/drawing/2014/main" id="{C5D3D4FC-81C3-B944-9279-86B3FD371BE8}"/>
              </a:ext>
            </a:extLst>
          </p:cNvPr>
          <p:cNvSpPr txBox="1">
            <a:spLocks/>
          </p:cNvSpPr>
          <p:nvPr/>
        </p:nvSpPr>
        <p:spPr bwMode="auto">
          <a:xfrm>
            <a:off x="8658768" y="6396173"/>
            <a:ext cx="574464" cy="34970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0" fontAlgn="auto" hangingPunct="0">
              <a:spcBef>
                <a:spcPts val="0"/>
              </a:spcBef>
              <a:spcAft>
                <a:spcPts val="0"/>
              </a:spcAft>
              <a:defRPr kumimoji="1" sz="1200" kern="120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fld id="{252E7140-E4F4-49D5-9AFB-3467FF007A05}" type="slidenum">
              <a:rPr lang="zh-CN" altLang="en-US" smtClean="0">
                <a:cs typeface="+mn-ea"/>
                <a:sym typeface="+mn-lt"/>
              </a:rPr>
              <a:pPr/>
              <a:t>22</a:t>
            </a:fld>
            <a:endParaRPr lang="zh-CN" altLang="en-US">
              <a:cs typeface="+mn-ea"/>
              <a:sym typeface="+mn-lt"/>
            </a:endParaRPr>
          </a:p>
        </p:txBody>
      </p:sp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A4290F41-516A-7643-8F04-BDCDA296AB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7959850"/>
              </p:ext>
            </p:extLst>
          </p:nvPr>
        </p:nvGraphicFramePr>
        <p:xfrm>
          <a:off x="1526772" y="548680"/>
          <a:ext cx="4065587" cy="277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9" name="Equation" r:id="rId3" imgW="1663560" imgH="1371600" progId="Equation.DSMT4">
                  <p:embed/>
                </p:oleObj>
              </mc:Choice>
              <mc:Fallback>
                <p:oleObj name="Equation" r:id="rId3" imgW="1663560" imgH="1371600" progId="Equation.DSMT4">
                  <p:embed/>
                  <p:pic>
                    <p:nvPicPr>
                      <p:cNvPr id="24" name="Object 3">
                        <a:extLst>
                          <a:ext uri="{FF2B5EF4-FFF2-40B4-BE49-F238E27FC236}">
                            <a16:creationId xmlns:a16="http://schemas.microsoft.com/office/drawing/2014/main" id="{23D18DE9-CD0C-4190-8049-65100557D8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6772" y="548680"/>
                        <a:ext cx="4065587" cy="27749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26FBEFCB-EE7C-9845-B5B3-DD87E54886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0837026"/>
              </p:ext>
            </p:extLst>
          </p:nvPr>
        </p:nvGraphicFramePr>
        <p:xfrm>
          <a:off x="-609600" y="3717032"/>
          <a:ext cx="10363200" cy="236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0" name="Equation" r:id="rId5" imgW="3835080" imgH="1168200" progId="Equation.DSMT4">
                  <p:embed/>
                </p:oleObj>
              </mc:Choice>
              <mc:Fallback>
                <p:oleObj name="Equation" r:id="rId5" imgW="3835080" imgH="1168200" progId="Equation.DSMT4">
                  <p:embed/>
                  <p:pic>
                    <p:nvPicPr>
                      <p:cNvPr id="25" name="Object 6">
                        <a:extLst>
                          <a:ext uri="{FF2B5EF4-FFF2-40B4-BE49-F238E27FC236}">
                            <a16:creationId xmlns:a16="http://schemas.microsoft.com/office/drawing/2014/main" id="{5A9F5967-BF44-4357-8FF6-A5020FC9A9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609600" y="3717032"/>
                        <a:ext cx="10363200" cy="236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AutoShape 7">
            <a:extLst>
              <a:ext uri="{FF2B5EF4-FFF2-40B4-BE49-F238E27FC236}">
                <a16:creationId xmlns:a16="http://schemas.microsoft.com/office/drawing/2014/main" id="{DAD0D41A-2F78-B344-9325-07ECECFFB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6272" y="1463877"/>
            <a:ext cx="3258660" cy="869416"/>
          </a:xfrm>
          <a:prstGeom prst="wedgeEllipseCallout">
            <a:avLst>
              <a:gd name="adj1" fmla="val -57251"/>
              <a:gd name="adj2" fmla="val 61434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chemeClr val="tx2"/>
                </a:solidFill>
                <a:latin typeface="+mn-lt"/>
                <a:ea typeface="+mn-ea"/>
                <a:cs typeface="+mn-ea"/>
                <a:sym typeface="+mn-lt"/>
              </a:rPr>
              <a:t>对角行列式</a:t>
            </a:r>
          </a:p>
        </p:txBody>
      </p:sp>
      <p:graphicFrame>
        <p:nvGraphicFramePr>
          <p:cNvPr id="13" name="Object 7">
            <a:extLst>
              <a:ext uri="{FF2B5EF4-FFF2-40B4-BE49-F238E27FC236}">
                <a16:creationId xmlns:a16="http://schemas.microsoft.com/office/drawing/2014/main" id="{8A92E0B8-8087-5141-8745-EEB55D75CB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7783459"/>
              </p:ext>
            </p:extLst>
          </p:nvPr>
        </p:nvGraphicFramePr>
        <p:xfrm>
          <a:off x="697866" y="5949280"/>
          <a:ext cx="6202729" cy="495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1" name="Equation" r:id="rId7" imgW="2146300" imgH="228600" progId="Equation.DSMT4">
                  <p:embed/>
                </p:oleObj>
              </mc:Choice>
              <mc:Fallback>
                <p:oleObj name="Equation" r:id="rId7" imgW="2146300" imgH="228600" progId="Equation.DSMT4">
                  <p:embed/>
                  <p:pic>
                    <p:nvPicPr>
                      <p:cNvPr id="53" name="Object 7">
                        <a:extLst>
                          <a:ext uri="{FF2B5EF4-FFF2-40B4-BE49-F238E27FC236}">
                            <a16:creationId xmlns:a16="http://schemas.microsoft.com/office/drawing/2014/main" id="{0039448D-BC79-4C61-B808-CDECEEE5A9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866" y="5949280"/>
                        <a:ext cx="6202729" cy="4958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8">
            <a:extLst>
              <a:ext uri="{FF2B5EF4-FFF2-40B4-BE49-F238E27FC236}">
                <a16:creationId xmlns:a16="http://schemas.microsoft.com/office/drawing/2014/main" id="{5973E7E3-3D7A-FA40-A7B9-8EBBE70198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6924480"/>
              </p:ext>
            </p:extLst>
          </p:nvPr>
        </p:nvGraphicFramePr>
        <p:xfrm>
          <a:off x="6819464" y="5952766"/>
          <a:ext cx="2164875" cy="441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2" name="Equation" r:id="rId9" imgW="748975" imgH="203112" progId="Equation.DSMT4">
                  <p:embed/>
                </p:oleObj>
              </mc:Choice>
              <mc:Fallback>
                <p:oleObj name="Equation" r:id="rId9" imgW="748975" imgH="203112" progId="Equation.DSMT4">
                  <p:embed/>
                  <p:pic>
                    <p:nvPicPr>
                      <p:cNvPr id="54" name="Object 8">
                        <a:extLst>
                          <a:ext uri="{FF2B5EF4-FFF2-40B4-BE49-F238E27FC236}">
                            <a16:creationId xmlns:a16="http://schemas.microsoft.com/office/drawing/2014/main" id="{0C5AB028-98DB-4A67-9170-831D0A2AD1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9464" y="5952766"/>
                        <a:ext cx="2164875" cy="4415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37">
            <a:extLst>
              <a:ext uri="{FF2B5EF4-FFF2-40B4-BE49-F238E27FC236}">
                <a16:creationId xmlns:a16="http://schemas.microsoft.com/office/drawing/2014/main" id="{1DD339BE-3EDE-144A-85D2-E40AC46E9BB5}"/>
              </a:ext>
            </a:extLst>
          </p:cNvPr>
          <p:cNvSpPr txBox="1"/>
          <p:nvPr/>
        </p:nvSpPr>
        <p:spPr>
          <a:xfrm>
            <a:off x="259068" y="1541180"/>
            <a:ext cx="718145" cy="5782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cs typeface="+mn-ea"/>
                <a:sym typeface="+mn-lt"/>
              </a:rPr>
              <a:t>📚</a:t>
            </a:r>
            <a:r>
              <a:rPr lang="zh-CN" altLang="en-US" sz="2800" dirty="0">
                <a:highlight>
                  <a:srgbClr val="FFC000"/>
                </a:highlight>
                <a:cs typeface="+mn-ea"/>
                <a:sym typeface="+mn-lt"/>
              </a:rPr>
              <a:t>例</a:t>
            </a:r>
          </a:p>
        </p:txBody>
      </p:sp>
      <p:sp>
        <p:nvSpPr>
          <p:cNvPr id="16" name="Rectangle 46">
            <a:extLst>
              <a:ext uri="{FF2B5EF4-FFF2-40B4-BE49-F238E27FC236}">
                <a16:creationId xmlns:a16="http://schemas.microsoft.com/office/drawing/2014/main" id="{254D38D2-5A85-DD49-8156-A7D9FE503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424" y="3231835"/>
            <a:ext cx="359073" cy="564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dirty="0">
                <a:highlight>
                  <a:srgbClr val="FFC000"/>
                </a:highlight>
                <a:cs typeface="+mn-ea"/>
                <a:sym typeface="+mn-lt"/>
              </a:rPr>
              <a:t>解</a:t>
            </a:r>
            <a:endParaRPr kumimoji="1" lang="en-US" altLang="zh-CN" sz="2800" dirty="0">
              <a:solidFill>
                <a:srgbClr val="FFC000"/>
              </a:solidFill>
              <a:highlight>
                <a:srgbClr val="FFC000"/>
              </a:highlight>
              <a:cs typeface="+mn-ea"/>
              <a:sym typeface="+mn-lt"/>
            </a:endParaRPr>
          </a:p>
        </p:txBody>
      </p:sp>
      <p:sp>
        <p:nvSpPr>
          <p:cNvPr id="17" name="文本框 39">
            <a:extLst>
              <a:ext uri="{FF2B5EF4-FFF2-40B4-BE49-F238E27FC236}">
                <a16:creationId xmlns:a16="http://schemas.microsoft.com/office/drawing/2014/main" id="{CE369E4A-97A0-0246-A3BF-6B1FCB0CD8FE}"/>
              </a:ext>
            </a:extLst>
          </p:cNvPr>
          <p:cNvSpPr txBox="1"/>
          <p:nvPr/>
        </p:nvSpPr>
        <p:spPr>
          <a:xfrm>
            <a:off x="644681" y="3313061"/>
            <a:ext cx="37888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直接按第一列展开</a:t>
            </a:r>
            <a:r>
              <a:rPr lang="en-US" altLang="zh-CN" sz="2800" dirty="0"/>
              <a:t>, </a:t>
            </a:r>
            <a:r>
              <a:rPr lang="zh-CN" altLang="en-US" sz="2800" dirty="0"/>
              <a:t>得</a:t>
            </a:r>
          </a:p>
        </p:txBody>
      </p:sp>
      <p:cxnSp>
        <p:nvCxnSpPr>
          <p:cNvPr id="18" name="直接连接符 40">
            <a:extLst>
              <a:ext uri="{FF2B5EF4-FFF2-40B4-BE49-F238E27FC236}">
                <a16:creationId xmlns:a16="http://schemas.microsoft.com/office/drawing/2014/main" id="{73B7097C-E77E-3648-BD5A-814F7D15AD06}"/>
              </a:ext>
            </a:extLst>
          </p:cNvPr>
          <p:cNvCxnSpPr/>
          <p:nvPr/>
        </p:nvCxnSpPr>
        <p:spPr>
          <a:xfrm>
            <a:off x="-1524000" y="3307289"/>
            <a:ext cx="12192000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698146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/>
      <p:bldP spid="16" grpId="0"/>
      <p:bldP spid="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7">
            <a:extLst>
              <a:ext uri="{FF2B5EF4-FFF2-40B4-BE49-F238E27FC236}">
                <a16:creationId xmlns:a16="http://schemas.microsoft.com/office/drawing/2014/main" id="{FA450827-0533-F042-BD7B-F567859D8088}"/>
              </a:ext>
            </a:extLst>
          </p:cNvPr>
          <p:cNvSpPr txBox="1">
            <a:spLocks/>
          </p:cNvSpPr>
          <p:nvPr/>
        </p:nvSpPr>
        <p:spPr bwMode="auto">
          <a:xfrm>
            <a:off x="8658768" y="6164533"/>
            <a:ext cx="574464" cy="34970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0" fontAlgn="auto" hangingPunct="0">
              <a:spcBef>
                <a:spcPts val="0"/>
              </a:spcBef>
              <a:spcAft>
                <a:spcPts val="0"/>
              </a:spcAft>
              <a:defRPr kumimoji="1" sz="1200" kern="120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fld id="{252E7140-E4F4-49D5-9AFB-3467FF007A05}" type="slidenum">
              <a:rPr lang="zh-CN" altLang="en-US" smtClean="0">
                <a:cs typeface="+mn-ea"/>
                <a:sym typeface="+mn-lt"/>
              </a:rPr>
              <a:pPr/>
              <a:t>23</a:t>
            </a:fld>
            <a:endParaRPr lang="zh-CN" altLang="en-US">
              <a:cs typeface="+mn-ea"/>
              <a:sym typeface="+mn-lt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7949FBAF-734B-2148-BD9E-B257556053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2324715"/>
              </p:ext>
            </p:extLst>
          </p:nvPr>
        </p:nvGraphicFramePr>
        <p:xfrm>
          <a:off x="4188676" y="404664"/>
          <a:ext cx="4038480" cy="233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5" name="Equation" r:id="rId3" imgW="2019240" imgH="1168200" progId="Equation.DSMT4">
                  <p:embed/>
                </p:oleObj>
              </mc:Choice>
              <mc:Fallback>
                <p:oleObj name="Equation" r:id="rId3" imgW="2019240" imgH="1168200" progId="Equation.DSMT4">
                  <p:embed/>
                  <p:pic>
                    <p:nvPicPr>
                      <p:cNvPr id="38" name="Object 2">
                        <a:extLst>
                          <a:ext uri="{FF2B5EF4-FFF2-40B4-BE49-F238E27FC236}">
                            <a16:creationId xmlns:a16="http://schemas.microsoft.com/office/drawing/2014/main" id="{55B1D8EF-C6EB-4B11-A81F-BD82402F01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8676" y="404664"/>
                        <a:ext cx="4038480" cy="2336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72D8BDE6-782C-0B48-9680-16E35DCAD0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3224948"/>
              </p:ext>
            </p:extLst>
          </p:nvPr>
        </p:nvGraphicFramePr>
        <p:xfrm>
          <a:off x="325438" y="3492434"/>
          <a:ext cx="7721600" cy="233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6" name="Equation" r:id="rId5" imgW="3860640" imgH="1168200" progId="Equation.DSMT4">
                  <p:embed/>
                </p:oleObj>
              </mc:Choice>
              <mc:Fallback>
                <p:oleObj name="Equation" r:id="rId5" imgW="3860640" imgH="1168200" progId="Equation.DSMT4">
                  <p:embed/>
                  <p:pic>
                    <p:nvPicPr>
                      <p:cNvPr id="41" name="Object 2">
                        <a:extLst>
                          <a:ext uri="{FF2B5EF4-FFF2-40B4-BE49-F238E27FC236}">
                            <a16:creationId xmlns:a16="http://schemas.microsoft.com/office/drawing/2014/main" id="{62B6B2BA-4A8E-4285-9702-02CBE7E082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438" y="3492434"/>
                        <a:ext cx="7721600" cy="2336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26F0A453-A400-2747-850E-DABA9DE371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8852251"/>
              </p:ext>
            </p:extLst>
          </p:nvPr>
        </p:nvGraphicFramePr>
        <p:xfrm>
          <a:off x="756797" y="5923333"/>
          <a:ext cx="304776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7" name="Equation" r:id="rId7" imgW="1523880" imgH="241200" progId="Equation.DSMT4">
                  <p:embed/>
                </p:oleObj>
              </mc:Choice>
              <mc:Fallback>
                <p:oleObj name="Equation" r:id="rId7" imgW="1523880" imgH="241200" progId="Equation.DSMT4">
                  <p:embed/>
                  <p:pic>
                    <p:nvPicPr>
                      <p:cNvPr id="42" name="Object 2">
                        <a:extLst>
                          <a:ext uri="{FF2B5EF4-FFF2-40B4-BE49-F238E27FC236}">
                            <a16:creationId xmlns:a16="http://schemas.microsoft.com/office/drawing/2014/main" id="{C9F75E65-88EB-4037-81DF-B672E92B6D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797" y="5923333"/>
                        <a:ext cx="3047760" cy="482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36">
            <a:extLst>
              <a:ext uri="{FF2B5EF4-FFF2-40B4-BE49-F238E27FC236}">
                <a16:creationId xmlns:a16="http://schemas.microsoft.com/office/drawing/2014/main" id="{0B1D021A-CC4D-DA40-8063-E173D69622E0}"/>
              </a:ext>
            </a:extLst>
          </p:cNvPr>
          <p:cNvSpPr txBox="1"/>
          <p:nvPr/>
        </p:nvSpPr>
        <p:spPr>
          <a:xfrm>
            <a:off x="259866" y="1206643"/>
            <a:ext cx="718145" cy="5782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cs typeface="+mn-ea"/>
                <a:sym typeface="+mn-lt"/>
              </a:rPr>
              <a:t>📚</a:t>
            </a:r>
            <a:r>
              <a:rPr lang="zh-CN" altLang="en-US" sz="2800" dirty="0">
                <a:highlight>
                  <a:srgbClr val="FFC000"/>
                </a:highlight>
                <a:cs typeface="+mn-ea"/>
                <a:sym typeface="+mn-lt"/>
              </a:rPr>
              <a:t>例</a:t>
            </a:r>
          </a:p>
        </p:txBody>
      </p:sp>
      <p:sp>
        <p:nvSpPr>
          <p:cNvPr id="7" name="文本框 38">
            <a:extLst>
              <a:ext uri="{FF2B5EF4-FFF2-40B4-BE49-F238E27FC236}">
                <a16:creationId xmlns:a16="http://schemas.microsoft.com/office/drawing/2014/main" id="{0EE54F9B-F494-C041-A1D1-822E8910D9D6}"/>
              </a:ext>
            </a:extLst>
          </p:cNvPr>
          <p:cNvSpPr txBox="1"/>
          <p:nvPr/>
        </p:nvSpPr>
        <p:spPr>
          <a:xfrm>
            <a:off x="654294" y="2942535"/>
            <a:ext cx="61058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将行列式按第一列展开</a:t>
            </a:r>
          </a:p>
        </p:txBody>
      </p:sp>
      <p:sp>
        <p:nvSpPr>
          <p:cNvPr id="8" name="文本框 42">
            <a:extLst>
              <a:ext uri="{FF2B5EF4-FFF2-40B4-BE49-F238E27FC236}">
                <a16:creationId xmlns:a16="http://schemas.microsoft.com/office/drawing/2014/main" id="{030B4951-7936-5644-A1F4-7B1AEDA10EB8}"/>
              </a:ext>
            </a:extLst>
          </p:cNvPr>
          <p:cNvSpPr txBox="1"/>
          <p:nvPr/>
        </p:nvSpPr>
        <p:spPr>
          <a:xfrm>
            <a:off x="1085936" y="1281531"/>
            <a:ext cx="29820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计算</a:t>
            </a:r>
            <a:r>
              <a:rPr lang="en-US" altLang="zh-CN" sz="2800" i="1" dirty="0"/>
              <a:t>n</a:t>
            </a:r>
            <a:r>
              <a:rPr lang="zh-CN" altLang="en-US" sz="2800" dirty="0"/>
              <a:t>阶行列式：</a:t>
            </a:r>
            <a:endParaRPr lang="zh-CN" altLang="en-US" sz="2800" i="1" dirty="0"/>
          </a:p>
        </p:txBody>
      </p:sp>
      <p:sp>
        <p:nvSpPr>
          <p:cNvPr id="9" name="Rectangle 46">
            <a:extLst>
              <a:ext uri="{FF2B5EF4-FFF2-40B4-BE49-F238E27FC236}">
                <a16:creationId xmlns:a16="http://schemas.microsoft.com/office/drawing/2014/main" id="{356D1DDB-7252-3046-98CC-2B8ADBFCF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378" y="2855522"/>
            <a:ext cx="359073" cy="564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dirty="0">
                <a:highlight>
                  <a:srgbClr val="FFC000"/>
                </a:highlight>
                <a:cs typeface="+mn-ea"/>
                <a:sym typeface="+mn-lt"/>
              </a:rPr>
              <a:t>解</a:t>
            </a:r>
            <a:endParaRPr kumimoji="1" lang="en-US" altLang="zh-CN" sz="2800" dirty="0">
              <a:solidFill>
                <a:srgbClr val="FFC000"/>
              </a:solidFill>
              <a:highlight>
                <a:srgbClr val="FFC000"/>
              </a:highlight>
              <a:cs typeface="+mn-ea"/>
              <a:sym typeface="+mn-lt"/>
            </a:endParaRPr>
          </a:p>
        </p:txBody>
      </p:sp>
      <p:cxnSp>
        <p:nvCxnSpPr>
          <p:cNvPr id="10" name="直接连接符 51">
            <a:extLst>
              <a:ext uri="{FF2B5EF4-FFF2-40B4-BE49-F238E27FC236}">
                <a16:creationId xmlns:a16="http://schemas.microsoft.com/office/drawing/2014/main" id="{8BD0338D-1FAE-F441-9DD5-60ED60F0335E}"/>
              </a:ext>
            </a:extLst>
          </p:cNvPr>
          <p:cNvCxnSpPr/>
          <p:nvPr/>
        </p:nvCxnSpPr>
        <p:spPr>
          <a:xfrm>
            <a:off x="-1524000" y="2855522"/>
            <a:ext cx="12192000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351302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25" y="-23642"/>
            <a:ext cx="779795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三阶范德蒙德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𝑽𝒂𝒏𝒅𝒆𝒓𝒎𝒐𝒏𝒅𝒆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行列式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8657D5-0193-B5EC-C153-5788B5817809}"/>
              </a:ext>
            </a:extLst>
          </p:cNvPr>
          <p:cNvSpPr txBox="1"/>
          <p:nvPr/>
        </p:nvSpPr>
        <p:spPr>
          <a:xfrm>
            <a:off x="450850" y="930993"/>
            <a:ext cx="83696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1.13</a:t>
            </a:r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计算三阶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范德蒙德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Vandermonde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行列式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5" name="Object 11">
            <a:extLst>
              <a:ext uri="{FF2B5EF4-FFF2-40B4-BE49-F238E27FC236}">
                <a16:creationId xmlns:a16="http://schemas.microsoft.com/office/drawing/2014/main" id="{460343DC-518D-1916-69AB-AC4D0453EB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0509915"/>
              </p:ext>
            </p:extLst>
          </p:nvPr>
        </p:nvGraphicFramePr>
        <p:xfrm>
          <a:off x="2483768" y="1621746"/>
          <a:ext cx="3035867" cy="1708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9" name="Equation" r:id="rId4" imgW="1218960" imgH="685800" progId="Equation.DSMT4">
                  <p:embed/>
                </p:oleObj>
              </mc:Choice>
              <mc:Fallback>
                <p:oleObj name="Equation" r:id="rId4" imgW="1218960" imgH="685800" progId="Equation.DSMT4">
                  <p:embed/>
                  <p:pic>
                    <p:nvPicPr>
                      <p:cNvPr id="114699" name="Object 11">
                        <a:extLst>
                          <a:ext uri="{FF2B5EF4-FFF2-40B4-BE49-F238E27FC236}">
                            <a16:creationId xmlns:a16="http://schemas.microsoft.com/office/drawing/2014/main" id="{AFBB46B5-733D-4542-BEB3-FA3ED29DC2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1621746"/>
                        <a:ext cx="3035867" cy="17081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4CB9A8C2-A68E-428C-C95C-9F5F4C75CB19}"/>
              </a:ext>
            </a:extLst>
          </p:cNvPr>
          <p:cNvSpPr txBox="1"/>
          <p:nvPr/>
        </p:nvSpPr>
        <p:spPr>
          <a:xfrm>
            <a:off x="1009012" y="3501008"/>
            <a:ext cx="7721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注意到各列元素组成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等比数列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从最后一行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D987108-BE7C-4211-2DA8-9B2CA4AAFAED}"/>
              </a:ext>
            </a:extLst>
          </p:cNvPr>
          <p:cNvSpPr txBox="1"/>
          <p:nvPr/>
        </p:nvSpPr>
        <p:spPr>
          <a:xfrm>
            <a:off x="450850" y="3501008"/>
            <a:ext cx="5450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E1E29E-F6BE-62C8-3465-FD8B2CAD6554}"/>
              </a:ext>
            </a:extLst>
          </p:cNvPr>
          <p:cNvSpPr txBox="1"/>
          <p:nvPr/>
        </p:nvSpPr>
        <p:spPr>
          <a:xfrm>
            <a:off x="967574" y="4025297"/>
            <a:ext cx="67727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开始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后一行减前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一行的</a:t>
            </a:r>
            <a:r>
              <a:rPr lang="en-US" altLang="zh-CN" b="1" i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baseline="-2500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倍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可得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481939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25" y="-26803"/>
            <a:ext cx="765393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三阶范德蒙德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𝑽𝒂𝒏𝒅𝒆𝒓𝒎𝒐𝒏𝒅𝒆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行列式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11">
            <a:extLst>
              <a:ext uri="{FF2B5EF4-FFF2-40B4-BE49-F238E27FC236}">
                <a16:creationId xmlns:a16="http://schemas.microsoft.com/office/drawing/2014/main" id="{160D811D-4FD2-7974-F829-142162CBAA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5753273"/>
              </p:ext>
            </p:extLst>
          </p:nvPr>
        </p:nvGraphicFramePr>
        <p:xfrm>
          <a:off x="2344573" y="2561498"/>
          <a:ext cx="4051265" cy="979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9" name="Equation" r:id="rId4" imgW="1790640" imgH="431640" progId="Equation.DSMT4">
                  <p:embed/>
                </p:oleObj>
              </mc:Choice>
              <mc:Fallback>
                <p:oleObj name="Equation" r:id="rId4" imgW="1790640" imgH="431640" progId="Equation.DSMT4">
                  <p:embed/>
                  <p:pic>
                    <p:nvPicPr>
                      <p:cNvPr id="114699" name="Object 11">
                        <a:extLst>
                          <a:ext uri="{FF2B5EF4-FFF2-40B4-BE49-F238E27FC236}">
                            <a16:creationId xmlns:a16="http://schemas.microsoft.com/office/drawing/2014/main" id="{AFBB46B5-733D-4542-BEB3-FA3ED29DC2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4573" y="2561498"/>
                        <a:ext cx="4051265" cy="9791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1">
            <a:extLst>
              <a:ext uri="{FF2B5EF4-FFF2-40B4-BE49-F238E27FC236}">
                <a16:creationId xmlns:a16="http://schemas.microsoft.com/office/drawing/2014/main" id="{014C0E4E-DA3B-B5E3-3098-DDB07F8337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5586635"/>
              </p:ext>
            </p:extLst>
          </p:nvPr>
        </p:nvGraphicFramePr>
        <p:xfrm>
          <a:off x="2344573" y="3749575"/>
          <a:ext cx="4326384" cy="564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0" name="Equation" r:id="rId6" imgW="1752480" imgH="228600" progId="Equation.DSMT4">
                  <p:embed/>
                </p:oleObj>
              </mc:Choice>
              <mc:Fallback>
                <p:oleObj name="Equation" r:id="rId6" imgW="1752480" imgH="228600" progId="Equation.DSMT4">
                  <p:embed/>
                  <p:pic>
                    <p:nvPicPr>
                      <p:cNvPr id="114699" name="Object 11">
                        <a:extLst>
                          <a:ext uri="{FF2B5EF4-FFF2-40B4-BE49-F238E27FC236}">
                            <a16:creationId xmlns:a16="http://schemas.microsoft.com/office/drawing/2014/main" id="{AFBB46B5-733D-4542-BEB3-FA3ED29DC2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4573" y="3749575"/>
                        <a:ext cx="4326384" cy="5643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1">
            <a:extLst>
              <a:ext uri="{FF2B5EF4-FFF2-40B4-BE49-F238E27FC236}">
                <a16:creationId xmlns:a16="http://schemas.microsoft.com/office/drawing/2014/main" id="{32CD7C7C-1C9A-7F7B-C94C-2435C9D584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2427478"/>
              </p:ext>
            </p:extLst>
          </p:nvPr>
        </p:nvGraphicFramePr>
        <p:xfrm>
          <a:off x="2344573" y="4461265"/>
          <a:ext cx="2542271" cy="876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1" name="Equation" r:id="rId8" imgW="1104840" imgH="380880" progId="Equation.DSMT4">
                  <p:embed/>
                </p:oleObj>
              </mc:Choice>
              <mc:Fallback>
                <p:oleObj name="Equation" r:id="rId8" imgW="1104840" imgH="380880" progId="Equation.DSMT4">
                  <p:embed/>
                  <p:pic>
                    <p:nvPicPr>
                      <p:cNvPr id="114699" name="Object 11">
                        <a:extLst>
                          <a:ext uri="{FF2B5EF4-FFF2-40B4-BE49-F238E27FC236}">
                            <a16:creationId xmlns:a16="http://schemas.microsoft.com/office/drawing/2014/main" id="{AFBB46B5-733D-4542-BEB3-FA3ED29DC2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4573" y="4461265"/>
                        <a:ext cx="2542271" cy="8766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1">
            <a:extLst>
              <a:ext uri="{FF2B5EF4-FFF2-40B4-BE49-F238E27FC236}">
                <a16:creationId xmlns:a16="http://schemas.microsoft.com/office/drawing/2014/main" id="{B26D1598-6FDB-3756-B878-686115CC43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8703791"/>
              </p:ext>
            </p:extLst>
          </p:nvPr>
        </p:nvGraphicFramePr>
        <p:xfrm>
          <a:off x="2286249" y="1183064"/>
          <a:ext cx="5212495" cy="1330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2" name="Equation" r:id="rId10" imgW="2438280" imgH="622080" progId="Equation.DSMT4">
                  <p:embed/>
                </p:oleObj>
              </mc:Choice>
              <mc:Fallback>
                <p:oleObj name="Equation" r:id="rId10" imgW="2438280" imgH="622080" progId="Equation.DSMT4">
                  <p:embed/>
                  <p:pic>
                    <p:nvPicPr>
                      <p:cNvPr id="3" name="Object 11">
                        <a:extLst>
                          <a:ext uri="{FF2B5EF4-FFF2-40B4-BE49-F238E27FC236}">
                            <a16:creationId xmlns:a16="http://schemas.microsoft.com/office/drawing/2014/main" id="{160D811D-4FD2-7974-F829-142162CBAA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249" y="1183064"/>
                        <a:ext cx="5212495" cy="13304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1">
            <a:extLst>
              <a:ext uri="{FF2B5EF4-FFF2-40B4-BE49-F238E27FC236}">
                <a16:creationId xmlns:a16="http://schemas.microsoft.com/office/drawing/2014/main" id="{D4E69BE5-5CF4-A470-5128-D3B9FF99E0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500543"/>
              </p:ext>
            </p:extLst>
          </p:nvPr>
        </p:nvGraphicFramePr>
        <p:xfrm>
          <a:off x="395536" y="1014691"/>
          <a:ext cx="1890713" cy="154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3" name="Equation" r:id="rId12" imgW="838080" imgH="685800" progId="Equation.DSMT4">
                  <p:embed/>
                </p:oleObj>
              </mc:Choice>
              <mc:Fallback>
                <p:oleObj name="Equation" r:id="rId12" imgW="838080" imgH="685800" progId="Equation.DSMT4">
                  <p:embed/>
                  <p:pic>
                    <p:nvPicPr>
                      <p:cNvPr id="4" name="Object 11">
                        <a:extLst>
                          <a:ext uri="{FF2B5EF4-FFF2-40B4-BE49-F238E27FC236}">
                            <a16:creationId xmlns:a16="http://schemas.microsoft.com/office/drawing/2014/main" id="{B26D1598-6FDB-3756-B878-686115CC43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014691"/>
                        <a:ext cx="1890713" cy="1547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1D52B22-B492-4AF5-6727-551C4CF3EA93}"/>
                  </a:ext>
                </a:extLst>
              </p:cNvPr>
              <p:cNvSpPr txBox="1"/>
              <p:nvPr/>
            </p:nvSpPr>
            <p:spPr>
              <a:xfrm>
                <a:off x="856045" y="5498068"/>
                <a:ext cx="702832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这里符号“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∏</m:t>
                    </m:r>
                  </m:oMath>
                </a14:m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”表示全体</a:t>
                </a:r>
                <a:r>
                  <a:rPr lang="zh-CN" altLang="en-US" b="1" dirty="0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同类因子的乘积</a:t>
                </a:r>
                <a:r>
                  <a:rPr lang="en-US" altLang="zh-CN" b="1" dirty="0">
                    <a:ea typeface="华文中宋" panose="0201060004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en-US" b="1" dirty="0"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1D52B22-B492-4AF5-6727-551C4CF3E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45" y="5498068"/>
                <a:ext cx="7028323" cy="523220"/>
              </a:xfrm>
              <a:prstGeom prst="rect">
                <a:avLst/>
              </a:prstGeom>
              <a:blipFill>
                <a:blip r:embed="rId14"/>
                <a:stretch>
                  <a:fillRect l="-1735" t="-12791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286156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060" name="Rectangle 30">
                <a:extLst>
                  <a:ext uri="{FF2B5EF4-FFF2-40B4-BE49-F238E27FC236}">
                    <a16:creationId xmlns:a16="http://schemas.microsoft.com/office/drawing/2014/main" id="{72C5B6C1-1136-4086-B50D-8BBFBB5B31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914" y="0"/>
                <a:ext cx="6537325" cy="4924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>
                  <a:spcBef>
                    <a:spcPct val="0"/>
                  </a:spcBef>
                  <a:buClrTx/>
                  <a:buSzTx/>
                  <a:buNone/>
                  <a:defRPr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600" b="1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实践问题</m:t>
                    </m:r>
                    <m:r>
                      <m:rPr>
                        <m:nor/>
                      </m:rPr>
                      <a:rPr lang="en-US" altLang="zh-CN" sz="2600" b="1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altLang="zh-CN" sz="26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kumimoji="1" lang="en-US" altLang="zh-CN" sz="2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阶范德蒙德行列式</a:t>
                </a:r>
                <a:endParaRPr kumimoji="1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060" name="Rectangle 30">
                <a:extLst>
                  <a:ext uri="{FF2B5EF4-FFF2-40B4-BE49-F238E27FC236}">
                    <a16:creationId xmlns:a16="http://schemas.microsoft.com/office/drawing/2014/main" id="{72C5B6C1-1136-4086-B50D-8BBFBB5B31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2914" y="0"/>
                <a:ext cx="6537325" cy="492443"/>
              </a:xfrm>
              <a:prstGeom prst="rect">
                <a:avLst/>
              </a:prstGeom>
              <a:blipFill>
                <a:blip r:embed="rId4"/>
                <a:stretch>
                  <a:fillRect t="-11111" b="-296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5FC86801-632B-AA6C-76B7-8AC283F928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9664520"/>
              </p:ext>
            </p:extLst>
          </p:nvPr>
        </p:nvGraphicFramePr>
        <p:xfrm>
          <a:off x="2519772" y="1375562"/>
          <a:ext cx="4104456" cy="2306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1" name="Equation" r:id="rId5" imgW="1854000" imgH="1041120" progId="Equation.DSMT4">
                  <p:embed/>
                </p:oleObj>
              </mc:Choice>
              <mc:Fallback>
                <p:oleObj name="Equation" r:id="rId5" imgW="1854000" imgH="1041120" progId="Equation.DSMT4">
                  <p:embed/>
                  <p:pic>
                    <p:nvPicPr>
                      <p:cNvPr id="114699" name="Object 11">
                        <a:extLst>
                          <a:ext uri="{FF2B5EF4-FFF2-40B4-BE49-F238E27FC236}">
                            <a16:creationId xmlns:a16="http://schemas.microsoft.com/office/drawing/2014/main" id="{AFBB46B5-733D-4542-BEB3-FA3ED29DC2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772" y="1375562"/>
                        <a:ext cx="4104456" cy="23069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1">
            <a:extLst>
              <a:ext uri="{FF2B5EF4-FFF2-40B4-BE49-F238E27FC236}">
                <a16:creationId xmlns:a16="http://schemas.microsoft.com/office/drawing/2014/main" id="{A091D50B-1DB1-BFF4-89C5-C2B6C1811C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453194"/>
              </p:ext>
            </p:extLst>
          </p:nvPr>
        </p:nvGraphicFramePr>
        <p:xfrm>
          <a:off x="3854626" y="3813192"/>
          <a:ext cx="3201164" cy="911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2" name="Equation" r:id="rId7" imgW="1333440" imgH="380880" progId="Equation.DSMT4">
                  <p:embed/>
                </p:oleObj>
              </mc:Choice>
              <mc:Fallback>
                <p:oleObj name="Equation" r:id="rId7" imgW="1333440" imgH="380880" progId="Equation.DSMT4">
                  <p:embed/>
                  <p:pic>
                    <p:nvPicPr>
                      <p:cNvPr id="10" name="Object 11">
                        <a:extLst>
                          <a:ext uri="{FF2B5EF4-FFF2-40B4-BE49-F238E27FC236}">
                            <a16:creationId xmlns:a16="http://schemas.microsoft.com/office/drawing/2014/main" id="{5FC86801-632B-AA6C-76B7-8AC283F928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4626" y="3813192"/>
                        <a:ext cx="3201164" cy="9119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6AC8E6A5-4B93-F495-27FA-421FE53BD36D}"/>
              </a:ext>
            </a:extLst>
          </p:cNvPr>
          <p:cNvSpPr txBox="1"/>
          <p:nvPr/>
        </p:nvSpPr>
        <p:spPr>
          <a:xfrm>
            <a:off x="102914" y="860636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对于</a:t>
            </a:r>
            <a:r>
              <a:rPr lang="en-US" altLang="zh-CN" b="1" i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阶范德蒙德行列式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BFE72EB-A196-AD05-9DE3-61B20C7DB94C}"/>
              </a:ext>
            </a:extLst>
          </p:cNvPr>
          <p:cNvSpPr txBox="1"/>
          <p:nvPr/>
        </p:nvSpPr>
        <p:spPr>
          <a:xfrm>
            <a:off x="102914" y="3820076"/>
            <a:ext cx="37517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用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数学归纳法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可以证明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CE3B3D0-4C37-F75E-FDA3-C56548F6A585}"/>
              </a:ext>
            </a:extLst>
          </p:cNvPr>
          <p:cNvSpPr txBox="1"/>
          <p:nvPr/>
        </p:nvSpPr>
        <p:spPr>
          <a:xfrm>
            <a:off x="102914" y="4709462"/>
            <a:ext cx="893817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范德蒙德行列式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在行列式的计算</a:t>
            </a:r>
            <a:r>
              <a:rPr lang="zh-CN" altLang="en-US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微积分</a:t>
            </a:r>
            <a:r>
              <a:rPr lang="zh-CN" altLang="en-US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向量空间</a:t>
            </a:r>
            <a:r>
              <a:rPr lang="zh-CN" altLang="en-US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线性变换以及多项式理论中有着广泛的应用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下面给出一个范德蒙德行列式计算的例子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98747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25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22" y="-5212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运用范德蒙德行列式计算行列式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718D179-4722-1BA5-1A02-8D16E93E753C}"/>
              </a:ext>
            </a:extLst>
          </p:cNvPr>
          <p:cNvSpPr txBox="1"/>
          <p:nvPr/>
        </p:nvSpPr>
        <p:spPr>
          <a:xfrm>
            <a:off x="259232" y="820103"/>
            <a:ext cx="35926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1.14</a:t>
            </a:r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计算行列式 </a:t>
            </a:r>
          </a:p>
        </p:txBody>
      </p:sp>
      <p:graphicFrame>
        <p:nvGraphicFramePr>
          <p:cNvPr id="5" name="Object 11">
            <a:extLst>
              <a:ext uri="{FF2B5EF4-FFF2-40B4-BE49-F238E27FC236}">
                <a16:creationId xmlns:a16="http://schemas.microsoft.com/office/drawing/2014/main" id="{C94C06C0-452A-7E49-217D-2F0B6EC709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5659068"/>
              </p:ext>
            </p:extLst>
          </p:nvPr>
        </p:nvGraphicFramePr>
        <p:xfrm>
          <a:off x="2949776" y="1224412"/>
          <a:ext cx="3244449" cy="1991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7" name="Equation" r:id="rId4" imgW="1282680" imgH="787320" progId="Equation.DSMT4">
                  <p:embed/>
                </p:oleObj>
              </mc:Choice>
              <mc:Fallback>
                <p:oleObj name="Equation" r:id="rId4" imgW="1282680" imgH="787320" progId="Equation.DSMT4">
                  <p:embed/>
                  <p:pic>
                    <p:nvPicPr>
                      <p:cNvPr id="114699" name="Object 11">
                        <a:extLst>
                          <a:ext uri="{FF2B5EF4-FFF2-40B4-BE49-F238E27FC236}">
                            <a16:creationId xmlns:a16="http://schemas.microsoft.com/office/drawing/2014/main" id="{AFBB46B5-733D-4542-BEB3-FA3ED29DC2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9776" y="1224412"/>
                        <a:ext cx="3244449" cy="19918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1">
            <a:extLst>
              <a:ext uri="{FF2B5EF4-FFF2-40B4-BE49-F238E27FC236}">
                <a16:creationId xmlns:a16="http://schemas.microsoft.com/office/drawing/2014/main" id="{DA102784-A902-5E56-24E7-E66EFC40AC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5201066"/>
              </p:ext>
            </p:extLst>
          </p:nvPr>
        </p:nvGraphicFramePr>
        <p:xfrm>
          <a:off x="751201" y="4367696"/>
          <a:ext cx="1100481" cy="429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8" name="Equation" r:id="rId6" imgW="520560" imgH="203040" progId="Equation.DSMT4">
                  <p:embed/>
                </p:oleObj>
              </mc:Choice>
              <mc:Fallback>
                <p:oleObj name="Equation" r:id="rId6" imgW="520560" imgH="203040" progId="Equation.DSMT4">
                  <p:embed/>
                  <p:pic>
                    <p:nvPicPr>
                      <p:cNvPr id="114699" name="Object 11">
                        <a:extLst>
                          <a:ext uri="{FF2B5EF4-FFF2-40B4-BE49-F238E27FC236}">
                            <a16:creationId xmlns:a16="http://schemas.microsoft.com/office/drawing/2014/main" id="{AFBB46B5-733D-4542-BEB3-FA3ED29DC2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201" y="4367696"/>
                        <a:ext cx="1100481" cy="4294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EBD8751-C0BE-E196-812A-DD85C97C73D2}"/>
                  </a:ext>
                </a:extLst>
              </p:cNvPr>
              <p:cNvSpPr txBox="1"/>
              <p:nvPr/>
            </p:nvSpPr>
            <p:spPr>
              <a:xfrm>
                <a:off x="882103" y="3216222"/>
                <a:ext cx="795040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注意</a:t>
                </a:r>
                <a14:m>
                  <m:oMath xmlns:m="http://schemas.openxmlformats.org/officeDocument/2006/math">
                    <m:r>
                      <a:rPr lang="zh-CN" altLang="en-US" b="1" dirty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到</m:t>
                    </m:r>
                    <m:r>
                      <a:rPr lang="en-US" altLang="zh-CN" b="1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𝑫</m:t>
                    </m:r>
                  </m:oMath>
                </a14:m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的转置是一个</a:t>
                </a:r>
                <a:r>
                  <a:rPr lang="zh-CN" altLang="en-US" b="1" dirty="0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四阶范德蒙德行列式</a:t>
                </a:r>
                <a:r>
                  <a:rPr lang="en-US" altLang="zh-CN" b="1" dirty="0">
                    <a:ea typeface="华文中宋" panose="0201060004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于是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EBD8751-C0BE-E196-812A-DD85C97C7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103" y="3216222"/>
                <a:ext cx="7950406" cy="523220"/>
              </a:xfrm>
              <a:prstGeom prst="rect">
                <a:avLst/>
              </a:prstGeom>
              <a:blipFill>
                <a:blip r:embed="rId8"/>
                <a:stretch>
                  <a:fillRect l="-1610" t="-12941" b="-3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Object 11">
            <a:extLst>
              <a:ext uri="{FF2B5EF4-FFF2-40B4-BE49-F238E27FC236}">
                <a16:creationId xmlns:a16="http://schemas.microsoft.com/office/drawing/2014/main" id="{970F0157-F1D9-711B-6585-C211D3A73A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070708"/>
              </p:ext>
            </p:extLst>
          </p:nvPr>
        </p:nvGraphicFramePr>
        <p:xfrm>
          <a:off x="1857576" y="3881694"/>
          <a:ext cx="2184400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9" name="Equation" r:id="rId9" imgW="1091880" imgH="787320" progId="Equation.DSMT4">
                  <p:embed/>
                </p:oleObj>
              </mc:Choice>
              <mc:Fallback>
                <p:oleObj name="Equation" r:id="rId9" imgW="1091880" imgH="787320" progId="Equation.DSMT4">
                  <p:embed/>
                  <p:pic>
                    <p:nvPicPr>
                      <p:cNvPr id="14" name="Object 11">
                        <a:extLst>
                          <a:ext uri="{FF2B5EF4-FFF2-40B4-BE49-F238E27FC236}">
                            <a16:creationId xmlns:a16="http://schemas.microsoft.com/office/drawing/2014/main" id="{DA102784-A902-5E56-24E7-E66EFC40AC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576" y="3881694"/>
                        <a:ext cx="2184400" cy="157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1">
            <a:extLst>
              <a:ext uri="{FF2B5EF4-FFF2-40B4-BE49-F238E27FC236}">
                <a16:creationId xmlns:a16="http://schemas.microsoft.com/office/drawing/2014/main" id="{3405A557-540D-DBE1-089F-E58776E56C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6812467"/>
              </p:ext>
            </p:extLst>
          </p:nvPr>
        </p:nvGraphicFramePr>
        <p:xfrm>
          <a:off x="1851682" y="5572971"/>
          <a:ext cx="4978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0" name="Equation" r:id="rId11" imgW="2489040" imgH="203040" progId="Equation.DSMT4">
                  <p:embed/>
                </p:oleObj>
              </mc:Choice>
              <mc:Fallback>
                <p:oleObj name="Equation" r:id="rId11" imgW="2489040" imgH="203040" progId="Equation.DSMT4">
                  <p:embed/>
                  <p:pic>
                    <p:nvPicPr>
                      <p:cNvPr id="14" name="Object 11">
                        <a:extLst>
                          <a:ext uri="{FF2B5EF4-FFF2-40B4-BE49-F238E27FC236}">
                            <a16:creationId xmlns:a16="http://schemas.microsoft.com/office/drawing/2014/main" id="{DA102784-A902-5E56-24E7-E66EFC40AC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1682" y="5572971"/>
                        <a:ext cx="4978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">
            <a:extLst>
              <a:ext uri="{FF2B5EF4-FFF2-40B4-BE49-F238E27FC236}">
                <a16:creationId xmlns:a16="http://schemas.microsoft.com/office/drawing/2014/main" id="{8609C18B-0580-9BDF-FF12-15D8A4C772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9519052"/>
              </p:ext>
            </p:extLst>
          </p:nvPr>
        </p:nvGraphicFramePr>
        <p:xfrm>
          <a:off x="1862062" y="6108700"/>
          <a:ext cx="685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1" name="Equation" r:id="rId13" imgW="342720" imgH="177480" progId="Equation.DSMT4">
                  <p:embed/>
                </p:oleObj>
              </mc:Choice>
              <mc:Fallback>
                <p:oleObj name="Equation" r:id="rId13" imgW="342720" imgH="177480" progId="Equation.DSMT4">
                  <p:embed/>
                  <p:pic>
                    <p:nvPicPr>
                      <p:cNvPr id="14" name="Object 11">
                        <a:extLst>
                          <a:ext uri="{FF2B5EF4-FFF2-40B4-BE49-F238E27FC236}">
                            <a16:creationId xmlns:a16="http://schemas.microsoft.com/office/drawing/2014/main" id="{DA102784-A902-5E56-24E7-E66EFC40AC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062" y="6108700"/>
                        <a:ext cx="6858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52F2E503-3926-3301-9457-0E3EF9B97E14}"/>
              </a:ext>
            </a:extLst>
          </p:cNvPr>
          <p:cNvSpPr txBox="1"/>
          <p:nvPr/>
        </p:nvSpPr>
        <p:spPr>
          <a:xfrm>
            <a:off x="259232" y="3221154"/>
            <a:ext cx="4919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  <a:endParaRPr lang="zh-CN" altLang="en-US" b="1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794455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3A9A5248-D379-E3A4-B5EF-3542C43CD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738" y="859631"/>
            <a:ext cx="28654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  </a:t>
            </a: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                              </a:t>
            </a:r>
            <a:r>
              <a:rPr kumimoji="1"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 </a:t>
            </a: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     元      的余子式和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代数余子式依次记作     和   ，求</a:t>
            </a:r>
          </a:p>
        </p:txBody>
      </p:sp>
      <p:sp>
        <p:nvSpPr>
          <p:cNvPr id="49155" name="Text Box 3">
            <a:extLst>
              <a:ext uri="{FF2B5EF4-FFF2-40B4-BE49-F238E27FC236}">
                <a16:creationId xmlns:a16="http://schemas.microsoft.com/office/drawing/2014/main" id="{3E630423-3E55-E5AB-05FE-CE484F128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4133850"/>
            <a:ext cx="178435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利用</a:t>
            </a:r>
          </a:p>
        </p:txBody>
      </p:sp>
      <p:graphicFrame>
        <p:nvGraphicFramePr>
          <p:cNvPr id="68612" name="Object 4">
            <a:extLst>
              <a:ext uri="{FF2B5EF4-FFF2-40B4-BE49-F238E27FC236}">
                <a16:creationId xmlns:a16="http://schemas.microsoft.com/office/drawing/2014/main" id="{FE14C5B3-0DF6-1FA8-4D3F-755BD0B59B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3738274"/>
              </p:ext>
            </p:extLst>
          </p:nvPr>
        </p:nvGraphicFramePr>
        <p:xfrm>
          <a:off x="1331640" y="379363"/>
          <a:ext cx="3189287" cy="204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3" name="Equation" r:id="rId3" imgW="1447800" imgH="927100" progId="Equation.DSMT4">
                  <p:embed/>
                </p:oleObj>
              </mc:Choice>
              <mc:Fallback>
                <p:oleObj name="Equation" r:id="rId3" imgW="1447800" imgH="927100" progId="Equation.DSMT4">
                  <p:embed/>
                  <p:pic>
                    <p:nvPicPr>
                      <p:cNvPr id="68612" name="Object 4">
                        <a:extLst>
                          <a:ext uri="{FF2B5EF4-FFF2-40B4-BE49-F238E27FC236}">
                            <a16:creationId xmlns:a16="http://schemas.microsoft.com/office/drawing/2014/main" id="{FE14C5B3-0DF6-1FA8-4D3F-755BD0B59B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79363"/>
                        <a:ext cx="3189287" cy="204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3" name="Object 5">
            <a:extLst>
              <a:ext uri="{FF2B5EF4-FFF2-40B4-BE49-F238E27FC236}">
                <a16:creationId xmlns:a16="http://schemas.microsoft.com/office/drawing/2014/main" id="{83AA2B71-6C45-8446-5FC9-47DB2384B4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165821"/>
              </p:ext>
            </p:extLst>
          </p:nvPr>
        </p:nvGraphicFramePr>
        <p:xfrm>
          <a:off x="5364088" y="935383"/>
          <a:ext cx="365125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4" name="Equation" r:id="rId5" imgW="164885" imgH="164885" progId="Equation.DSMT4">
                  <p:embed/>
                </p:oleObj>
              </mc:Choice>
              <mc:Fallback>
                <p:oleObj name="Equation" r:id="rId5" imgW="164885" imgH="164885" progId="Equation.DSMT4">
                  <p:embed/>
                  <p:pic>
                    <p:nvPicPr>
                      <p:cNvPr id="68613" name="Object 5">
                        <a:extLst>
                          <a:ext uri="{FF2B5EF4-FFF2-40B4-BE49-F238E27FC236}">
                            <a16:creationId xmlns:a16="http://schemas.microsoft.com/office/drawing/2014/main" id="{83AA2B71-6C45-8446-5FC9-47DB2384B4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088" y="935383"/>
                        <a:ext cx="365125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4" name="Object 6">
            <a:extLst>
              <a:ext uri="{FF2B5EF4-FFF2-40B4-BE49-F238E27FC236}">
                <a16:creationId xmlns:a16="http://schemas.microsoft.com/office/drawing/2014/main" id="{377421F7-6454-7062-1DD4-E3CF6B14A9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0844884"/>
              </p:ext>
            </p:extLst>
          </p:nvPr>
        </p:nvGraphicFramePr>
        <p:xfrm>
          <a:off x="6084168" y="935383"/>
          <a:ext cx="7540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5" name="Equation" r:id="rId7" imgW="342751" imgH="203112" progId="Equation.DSMT4">
                  <p:embed/>
                </p:oleObj>
              </mc:Choice>
              <mc:Fallback>
                <p:oleObj name="Equation" r:id="rId7" imgW="342751" imgH="203112" progId="Equation.DSMT4">
                  <p:embed/>
                  <p:pic>
                    <p:nvPicPr>
                      <p:cNvPr id="68614" name="Object 6">
                        <a:extLst>
                          <a:ext uri="{FF2B5EF4-FFF2-40B4-BE49-F238E27FC236}">
                            <a16:creationId xmlns:a16="http://schemas.microsoft.com/office/drawing/2014/main" id="{377421F7-6454-7062-1DD4-E3CF6B14A9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168" y="935383"/>
                        <a:ext cx="75406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5" name="Object 7">
            <a:extLst>
              <a:ext uri="{FF2B5EF4-FFF2-40B4-BE49-F238E27FC236}">
                <a16:creationId xmlns:a16="http://schemas.microsoft.com/office/drawing/2014/main" id="{EF017CD7-3A87-E2A1-10C8-ABD02BC0DE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0763" y="2573374"/>
          <a:ext cx="5588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6" name="Equation" r:id="rId9" imgW="253890" imgH="241195" progId="Equation.DSMT4">
                  <p:embed/>
                </p:oleObj>
              </mc:Choice>
              <mc:Fallback>
                <p:oleObj name="Equation" r:id="rId9" imgW="253890" imgH="241195" progId="Equation.DSMT4">
                  <p:embed/>
                  <p:pic>
                    <p:nvPicPr>
                      <p:cNvPr id="68615" name="Object 7">
                        <a:extLst>
                          <a:ext uri="{FF2B5EF4-FFF2-40B4-BE49-F238E27FC236}">
                            <a16:creationId xmlns:a16="http://schemas.microsoft.com/office/drawing/2014/main" id="{EF017CD7-3A87-E2A1-10C8-ABD02BC0DE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0763" y="2573374"/>
                        <a:ext cx="558800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6" name="Object 8">
            <a:extLst>
              <a:ext uri="{FF2B5EF4-FFF2-40B4-BE49-F238E27FC236}">
                <a16:creationId xmlns:a16="http://schemas.microsoft.com/office/drawing/2014/main" id="{CE014643-9D77-6899-B859-8BD8692A66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2856" y="2559293"/>
          <a:ext cx="446088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7" name="Equation" r:id="rId11" imgW="203112" imgH="241195" progId="Equation.DSMT4">
                  <p:embed/>
                </p:oleObj>
              </mc:Choice>
              <mc:Fallback>
                <p:oleObj name="Equation" r:id="rId11" imgW="203112" imgH="241195" progId="Equation.DSMT4">
                  <p:embed/>
                  <p:pic>
                    <p:nvPicPr>
                      <p:cNvPr id="68616" name="Object 8">
                        <a:extLst>
                          <a:ext uri="{FF2B5EF4-FFF2-40B4-BE49-F238E27FC236}">
                            <a16:creationId xmlns:a16="http://schemas.microsoft.com/office/drawing/2014/main" id="{CE014643-9D77-6899-B859-8BD8692A66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2856" y="2559293"/>
                        <a:ext cx="446088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7" name="Object 9">
            <a:extLst>
              <a:ext uri="{FF2B5EF4-FFF2-40B4-BE49-F238E27FC236}">
                <a16:creationId xmlns:a16="http://schemas.microsoft.com/office/drawing/2014/main" id="{036299CC-CEB3-14FF-A966-689AFDEC0C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3286125"/>
          <a:ext cx="279717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8" name="Equation" r:id="rId13" imgW="1257300" imgH="219165" progId="Equation.DSMT4">
                  <p:embed/>
                </p:oleObj>
              </mc:Choice>
              <mc:Fallback>
                <p:oleObj name="Equation" r:id="rId13" imgW="1257300" imgH="219165" progId="Equation.DSMT4">
                  <p:embed/>
                  <p:pic>
                    <p:nvPicPr>
                      <p:cNvPr id="68617" name="Object 9">
                        <a:extLst>
                          <a:ext uri="{FF2B5EF4-FFF2-40B4-BE49-F238E27FC236}">
                            <a16:creationId xmlns:a16="http://schemas.microsoft.com/office/drawing/2014/main" id="{036299CC-CEB3-14FF-A966-689AFDEC0C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286125"/>
                        <a:ext cx="2797175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8" name="Text Box 10">
            <a:extLst>
              <a:ext uri="{FF2B5EF4-FFF2-40B4-BE49-F238E27FC236}">
                <a16:creationId xmlns:a16="http://schemas.microsoft.com/office/drawing/2014/main" id="{1F8D49B7-993B-9EA4-EDF0-75A7AE12B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3213100"/>
            <a:ext cx="541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及</a:t>
            </a:r>
          </a:p>
        </p:txBody>
      </p:sp>
      <p:graphicFrame>
        <p:nvGraphicFramePr>
          <p:cNvPr id="68619" name="Object 11">
            <a:extLst>
              <a:ext uri="{FF2B5EF4-FFF2-40B4-BE49-F238E27FC236}">
                <a16:creationId xmlns:a16="http://schemas.microsoft.com/office/drawing/2014/main" id="{7C51DEBE-9D8B-6D52-DC22-C23C1E4EBF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35648" y="3215861"/>
          <a:ext cx="33591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9" name="Equation" r:id="rId15" imgW="1514543" imgH="219165" progId="Equation.DSMT4">
                  <p:embed/>
                </p:oleObj>
              </mc:Choice>
              <mc:Fallback>
                <p:oleObj name="Equation" r:id="rId15" imgW="1514543" imgH="219165" progId="Equation.DSMT4">
                  <p:embed/>
                  <p:pic>
                    <p:nvPicPr>
                      <p:cNvPr id="68619" name="Object 11">
                        <a:extLst>
                          <a:ext uri="{FF2B5EF4-FFF2-40B4-BE49-F238E27FC236}">
                            <a16:creationId xmlns:a16="http://schemas.microsoft.com/office/drawing/2014/main" id="{7C51DEBE-9D8B-6D52-DC22-C23C1E4EBF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5648" y="3215861"/>
                        <a:ext cx="335915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4" name="Object 12">
            <a:extLst>
              <a:ext uri="{FF2B5EF4-FFF2-40B4-BE49-F238E27FC236}">
                <a16:creationId xmlns:a16="http://schemas.microsoft.com/office/drawing/2014/main" id="{5A8BA9CE-27D2-3BDD-568B-61ABF2BBF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9869" y="4122876"/>
          <a:ext cx="7259637" cy="206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00" name="Equation" r:id="rId17" imgW="3302000" imgH="939800" progId="Equation.DSMT4">
                  <p:embed/>
                </p:oleObj>
              </mc:Choice>
              <mc:Fallback>
                <p:oleObj name="Equation" r:id="rId17" imgW="3302000" imgH="939800" progId="Equation.DSMT4">
                  <p:embed/>
                  <p:pic>
                    <p:nvPicPr>
                      <p:cNvPr id="49164" name="Object 12">
                        <a:extLst>
                          <a:ext uri="{FF2B5EF4-FFF2-40B4-BE49-F238E27FC236}">
                            <a16:creationId xmlns:a16="http://schemas.microsoft.com/office/drawing/2014/main" id="{5A8BA9CE-27D2-3BDD-568B-61ABF2BBF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9869" y="4122876"/>
                        <a:ext cx="7259637" cy="206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94ADB7F6-9FAD-CFBA-ADD4-DC265E9E9589}"/>
              </a:ext>
            </a:extLst>
          </p:cNvPr>
          <p:cNvCxnSpPr>
            <a:cxnSpLocks/>
          </p:cNvCxnSpPr>
          <p:nvPr/>
        </p:nvCxnSpPr>
        <p:spPr>
          <a:xfrm flipV="1">
            <a:off x="250825" y="3930650"/>
            <a:ext cx="8569647" cy="50939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454291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8" name="Object 2">
            <a:extLst>
              <a:ext uri="{FF2B5EF4-FFF2-40B4-BE49-F238E27FC236}">
                <a16:creationId xmlns:a16="http://schemas.microsoft.com/office/drawing/2014/main" id="{EE8070CC-6EE3-49A5-763E-E4175AEDE8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33550" y="4699000"/>
          <a:ext cx="1735138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19" name="Equation" r:id="rId3" imgW="787400" imgH="698500" progId="Equation.DSMT4">
                  <p:embed/>
                </p:oleObj>
              </mc:Choice>
              <mc:Fallback>
                <p:oleObj name="Equation" r:id="rId3" imgW="787400" imgH="698500" progId="Equation.DSMT4">
                  <p:embed/>
                  <p:pic>
                    <p:nvPicPr>
                      <p:cNvPr id="50178" name="Object 2">
                        <a:extLst>
                          <a:ext uri="{FF2B5EF4-FFF2-40B4-BE49-F238E27FC236}">
                            <a16:creationId xmlns:a16="http://schemas.microsoft.com/office/drawing/2014/main" id="{EE8070CC-6EE3-49A5-763E-E4175AEDE8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0" y="4699000"/>
                        <a:ext cx="1735138" cy="1538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5" name="Rectangle 3">
            <a:extLst>
              <a:ext uri="{FF2B5EF4-FFF2-40B4-BE49-F238E27FC236}">
                <a16:creationId xmlns:a16="http://schemas.microsoft.com/office/drawing/2014/main" id="{2BA147D0-3C76-C6D2-70AE-9A8BF0F91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1157288"/>
            <a:ext cx="488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p:graphicFrame>
        <p:nvGraphicFramePr>
          <p:cNvPr id="69636" name="Object 4">
            <a:extLst>
              <a:ext uri="{FF2B5EF4-FFF2-40B4-BE49-F238E27FC236}">
                <a16:creationId xmlns:a16="http://schemas.microsoft.com/office/drawing/2014/main" id="{FC6A04FD-23EA-3528-EFA3-17D9885232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404813"/>
          <a:ext cx="5624512" cy="204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20" name="Equation" r:id="rId5" imgW="2552700" imgH="927100" progId="Equation.DSMT4">
                  <p:embed/>
                </p:oleObj>
              </mc:Choice>
              <mc:Fallback>
                <p:oleObj name="Equation" r:id="rId5" imgW="2552700" imgH="927100" progId="Equation.DSMT4">
                  <p:embed/>
                  <p:pic>
                    <p:nvPicPr>
                      <p:cNvPr id="69636" name="Object 4">
                        <a:extLst>
                          <a:ext uri="{FF2B5EF4-FFF2-40B4-BE49-F238E27FC236}">
                            <a16:creationId xmlns:a16="http://schemas.microsoft.com/office/drawing/2014/main" id="{FC6A04FD-23EA-3528-EFA3-17D9885232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04813"/>
                        <a:ext cx="5624512" cy="204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>
            <a:extLst>
              <a:ext uri="{FF2B5EF4-FFF2-40B4-BE49-F238E27FC236}">
                <a16:creationId xmlns:a16="http://schemas.microsoft.com/office/drawing/2014/main" id="{69D53C90-94B6-308C-9105-F266932A5DF3}"/>
              </a:ext>
            </a:extLst>
          </p:cNvPr>
          <p:cNvGrpSpPr>
            <a:grpSpLocks/>
          </p:cNvGrpSpPr>
          <p:nvPr/>
        </p:nvGrpSpPr>
        <p:grpSpPr bwMode="auto">
          <a:xfrm>
            <a:off x="444500" y="3048000"/>
            <a:ext cx="1223963" cy="965200"/>
            <a:chOff x="4105" y="598"/>
            <a:chExt cx="771" cy="608"/>
          </a:xfrm>
        </p:grpSpPr>
        <p:graphicFrame>
          <p:nvGraphicFramePr>
            <p:cNvPr id="69651" name="Object 6">
              <a:extLst>
                <a:ext uri="{FF2B5EF4-FFF2-40B4-BE49-F238E27FC236}">
                  <a16:creationId xmlns:a16="http://schemas.microsoft.com/office/drawing/2014/main" id="{4BE27537-0F85-98CB-5FFB-374C8CF85E2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29" y="598"/>
            <a:ext cx="546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821" name="Equation" r:id="rId7" imgW="393529" imgH="228501" progId="Equation.DSMT4">
                    <p:embed/>
                  </p:oleObj>
                </mc:Choice>
                <mc:Fallback>
                  <p:oleObj name="Equation" r:id="rId7" imgW="393529" imgH="228501" progId="Equation.DSMT4">
                    <p:embed/>
                    <p:pic>
                      <p:nvPicPr>
                        <p:cNvPr id="69651" name="Object 6">
                          <a:extLst>
                            <a:ext uri="{FF2B5EF4-FFF2-40B4-BE49-F238E27FC236}">
                              <a16:creationId xmlns:a16="http://schemas.microsoft.com/office/drawing/2014/main" id="{4BE27537-0F85-98CB-5FFB-374C8CF85E2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9" y="598"/>
                          <a:ext cx="546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9652" name="Group 7">
              <a:extLst>
                <a:ext uri="{FF2B5EF4-FFF2-40B4-BE49-F238E27FC236}">
                  <a16:creationId xmlns:a16="http://schemas.microsoft.com/office/drawing/2014/main" id="{3316C244-864C-9A74-A6C2-A211861E04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05" y="885"/>
              <a:ext cx="771" cy="40"/>
              <a:chOff x="4105" y="885"/>
              <a:chExt cx="771" cy="40"/>
            </a:xfrm>
          </p:grpSpPr>
          <p:sp>
            <p:nvSpPr>
              <p:cNvPr id="69654" name="Line 8">
                <a:extLst>
                  <a:ext uri="{FF2B5EF4-FFF2-40B4-BE49-F238E27FC236}">
                    <a16:creationId xmlns:a16="http://schemas.microsoft.com/office/drawing/2014/main" id="{F7FC49A6-DEA4-2DC5-8056-5933FA77C8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5" y="885"/>
                <a:ext cx="77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9655" name="Line 9">
                <a:extLst>
                  <a:ext uri="{FF2B5EF4-FFF2-40B4-BE49-F238E27FC236}">
                    <a16:creationId xmlns:a16="http://schemas.microsoft.com/office/drawing/2014/main" id="{AA61B5E3-8933-DCED-8D01-46AB29A247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5" y="925"/>
                <a:ext cx="77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aphicFrame>
          <p:nvGraphicFramePr>
            <p:cNvPr id="69653" name="Object 10">
              <a:extLst>
                <a:ext uri="{FF2B5EF4-FFF2-40B4-BE49-F238E27FC236}">
                  <a16:creationId xmlns:a16="http://schemas.microsoft.com/office/drawing/2014/main" id="{89BDBBDF-7593-78C7-F800-3D8C5E98710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38" y="890"/>
            <a:ext cx="528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822" name="Equation" r:id="rId9" imgW="381000" imgH="228600" progId="Equation.DSMT4">
                    <p:embed/>
                  </p:oleObj>
                </mc:Choice>
                <mc:Fallback>
                  <p:oleObj name="Equation" r:id="rId9" imgW="381000" imgH="228600" progId="Equation.DSMT4">
                    <p:embed/>
                    <p:pic>
                      <p:nvPicPr>
                        <p:cNvPr id="69653" name="Object 10">
                          <a:extLst>
                            <a:ext uri="{FF2B5EF4-FFF2-40B4-BE49-F238E27FC236}">
                              <a16:creationId xmlns:a16="http://schemas.microsoft.com/office/drawing/2014/main" id="{89BDBBDF-7593-78C7-F800-3D8C5E98710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8" y="890"/>
                          <a:ext cx="528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0187" name="Object 11">
            <a:extLst>
              <a:ext uri="{FF2B5EF4-FFF2-40B4-BE49-F238E27FC236}">
                <a16:creationId xmlns:a16="http://schemas.microsoft.com/office/drawing/2014/main" id="{511EBE6B-E308-1A84-A580-6D2397A131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33550" y="2509838"/>
          <a:ext cx="2378075" cy="204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23" name="Equation" r:id="rId11" imgW="1079500" imgH="927100" progId="Equation.DSMT4">
                  <p:embed/>
                </p:oleObj>
              </mc:Choice>
              <mc:Fallback>
                <p:oleObj name="Equation" r:id="rId11" imgW="1079500" imgH="927100" progId="Equation.DSMT4">
                  <p:embed/>
                  <p:pic>
                    <p:nvPicPr>
                      <p:cNvPr id="50187" name="Object 11">
                        <a:extLst>
                          <a:ext uri="{FF2B5EF4-FFF2-40B4-BE49-F238E27FC236}">
                            <a16:creationId xmlns:a16="http://schemas.microsoft.com/office/drawing/2014/main" id="{511EBE6B-E308-1A84-A580-6D2397A131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0" y="2509838"/>
                        <a:ext cx="2378075" cy="204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8" name="Line 12">
            <a:extLst>
              <a:ext uri="{FF2B5EF4-FFF2-40B4-BE49-F238E27FC236}">
                <a16:creationId xmlns:a16="http://schemas.microsoft.com/office/drawing/2014/main" id="{B6EDD5E3-5B4C-9710-C5A4-CBDA10E9D24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5150" y="5949950"/>
            <a:ext cx="1512888" cy="0"/>
          </a:xfrm>
          <a:prstGeom prst="line">
            <a:avLst/>
          </a:prstGeom>
          <a:noFill/>
          <a:ln w="28575">
            <a:solidFill>
              <a:srgbClr val="FF33CC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189" name="Line 13">
            <a:extLst>
              <a:ext uri="{FF2B5EF4-FFF2-40B4-BE49-F238E27FC236}">
                <a16:creationId xmlns:a16="http://schemas.microsoft.com/office/drawing/2014/main" id="{1CBB0E13-BE93-309E-0452-50BFD3D202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4075" y="4724400"/>
            <a:ext cx="0" cy="1441450"/>
          </a:xfrm>
          <a:prstGeom prst="line">
            <a:avLst/>
          </a:prstGeom>
          <a:noFill/>
          <a:ln w="28575">
            <a:solidFill>
              <a:srgbClr val="FF33CC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50190" name="Object 14">
            <a:extLst>
              <a:ext uri="{FF2B5EF4-FFF2-40B4-BE49-F238E27FC236}">
                <a16:creationId xmlns:a16="http://schemas.microsoft.com/office/drawing/2014/main" id="{7674DB7C-01B5-1D85-BB27-C65BB0DBFD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7975" y="2762250"/>
          <a:ext cx="2182813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24" name="Equation" r:id="rId13" imgW="990600" imgH="698500" progId="Equation.DSMT4">
                  <p:embed/>
                </p:oleObj>
              </mc:Choice>
              <mc:Fallback>
                <p:oleObj name="Equation" r:id="rId13" imgW="990600" imgH="698500" progId="Equation.DSMT4">
                  <p:embed/>
                  <p:pic>
                    <p:nvPicPr>
                      <p:cNvPr id="50190" name="Object 14">
                        <a:extLst>
                          <a:ext uri="{FF2B5EF4-FFF2-40B4-BE49-F238E27FC236}">
                            <a16:creationId xmlns:a16="http://schemas.microsoft.com/office/drawing/2014/main" id="{7674DB7C-01B5-1D85-BB27-C65BB0DBFD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7975" y="2762250"/>
                        <a:ext cx="2182813" cy="1538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5">
            <a:extLst>
              <a:ext uri="{FF2B5EF4-FFF2-40B4-BE49-F238E27FC236}">
                <a16:creationId xmlns:a16="http://schemas.microsoft.com/office/drawing/2014/main" id="{5A53A5A6-C163-75C2-043E-5BC55D686BF3}"/>
              </a:ext>
            </a:extLst>
          </p:cNvPr>
          <p:cNvGrpSpPr>
            <a:grpSpLocks/>
          </p:cNvGrpSpPr>
          <p:nvPr/>
        </p:nvGrpSpPr>
        <p:grpSpPr bwMode="auto">
          <a:xfrm>
            <a:off x="444500" y="4941888"/>
            <a:ext cx="1223963" cy="519112"/>
            <a:chOff x="4241" y="2024"/>
            <a:chExt cx="771" cy="327"/>
          </a:xfrm>
        </p:grpSpPr>
        <p:graphicFrame>
          <p:nvGraphicFramePr>
            <p:cNvPr id="69647" name="Object 16">
              <a:extLst>
                <a:ext uri="{FF2B5EF4-FFF2-40B4-BE49-F238E27FC236}">
                  <a16:creationId xmlns:a16="http://schemas.microsoft.com/office/drawing/2014/main" id="{50D0695C-7338-B062-C661-CB31626DE3C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48" y="2024"/>
            <a:ext cx="581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825" name="Equation" r:id="rId15" imgW="419100" imgH="228600" progId="Equation.DSMT4">
                    <p:embed/>
                  </p:oleObj>
                </mc:Choice>
                <mc:Fallback>
                  <p:oleObj name="Equation" r:id="rId15" imgW="419100" imgH="228600" progId="Equation.DSMT4">
                    <p:embed/>
                    <p:pic>
                      <p:nvPicPr>
                        <p:cNvPr id="69647" name="Object 16">
                          <a:extLst>
                            <a:ext uri="{FF2B5EF4-FFF2-40B4-BE49-F238E27FC236}">
                              <a16:creationId xmlns:a16="http://schemas.microsoft.com/office/drawing/2014/main" id="{50D0695C-7338-B062-C661-CB31626DE3C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8" y="2024"/>
                          <a:ext cx="581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9648" name="Group 17">
              <a:extLst>
                <a:ext uri="{FF2B5EF4-FFF2-40B4-BE49-F238E27FC236}">
                  <a16:creationId xmlns:a16="http://schemas.microsoft.com/office/drawing/2014/main" id="{EF83205B-24DD-717F-3CA8-9AD0FB7B15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41" y="2311"/>
              <a:ext cx="771" cy="40"/>
              <a:chOff x="4105" y="885"/>
              <a:chExt cx="771" cy="40"/>
            </a:xfrm>
          </p:grpSpPr>
          <p:sp>
            <p:nvSpPr>
              <p:cNvPr id="69649" name="Line 18">
                <a:extLst>
                  <a:ext uri="{FF2B5EF4-FFF2-40B4-BE49-F238E27FC236}">
                    <a16:creationId xmlns:a16="http://schemas.microsoft.com/office/drawing/2014/main" id="{8E74A312-680D-3637-78BA-0477DB014F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5" y="885"/>
                <a:ext cx="77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9650" name="Line 19">
                <a:extLst>
                  <a:ext uri="{FF2B5EF4-FFF2-40B4-BE49-F238E27FC236}">
                    <a16:creationId xmlns:a16="http://schemas.microsoft.com/office/drawing/2014/main" id="{E387CAB8-06E7-4D90-21AB-5A658471F9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5" y="925"/>
                <a:ext cx="77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50196" name="Object 20">
            <a:extLst>
              <a:ext uri="{FF2B5EF4-FFF2-40B4-BE49-F238E27FC236}">
                <a16:creationId xmlns:a16="http://schemas.microsoft.com/office/drawing/2014/main" id="{3DE559DA-6F69-0CE2-D62C-8D4BDDB450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71863" y="4951413"/>
          <a:ext cx="1316037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26" name="Equation" r:id="rId17" imgW="596900" imgH="469900" progId="Equation.DSMT4">
                  <p:embed/>
                </p:oleObj>
              </mc:Choice>
              <mc:Fallback>
                <p:oleObj name="Equation" r:id="rId17" imgW="596900" imgH="469900" progId="Equation.DSMT4">
                  <p:embed/>
                  <p:pic>
                    <p:nvPicPr>
                      <p:cNvPr id="50196" name="Object 20">
                        <a:extLst>
                          <a:ext uri="{FF2B5EF4-FFF2-40B4-BE49-F238E27FC236}">
                            <a16:creationId xmlns:a16="http://schemas.microsoft.com/office/drawing/2014/main" id="{3DE559DA-6F69-0CE2-D62C-8D4BDDB450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1863" y="4951413"/>
                        <a:ext cx="1316037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7" name="Object 21">
            <a:extLst>
              <a:ext uri="{FF2B5EF4-FFF2-40B4-BE49-F238E27FC236}">
                <a16:creationId xmlns:a16="http://schemas.microsoft.com/office/drawing/2014/main" id="{B2CB4590-4644-AC11-FF10-1036763F9E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5272088"/>
          <a:ext cx="61595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27" name="Equation" r:id="rId19" imgW="279158" imgH="177646" progId="Equation.DSMT4">
                  <p:embed/>
                </p:oleObj>
              </mc:Choice>
              <mc:Fallback>
                <p:oleObj name="Equation" r:id="rId19" imgW="279158" imgH="177646" progId="Equation.DSMT4">
                  <p:embed/>
                  <p:pic>
                    <p:nvPicPr>
                      <p:cNvPr id="50197" name="Object 21">
                        <a:extLst>
                          <a:ext uri="{FF2B5EF4-FFF2-40B4-BE49-F238E27FC236}">
                            <a16:creationId xmlns:a16="http://schemas.microsoft.com/office/drawing/2014/main" id="{B2CB4590-4644-AC11-FF10-1036763F9E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5272088"/>
                        <a:ext cx="61595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8" name="Line 22">
            <a:extLst>
              <a:ext uri="{FF2B5EF4-FFF2-40B4-BE49-F238E27FC236}">
                <a16:creationId xmlns:a16="http://schemas.microsoft.com/office/drawing/2014/main" id="{4E5B3D41-6146-AEFA-E3E4-98D6E569D90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5150" y="2781300"/>
            <a:ext cx="2160588" cy="0"/>
          </a:xfrm>
          <a:prstGeom prst="line">
            <a:avLst/>
          </a:prstGeom>
          <a:noFill/>
          <a:ln w="28575">
            <a:solidFill>
              <a:srgbClr val="FF33CC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199" name="Line 23">
            <a:extLst>
              <a:ext uri="{FF2B5EF4-FFF2-40B4-BE49-F238E27FC236}">
                <a16:creationId xmlns:a16="http://schemas.microsoft.com/office/drawing/2014/main" id="{BC1286FC-2DDB-4A0C-E5D0-6CC5FBFB70C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0725" y="2636838"/>
            <a:ext cx="0" cy="1800225"/>
          </a:xfrm>
          <a:prstGeom prst="line">
            <a:avLst/>
          </a:prstGeom>
          <a:noFill/>
          <a:ln w="28575">
            <a:solidFill>
              <a:srgbClr val="FF33CC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21210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0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0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0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2" name="Object 2">
            <a:extLst>
              <a:ext uri="{FF2B5EF4-FFF2-40B4-BE49-F238E27FC236}">
                <a16:creationId xmlns:a16="http://schemas.microsoft.com/office/drawing/2014/main" id="{CEF27459-B95D-9952-9D0C-695916AD21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1760538"/>
          <a:ext cx="2825750" cy="204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41" name="Equation" r:id="rId3" imgW="1282700" imgH="927100" progId="Equation.DSMT4">
                  <p:embed/>
                </p:oleObj>
              </mc:Choice>
              <mc:Fallback>
                <p:oleObj name="Equation" r:id="rId3" imgW="1282700" imgH="927100" progId="Equation.DSMT4">
                  <p:embed/>
                  <p:pic>
                    <p:nvPicPr>
                      <p:cNvPr id="51202" name="Object 2">
                        <a:extLst>
                          <a:ext uri="{FF2B5EF4-FFF2-40B4-BE49-F238E27FC236}">
                            <a16:creationId xmlns:a16="http://schemas.microsoft.com/office/drawing/2014/main" id="{CEF27459-B95D-9952-9D0C-695916AD21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760538"/>
                        <a:ext cx="2825750" cy="204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3" name="Object 3">
            <a:extLst>
              <a:ext uri="{FF2B5EF4-FFF2-40B4-BE49-F238E27FC236}">
                <a16:creationId xmlns:a16="http://schemas.microsoft.com/office/drawing/2014/main" id="{2B37ECBA-FB7D-4B62-B8BE-7AFD3E186C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7638" y="4365625"/>
          <a:ext cx="1958975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42" name="Equation" r:id="rId5" imgW="889000" imgH="698500" progId="Equation.DSMT4">
                  <p:embed/>
                </p:oleObj>
              </mc:Choice>
              <mc:Fallback>
                <p:oleObj name="Equation" r:id="rId5" imgW="889000" imgH="698500" progId="Equation.DSMT4">
                  <p:embed/>
                  <p:pic>
                    <p:nvPicPr>
                      <p:cNvPr id="51203" name="Object 3">
                        <a:extLst>
                          <a:ext uri="{FF2B5EF4-FFF2-40B4-BE49-F238E27FC236}">
                            <a16:creationId xmlns:a16="http://schemas.microsoft.com/office/drawing/2014/main" id="{2B37ECBA-FB7D-4B62-B8BE-7AFD3E186C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7638" y="4365625"/>
                        <a:ext cx="1958975" cy="1538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BD64E904-A319-BD75-AD64-2A124DE2E6CC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2301875"/>
            <a:ext cx="1223963" cy="519113"/>
            <a:chOff x="2185" y="1920"/>
            <a:chExt cx="771" cy="327"/>
          </a:xfrm>
        </p:grpSpPr>
        <p:graphicFrame>
          <p:nvGraphicFramePr>
            <p:cNvPr id="70672" name="Object 5">
              <a:extLst>
                <a:ext uri="{FF2B5EF4-FFF2-40B4-BE49-F238E27FC236}">
                  <a16:creationId xmlns:a16="http://schemas.microsoft.com/office/drawing/2014/main" id="{03D85890-CBF8-3AAF-3025-38B538A4119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09" y="1920"/>
            <a:ext cx="546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843" name="Equation" r:id="rId7" imgW="393529" imgH="228501" progId="Equation.DSMT4">
                    <p:embed/>
                  </p:oleObj>
                </mc:Choice>
                <mc:Fallback>
                  <p:oleObj name="Equation" r:id="rId7" imgW="393529" imgH="228501" progId="Equation.DSMT4">
                    <p:embed/>
                    <p:pic>
                      <p:nvPicPr>
                        <p:cNvPr id="70672" name="Object 5">
                          <a:extLst>
                            <a:ext uri="{FF2B5EF4-FFF2-40B4-BE49-F238E27FC236}">
                              <a16:creationId xmlns:a16="http://schemas.microsoft.com/office/drawing/2014/main" id="{03D85890-CBF8-3AAF-3025-38B538A4119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9" y="1920"/>
                          <a:ext cx="546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0673" name="Group 6">
              <a:extLst>
                <a:ext uri="{FF2B5EF4-FFF2-40B4-BE49-F238E27FC236}">
                  <a16:creationId xmlns:a16="http://schemas.microsoft.com/office/drawing/2014/main" id="{77F2AC53-92F2-92F7-C41E-2D35B2D39C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5" y="2207"/>
              <a:ext cx="771" cy="40"/>
              <a:chOff x="4105" y="885"/>
              <a:chExt cx="771" cy="40"/>
            </a:xfrm>
          </p:grpSpPr>
          <p:sp>
            <p:nvSpPr>
              <p:cNvPr id="70674" name="Line 7">
                <a:extLst>
                  <a:ext uri="{FF2B5EF4-FFF2-40B4-BE49-F238E27FC236}">
                    <a16:creationId xmlns:a16="http://schemas.microsoft.com/office/drawing/2014/main" id="{75C5A180-6B21-6FB5-C09C-DC3202A967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5" y="885"/>
                <a:ext cx="77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0675" name="Line 8">
                <a:extLst>
                  <a:ext uri="{FF2B5EF4-FFF2-40B4-BE49-F238E27FC236}">
                    <a16:creationId xmlns:a16="http://schemas.microsoft.com/office/drawing/2014/main" id="{6D7DA3C7-ECF0-7160-D16C-947379391E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5" y="925"/>
                <a:ext cx="77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51209" name="Object 9">
            <a:extLst>
              <a:ext uri="{FF2B5EF4-FFF2-40B4-BE49-F238E27FC236}">
                <a16:creationId xmlns:a16="http://schemas.microsoft.com/office/drawing/2014/main" id="{7B16D5A1-1324-3ACD-A1BE-53134D376B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0413" y="1760538"/>
          <a:ext cx="2378075" cy="204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44" name="Equation" r:id="rId9" imgW="1079500" imgH="927100" progId="Equation.DSMT4">
                  <p:embed/>
                </p:oleObj>
              </mc:Choice>
              <mc:Fallback>
                <p:oleObj name="Equation" r:id="rId9" imgW="1079500" imgH="927100" progId="Equation.DSMT4">
                  <p:embed/>
                  <p:pic>
                    <p:nvPicPr>
                      <p:cNvPr id="51209" name="Object 9">
                        <a:extLst>
                          <a:ext uri="{FF2B5EF4-FFF2-40B4-BE49-F238E27FC236}">
                            <a16:creationId xmlns:a16="http://schemas.microsoft.com/office/drawing/2014/main" id="{7B16D5A1-1324-3ACD-A1BE-53134D376B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0413" y="1760538"/>
                        <a:ext cx="2378075" cy="204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0" name="Object 10">
            <a:extLst>
              <a:ext uri="{FF2B5EF4-FFF2-40B4-BE49-F238E27FC236}">
                <a16:creationId xmlns:a16="http://schemas.microsoft.com/office/drawing/2014/main" id="{0FF9B2A6-0CCE-F7A9-1CD3-E3DA5A8867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4437063"/>
          <a:ext cx="2239962" cy="153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45" name="Equation" r:id="rId11" imgW="1016000" imgH="698500" progId="Equation.DSMT4">
                  <p:embed/>
                </p:oleObj>
              </mc:Choice>
              <mc:Fallback>
                <p:oleObj name="Equation" r:id="rId11" imgW="1016000" imgH="698500" progId="Equation.DSMT4">
                  <p:embed/>
                  <p:pic>
                    <p:nvPicPr>
                      <p:cNvPr id="51210" name="Object 10">
                        <a:extLst>
                          <a:ext uri="{FF2B5EF4-FFF2-40B4-BE49-F238E27FC236}">
                            <a16:creationId xmlns:a16="http://schemas.microsoft.com/office/drawing/2014/main" id="{0FF9B2A6-0CCE-F7A9-1CD3-E3DA5A8867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437063"/>
                        <a:ext cx="2239962" cy="1538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1">
            <a:extLst>
              <a:ext uri="{FF2B5EF4-FFF2-40B4-BE49-F238E27FC236}">
                <a16:creationId xmlns:a16="http://schemas.microsoft.com/office/drawing/2014/main" id="{A6A7D353-001D-055D-FE61-8BD1CB3D2B9C}"/>
              </a:ext>
            </a:extLst>
          </p:cNvPr>
          <p:cNvGrpSpPr>
            <a:grpSpLocks/>
          </p:cNvGrpSpPr>
          <p:nvPr/>
        </p:nvGrpSpPr>
        <p:grpSpPr bwMode="auto">
          <a:xfrm>
            <a:off x="2660650" y="4668838"/>
            <a:ext cx="1223963" cy="519112"/>
            <a:chOff x="4241" y="2024"/>
            <a:chExt cx="771" cy="327"/>
          </a:xfrm>
        </p:grpSpPr>
        <p:graphicFrame>
          <p:nvGraphicFramePr>
            <p:cNvPr id="70668" name="Object 12">
              <a:extLst>
                <a:ext uri="{FF2B5EF4-FFF2-40B4-BE49-F238E27FC236}">
                  <a16:creationId xmlns:a16="http://schemas.microsoft.com/office/drawing/2014/main" id="{FC3E64C1-A32E-39C2-19C5-94542C2EAC3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2" y="2024"/>
            <a:ext cx="634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846" name="Equation" r:id="rId13" imgW="457200" imgH="228600" progId="Equation.DSMT4">
                    <p:embed/>
                  </p:oleObj>
                </mc:Choice>
                <mc:Fallback>
                  <p:oleObj name="Equation" r:id="rId13" imgW="457200" imgH="228600" progId="Equation.DSMT4">
                    <p:embed/>
                    <p:pic>
                      <p:nvPicPr>
                        <p:cNvPr id="70668" name="Object 12">
                          <a:extLst>
                            <a:ext uri="{FF2B5EF4-FFF2-40B4-BE49-F238E27FC236}">
                              <a16:creationId xmlns:a16="http://schemas.microsoft.com/office/drawing/2014/main" id="{FC3E64C1-A32E-39C2-19C5-94542C2EAC3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2" y="2024"/>
                          <a:ext cx="634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0669" name="Group 13">
              <a:extLst>
                <a:ext uri="{FF2B5EF4-FFF2-40B4-BE49-F238E27FC236}">
                  <a16:creationId xmlns:a16="http://schemas.microsoft.com/office/drawing/2014/main" id="{D82DEFC0-B475-0892-F601-9FD92F11B1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41" y="2311"/>
              <a:ext cx="771" cy="40"/>
              <a:chOff x="4105" y="885"/>
              <a:chExt cx="771" cy="40"/>
            </a:xfrm>
          </p:grpSpPr>
          <p:sp>
            <p:nvSpPr>
              <p:cNvPr id="70670" name="Line 14">
                <a:extLst>
                  <a:ext uri="{FF2B5EF4-FFF2-40B4-BE49-F238E27FC236}">
                    <a16:creationId xmlns:a16="http://schemas.microsoft.com/office/drawing/2014/main" id="{D76C98C3-57B7-F13C-D680-1637826151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5" y="885"/>
                <a:ext cx="77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0671" name="Line 15">
                <a:extLst>
                  <a:ext uri="{FF2B5EF4-FFF2-40B4-BE49-F238E27FC236}">
                    <a16:creationId xmlns:a16="http://schemas.microsoft.com/office/drawing/2014/main" id="{3F999878-9F92-C343-AD41-5BDD759B8E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5" y="925"/>
                <a:ext cx="77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51216" name="Object 16">
            <a:extLst>
              <a:ext uri="{FF2B5EF4-FFF2-40B4-BE49-F238E27FC236}">
                <a16:creationId xmlns:a16="http://schemas.microsoft.com/office/drawing/2014/main" id="{4C95D88F-8270-38F1-F4CD-3D7FFF5699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00738" y="4940300"/>
          <a:ext cx="61595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47" name="Equation" r:id="rId15" imgW="279158" imgH="177646" progId="Equation.DSMT4">
                  <p:embed/>
                </p:oleObj>
              </mc:Choice>
              <mc:Fallback>
                <p:oleObj name="Equation" r:id="rId15" imgW="279158" imgH="177646" progId="Equation.DSMT4">
                  <p:embed/>
                  <p:pic>
                    <p:nvPicPr>
                      <p:cNvPr id="51216" name="Object 16">
                        <a:extLst>
                          <a:ext uri="{FF2B5EF4-FFF2-40B4-BE49-F238E27FC236}">
                            <a16:creationId xmlns:a16="http://schemas.microsoft.com/office/drawing/2014/main" id="{4C95D88F-8270-38F1-F4CD-3D7FFF5699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738" y="4940300"/>
                        <a:ext cx="61595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7" name="Object 17">
            <a:extLst>
              <a:ext uri="{FF2B5EF4-FFF2-40B4-BE49-F238E27FC236}">
                <a16:creationId xmlns:a16="http://schemas.microsoft.com/office/drawing/2014/main" id="{C57611A4-41D2-BDFA-7DDF-EF0E66499B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5338" y="950638"/>
          <a:ext cx="63246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48" name="Equation" r:id="rId17" imgW="2870200" imgH="228600" progId="Equation.DSMT4">
                  <p:embed/>
                </p:oleObj>
              </mc:Choice>
              <mc:Fallback>
                <p:oleObj name="Equation" r:id="rId17" imgW="2870200" imgH="228600" progId="Equation.DSMT4">
                  <p:embed/>
                  <p:pic>
                    <p:nvPicPr>
                      <p:cNvPr id="51217" name="Object 17">
                        <a:extLst>
                          <a:ext uri="{FF2B5EF4-FFF2-40B4-BE49-F238E27FC236}">
                            <a16:creationId xmlns:a16="http://schemas.microsoft.com/office/drawing/2014/main" id="{C57611A4-41D2-BDFA-7DDF-EF0E66499B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338" y="950638"/>
                        <a:ext cx="632460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8" name="Line 18">
            <a:extLst>
              <a:ext uri="{FF2B5EF4-FFF2-40B4-BE49-F238E27FC236}">
                <a16:creationId xmlns:a16="http://schemas.microsoft.com/office/drawing/2014/main" id="{B95144D4-B7A1-361D-6C26-9434143EA6A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0588" y="3573463"/>
            <a:ext cx="2160587" cy="0"/>
          </a:xfrm>
          <a:prstGeom prst="line">
            <a:avLst/>
          </a:prstGeom>
          <a:noFill/>
          <a:ln w="28575">
            <a:solidFill>
              <a:srgbClr val="FF33CC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1219" name="Line 19">
            <a:extLst>
              <a:ext uri="{FF2B5EF4-FFF2-40B4-BE49-F238E27FC236}">
                <a16:creationId xmlns:a16="http://schemas.microsoft.com/office/drawing/2014/main" id="{FCCCC8CF-16B4-C5C3-65B7-D35149B7DF0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0063" y="1882775"/>
            <a:ext cx="0" cy="1906588"/>
          </a:xfrm>
          <a:prstGeom prst="line">
            <a:avLst/>
          </a:prstGeom>
          <a:noFill/>
          <a:ln w="28575">
            <a:solidFill>
              <a:srgbClr val="FF33CC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047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65393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利用行列式按行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列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展开法则计算行列式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8D58C5E-42A0-5CEF-A53D-0237D08A2DA1}"/>
              </a:ext>
            </a:extLst>
          </p:cNvPr>
          <p:cNvSpPr txBox="1"/>
          <p:nvPr/>
        </p:nvSpPr>
        <p:spPr>
          <a:xfrm>
            <a:off x="259232" y="850973"/>
            <a:ext cx="42238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1.15 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设四阶行列式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83EDCD7-08BC-4C45-2B48-D6AD79980A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1491075"/>
              </p:ext>
            </p:extLst>
          </p:nvPr>
        </p:nvGraphicFramePr>
        <p:xfrm>
          <a:off x="3039735" y="1403277"/>
          <a:ext cx="3306849" cy="2276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5" name="Equation" r:id="rId4" imgW="1143000" imgH="787320" progId="Equation.DSMT4">
                  <p:embed/>
                </p:oleObj>
              </mc:Choice>
              <mc:Fallback>
                <p:oleObj name="Equation" r:id="rId4" imgW="114300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39735" y="1403277"/>
                        <a:ext cx="3306849" cy="22767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52B75BF-BF47-FF01-9A37-E2030294EF18}"/>
                  </a:ext>
                </a:extLst>
              </p:cNvPr>
              <p:cNvSpPr txBox="1"/>
              <p:nvPr/>
            </p:nvSpPr>
            <p:spPr>
              <a:xfrm>
                <a:off x="259232" y="3780792"/>
                <a:ext cx="8538262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求</a:t>
                </a:r>
                <a:r>
                  <a:rPr lang="en-US" altLang="zh-CN" b="1" i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b="1" baseline="-25000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21</a:t>
                </a:r>
                <a:r>
                  <a:rPr lang="en-US" altLang="zh-CN" b="1" i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+ M</a:t>
                </a:r>
                <a:r>
                  <a:rPr lang="en-US" altLang="zh-CN" b="1" baseline="-25000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22</a:t>
                </a:r>
                <a:r>
                  <a:rPr lang="en-US" altLang="zh-CN" b="1" i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+ M</a:t>
                </a:r>
                <a:r>
                  <a:rPr lang="en-US" altLang="zh-CN" b="1" baseline="-25000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23</a:t>
                </a:r>
                <a:r>
                  <a:rPr lang="en-US" altLang="zh-CN" b="1" i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+ M</a:t>
                </a:r>
                <a:r>
                  <a:rPr lang="en-US" altLang="zh-CN" b="1" baseline="-25000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24 </a:t>
                </a:r>
                <a:r>
                  <a:rPr lang="en-US" altLang="zh-CN" b="1" i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, A</a:t>
                </a:r>
                <a:r>
                  <a:rPr lang="en-US" altLang="zh-CN" b="1" baseline="-25000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13</a:t>
                </a:r>
                <a:r>
                  <a:rPr lang="en-US" altLang="zh-CN" b="1" i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+ A</a:t>
                </a:r>
                <a:r>
                  <a:rPr lang="en-US" altLang="zh-CN" b="1" baseline="-25000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23</a:t>
                </a:r>
                <a:r>
                  <a:rPr lang="en-US" altLang="zh-CN" b="1" i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+ A</a:t>
                </a:r>
                <a:r>
                  <a:rPr lang="en-US" altLang="zh-CN" b="1" baseline="-25000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33</a:t>
                </a:r>
                <a:r>
                  <a:rPr lang="en-US" altLang="zh-CN" b="1" i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+ A</a:t>
                </a:r>
                <a:r>
                  <a:rPr lang="en-US" altLang="zh-CN" b="1" baseline="-25000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43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b="1" dirty="0">
                    <a:ea typeface="华文中宋" panose="02010600040101010101" pitchFamily="2" charset="-122"/>
                    <a:cs typeface="Times New Roman" panose="02020603050405020304" pitchFamily="18" charset="0"/>
                  </a:rPr>
                  <a:t>及</a:t>
                </a:r>
                <a:endParaRPr lang="en-US" altLang="zh-CN" b="1" dirty="0"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en-US" altLang="zh-CN" b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b="1" i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b="1" baseline="-25000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13</a:t>
                </a:r>
                <a:r>
                  <a:rPr lang="en-US" altLang="zh-CN" b="1" i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-A</a:t>
                </a:r>
                <a:r>
                  <a:rPr lang="en-US" altLang="zh-CN" b="1" baseline="-25000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23</a:t>
                </a:r>
                <a:r>
                  <a:rPr lang="en-US" altLang="zh-CN" b="1" i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+</a:t>
                </a:r>
                <a:r>
                  <a:rPr lang="en-US" altLang="zh-CN" b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b="1" i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b="1" baseline="-25000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33</a:t>
                </a:r>
                <a:r>
                  <a:rPr lang="en-US" altLang="zh-CN" b="1" i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+</a:t>
                </a:r>
                <a:r>
                  <a:rPr lang="en-US" altLang="zh-CN" b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b="1" i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b="1" baseline="-25000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43</a:t>
                </a:r>
                <a:r>
                  <a:rPr lang="en-US" altLang="zh-CN" b="1" dirty="0">
                    <a:ea typeface="华文中宋" panose="0201060004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en-US" b="1" dirty="0"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52B75BF-BF47-FF01-9A37-E2030294E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32" y="3780792"/>
                <a:ext cx="8538262" cy="954107"/>
              </a:xfrm>
              <a:prstGeom prst="rect">
                <a:avLst/>
              </a:prstGeom>
              <a:blipFill>
                <a:blip r:embed="rId6"/>
                <a:stretch>
                  <a:fillRect l="-1335" t="-6579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4059676"/>
      </p:ext>
    </p:extLst>
  </p:cSld>
  <p:clrMapOvr>
    <a:masterClrMapping/>
  </p:clrMapOvr>
  <p:transition spd="slow">
    <p:split orient="vert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24" y="3252"/>
            <a:ext cx="787560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利用行列式按行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列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展开法则计算行列式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A0440D-1D84-ED70-6E8B-BCC8D7A89B64}"/>
              </a:ext>
            </a:extLst>
          </p:cNvPr>
          <p:cNvSpPr txBox="1"/>
          <p:nvPr/>
        </p:nvSpPr>
        <p:spPr>
          <a:xfrm>
            <a:off x="827584" y="1049973"/>
            <a:ext cx="63904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由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代数余子式的定义及定理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1.2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可得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0900876-1106-FF37-6127-97E8417748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1895688"/>
              </p:ext>
            </p:extLst>
          </p:nvPr>
        </p:nvGraphicFramePr>
        <p:xfrm>
          <a:off x="909246" y="1792734"/>
          <a:ext cx="3533432" cy="5232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3" name="Equation" r:id="rId4" imgW="1549080" imgH="228600" progId="Equation.DSMT4">
                  <p:embed/>
                </p:oleObj>
              </mc:Choice>
              <mc:Fallback>
                <p:oleObj name="Equation" r:id="rId4" imgW="15490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09246" y="1792734"/>
                        <a:ext cx="3533432" cy="5232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5F40D7AC-1A97-6DF2-F7AA-59CD404276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2669750"/>
              </p:ext>
            </p:extLst>
          </p:nvPr>
        </p:nvGraphicFramePr>
        <p:xfrm>
          <a:off x="595201" y="2256092"/>
          <a:ext cx="3976800" cy="584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4" name="Equation" r:id="rId6" imgW="1562040" imgH="228600" progId="Equation.DSMT4">
                  <p:embed/>
                </p:oleObj>
              </mc:Choice>
              <mc:Fallback>
                <p:oleObj name="Equation" r:id="rId6" imgW="1562040" imgH="2286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10900876-1106-FF37-6127-97E8417748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95201" y="2256092"/>
                        <a:ext cx="3976800" cy="5840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B088788-480E-0F63-9F5C-A89E7FB238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3161607"/>
              </p:ext>
            </p:extLst>
          </p:nvPr>
        </p:nvGraphicFramePr>
        <p:xfrm>
          <a:off x="3275856" y="2764895"/>
          <a:ext cx="2900625" cy="1762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5" name="Equation" r:id="rId8" imgW="1295280" imgH="787320" progId="Equation.DSMT4">
                  <p:embed/>
                </p:oleObj>
              </mc:Choice>
              <mc:Fallback>
                <p:oleObj name="Equation" r:id="rId8" imgW="1295280" imgH="7873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10900876-1106-FF37-6127-97E8417748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275856" y="2764895"/>
                        <a:ext cx="2900625" cy="17626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4B431B13-D15C-8B0E-2496-1E417D8BE1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3160685"/>
              </p:ext>
            </p:extLst>
          </p:nvPr>
        </p:nvGraphicFramePr>
        <p:xfrm>
          <a:off x="6139791" y="2838168"/>
          <a:ext cx="2254276" cy="1689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6" name="Equation" r:id="rId10" imgW="812520" imgH="609480" progId="Equation.DSMT4">
                  <p:embed/>
                </p:oleObj>
              </mc:Choice>
              <mc:Fallback>
                <p:oleObj name="Equation" r:id="rId10" imgW="812520" imgH="6094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10900876-1106-FF37-6127-97E8417748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139791" y="2838168"/>
                        <a:ext cx="2254276" cy="16893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1AEA735-36A0-E309-6070-AF8A28D142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8603646"/>
              </p:ext>
            </p:extLst>
          </p:nvPr>
        </p:nvGraphicFramePr>
        <p:xfrm>
          <a:off x="595200" y="4647890"/>
          <a:ext cx="2805461" cy="15311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7" name="Equation" r:id="rId12" imgW="1117440" imgH="609480" progId="Equation.DSMT4">
                  <p:embed/>
                </p:oleObj>
              </mc:Choice>
              <mc:Fallback>
                <p:oleObj name="Equation" r:id="rId12" imgW="1117440" imgH="6094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10900876-1106-FF37-6127-97E8417748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95200" y="4647890"/>
                        <a:ext cx="2805461" cy="15311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1FDF0666-9F36-6D57-178C-1E2CA79909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4959585"/>
              </p:ext>
            </p:extLst>
          </p:nvPr>
        </p:nvGraphicFramePr>
        <p:xfrm>
          <a:off x="3355975" y="5175250"/>
          <a:ext cx="65405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8" name="Equation" r:id="rId14" imgW="279360" imgH="203040" progId="Equation.DSMT4">
                  <p:embed/>
                </p:oleObj>
              </mc:Choice>
              <mc:Fallback>
                <p:oleObj name="Equation" r:id="rId14" imgW="279360" imgH="2030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10900876-1106-FF37-6127-97E8417748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355975" y="5175250"/>
                        <a:ext cx="654050" cy="477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53D85338-8698-595E-EBB9-B2600EC2AD49}"/>
              </a:ext>
            </a:extLst>
          </p:cNvPr>
          <p:cNvSpPr txBox="1"/>
          <p:nvPr/>
        </p:nvSpPr>
        <p:spPr>
          <a:xfrm>
            <a:off x="281154" y="1049973"/>
            <a:ext cx="6280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  <a:endParaRPr lang="zh-CN" altLang="en-US" b="1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0C18FF0-0EA5-2636-9FA5-09645B76DA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5084295"/>
              </p:ext>
            </p:extLst>
          </p:nvPr>
        </p:nvGraphicFramePr>
        <p:xfrm>
          <a:off x="595200" y="2764895"/>
          <a:ext cx="2587145" cy="1828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9" name="Equation" r:id="rId16" imgW="1117440" imgH="787320" progId="Equation.DSMT4">
                  <p:embed/>
                </p:oleObj>
              </mc:Choice>
              <mc:Fallback>
                <p:oleObj name="Equation" r:id="rId16" imgW="1117440" imgH="7873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5F40D7AC-1A97-6DF2-F7AA-59CD404276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95200" y="2764895"/>
                        <a:ext cx="2587145" cy="18281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6714545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230" y="0"/>
            <a:ext cx="779795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利用行列式按行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列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展开法则计算行列式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1FDF0666-9F36-6D57-178C-1E2CA79909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2011574"/>
              </p:ext>
            </p:extLst>
          </p:nvPr>
        </p:nvGraphicFramePr>
        <p:xfrm>
          <a:off x="450850" y="692696"/>
          <a:ext cx="30257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49" name="Equation" r:id="rId4" imgW="1333440" imgH="228600" progId="Equation.DSMT4">
                  <p:embed/>
                </p:oleObj>
              </mc:Choice>
              <mc:Fallback>
                <p:oleObj name="Equation" r:id="rId4" imgW="1333440" imgH="2286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1FDF0666-9F36-6D57-178C-1E2CA79909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0850" y="692696"/>
                        <a:ext cx="3025775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076E9BA9-C476-3BBC-35DC-AD842AADA3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1575638"/>
              </p:ext>
            </p:extLst>
          </p:nvPr>
        </p:nvGraphicFramePr>
        <p:xfrm>
          <a:off x="125756" y="1144399"/>
          <a:ext cx="498475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50" name="Equation" r:id="rId6" imgW="2197080" imgH="228600" progId="Equation.DSMT4">
                  <p:embed/>
                </p:oleObj>
              </mc:Choice>
              <mc:Fallback>
                <p:oleObj name="Equation" r:id="rId6" imgW="2197080" imgH="2286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1FDF0666-9F36-6D57-178C-1E2CA79909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5756" y="1144399"/>
                        <a:ext cx="4984750" cy="522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70A05CC-390C-76E8-B98E-B5841E14A4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288125"/>
              </p:ext>
            </p:extLst>
          </p:nvPr>
        </p:nvGraphicFramePr>
        <p:xfrm>
          <a:off x="125756" y="1658366"/>
          <a:ext cx="2103438" cy="179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51" name="Equation" r:id="rId8" imgW="927000" imgH="787320" progId="Equation.DSMT4">
                  <p:embed/>
                </p:oleObj>
              </mc:Choice>
              <mc:Fallback>
                <p:oleObj name="Equation" r:id="rId8" imgW="927000" imgH="7873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1FDF0666-9F36-6D57-178C-1E2CA79909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5756" y="1658366"/>
                        <a:ext cx="2103438" cy="179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013F09F-D96E-6458-20A9-BFE95743D9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1480666"/>
              </p:ext>
            </p:extLst>
          </p:nvPr>
        </p:nvGraphicFramePr>
        <p:xfrm>
          <a:off x="2185988" y="2279243"/>
          <a:ext cx="631825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52" name="Equation" r:id="rId10" imgW="279360" imgH="203040" progId="Equation.DSMT4">
                  <p:embed/>
                </p:oleObj>
              </mc:Choice>
              <mc:Fallback>
                <p:oleObj name="Equation" r:id="rId10" imgW="279360" imgH="20304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1FDF0666-9F36-6D57-178C-1E2CA79909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85988" y="2279243"/>
                        <a:ext cx="631825" cy="465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67B67CA-A200-688D-C048-E846126BDD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3529071"/>
              </p:ext>
            </p:extLst>
          </p:nvPr>
        </p:nvGraphicFramePr>
        <p:xfrm>
          <a:off x="450850" y="3517617"/>
          <a:ext cx="3584856" cy="5222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53" name="Equation" r:id="rId12" imgW="1574640" imgH="228600" progId="Equation.DSMT4">
                  <p:embed/>
                </p:oleObj>
              </mc:Choice>
              <mc:Fallback>
                <p:oleObj name="Equation" r:id="rId12" imgW="1574640" imgH="2286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962927FD-E071-14C5-3F87-7600D274A9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50850" y="3517617"/>
                        <a:ext cx="3584856" cy="5222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9F4002D3-A4AD-CB65-13DA-8F829A6D83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8902459"/>
              </p:ext>
            </p:extLst>
          </p:nvPr>
        </p:nvGraphicFramePr>
        <p:xfrm>
          <a:off x="125756" y="4039903"/>
          <a:ext cx="2241667" cy="1743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54" name="Equation" r:id="rId14" imgW="1015920" imgH="787320" progId="Equation.DSMT4">
                  <p:embed/>
                </p:oleObj>
              </mc:Choice>
              <mc:Fallback>
                <p:oleObj name="Equation" r:id="rId14" imgW="1015920" imgH="7873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962927FD-E071-14C5-3F87-7600D274A9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25756" y="4039903"/>
                        <a:ext cx="2241667" cy="17438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73B2FA42-7492-5DAF-C520-8094D3AD12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6917237"/>
              </p:ext>
            </p:extLst>
          </p:nvPr>
        </p:nvGraphicFramePr>
        <p:xfrm>
          <a:off x="2419659" y="4039903"/>
          <a:ext cx="2724150" cy="164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55" name="Equation" r:id="rId16" imgW="1307880" imgH="787320" progId="Equation.DSMT4">
                  <p:embed/>
                </p:oleObj>
              </mc:Choice>
              <mc:Fallback>
                <p:oleObj name="Equation" r:id="rId16" imgW="1307880" imgH="7873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962927FD-E071-14C5-3F87-7600D274A9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419659" y="4039903"/>
                        <a:ext cx="2724150" cy="1646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C729170A-10B0-97ED-2E72-B834716298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5384508"/>
              </p:ext>
            </p:extLst>
          </p:nvPr>
        </p:nvGraphicFramePr>
        <p:xfrm>
          <a:off x="5143809" y="4132771"/>
          <a:ext cx="1969767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56" name="Equation" r:id="rId18" imgW="825480" imgH="609480" progId="Equation.DSMT4">
                  <p:embed/>
                </p:oleObj>
              </mc:Choice>
              <mc:Fallback>
                <p:oleObj name="Equation" r:id="rId18" imgW="825480" imgH="6094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962927FD-E071-14C5-3F87-7600D274A9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143809" y="4132771"/>
                        <a:ext cx="1969767" cy="146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2F8FBEF9-CC49-6CFD-2463-A27EA6F2B0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7538831"/>
              </p:ext>
            </p:extLst>
          </p:nvPr>
        </p:nvGraphicFramePr>
        <p:xfrm>
          <a:off x="6990534" y="4132771"/>
          <a:ext cx="2153466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57" name="Equation" r:id="rId20" imgW="901440" imgH="609480" progId="Equation.DSMT4">
                  <p:embed/>
                </p:oleObj>
              </mc:Choice>
              <mc:Fallback>
                <p:oleObj name="Equation" r:id="rId20" imgW="901440" imgH="6094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962927FD-E071-14C5-3F87-7600D274A9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990534" y="4132771"/>
                        <a:ext cx="2153466" cy="146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300C32C2-3591-A755-2822-C31D2FEDD6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4733983"/>
              </p:ext>
            </p:extLst>
          </p:nvPr>
        </p:nvGraphicFramePr>
        <p:xfrm>
          <a:off x="125756" y="5850376"/>
          <a:ext cx="940622" cy="455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58" name="Equation" r:id="rId22" imgW="368280" imgH="177480" progId="Equation.DSMT4">
                  <p:embed/>
                </p:oleObj>
              </mc:Choice>
              <mc:Fallback>
                <p:oleObj name="Equation" r:id="rId22" imgW="368280" imgH="1774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962927FD-E071-14C5-3F87-7600D274A9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25756" y="5850376"/>
                        <a:ext cx="940622" cy="4557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3768217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78DD2DEB-DFC8-964A-BD09-10991705F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051050"/>
            <a:ext cx="9021763" cy="1233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3200" b="1">
                <a:solidFill>
                  <a:srgbClr val="FFFF00"/>
                </a:solidFill>
                <a:ea typeface="方正舒体" pitchFamily="2" charset="-122"/>
              </a:rPr>
              <a:t>[       ]</a:t>
            </a:r>
            <a:r>
              <a:rPr lang="zh-CN" altLang="en-US" sz="20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注意到第二、四行元素的特点</a:t>
            </a:r>
            <a:r>
              <a:rPr lang="en-US" altLang="zh-CN" sz="20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0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利用行列式按某行展开定理的推论</a:t>
            </a:r>
            <a:r>
              <a:rPr lang="en-US" altLang="zh-CN" sz="20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0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将</a:t>
            </a:r>
            <a:r>
              <a:rPr kumimoji="0" lang="en-US" altLang="zh-CN" sz="2000" i="1">
                <a:solidFill>
                  <a:srgbClr val="FFFF00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000" baseline="-25000">
                <a:solidFill>
                  <a:srgbClr val="FFFF00"/>
                </a:solidFill>
                <a:ea typeface="宋体" panose="02010600030101010101" pitchFamily="2" charset="-122"/>
              </a:rPr>
              <a:t>31</a:t>
            </a:r>
            <a:r>
              <a:rPr kumimoji="0" lang="en-US" altLang="zh-CN" sz="2000">
                <a:solidFill>
                  <a:srgbClr val="FFFF00"/>
                </a:solidFill>
                <a:ea typeface="宋体" panose="02010600030101010101" pitchFamily="2" charset="-122"/>
              </a:rPr>
              <a:t>+</a:t>
            </a:r>
            <a:r>
              <a:rPr kumimoji="0" lang="en-US" altLang="zh-CN" sz="2000" i="1">
                <a:solidFill>
                  <a:srgbClr val="FFFF00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000" baseline="-25000">
                <a:solidFill>
                  <a:srgbClr val="FFFF00"/>
                </a:solidFill>
                <a:ea typeface="宋体" panose="02010600030101010101" pitchFamily="2" charset="-122"/>
              </a:rPr>
              <a:t>32</a:t>
            </a:r>
            <a:r>
              <a:rPr kumimoji="0" lang="en-US" altLang="zh-CN" sz="2000">
                <a:solidFill>
                  <a:srgbClr val="FFFF00"/>
                </a:solidFill>
                <a:ea typeface="宋体" panose="02010600030101010101" pitchFamily="2" charset="-122"/>
              </a:rPr>
              <a:t>+</a:t>
            </a:r>
            <a:r>
              <a:rPr kumimoji="0" lang="en-US" altLang="zh-CN" sz="2000" i="1">
                <a:solidFill>
                  <a:srgbClr val="FFFF00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000" baseline="-25000">
                <a:solidFill>
                  <a:srgbClr val="FFFF00"/>
                </a:solidFill>
                <a:ea typeface="宋体" panose="02010600030101010101" pitchFamily="2" charset="-122"/>
              </a:rPr>
              <a:t>33</a:t>
            </a:r>
            <a:r>
              <a:rPr lang="zh-CN" altLang="en-US" sz="20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kumimoji="0" lang="en-US" altLang="zh-CN" sz="2000" i="1">
                <a:solidFill>
                  <a:srgbClr val="FFFF00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000" baseline="-25000">
                <a:solidFill>
                  <a:srgbClr val="FFFF00"/>
                </a:solidFill>
                <a:ea typeface="宋体" panose="02010600030101010101" pitchFamily="2" charset="-122"/>
              </a:rPr>
              <a:t>34</a:t>
            </a:r>
            <a:r>
              <a:rPr kumimoji="0" lang="en-US" altLang="zh-CN" sz="2000">
                <a:solidFill>
                  <a:srgbClr val="FFFF00"/>
                </a:solidFill>
                <a:ea typeface="宋体" panose="02010600030101010101" pitchFamily="2" charset="-122"/>
              </a:rPr>
              <a:t>+</a:t>
            </a:r>
            <a:r>
              <a:rPr kumimoji="0" lang="en-US" altLang="zh-CN" sz="2000" i="1">
                <a:solidFill>
                  <a:srgbClr val="FFFF00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000" baseline="-25000">
                <a:solidFill>
                  <a:srgbClr val="FFFF00"/>
                </a:solidFill>
                <a:ea typeface="宋体" panose="02010600030101010101" pitchFamily="2" charset="-122"/>
              </a:rPr>
              <a:t>35</a:t>
            </a:r>
            <a:r>
              <a:rPr lang="zh-CN" altLang="en-US" sz="20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分别看成整体，列方程组求解</a:t>
            </a:r>
            <a:r>
              <a:rPr lang="en-US" altLang="zh-CN" sz="2000" b="1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sz="2000" b="1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1C4A79E8-4AE9-1B4A-992B-70425F2CF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3227388"/>
            <a:ext cx="9144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789EAA95-BE20-B64A-AAE6-A7688C2B0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692150"/>
            <a:ext cx="38877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zh-CN" altLang="en-US" sz="2800" b="1">
                <a:solidFill>
                  <a:schemeClr val="tx1"/>
                </a:solidFill>
                <a:ea typeface="宋体" panose="02010600030101010101" pitchFamily="2" charset="-122"/>
              </a:rPr>
              <a:t>，</a:t>
            </a:r>
            <a:r>
              <a:rPr kumimoji="0" lang="zh-CN" altLang="en-US" sz="2800" b="1">
                <a:solidFill>
                  <a:schemeClr val="tx1"/>
                </a:solidFill>
                <a:ea typeface="楷体_GB2312" pitchFamily="49" charset="-122"/>
              </a:rPr>
              <a:t>求</a:t>
            </a:r>
            <a:r>
              <a:rPr kumimoji="0"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(1) </a:t>
            </a:r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800" b="1" baseline="-25000">
                <a:solidFill>
                  <a:schemeClr val="tx1"/>
                </a:solidFill>
                <a:ea typeface="宋体" panose="02010600030101010101" pitchFamily="2" charset="-122"/>
              </a:rPr>
              <a:t>31</a:t>
            </a:r>
            <a:r>
              <a:rPr kumimoji="0"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800" b="1" baseline="-25000">
                <a:solidFill>
                  <a:schemeClr val="tx1"/>
                </a:solidFill>
                <a:ea typeface="宋体" panose="02010600030101010101" pitchFamily="2" charset="-122"/>
              </a:rPr>
              <a:t>32</a:t>
            </a:r>
            <a:r>
              <a:rPr kumimoji="0"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800" b="1" baseline="-25000">
                <a:solidFill>
                  <a:schemeClr val="tx1"/>
                </a:solidFill>
                <a:ea typeface="宋体" panose="02010600030101010101" pitchFamily="2" charset="-122"/>
              </a:rPr>
              <a:t>33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4B06DA41-49CF-724E-8599-86439A360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1341438"/>
            <a:ext cx="23034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(2) </a:t>
            </a:r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800" b="1" baseline="-25000">
                <a:solidFill>
                  <a:schemeClr val="tx1"/>
                </a:solidFill>
                <a:ea typeface="宋体" panose="02010600030101010101" pitchFamily="2" charset="-122"/>
              </a:rPr>
              <a:t>34</a:t>
            </a:r>
            <a:r>
              <a:rPr kumimoji="0"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800" b="1" baseline="-25000">
                <a:solidFill>
                  <a:schemeClr val="tx1"/>
                </a:solidFill>
                <a:ea typeface="宋体" panose="02010600030101010101" pitchFamily="2" charset="-122"/>
              </a:rPr>
              <a:t>35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FF587799-A960-014C-8EF5-0801BC199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96" y="763121"/>
            <a:ext cx="23034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</a:rPr>
              <a:t>1.16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设</a:t>
            </a:r>
          </a:p>
        </p:txBody>
      </p:sp>
      <p:grpSp>
        <p:nvGrpSpPr>
          <p:cNvPr id="7" name="Group 8">
            <a:extLst>
              <a:ext uri="{FF2B5EF4-FFF2-40B4-BE49-F238E27FC236}">
                <a16:creationId xmlns:a16="http://schemas.microsoft.com/office/drawing/2014/main" id="{3F591EAA-6574-3446-8C1F-380F764C46D0}"/>
              </a:ext>
            </a:extLst>
          </p:cNvPr>
          <p:cNvGrpSpPr>
            <a:grpSpLocks/>
          </p:cNvGrpSpPr>
          <p:nvPr/>
        </p:nvGrpSpPr>
        <p:grpSpPr bwMode="auto">
          <a:xfrm>
            <a:off x="841375" y="3500438"/>
            <a:ext cx="7340600" cy="1022350"/>
            <a:chOff x="433" y="2659"/>
            <a:chExt cx="4624" cy="644"/>
          </a:xfrm>
        </p:grpSpPr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E1048B7A-AE8E-9242-8BD1-939CF6DB9E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2659"/>
              <a:ext cx="45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9pPr>
            </a:lstStyle>
            <a:p>
              <a:pPr eaLnBrk="1" hangingPunct="1"/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21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31</a:t>
              </a:r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+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22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32</a:t>
              </a:r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+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23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33</a:t>
              </a:r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+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24 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34</a:t>
              </a:r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+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 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25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35</a:t>
              </a:r>
              <a:r>
                <a:rPr kumimoji="0" lang="zh-CN" altLang="en-US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＝</a:t>
              </a:r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9" name="Text Box 10">
              <a:extLst>
                <a:ext uri="{FF2B5EF4-FFF2-40B4-BE49-F238E27FC236}">
                  <a16:creationId xmlns:a16="http://schemas.microsoft.com/office/drawing/2014/main" id="{CB879682-B920-5547-B736-3CDC09974B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2976"/>
              <a:ext cx="45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9pPr>
            </a:lstStyle>
            <a:p>
              <a:pPr eaLnBrk="1" hangingPunct="1"/>
              <a:r>
                <a:rPr kumimoji="0" lang="en-US" altLang="zh-CN" sz="2800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 dirty="0">
                  <a:solidFill>
                    <a:schemeClr val="tx1"/>
                  </a:solidFill>
                  <a:ea typeface="宋体" panose="02010600030101010101" pitchFamily="2" charset="-122"/>
                </a:rPr>
                <a:t>41</a:t>
              </a:r>
              <a:r>
                <a:rPr kumimoji="0" lang="en-US" altLang="zh-CN" sz="2800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 dirty="0">
                  <a:solidFill>
                    <a:schemeClr val="tx1"/>
                  </a:solidFill>
                  <a:ea typeface="宋体" panose="02010600030101010101" pitchFamily="2" charset="-122"/>
                </a:rPr>
                <a:t>31</a:t>
              </a:r>
              <a:r>
                <a:rPr kumimoji="0" lang="en-US" altLang="zh-CN" sz="28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+</a:t>
              </a:r>
              <a:r>
                <a:rPr kumimoji="0" lang="en-US" altLang="zh-CN" sz="2800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 dirty="0">
                  <a:solidFill>
                    <a:schemeClr val="tx1"/>
                  </a:solidFill>
                  <a:ea typeface="宋体" panose="02010600030101010101" pitchFamily="2" charset="-122"/>
                </a:rPr>
                <a:t>42</a:t>
              </a:r>
              <a:r>
                <a:rPr kumimoji="0" lang="en-US" altLang="zh-CN" sz="2800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 dirty="0">
                  <a:solidFill>
                    <a:schemeClr val="tx1"/>
                  </a:solidFill>
                  <a:ea typeface="宋体" panose="02010600030101010101" pitchFamily="2" charset="-122"/>
                </a:rPr>
                <a:t>32</a:t>
              </a:r>
              <a:r>
                <a:rPr kumimoji="0" lang="en-US" altLang="zh-CN" sz="28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+</a:t>
              </a:r>
              <a:r>
                <a:rPr kumimoji="0" lang="en-US" altLang="zh-CN" sz="2800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 dirty="0">
                  <a:solidFill>
                    <a:schemeClr val="tx1"/>
                  </a:solidFill>
                  <a:ea typeface="宋体" panose="02010600030101010101" pitchFamily="2" charset="-122"/>
                </a:rPr>
                <a:t>43</a:t>
              </a:r>
              <a:r>
                <a:rPr kumimoji="0" lang="en-US" altLang="zh-CN" sz="2800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 dirty="0">
                  <a:solidFill>
                    <a:schemeClr val="tx1"/>
                  </a:solidFill>
                  <a:ea typeface="宋体" panose="02010600030101010101" pitchFamily="2" charset="-122"/>
                </a:rPr>
                <a:t>33</a:t>
              </a:r>
              <a:r>
                <a:rPr kumimoji="0" lang="en-US" altLang="zh-CN" sz="28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+</a:t>
              </a:r>
              <a:r>
                <a:rPr kumimoji="0" lang="en-US" altLang="zh-CN" sz="2800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 dirty="0">
                  <a:solidFill>
                    <a:schemeClr val="tx1"/>
                  </a:solidFill>
                  <a:ea typeface="宋体" panose="02010600030101010101" pitchFamily="2" charset="-122"/>
                </a:rPr>
                <a:t>44 </a:t>
              </a:r>
              <a:r>
                <a:rPr kumimoji="0" lang="en-US" altLang="zh-CN" sz="2800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 dirty="0">
                  <a:solidFill>
                    <a:schemeClr val="tx1"/>
                  </a:solidFill>
                  <a:ea typeface="宋体" panose="02010600030101010101" pitchFamily="2" charset="-122"/>
                </a:rPr>
                <a:t>34</a:t>
              </a:r>
              <a:r>
                <a:rPr kumimoji="0" lang="en-US" altLang="zh-CN" sz="28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+</a:t>
              </a:r>
              <a:r>
                <a:rPr kumimoji="0" lang="en-US" altLang="zh-CN" sz="2800" b="1" baseline="-25000" dirty="0">
                  <a:solidFill>
                    <a:schemeClr val="tx1"/>
                  </a:solidFill>
                  <a:ea typeface="宋体" panose="02010600030101010101" pitchFamily="2" charset="-122"/>
                </a:rPr>
                <a:t> </a:t>
              </a:r>
              <a:r>
                <a:rPr kumimoji="0" lang="en-US" altLang="zh-CN" sz="2800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 dirty="0">
                  <a:solidFill>
                    <a:schemeClr val="tx1"/>
                  </a:solidFill>
                  <a:ea typeface="宋体" panose="02010600030101010101" pitchFamily="2" charset="-122"/>
                </a:rPr>
                <a:t>45</a:t>
              </a:r>
              <a:r>
                <a:rPr kumimoji="0" lang="en-US" altLang="zh-CN" sz="2800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 dirty="0">
                  <a:solidFill>
                    <a:schemeClr val="tx1"/>
                  </a:solidFill>
                  <a:ea typeface="宋体" panose="02010600030101010101" pitchFamily="2" charset="-122"/>
                </a:rPr>
                <a:t>35</a:t>
              </a:r>
              <a:r>
                <a:rPr kumimoji="0" lang="zh-CN" altLang="en-US" sz="28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＝</a:t>
              </a:r>
              <a:r>
                <a:rPr kumimoji="0" lang="en-US" altLang="zh-CN" sz="28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0" name="AutoShape 11">
              <a:extLst>
                <a:ext uri="{FF2B5EF4-FFF2-40B4-BE49-F238E27FC236}">
                  <a16:creationId xmlns:a16="http://schemas.microsoft.com/office/drawing/2014/main" id="{37F74D67-84C2-4E42-B7F6-319E6A5EB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" y="2802"/>
              <a:ext cx="136" cy="499"/>
            </a:xfrm>
            <a:prstGeom prst="leftBrace">
              <a:avLst>
                <a:gd name="adj1" fmla="val 30576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1" name="Group 12">
            <a:extLst>
              <a:ext uri="{FF2B5EF4-FFF2-40B4-BE49-F238E27FC236}">
                <a16:creationId xmlns:a16="http://schemas.microsoft.com/office/drawing/2014/main" id="{0BC4C772-4BD0-8E46-B723-F6481CDC5002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4633913"/>
            <a:ext cx="5764212" cy="1041400"/>
            <a:chOff x="204" y="3101"/>
            <a:chExt cx="3631" cy="656"/>
          </a:xfrm>
        </p:grpSpPr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8A7CDA9E-3427-E64D-A93A-4A50C1A3E6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" y="3101"/>
              <a:ext cx="35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9pPr>
            </a:lstStyle>
            <a:p>
              <a:pPr eaLnBrk="1" hangingPunct="1"/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2(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31</a:t>
              </a:r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+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32</a:t>
              </a:r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+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33 </a:t>
              </a:r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) +(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 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34</a:t>
              </a:r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+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35 </a:t>
              </a:r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)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 </a:t>
              </a:r>
              <a:r>
                <a:rPr kumimoji="0" lang="zh-CN" altLang="en-US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＝</a:t>
              </a:r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06E7B88C-9367-9941-A47B-028F785B1A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" y="3430"/>
              <a:ext cx="349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9pPr>
            </a:lstStyle>
            <a:p>
              <a:pPr eaLnBrk="1" hangingPunct="1"/>
              <a:r>
                <a:rPr kumimoji="0" lang="en-US" altLang="zh-CN" sz="28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(</a:t>
              </a:r>
              <a:r>
                <a:rPr kumimoji="0" lang="en-US" altLang="zh-CN" sz="2800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 dirty="0">
                  <a:solidFill>
                    <a:schemeClr val="tx1"/>
                  </a:solidFill>
                  <a:ea typeface="宋体" panose="02010600030101010101" pitchFamily="2" charset="-122"/>
                </a:rPr>
                <a:t>31</a:t>
              </a:r>
              <a:r>
                <a:rPr kumimoji="0" lang="en-US" altLang="zh-CN" sz="28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+</a:t>
              </a:r>
              <a:r>
                <a:rPr kumimoji="0" lang="en-US" altLang="zh-CN" sz="2800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 dirty="0">
                  <a:solidFill>
                    <a:schemeClr val="tx1"/>
                  </a:solidFill>
                  <a:ea typeface="宋体" panose="02010600030101010101" pitchFamily="2" charset="-122"/>
                </a:rPr>
                <a:t>32</a:t>
              </a:r>
              <a:r>
                <a:rPr kumimoji="0" lang="en-US" altLang="zh-CN" sz="28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+</a:t>
              </a:r>
              <a:r>
                <a:rPr kumimoji="0" lang="en-US" altLang="zh-CN" sz="2800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 dirty="0">
                  <a:solidFill>
                    <a:schemeClr val="tx1"/>
                  </a:solidFill>
                  <a:ea typeface="宋体" panose="02010600030101010101" pitchFamily="2" charset="-122"/>
                </a:rPr>
                <a:t>33 </a:t>
              </a:r>
              <a:r>
                <a:rPr kumimoji="0" lang="en-US" altLang="zh-CN" sz="28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)+2(</a:t>
              </a:r>
              <a:r>
                <a:rPr kumimoji="0" lang="en-US" altLang="zh-CN" sz="2800" b="1" baseline="-25000" dirty="0">
                  <a:solidFill>
                    <a:schemeClr val="tx1"/>
                  </a:solidFill>
                  <a:ea typeface="宋体" panose="02010600030101010101" pitchFamily="2" charset="-122"/>
                </a:rPr>
                <a:t> </a:t>
              </a:r>
              <a:r>
                <a:rPr kumimoji="0" lang="en-US" altLang="zh-CN" sz="2800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 dirty="0">
                  <a:solidFill>
                    <a:schemeClr val="tx1"/>
                  </a:solidFill>
                  <a:ea typeface="宋体" panose="02010600030101010101" pitchFamily="2" charset="-122"/>
                </a:rPr>
                <a:t>34</a:t>
              </a:r>
              <a:r>
                <a:rPr kumimoji="0" lang="en-US" altLang="zh-CN" sz="28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+</a:t>
              </a:r>
              <a:r>
                <a:rPr kumimoji="0" lang="en-US" altLang="zh-CN" sz="2800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 dirty="0">
                  <a:solidFill>
                    <a:schemeClr val="tx1"/>
                  </a:solidFill>
                  <a:ea typeface="宋体" panose="02010600030101010101" pitchFamily="2" charset="-122"/>
                </a:rPr>
                <a:t>35 </a:t>
              </a:r>
              <a:r>
                <a:rPr kumimoji="0" lang="en-US" altLang="zh-CN" sz="28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)</a:t>
              </a:r>
              <a:r>
                <a:rPr kumimoji="0" lang="en-US" altLang="zh-CN" sz="2800" b="1" baseline="-25000" dirty="0">
                  <a:solidFill>
                    <a:schemeClr val="tx1"/>
                  </a:solidFill>
                  <a:ea typeface="宋体" panose="02010600030101010101" pitchFamily="2" charset="-122"/>
                </a:rPr>
                <a:t> </a:t>
              </a:r>
              <a:r>
                <a:rPr kumimoji="0" lang="zh-CN" altLang="en-US" sz="28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＝</a:t>
              </a:r>
              <a:r>
                <a:rPr kumimoji="0" lang="en-US" altLang="zh-CN" sz="28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" name="AutoShape 15">
              <a:extLst>
                <a:ext uri="{FF2B5EF4-FFF2-40B4-BE49-F238E27FC236}">
                  <a16:creationId xmlns:a16="http://schemas.microsoft.com/office/drawing/2014/main" id="{59146F09-ABA5-AC4F-878B-EB2464BED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" y="3249"/>
              <a:ext cx="136" cy="499"/>
            </a:xfrm>
            <a:prstGeom prst="leftBrace">
              <a:avLst>
                <a:gd name="adj1" fmla="val 30576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5" name="Group 16">
            <a:extLst>
              <a:ext uri="{FF2B5EF4-FFF2-40B4-BE49-F238E27FC236}">
                <a16:creationId xmlns:a16="http://schemas.microsoft.com/office/drawing/2014/main" id="{9EBD3259-DF51-224B-B23C-CA3DC59F36E0}"/>
              </a:ext>
            </a:extLst>
          </p:cNvPr>
          <p:cNvGrpSpPr>
            <a:grpSpLocks/>
          </p:cNvGrpSpPr>
          <p:nvPr/>
        </p:nvGrpSpPr>
        <p:grpSpPr bwMode="auto">
          <a:xfrm>
            <a:off x="5383461" y="4652963"/>
            <a:ext cx="3760787" cy="1022350"/>
            <a:chOff x="3382" y="3203"/>
            <a:chExt cx="2230" cy="644"/>
          </a:xfrm>
        </p:grpSpPr>
        <p:sp>
          <p:nvSpPr>
            <p:cNvPr id="16" name="Text Box 17">
              <a:extLst>
                <a:ext uri="{FF2B5EF4-FFF2-40B4-BE49-F238E27FC236}">
                  <a16:creationId xmlns:a16="http://schemas.microsoft.com/office/drawing/2014/main" id="{2BA336B0-ADED-0647-9135-BD7357C00D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0" y="3203"/>
              <a:ext cx="170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9pPr>
            </a:lstStyle>
            <a:p>
              <a:pPr eaLnBrk="1" hangingPunct="1"/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31</a:t>
              </a:r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+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32</a:t>
              </a:r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+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33</a:t>
              </a:r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=0</a:t>
              </a:r>
            </a:p>
          </p:txBody>
        </p:sp>
        <p:sp>
          <p:nvSpPr>
            <p:cNvPr id="17" name="Text Box 18">
              <a:extLst>
                <a:ext uri="{FF2B5EF4-FFF2-40B4-BE49-F238E27FC236}">
                  <a16:creationId xmlns:a16="http://schemas.microsoft.com/office/drawing/2014/main" id="{1045EB3D-73BA-3A43-8029-17EC261EBF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0" y="3520"/>
              <a:ext cx="1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9pPr>
            </a:lstStyle>
            <a:p>
              <a:pPr eaLnBrk="1" hangingPunct="1"/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34</a:t>
              </a:r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+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35 </a:t>
              </a:r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=0</a:t>
              </a:r>
            </a:p>
          </p:txBody>
        </p:sp>
        <p:sp>
          <p:nvSpPr>
            <p:cNvPr id="18" name="AutoShape 19">
              <a:extLst>
                <a:ext uri="{FF2B5EF4-FFF2-40B4-BE49-F238E27FC236}">
                  <a16:creationId xmlns:a16="http://schemas.microsoft.com/office/drawing/2014/main" id="{C458DD7C-8894-7148-911C-929A71B4DA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5" y="3284"/>
              <a:ext cx="136" cy="499"/>
            </a:xfrm>
            <a:prstGeom prst="leftBrace">
              <a:avLst>
                <a:gd name="adj1" fmla="val 30576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9pPr>
            </a:lstStyle>
            <a:p>
              <a:endParaRPr lang="zh-CN" altLang="en-US"/>
            </a:p>
          </p:txBody>
        </p:sp>
        <p:graphicFrame>
          <p:nvGraphicFramePr>
            <p:cNvPr id="19" name="Object 20">
              <a:extLst>
                <a:ext uri="{FF2B5EF4-FFF2-40B4-BE49-F238E27FC236}">
                  <a16:creationId xmlns:a16="http://schemas.microsoft.com/office/drawing/2014/main" id="{E5C7A9B8-5C76-C941-BC5A-C2E1AAB02B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82" y="3421"/>
            <a:ext cx="500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07" name="Equation" r:id="rId3" imgW="4686300" imgH="3213100" progId="Equation.DSMT4">
                    <p:embed/>
                  </p:oleObj>
                </mc:Choice>
                <mc:Fallback>
                  <p:oleObj name="Equation" r:id="rId3" imgW="4686300" imgH="3213100" progId="Equation.DSMT4">
                    <p:embed/>
                    <p:pic>
                      <p:nvPicPr>
                        <p:cNvPr id="29714" name="Object 20">
                          <a:extLst>
                            <a:ext uri="{FF2B5EF4-FFF2-40B4-BE49-F238E27FC236}">
                              <a16:creationId xmlns:a16="http://schemas.microsoft.com/office/drawing/2014/main" id="{E3119E3E-5387-F84E-98A5-1F4C5368B13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2" y="3421"/>
                          <a:ext cx="500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Group 21">
            <a:extLst>
              <a:ext uri="{FF2B5EF4-FFF2-40B4-BE49-F238E27FC236}">
                <a16:creationId xmlns:a16="http://schemas.microsoft.com/office/drawing/2014/main" id="{7A42093D-FFCE-474D-BEA2-171E31F7D523}"/>
              </a:ext>
            </a:extLst>
          </p:cNvPr>
          <p:cNvGrpSpPr>
            <a:grpSpLocks/>
          </p:cNvGrpSpPr>
          <p:nvPr/>
        </p:nvGrpSpPr>
        <p:grpSpPr bwMode="auto">
          <a:xfrm>
            <a:off x="1325563" y="5876925"/>
            <a:ext cx="4265612" cy="519113"/>
            <a:chOff x="2332" y="3657"/>
            <a:chExt cx="2687" cy="327"/>
          </a:xfrm>
        </p:grpSpPr>
        <p:sp>
          <p:nvSpPr>
            <p:cNvPr id="21" name="Text Box 22">
              <a:extLst>
                <a:ext uri="{FF2B5EF4-FFF2-40B4-BE49-F238E27FC236}">
                  <a16:creationId xmlns:a16="http://schemas.microsoft.com/office/drawing/2014/main" id="{1ECD4083-5A6C-A641-9CB3-E7BB96992D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2" y="3657"/>
              <a:ext cx="24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9pPr>
            </a:lstStyle>
            <a:p>
              <a:pPr eaLnBrk="1" hangingPunct="1"/>
              <a:r>
                <a:rPr kumimoji="0" lang="zh-CN" altLang="en-US" sz="2800" dirty="0">
                  <a:solidFill>
                    <a:srgbClr val="FFFF00"/>
                  </a:solidFill>
                  <a:latin typeface="楷体_GB2312" pitchFamily="49" charset="-122"/>
                  <a:ea typeface="楷体_GB2312" pitchFamily="49" charset="-122"/>
                </a:rPr>
                <a:t>思考</a:t>
              </a:r>
              <a:r>
                <a:rPr kumimoji="0" lang="en-US" altLang="zh-CN" sz="2800" dirty="0">
                  <a:solidFill>
                    <a:srgbClr val="FFFF00"/>
                  </a:solidFill>
                  <a:latin typeface="楷体_GB2312" pitchFamily="49" charset="-122"/>
                  <a:ea typeface="楷体_GB2312" pitchFamily="49" charset="-122"/>
                </a:rPr>
                <a:t>:</a:t>
              </a:r>
              <a:r>
                <a:rPr kumimoji="0" lang="zh-CN" altLang="en-US" sz="2800" dirty="0">
                  <a:solidFill>
                    <a:srgbClr val="FFFF00"/>
                  </a:solidFill>
                  <a:latin typeface="楷体_GB2312" pitchFamily="49" charset="-122"/>
                  <a:ea typeface="楷体_GB2312" pitchFamily="49" charset="-122"/>
                </a:rPr>
                <a:t>如何求</a:t>
              </a:r>
            </a:p>
          </p:txBody>
        </p:sp>
        <p:sp>
          <p:nvSpPr>
            <p:cNvPr id="22" name="Text Box 23">
              <a:extLst>
                <a:ext uri="{FF2B5EF4-FFF2-40B4-BE49-F238E27FC236}">
                  <a16:creationId xmlns:a16="http://schemas.microsoft.com/office/drawing/2014/main" id="{A595D0F7-CEA4-C048-9990-5E4A7EB562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2" y="3657"/>
              <a:ext cx="149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9pPr>
            </a:lstStyle>
            <a:p>
              <a:pPr eaLnBrk="1" hangingPunct="1"/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 </a:t>
              </a:r>
              <a:r>
                <a:rPr kumimoji="0" lang="en-US" altLang="zh-CN" sz="2800" b="1" i="1">
                  <a:solidFill>
                    <a:srgbClr val="FFFF00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rgbClr val="FFFF00"/>
                  </a:solidFill>
                  <a:ea typeface="宋体" panose="02010600030101010101" pitchFamily="2" charset="-122"/>
                </a:rPr>
                <a:t>41</a:t>
              </a:r>
              <a:r>
                <a:rPr kumimoji="0" lang="en-US" altLang="zh-CN" sz="2800" b="1">
                  <a:solidFill>
                    <a:srgbClr val="FFFF00"/>
                  </a:solidFill>
                  <a:ea typeface="宋体" panose="02010600030101010101" pitchFamily="2" charset="-122"/>
                </a:rPr>
                <a:t>+</a:t>
              </a:r>
              <a:r>
                <a:rPr kumimoji="0" lang="en-US" altLang="zh-CN" sz="2800" b="1" i="1">
                  <a:solidFill>
                    <a:srgbClr val="FFFF00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rgbClr val="FFFF00"/>
                  </a:solidFill>
                  <a:ea typeface="宋体" panose="02010600030101010101" pitchFamily="2" charset="-122"/>
                </a:rPr>
                <a:t>42</a:t>
              </a:r>
              <a:r>
                <a:rPr kumimoji="0" lang="en-US" altLang="zh-CN" sz="2800" b="1">
                  <a:solidFill>
                    <a:srgbClr val="FFFF00"/>
                  </a:solidFill>
                  <a:ea typeface="宋体" panose="02010600030101010101" pitchFamily="2" charset="-122"/>
                </a:rPr>
                <a:t>+</a:t>
              </a:r>
              <a:r>
                <a:rPr kumimoji="0" lang="en-US" altLang="zh-CN" sz="2800" b="1" i="1">
                  <a:solidFill>
                    <a:srgbClr val="FFFF00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rgbClr val="FFFF00"/>
                  </a:solidFill>
                  <a:ea typeface="宋体" panose="02010600030101010101" pitchFamily="2" charset="-122"/>
                </a:rPr>
                <a:t>43</a:t>
              </a:r>
              <a:r>
                <a:rPr kumimoji="0" lang="en-US" altLang="zh-CN" sz="2800" b="1">
                  <a:solidFill>
                    <a:srgbClr val="FFFF00"/>
                  </a:solidFill>
                  <a:ea typeface="宋体" panose="02010600030101010101" pitchFamily="2" charset="-122"/>
                </a:rPr>
                <a:t>?</a:t>
              </a:r>
            </a:p>
          </p:txBody>
        </p:sp>
      </p:grpSp>
      <p:pic>
        <p:nvPicPr>
          <p:cNvPr id="23" name="图片 1">
            <a:extLst>
              <a:ext uri="{FF2B5EF4-FFF2-40B4-BE49-F238E27FC236}">
                <a16:creationId xmlns:a16="http://schemas.microsoft.com/office/drawing/2014/main" id="{BFADB352-6FF4-6E4E-A077-9DE58A6C62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8" y="2260600"/>
            <a:ext cx="1019175" cy="65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4" name="Object 2">
            <a:extLst>
              <a:ext uri="{FF2B5EF4-FFF2-40B4-BE49-F238E27FC236}">
                <a16:creationId xmlns:a16="http://schemas.microsoft.com/office/drawing/2014/main" id="{0CC47052-9135-974D-96BF-4DEC1A656F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875347"/>
              </p:ext>
            </p:extLst>
          </p:nvPr>
        </p:nvGraphicFramePr>
        <p:xfrm>
          <a:off x="1763688" y="0"/>
          <a:ext cx="2592387" cy="223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8" name="Equation" r:id="rId6" imgW="30429200" imgH="26327100" progId="Equation.DSMT4">
                  <p:embed/>
                </p:oleObj>
              </mc:Choice>
              <mc:Fallback>
                <p:oleObj name="Equation" r:id="rId6" imgW="30429200" imgH="26327100" progId="Equation.DSMT4">
                  <p:embed/>
                  <p:pic>
                    <p:nvPicPr>
                      <p:cNvPr id="29698" name="Object 2">
                        <a:extLst>
                          <a:ext uri="{FF2B5EF4-FFF2-40B4-BE49-F238E27FC236}">
                            <a16:creationId xmlns:a16="http://schemas.microsoft.com/office/drawing/2014/main" id="{DD14617F-F82C-384B-BC77-527E1D9E4A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0"/>
                        <a:ext cx="2592387" cy="223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36680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Object 2">
            <a:extLst>
              <a:ext uri="{FF2B5EF4-FFF2-40B4-BE49-F238E27FC236}">
                <a16:creationId xmlns:a16="http://schemas.microsoft.com/office/drawing/2014/main" id="{EF72C29C-D62D-5A4B-8976-364E9A97EB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318403"/>
              </p:ext>
            </p:extLst>
          </p:nvPr>
        </p:nvGraphicFramePr>
        <p:xfrm>
          <a:off x="1546547" y="115888"/>
          <a:ext cx="2665413" cy="206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1" name="Equation" r:id="rId3" imgW="27203400" imgH="21069300" progId="Equation.DSMT4">
                  <p:embed/>
                </p:oleObj>
              </mc:Choice>
              <mc:Fallback>
                <p:oleObj name="Equation" r:id="rId3" imgW="27203400" imgH="21069300" progId="Equation.DSMT4">
                  <p:embed/>
                  <p:pic>
                    <p:nvPicPr>
                      <p:cNvPr id="30722" name="Object 2">
                        <a:extLst>
                          <a:ext uri="{FF2B5EF4-FFF2-40B4-BE49-F238E27FC236}">
                            <a16:creationId xmlns:a16="http://schemas.microsoft.com/office/drawing/2014/main" id="{4B6702FA-1907-9845-B78C-CADB695C42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547" y="115888"/>
                        <a:ext cx="2665413" cy="206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3">
            <a:extLst>
              <a:ext uri="{FF2B5EF4-FFF2-40B4-BE49-F238E27FC236}">
                <a16:creationId xmlns:a16="http://schemas.microsoft.com/office/drawing/2014/main" id="{2D7AB629-7415-304A-AB39-0B2735BB6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25" y="2027238"/>
            <a:ext cx="8270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21" name="Text Box 4">
            <a:extLst>
              <a:ext uri="{FF2B5EF4-FFF2-40B4-BE49-F238E27FC236}">
                <a16:creationId xmlns:a16="http://schemas.microsoft.com/office/drawing/2014/main" id="{B0E2C565-C42A-BA4E-BCC6-435E3A361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46" y="834559"/>
            <a:ext cx="169113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</a:rPr>
              <a:t>1.17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设</a:t>
            </a:r>
          </a:p>
        </p:txBody>
      </p:sp>
      <p:sp>
        <p:nvSpPr>
          <p:cNvPr id="22" name="Text Box 5">
            <a:extLst>
              <a:ext uri="{FF2B5EF4-FFF2-40B4-BE49-F238E27FC236}">
                <a16:creationId xmlns:a16="http://schemas.microsoft.com/office/drawing/2014/main" id="{1F61739C-A2D1-C945-92AB-E813FDCD9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836613"/>
            <a:ext cx="43195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zh-CN" altLang="en-US" sz="2800" b="1">
                <a:solidFill>
                  <a:schemeClr val="tx1"/>
                </a:solidFill>
                <a:ea typeface="楷体_GB2312" pitchFamily="49" charset="-122"/>
              </a:rPr>
              <a:t>，计算 </a:t>
            </a:r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800" b="1" baseline="-25000">
                <a:solidFill>
                  <a:schemeClr val="tx1"/>
                </a:solidFill>
                <a:ea typeface="宋体" panose="02010600030101010101" pitchFamily="2" charset="-122"/>
              </a:rPr>
              <a:t>41</a:t>
            </a:r>
            <a:r>
              <a:rPr kumimoji="0"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800" b="1" baseline="-25000">
                <a:solidFill>
                  <a:schemeClr val="tx1"/>
                </a:solidFill>
                <a:ea typeface="宋体" panose="02010600030101010101" pitchFamily="2" charset="-122"/>
              </a:rPr>
              <a:t>42</a:t>
            </a:r>
            <a:r>
              <a:rPr kumimoji="0"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800" b="1" baseline="-25000">
                <a:solidFill>
                  <a:schemeClr val="tx1"/>
                </a:solidFill>
                <a:ea typeface="宋体" panose="02010600030101010101" pitchFamily="2" charset="-122"/>
              </a:rPr>
              <a:t>43</a:t>
            </a:r>
            <a:r>
              <a:rPr kumimoji="0"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800" b="1" baseline="-25000">
                <a:solidFill>
                  <a:schemeClr val="tx1"/>
                </a:solidFill>
                <a:ea typeface="宋体" panose="02010600030101010101" pitchFamily="2" charset="-122"/>
              </a:rPr>
              <a:t>44</a:t>
            </a:r>
          </a:p>
        </p:txBody>
      </p:sp>
      <p:grpSp>
        <p:nvGrpSpPr>
          <p:cNvPr id="23" name="Group 6">
            <a:extLst>
              <a:ext uri="{FF2B5EF4-FFF2-40B4-BE49-F238E27FC236}">
                <a16:creationId xmlns:a16="http://schemas.microsoft.com/office/drawing/2014/main" id="{2AC7EC7D-463A-0344-BA2A-92EDBBF556BE}"/>
              </a:ext>
            </a:extLst>
          </p:cNvPr>
          <p:cNvGrpSpPr>
            <a:grpSpLocks/>
          </p:cNvGrpSpPr>
          <p:nvPr/>
        </p:nvGrpSpPr>
        <p:grpSpPr bwMode="auto">
          <a:xfrm>
            <a:off x="719138" y="2395538"/>
            <a:ext cx="6119812" cy="1022350"/>
            <a:chOff x="340" y="1344"/>
            <a:chExt cx="3855" cy="644"/>
          </a:xfrm>
        </p:grpSpPr>
        <p:sp>
          <p:nvSpPr>
            <p:cNvPr id="24" name="Text Box 7">
              <a:extLst>
                <a:ext uri="{FF2B5EF4-FFF2-40B4-BE49-F238E27FC236}">
                  <a16:creationId xmlns:a16="http://schemas.microsoft.com/office/drawing/2014/main" id="{D961A347-5B78-5A4E-BCAF-EDCA0E7958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" y="1344"/>
              <a:ext cx="367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9pPr>
            </a:lstStyle>
            <a:p>
              <a:pPr eaLnBrk="1" hangingPunct="1"/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31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41</a:t>
              </a:r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+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32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42</a:t>
              </a:r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+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33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43</a:t>
              </a:r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+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34 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44</a:t>
              </a:r>
              <a:r>
                <a:rPr kumimoji="0" lang="zh-CN" altLang="en-US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＝</a:t>
              </a:r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5" name="Text Box 8">
              <a:extLst>
                <a:ext uri="{FF2B5EF4-FFF2-40B4-BE49-F238E27FC236}">
                  <a16:creationId xmlns:a16="http://schemas.microsoft.com/office/drawing/2014/main" id="{CB1C4817-A9A1-D746-95BA-2935495A1D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" y="1661"/>
              <a:ext cx="37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9pPr>
            </a:lstStyle>
            <a:p>
              <a:pPr eaLnBrk="1" hangingPunct="1"/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41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41</a:t>
              </a:r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+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42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42</a:t>
              </a:r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+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43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43</a:t>
              </a:r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+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44 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44</a:t>
              </a:r>
              <a:r>
                <a:rPr kumimoji="0" lang="zh-CN" altLang="en-US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＝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26" name="AutoShape 9">
              <a:extLst>
                <a:ext uri="{FF2B5EF4-FFF2-40B4-BE49-F238E27FC236}">
                  <a16:creationId xmlns:a16="http://schemas.microsoft.com/office/drawing/2014/main" id="{AE6CF8AE-09DF-B24E-ACDF-573E05BCF1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1480"/>
              <a:ext cx="136" cy="499"/>
            </a:xfrm>
            <a:prstGeom prst="leftBrace">
              <a:avLst>
                <a:gd name="adj1" fmla="val 30576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27" name="Group 10">
            <a:extLst>
              <a:ext uri="{FF2B5EF4-FFF2-40B4-BE49-F238E27FC236}">
                <a16:creationId xmlns:a16="http://schemas.microsoft.com/office/drawing/2014/main" id="{77C477CE-77F6-9841-8AF9-B5013B8E479C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3554413"/>
            <a:ext cx="4862512" cy="1138237"/>
            <a:chOff x="249" y="3339"/>
            <a:chExt cx="3063" cy="717"/>
          </a:xfrm>
        </p:grpSpPr>
        <p:sp>
          <p:nvSpPr>
            <p:cNvPr id="28" name="Text Box 11">
              <a:extLst>
                <a:ext uri="{FF2B5EF4-FFF2-40B4-BE49-F238E27FC236}">
                  <a16:creationId xmlns:a16="http://schemas.microsoft.com/office/drawing/2014/main" id="{E332DDDF-6350-0A41-9B4A-6C4897A67F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" y="3339"/>
              <a:ext cx="27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9pPr>
            </a:lstStyle>
            <a:p>
              <a:pPr eaLnBrk="1" hangingPunct="1"/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41</a:t>
              </a:r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+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42</a:t>
              </a:r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+2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43</a:t>
              </a:r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+3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 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44</a:t>
              </a:r>
              <a:r>
                <a:rPr kumimoji="0" lang="zh-CN" altLang="en-US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＝</a:t>
              </a:r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9" name="Text Box 12">
              <a:extLst>
                <a:ext uri="{FF2B5EF4-FFF2-40B4-BE49-F238E27FC236}">
                  <a16:creationId xmlns:a16="http://schemas.microsoft.com/office/drawing/2014/main" id="{AF3D7245-56F5-3E4D-9D1B-628A035F85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" y="3729"/>
              <a:ext cx="294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9pPr>
            </a:lstStyle>
            <a:p>
              <a:pPr eaLnBrk="1" hangingPunct="1"/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2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41</a:t>
              </a:r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+2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42</a:t>
              </a:r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+3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43</a:t>
              </a:r>
              <a:r>
                <a:rPr kumimoji="0" lang="en-US" altLang="zh-CN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+4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 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800" b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44</a:t>
              </a:r>
              <a:r>
                <a:rPr kumimoji="0" lang="zh-CN" altLang="en-US" sz="2800" b="1">
                  <a:solidFill>
                    <a:schemeClr val="tx1"/>
                  </a:solidFill>
                  <a:ea typeface="宋体" panose="02010600030101010101" pitchFamily="2" charset="-122"/>
                </a:rPr>
                <a:t>＝</a:t>
              </a:r>
              <a:r>
                <a:rPr kumimoji="0" lang="en-US" altLang="zh-CN" sz="2800" b="1" i="1">
                  <a:solidFill>
                    <a:schemeClr val="tx1"/>
                  </a:solidFill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30" name="AutoShape 13">
              <a:extLst>
                <a:ext uri="{FF2B5EF4-FFF2-40B4-BE49-F238E27FC236}">
                  <a16:creationId xmlns:a16="http://schemas.microsoft.com/office/drawing/2014/main" id="{D2D6D4EB-DE7D-CC4F-ABCA-B12C1144A0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" y="3475"/>
              <a:ext cx="136" cy="499"/>
            </a:xfrm>
            <a:prstGeom prst="leftBrace">
              <a:avLst>
                <a:gd name="adj1" fmla="val 30576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1" name="Text Box 14">
            <a:extLst>
              <a:ext uri="{FF2B5EF4-FFF2-40B4-BE49-F238E27FC236}">
                <a16:creationId xmlns:a16="http://schemas.microsoft.com/office/drawing/2014/main" id="{04FFBEF9-3B53-E94A-81E5-3CE293E862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4897438"/>
            <a:ext cx="2376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zh-CN" altLang="en-US" b="1">
                <a:solidFill>
                  <a:schemeClr val="tx1"/>
                </a:solidFill>
                <a:ea typeface="楷体_GB2312" pitchFamily="49" charset="-122"/>
              </a:rPr>
              <a:t>两式相减得</a:t>
            </a:r>
          </a:p>
        </p:txBody>
      </p:sp>
      <p:sp>
        <p:nvSpPr>
          <p:cNvPr id="32" name="Text Box 15">
            <a:extLst>
              <a:ext uri="{FF2B5EF4-FFF2-40B4-BE49-F238E27FC236}">
                <a16:creationId xmlns:a16="http://schemas.microsoft.com/office/drawing/2014/main" id="{07CE3EE2-C8E1-1543-B911-1FE22537A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5354638"/>
            <a:ext cx="3851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800" b="1" baseline="-25000">
                <a:solidFill>
                  <a:schemeClr val="tx1"/>
                </a:solidFill>
                <a:ea typeface="宋体" panose="02010600030101010101" pitchFamily="2" charset="-122"/>
              </a:rPr>
              <a:t>41</a:t>
            </a:r>
            <a:r>
              <a:rPr kumimoji="0"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800" b="1" baseline="-25000">
                <a:solidFill>
                  <a:schemeClr val="tx1"/>
                </a:solidFill>
                <a:ea typeface="宋体" panose="02010600030101010101" pitchFamily="2" charset="-122"/>
              </a:rPr>
              <a:t>42</a:t>
            </a:r>
            <a:r>
              <a:rPr kumimoji="0"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800" b="1" baseline="-25000">
                <a:solidFill>
                  <a:schemeClr val="tx1"/>
                </a:solidFill>
                <a:ea typeface="宋体" panose="02010600030101010101" pitchFamily="2" charset="-122"/>
              </a:rPr>
              <a:t>43</a:t>
            </a:r>
            <a:r>
              <a:rPr kumimoji="0"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800" b="1" baseline="-25000">
                <a:solidFill>
                  <a:schemeClr val="tx1"/>
                </a:solidFill>
                <a:ea typeface="宋体" panose="02010600030101010101" pitchFamily="2" charset="-122"/>
              </a:rPr>
              <a:t>44</a:t>
            </a:r>
            <a:r>
              <a:rPr kumimoji="0" lang="zh-CN" altLang="en-US" sz="2800" b="1">
                <a:solidFill>
                  <a:schemeClr val="tx1"/>
                </a:solidFill>
                <a:ea typeface="宋体" panose="02010600030101010101" pitchFamily="2" charset="-122"/>
              </a:rPr>
              <a:t>＝</a:t>
            </a:r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D=</a:t>
            </a:r>
            <a:r>
              <a:rPr kumimoji="0"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33" name="Text Box 16">
            <a:extLst>
              <a:ext uri="{FF2B5EF4-FFF2-40B4-BE49-F238E27FC236}">
                <a16:creationId xmlns:a16="http://schemas.microsoft.com/office/drawing/2014/main" id="{5958CD8E-5800-4D4E-A1A3-2DB79EBCE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0638" y="2317750"/>
            <a:ext cx="2016125" cy="400050"/>
          </a:xfrm>
          <a:prstGeom prst="rect">
            <a:avLst/>
          </a:prstGeom>
          <a:solidFill>
            <a:schemeClr val="accent4">
              <a:lumMod val="25000"/>
            </a:schemeClr>
          </a:solidFill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kumimoji="0" lang="zh-CN" altLang="en-US" sz="2000" b="1" dirty="0">
                <a:solidFill>
                  <a:srgbClr val="FFFF00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思考其它解法</a:t>
            </a:r>
          </a:p>
        </p:txBody>
      </p:sp>
      <p:sp>
        <p:nvSpPr>
          <p:cNvPr id="34" name="Text Box 17">
            <a:extLst>
              <a:ext uri="{FF2B5EF4-FFF2-40B4-BE49-F238E27FC236}">
                <a16:creationId xmlns:a16="http://schemas.microsoft.com/office/drawing/2014/main" id="{E8CBBC1E-0E9F-C342-A50C-8410ED7BB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936875"/>
            <a:ext cx="30241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en-US" altLang="zh-CN" sz="2800" b="1" i="1">
                <a:solidFill>
                  <a:schemeClr val="tx2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800" b="1" baseline="-25000">
                <a:solidFill>
                  <a:schemeClr val="tx2"/>
                </a:solidFill>
                <a:ea typeface="宋体" panose="02010600030101010101" pitchFamily="2" charset="-122"/>
              </a:rPr>
              <a:t>41</a:t>
            </a:r>
            <a:r>
              <a:rPr kumimoji="0" lang="en-US" altLang="zh-CN" sz="2800" b="1">
                <a:solidFill>
                  <a:schemeClr val="tx2"/>
                </a:solidFill>
                <a:ea typeface="宋体" panose="02010600030101010101" pitchFamily="2" charset="-122"/>
              </a:rPr>
              <a:t>+</a:t>
            </a:r>
            <a:r>
              <a:rPr kumimoji="0" lang="en-US" altLang="zh-CN" sz="2800" b="1" i="1">
                <a:solidFill>
                  <a:schemeClr val="tx2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800" b="1" baseline="-25000">
                <a:solidFill>
                  <a:schemeClr val="tx2"/>
                </a:solidFill>
                <a:ea typeface="宋体" panose="02010600030101010101" pitchFamily="2" charset="-122"/>
              </a:rPr>
              <a:t>42</a:t>
            </a:r>
            <a:r>
              <a:rPr kumimoji="0" lang="en-US" altLang="zh-CN" sz="2800" b="1">
                <a:solidFill>
                  <a:schemeClr val="tx2"/>
                </a:solidFill>
                <a:ea typeface="宋体" panose="02010600030101010101" pitchFamily="2" charset="-122"/>
              </a:rPr>
              <a:t>+</a:t>
            </a:r>
            <a:r>
              <a:rPr kumimoji="0" lang="en-US" altLang="zh-CN" sz="2800" b="1" i="1">
                <a:solidFill>
                  <a:schemeClr val="tx2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800" b="1" baseline="-25000">
                <a:solidFill>
                  <a:schemeClr val="tx2"/>
                </a:solidFill>
                <a:ea typeface="宋体" panose="02010600030101010101" pitchFamily="2" charset="-122"/>
              </a:rPr>
              <a:t>43</a:t>
            </a:r>
            <a:r>
              <a:rPr kumimoji="0" lang="en-US" altLang="zh-CN" sz="2800" b="1">
                <a:solidFill>
                  <a:schemeClr val="tx2"/>
                </a:solidFill>
                <a:ea typeface="宋体" panose="02010600030101010101" pitchFamily="2" charset="-122"/>
              </a:rPr>
              <a:t>+</a:t>
            </a:r>
            <a:r>
              <a:rPr kumimoji="0" lang="en-US" altLang="zh-CN" sz="2800" b="1" i="1">
                <a:solidFill>
                  <a:schemeClr val="tx2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800" b="1" baseline="-25000">
                <a:solidFill>
                  <a:schemeClr val="tx2"/>
                </a:solidFill>
                <a:ea typeface="宋体" panose="02010600030101010101" pitchFamily="2" charset="-122"/>
              </a:rPr>
              <a:t>44</a:t>
            </a:r>
            <a:endParaRPr kumimoji="0" lang="en-US" altLang="zh-CN" sz="2800" b="1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5" name="Object 18">
            <a:extLst>
              <a:ext uri="{FF2B5EF4-FFF2-40B4-BE49-F238E27FC236}">
                <a16:creationId xmlns:a16="http://schemas.microsoft.com/office/drawing/2014/main" id="{AEB1E1B6-8BF3-414B-8B6F-B75990E0FD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3860800"/>
          <a:ext cx="2106612" cy="231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2" name="Equation" r:id="rId5" imgW="23406100" imgH="25742900" progId="Equation.DSMT4">
                  <p:embed/>
                </p:oleObj>
              </mc:Choice>
              <mc:Fallback>
                <p:oleObj name="Equation" r:id="rId5" imgW="23406100" imgH="25742900" progId="Equation.DSMT4">
                  <p:embed/>
                  <p:pic>
                    <p:nvPicPr>
                      <p:cNvPr id="168978" name="Object 18">
                        <a:extLst>
                          <a:ext uri="{FF2B5EF4-FFF2-40B4-BE49-F238E27FC236}">
                            <a16:creationId xmlns:a16="http://schemas.microsoft.com/office/drawing/2014/main" id="{142904A9-8C84-8646-9EF9-A84DA5C885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3860800"/>
                        <a:ext cx="2106612" cy="231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901663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1" grpId="0"/>
      <p:bldP spid="32" grpId="0"/>
      <p:bldP spid="33" grpId="0" animBg="1"/>
      <p:bldP spid="3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9BF13833-45B6-4AAA-B73B-C5518CFEB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7486" y="1412776"/>
            <a:ext cx="792651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行列式的代数余子式的定义是什么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如何利</a:t>
            </a:r>
            <a:r>
              <a:rPr lang="zh-CN" altLang="en-US" sz="25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用</a:t>
            </a:r>
            <a:endParaRPr kumimoji="1" lang="zh-CN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4035" name="Line 12">
            <a:extLst>
              <a:ext uri="{FF2B5EF4-FFF2-40B4-BE49-F238E27FC236}">
                <a16:creationId xmlns:a16="http://schemas.microsoft.com/office/drawing/2014/main" id="{80982FA9-26BC-4A95-9851-2F2FC5A77790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836613"/>
            <a:ext cx="91440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6D50D67-0721-460C-980E-6D04231C3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499" y="1816268"/>
            <a:ext cx="650772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5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行列式按行</a:t>
            </a:r>
            <a:r>
              <a:rPr lang="en-US" altLang="zh-CN" sz="25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5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列</a:t>
            </a:r>
            <a:r>
              <a:rPr lang="en-US" altLang="zh-CN" sz="25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5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展开法则对行列式进行计算？</a:t>
            </a:r>
          </a:p>
        </p:txBody>
      </p:sp>
      <p:sp>
        <p:nvSpPr>
          <p:cNvPr id="44037" name="Text Box 2">
            <a:extLst>
              <a:ext uri="{FF2B5EF4-FFF2-40B4-BE49-F238E27FC236}">
                <a16:creationId xmlns:a16="http://schemas.microsoft.com/office/drawing/2014/main" id="{EA77B2B6-8A95-4258-8CFE-AE1C4CC44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76472"/>
            <a:ext cx="5407025" cy="598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None/>
              <a:defRPr/>
            </a:pP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行列式的性质的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小结</a:t>
            </a:r>
          </a:p>
        </p:txBody>
      </p:sp>
      <p:sp>
        <p:nvSpPr>
          <p:cNvPr id="2" name="爆炸形: 8 pt  1">
            <a:extLst>
              <a:ext uri="{FF2B5EF4-FFF2-40B4-BE49-F238E27FC236}">
                <a16:creationId xmlns:a16="http://schemas.microsoft.com/office/drawing/2014/main" id="{53382267-904B-4FCD-A0F5-4D7098E0F9EF}"/>
              </a:ext>
            </a:extLst>
          </p:cNvPr>
          <p:cNvSpPr/>
          <p:nvPr/>
        </p:nvSpPr>
        <p:spPr bwMode="auto">
          <a:xfrm>
            <a:off x="1067390" y="1521676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0185E265-DE75-4DB9-8ED5-2F0295195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384" y="2293322"/>
            <a:ext cx="7492999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行列式按行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列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展开法则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8" name="爆炸形: 8 pt  27">
            <a:extLst>
              <a:ext uri="{FF2B5EF4-FFF2-40B4-BE49-F238E27FC236}">
                <a16:creationId xmlns:a16="http://schemas.microsoft.com/office/drawing/2014/main" id="{248C877F-9883-4098-8C1C-B2D41EE58B18}"/>
              </a:ext>
            </a:extLst>
          </p:cNvPr>
          <p:cNvSpPr/>
          <p:nvPr/>
        </p:nvSpPr>
        <p:spPr bwMode="auto">
          <a:xfrm>
            <a:off x="1064613" y="2432180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D45D5E3B-7792-41DB-B7B3-A7C01A97E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161" y="2793072"/>
            <a:ext cx="8040367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结合行列式性质和行列式按行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列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展开法则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爆炸形: 8 pt  33">
            <a:extLst>
              <a:ext uri="{FF2B5EF4-FFF2-40B4-BE49-F238E27FC236}">
                <a16:creationId xmlns:a16="http://schemas.microsoft.com/office/drawing/2014/main" id="{B23A7B6D-0423-4C9B-B3FA-23D5B0DAEF34}"/>
              </a:ext>
            </a:extLst>
          </p:cNvPr>
          <p:cNvSpPr/>
          <p:nvPr/>
        </p:nvSpPr>
        <p:spPr bwMode="auto">
          <a:xfrm>
            <a:off x="1067390" y="2939365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8CB3E57B-55C7-4632-8419-C4CDE68B0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4928" y="3196564"/>
            <a:ext cx="460337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5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计算行列式</a:t>
            </a:r>
            <a:r>
              <a:rPr lang="en-US" altLang="zh-CN" sz="25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kumimoji="1" lang="en-US" altLang="zh-CN" sz="2500" b="1" i="0" u="none" strike="noStrike" kern="1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7FAD9148-9271-4382-ACAF-806CF34C9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1696" y="3670572"/>
            <a:ext cx="790230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结合具体要求行列式的特点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利用行列式的性</a:t>
            </a:r>
          </a:p>
        </p:txBody>
      </p:sp>
      <p:sp>
        <p:nvSpPr>
          <p:cNvPr id="26" name="爆炸形: 8 pt  25">
            <a:extLst>
              <a:ext uri="{FF2B5EF4-FFF2-40B4-BE49-F238E27FC236}">
                <a16:creationId xmlns:a16="http://schemas.microsoft.com/office/drawing/2014/main" id="{082BB6DD-8C1D-41CE-AA78-9834A7F65212}"/>
              </a:ext>
            </a:extLst>
          </p:cNvPr>
          <p:cNvSpPr/>
          <p:nvPr/>
        </p:nvSpPr>
        <p:spPr bwMode="auto">
          <a:xfrm>
            <a:off x="1071864" y="3798052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910E4721-4835-429B-A2A3-E5E18CA7B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7486" y="4913938"/>
            <a:ext cx="7519987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拓展问题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范德蒙德行列式有何特征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爆炸形: 8 pt  29">
            <a:extLst>
              <a:ext uri="{FF2B5EF4-FFF2-40B4-BE49-F238E27FC236}">
                <a16:creationId xmlns:a16="http://schemas.microsoft.com/office/drawing/2014/main" id="{FBB8E06C-C25A-473E-91F8-3070EDFE2E38}"/>
              </a:ext>
            </a:extLst>
          </p:cNvPr>
          <p:cNvSpPr/>
          <p:nvPr/>
        </p:nvSpPr>
        <p:spPr bwMode="auto">
          <a:xfrm>
            <a:off x="1062584" y="5022838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4059" name="Picture 11">
            <a:extLst>
              <a:ext uri="{FF2B5EF4-FFF2-40B4-BE49-F238E27FC236}">
                <a16:creationId xmlns:a16="http://schemas.microsoft.com/office/drawing/2014/main" id="{F6B0C0DB-4097-40EC-AC71-84AE9EC490A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863" y="-9525"/>
            <a:ext cx="1014413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C76FBD4-0911-798D-6AF6-5860746E4346}"/>
              </a:ext>
            </a:extLst>
          </p:cNvPr>
          <p:cNvSpPr txBox="1"/>
          <p:nvPr/>
        </p:nvSpPr>
        <p:spPr>
          <a:xfrm>
            <a:off x="2633499" y="4055251"/>
            <a:ext cx="650772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5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质化某一行</a:t>
            </a:r>
            <a:r>
              <a:rPr lang="en-US" altLang="zh-CN" sz="25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5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列</a:t>
            </a:r>
            <a:r>
              <a:rPr lang="en-US" altLang="zh-CN" sz="25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5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部分元素为</a:t>
            </a:r>
            <a:r>
              <a:rPr lang="en-US" altLang="zh-CN" sz="25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5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后利用按行</a:t>
            </a:r>
            <a:r>
              <a:rPr lang="en-US" altLang="zh-CN" sz="25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5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列</a:t>
            </a:r>
            <a:r>
              <a:rPr lang="en-US" altLang="zh-CN" sz="25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79562D9-F924-0FCF-4F27-193CFE6A55B6}"/>
              </a:ext>
            </a:extLst>
          </p:cNvPr>
          <p:cNvSpPr txBox="1"/>
          <p:nvPr/>
        </p:nvSpPr>
        <p:spPr>
          <a:xfrm>
            <a:off x="2636183" y="4436884"/>
            <a:ext cx="462130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展开法则将行列式降阶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578603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22" grpId="0"/>
      <p:bldP spid="29" grpId="0"/>
      <p:bldP spid="19" grpId="0"/>
      <p:bldP spid="24" grpId="0"/>
      <p:bldP spid="27" grpId="0"/>
      <p:bldP spid="9" grpId="0"/>
      <p:bldP spid="4" grpId="0"/>
    </p:bldLst>
  </p:timing>
</p:sld>
</file>

<file path=ppt/theme/theme1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习题课模板">
  <a:themeElements>
    <a:clrScheme name="2_习题课模板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习题课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习题课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习题课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16523</TotalTime>
  <Words>1862</Words>
  <Application>Microsoft Macintosh PowerPoint</Application>
  <PresentationFormat>On-screen Show (4:3)</PresentationFormat>
  <Paragraphs>189</Paragraphs>
  <Slides>36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53" baseType="lpstr">
      <vt:lpstr>楷体_GB2312</vt:lpstr>
      <vt:lpstr>微软雅黑</vt:lpstr>
      <vt:lpstr>黑体</vt:lpstr>
      <vt:lpstr>宋体</vt:lpstr>
      <vt:lpstr>华文中宋</vt:lpstr>
      <vt:lpstr>Arial</vt:lpstr>
      <vt:lpstr>Arial Black</vt:lpstr>
      <vt:lpstr>Calibri</vt:lpstr>
      <vt:lpstr>Cambria Math</vt:lpstr>
      <vt:lpstr>Times New Roman</vt:lpstr>
      <vt:lpstr>Wingdings</vt:lpstr>
      <vt:lpstr>1_默认设计模板</vt:lpstr>
      <vt:lpstr>2_默认设计模板</vt:lpstr>
      <vt:lpstr>2_习题课模板</vt:lpstr>
      <vt:lpstr>2_Pixel</vt:lpstr>
      <vt:lpstr>Equation</vt:lpstr>
      <vt:lpstr>公式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chen lilian</dc:creator>
  <cp:lastModifiedBy>Microsoft Office User</cp:lastModifiedBy>
  <cp:revision>1095</cp:revision>
  <dcterms:created xsi:type="dcterms:W3CDTF">2012-06-17T01:12:18Z</dcterms:created>
  <dcterms:modified xsi:type="dcterms:W3CDTF">2026-10-10T05:49:30Z</dcterms:modified>
</cp:coreProperties>
</file>
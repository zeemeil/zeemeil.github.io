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notesSlides/notesSlide1.xml" ContentType="application/vnd.openxmlformats-officedocument.presentationml.notesSlide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notesSlides/notesSlide2.xml" ContentType="application/vnd.openxmlformats-officedocument.presentationml.notesSlide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notesSlides/notesSlide3.xml" ContentType="application/vnd.openxmlformats-officedocument.presentationml.notesSlide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notesSlides/notesSlide4.xml" ContentType="application/vnd.openxmlformats-officedocument.presentationml.notesSlide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notesSlides/notesSlide5.xml" ContentType="application/vnd.openxmlformats-officedocument.presentationml.notesSlide+xml"/>
  <Override PartName="/ppt/tags/tag566.xml" ContentType="application/vnd.openxmlformats-officedocument.presentationml.tags+xml"/>
  <Override PartName="/ppt/notesSlides/notesSlide6.xml" ContentType="application/vnd.openxmlformats-officedocument.presentationml.notesSlide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notesSlides/notesSlide7.xml" ContentType="application/vnd.openxmlformats-officedocument.presentationml.notesSlide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notesSlides/notesSlide12.xml" ContentType="application/vnd.openxmlformats-officedocument.presentationml.notesSlide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6" r:id="rId3"/>
    <p:sldMasterId id="2147483688" r:id="rId4"/>
  </p:sldMasterIdLst>
  <p:notesMasterIdLst>
    <p:notesMasterId r:id="rId76"/>
  </p:notesMasterIdLst>
  <p:sldIdLst>
    <p:sldId id="1129" r:id="rId5"/>
    <p:sldId id="1551" r:id="rId6"/>
    <p:sldId id="1499" r:id="rId7"/>
    <p:sldId id="1500" r:id="rId8"/>
    <p:sldId id="1501" r:id="rId9"/>
    <p:sldId id="1502" r:id="rId10"/>
    <p:sldId id="1503" r:id="rId11"/>
    <p:sldId id="1507" r:id="rId12"/>
    <p:sldId id="1504" r:id="rId13"/>
    <p:sldId id="1505" r:id="rId14"/>
    <p:sldId id="1508" r:id="rId15"/>
    <p:sldId id="1509" r:id="rId16"/>
    <p:sldId id="1510" r:id="rId17"/>
    <p:sldId id="1512" r:id="rId18"/>
    <p:sldId id="1511" r:id="rId19"/>
    <p:sldId id="1513" r:id="rId20"/>
    <p:sldId id="1552" r:id="rId21"/>
    <p:sldId id="1553" r:id="rId22"/>
    <p:sldId id="1554" r:id="rId23"/>
    <p:sldId id="1557" r:id="rId24"/>
    <p:sldId id="1555" r:id="rId25"/>
    <p:sldId id="1556" r:id="rId26"/>
    <p:sldId id="1514" r:id="rId27"/>
    <p:sldId id="1515" r:id="rId28"/>
    <p:sldId id="1516" r:id="rId29"/>
    <p:sldId id="1517" r:id="rId30"/>
    <p:sldId id="1518" r:id="rId31"/>
    <p:sldId id="1558" r:id="rId32"/>
    <p:sldId id="1559" r:id="rId33"/>
    <p:sldId id="1560" r:id="rId34"/>
    <p:sldId id="1519" r:id="rId35"/>
    <p:sldId id="1520" r:id="rId36"/>
    <p:sldId id="1521" r:id="rId37"/>
    <p:sldId id="1522" r:id="rId38"/>
    <p:sldId id="1523" r:id="rId39"/>
    <p:sldId id="1524" r:id="rId40"/>
    <p:sldId id="1561" r:id="rId41"/>
    <p:sldId id="1525" r:id="rId42"/>
    <p:sldId id="1562" r:id="rId43"/>
    <p:sldId id="1563" r:id="rId44"/>
    <p:sldId id="1564" r:id="rId45"/>
    <p:sldId id="1565" r:id="rId46"/>
    <p:sldId id="1566" r:id="rId47"/>
    <p:sldId id="1567" r:id="rId48"/>
    <p:sldId id="1530" r:id="rId49"/>
    <p:sldId id="1541" r:id="rId50"/>
    <p:sldId id="1531" r:id="rId51"/>
    <p:sldId id="1568" r:id="rId52"/>
    <p:sldId id="1569" r:id="rId53"/>
    <p:sldId id="1570" r:id="rId54"/>
    <p:sldId id="1571" r:id="rId55"/>
    <p:sldId id="1572" r:id="rId56"/>
    <p:sldId id="1573" r:id="rId57"/>
    <p:sldId id="1574" r:id="rId58"/>
    <p:sldId id="1575" r:id="rId59"/>
    <p:sldId id="1576" r:id="rId60"/>
    <p:sldId id="1532" r:id="rId61"/>
    <p:sldId id="1533" r:id="rId62"/>
    <p:sldId id="1534" r:id="rId63"/>
    <p:sldId id="1536" r:id="rId64"/>
    <p:sldId id="1577" r:id="rId65"/>
    <p:sldId id="1578" r:id="rId66"/>
    <p:sldId id="1537" r:id="rId67"/>
    <p:sldId id="1579" r:id="rId68"/>
    <p:sldId id="1580" r:id="rId69"/>
    <p:sldId id="1585" r:id="rId70"/>
    <p:sldId id="1581" r:id="rId71"/>
    <p:sldId id="1582" r:id="rId72"/>
    <p:sldId id="1538" r:id="rId73"/>
    <p:sldId id="1470" r:id="rId74"/>
    <p:sldId id="849" r:id="rId75"/>
  </p:sldIdLst>
  <p:sldSz cx="9144000" cy="6858000" type="screen4x3"/>
  <p:notesSz cx="6858000" cy="9144000"/>
  <p:custDataLst>
    <p:tags r:id="rId7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3333FF"/>
    <a:srgbClr val="0033CC"/>
    <a:srgbClr val="0000FF"/>
    <a:srgbClr val="C7E6A4"/>
    <a:srgbClr val="FF0066"/>
    <a:srgbClr val="6666FF"/>
    <a:srgbClr val="969696"/>
    <a:srgbClr val="2B2B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782" autoAdjust="0"/>
    <p:restoredTop sz="93807" autoAdjust="0"/>
  </p:normalViewPr>
  <p:slideViewPr>
    <p:cSldViewPr showGuides="1">
      <p:cViewPr varScale="1">
        <p:scale>
          <a:sx n="93" d="100"/>
          <a:sy n="93" d="100"/>
        </p:scale>
        <p:origin x="208" y="1000"/>
      </p:cViewPr>
      <p:guideLst>
        <p:guide orient="horz" pos="2148"/>
        <p:guide pos="2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4" Type="http://schemas.openxmlformats.org/officeDocument/2006/relationships/image" Target="../media/image7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2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/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/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/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/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/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/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6.jpeg"/><Relationship Id="rId4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" Target="slide1.xml"/><Relationship Id="rId18" Type="http://schemas.openxmlformats.org/officeDocument/2006/relationships/image" Target="../media/image9.wmf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44.xml"/><Relationship Id="rId17" Type="http://schemas.openxmlformats.org/officeDocument/2006/relationships/oleObject" Target="../embeddings/oleObject2.bin"/><Relationship Id="rId2" Type="http://schemas.openxmlformats.org/officeDocument/2006/relationships/tags" Target="../tags/tag2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10.wmf"/><Relationship Id="rId3" Type="http://schemas.openxmlformats.org/officeDocument/2006/relationships/tags" Target="../tags/tag13.xml"/><Relationship Id="rId21" Type="http://schemas.openxmlformats.org/officeDocument/2006/relationships/oleObject" Target="../embeddings/oleObject5.bin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oleObject" Target="../embeddings/oleObject3.bin"/><Relationship Id="rId2" Type="http://schemas.openxmlformats.org/officeDocument/2006/relationships/tags" Target="../tags/tag12.xml"/><Relationship Id="rId16" Type="http://schemas.openxmlformats.org/officeDocument/2006/relationships/image" Target="../media/image7.png"/><Relationship Id="rId20" Type="http://schemas.openxmlformats.org/officeDocument/2006/relationships/image" Target="../media/image11.wmf"/><Relationship Id="rId1" Type="http://schemas.openxmlformats.org/officeDocument/2006/relationships/vmlDrawing" Target="../drawings/vmlDrawing2.v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slide" Target="slide1.xml"/><Relationship Id="rId10" Type="http://schemas.openxmlformats.org/officeDocument/2006/relationships/tags" Target="../tags/tag20.xml"/><Relationship Id="rId19" Type="http://schemas.openxmlformats.org/officeDocument/2006/relationships/oleObject" Target="../embeddings/oleObject4.bin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slideLayout" Target="../slideLayouts/slideLayout44.xml"/><Relationship Id="rId22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oleObject" Target="../embeddings/oleObject6.bin"/><Relationship Id="rId3" Type="http://schemas.openxmlformats.org/officeDocument/2006/relationships/tags" Target="../tags/tag25.xml"/><Relationship Id="rId21" Type="http://schemas.openxmlformats.org/officeDocument/2006/relationships/tags" Target="../tags/tag43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image" Target="../media/image7.png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image" Target="../media/image14.wmf"/><Relationship Id="rId1" Type="http://schemas.openxmlformats.org/officeDocument/2006/relationships/vmlDrawing" Target="../drawings/vmlDrawing3.v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slide" Target="slide1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slideLayout" Target="../slideLayouts/slideLayout44.xml"/><Relationship Id="rId28" Type="http://schemas.openxmlformats.org/officeDocument/2006/relationships/oleObject" Target="../embeddings/oleObject7.bin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image" Target="../media/image15.wmf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26" Type="http://schemas.openxmlformats.org/officeDocument/2006/relationships/image" Target="../media/image17.wmf"/><Relationship Id="rId3" Type="http://schemas.openxmlformats.org/officeDocument/2006/relationships/tags" Target="../tags/tag46.xml"/><Relationship Id="rId21" Type="http://schemas.openxmlformats.org/officeDocument/2006/relationships/slide" Target="slide1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oleObject" Target="../embeddings/oleObject10.bin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0" Type="http://schemas.openxmlformats.org/officeDocument/2006/relationships/slideLayout" Target="../slideLayouts/slideLayout44.xml"/><Relationship Id="rId1" Type="http://schemas.openxmlformats.org/officeDocument/2006/relationships/vmlDrawing" Target="../drawings/vmlDrawing4.v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image" Target="../media/image16.wmf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23" Type="http://schemas.openxmlformats.org/officeDocument/2006/relationships/oleObject" Target="../embeddings/oleObject9.bin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Relationship Id="rId2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4.xml"/><Relationship Id="rId7" Type="http://schemas.openxmlformats.org/officeDocument/2006/relationships/slide" Target="slide1.xml"/><Relationship Id="rId2" Type="http://schemas.openxmlformats.org/officeDocument/2006/relationships/tags" Target="../tags/tag63.xml"/><Relationship Id="rId1" Type="http://schemas.openxmlformats.org/officeDocument/2006/relationships/vmlDrawing" Target="../drawings/vmlDrawing5.vml"/><Relationship Id="rId6" Type="http://schemas.openxmlformats.org/officeDocument/2006/relationships/slideLayout" Target="../slideLayouts/slideLayout44.xml"/><Relationship Id="rId5" Type="http://schemas.openxmlformats.org/officeDocument/2006/relationships/tags" Target="../tags/tag66.xml"/><Relationship Id="rId10" Type="http://schemas.openxmlformats.org/officeDocument/2006/relationships/image" Target="../media/image18.wmf"/><Relationship Id="rId4" Type="http://schemas.openxmlformats.org/officeDocument/2006/relationships/tags" Target="../tags/tag65.xml"/><Relationship Id="rId9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image" Target="../media/image7.png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slide" Target="slide1.xml"/><Relationship Id="rId2" Type="http://schemas.openxmlformats.org/officeDocument/2006/relationships/tags" Target="../tags/tag67.xml"/><Relationship Id="rId1" Type="http://schemas.openxmlformats.org/officeDocument/2006/relationships/vmlDrawing" Target="../drawings/vmlDrawing6.vml"/><Relationship Id="rId6" Type="http://schemas.openxmlformats.org/officeDocument/2006/relationships/tags" Target="../tags/tag71.xml"/><Relationship Id="rId11" Type="http://schemas.openxmlformats.org/officeDocument/2006/relationships/slideLayout" Target="../slideLayouts/slideLayout44.xml"/><Relationship Id="rId5" Type="http://schemas.openxmlformats.org/officeDocument/2006/relationships/tags" Target="../tags/tag70.xml"/><Relationship Id="rId15" Type="http://schemas.openxmlformats.org/officeDocument/2006/relationships/image" Target="../media/image19.wmf"/><Relationship Id="rId10" Type="http://schemas.openxmlformats.org/officeDocument/2006/relationships/tags" Target="../tags/tag75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78.xml"/><Relationship Id="rId7" Type="http://schemas.openxmlformats.org/officeDocument/2006/relationships/slide" Target="slide1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Layout" Target="../slideLayouts/slideLayout44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7.png"/><Relationship Id="rId5" Type="http://schemas.openxmlformats.org/officeDocument/2006/relationships/tags" Target="../tags/tag85.xml"/><Relationship Id="rId10" Type="http://schemas.openxmlformats.org/officeDocument/2006/relationships/slide" Target="slide1.xml"/><Relationship Id="rId4" Type="http://schemas.openxmlformats.org/officeDocument/2006/relationships/tags" Target="../tags/tag84.xml"/><Relationship Id="rId9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7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slide" Target="slide1.xml"/><Relationship Id="rId5" Type="http://schemas.openxmlformats.org/officeDocument/2006/relationships/tags" Target="../tags/tag93.xml"/><Relationship Id="rId10" Type="http://schemas.openxmlformats.org/officeDocument/2006/relationships/slideLayout" Target="../slideLayouts/slideLayout44.xml"/><Relationship Id="rId4" Type="http://schemas.openxmlformats.org/officeDocument/2006/relationships/tags" Target="../tags/tag92.xml"/><Relationship Id="rId9" Type="http://schemas.openxmlformats.org/officeDocument/2006/relationships/tags" Target="../tags/tag9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slide" Target="slide1.xml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2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1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1.bin"/><Relationship Id="rId2" Type="http://schemas.openxmlformats.org/officeDocument/2006/relationships/tags" Target="../tags/tag98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6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7.png"/><Relationship Id="rId10" Type="http://schemas.openxmlformats.org/officeDocument/2006/relationships/oleObject" Target="../embeddings/oleObject19.bin"/><Relationship Id="rId4" Type="http://schemas.openxmlformats.org/officeDocument/2006/relationships/slide" Target="slide1.xml"/><Relationship Id="rId9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23.wmf"/><Relationship Id="rId2" Type="http://schemas.openxmlformats.org/officeDocument/2006/relationships/tags" Target="../tags/tag99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7.png"/><Relationship Id="rId4" Type="http://schemas.openxmlformats.org/officeDocument/2006/relationships/slide" Target="slide1.xml"/><Relationship Id="rId9" Type="http://schemas.openxmlformats.org/officeDocument/2006/relationships/image" Target="../media/image2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image" Target="../media/image7.png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slide" Target="slide1.xml"/><Relationship Id="rId2" Type="http://schemas.openxmlformats.org/officeDocument/2006/relationships/tags" Target="../tags/tag100.xml"/><Relationship Id="rId1" Type="http://schemas.openxmlformats.org/officeDocument/2006/relationships/vmlDrawing" Target="../drawings/vmlDrawing10.vml"/><Relationship Id="rId6" Type="http://schemas.openxmlformats.org/officeDocument/2006/relationships/tags" Target="../tags/tag104.xml"/><Relationship Id="rId11" Type="http://schemas.openxmlformats.org/officeDocument/2006/relationships/slideLayout" Target="../slideLayouts/slideLayout44.xml"/><Relationship Id="rId5" Type="http://schemas.openxmlformats.org/officeDocument/2006/relationships/tags" Target="../tags/tag103.xml"/><Relationship Id="rId15" Type="http://schemas.openxmlformats.org/officeDocument/2006/relationships/image" Target="../media/image25.wmf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26.wmf"/><Relationship Id="rId2" Type="http://schemas.openxmlformats.org/officeDocument/2006/relationships/tags" Target="../tags/tag109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7.png"/><Relationship Id="rId4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slide" Target="slide1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slideLayout" Target="../slideLayouts/slideLayout44.xml"/><Relationship Id="rId2" Type="http://schemas.openxmlformats.org/officeDocument/2006/relationships/tags" Target="../tags/tag110.xml"/><Relationship Id="rId16" Type="http://schemas.openxmlformats.org/officeDocument/2006/relationships/image" Target="../media/image34.wmf"/><Relationship Id="rId1" Type="http://schemas.openxmlformats.org/officeDocument/2006/relationships/vmlDrawing" Target="../drawings/vmlDrawing12.v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5" Type="http://schemas.openxmlformats.org/officeDocument/2006/relationships/tags" Target="../tags/tag113.xml"/><Relationship Id="rId15" Type="http://schemas.openxmlformats.org/officeDocument/2006/relationships/oleObject" Target="../embeddings/oleObject26.bin"/><Relationship Id="rId10" Type="http://schemas.openxmlformats.org/officeDocument/2006/relationships/tags" Target="../tags/tag118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35.wmf"/><Relationship Id="rId2" Type="http://schemas.openxmlformats.org/officeDocument/2006/relationships/tags" Target="../tags/tag120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7.png"/><Relationship Id="rId4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tags" Target="../tags/tag122.xml"/><Relationship Id="rId7" Type="http://schemas.openxmlformats.org/officeDocument/2006/relationships/slideLayout" Target="../slideLayouts/slideLayout44.xml"/><Relationship Id="rId2" Type="http://schemas.openxmlformats.org/officeDocument/2006/relationships/tags" Target="../tags/tag121.xml"/><Relationship Id="rId1" Type="http://schemas.openxmlformats.org/officeDocument/2006/relationships/vmlDrawing" Target="../drawings/vmlDrawing14.vml"/><Relationship Id="rId6" Type="http://schemas.openxmlformats.org/officeDocument/2006/relationships/tags" Target="../tags/tag125.xml"/><Relationship Id="rId11" Type="http://schemas.openxmlformats.org/officeDocument/2006/relationships/image" Target="../media/image36.wmf"/><Relationship Id="rId5" Type="http://schemas.openxmlformats.org/officeDocument/2006/relationships/tags" Target="../tags/tag124.xml"/><Relationship Id="rId10" Type="http://schemas.openxmlformats.org/officeDocument/2006/relationships/oleObject" Target="../embeddings/oleObject28.bin"/><Relationship Id="rId4" Type="http://schemas.openxmlformats.org/officeDocument/2006/relationships/tags" Target="../tags/tag123.xml"/><Relationship Id="rId9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tags" Target="../tags/tag137.xml"/><Relationship Id="rId18" Type="http://schemas.openxmlformats.org/officeDocument/2006/relationships/tags" Target="../tags/tag142.xml"/><Relationship Id="rId26" Type="http://schemas.openxmlformats.org/officeDocument/2006/relationships/oleObject" Target="../embeddings/oleObject29.bin"/><Relationship Id="rId3" Type="http://schemas.openxmlformats.org/officeDocument/2006/relationships/tags" Target="../tags/tag127.xml"/><Relationship Id="rId21" Type="http://schemas.openxmlformats.org/officeDocument/2006/relationships/tags" Target="../tags/tag145.xml"/><Relationship Id="rId7" Type="http://schemas.openxmlformats.org/officeDocument/2006/relationships/tags" Target="../tags/tag131.xml"/><Relationship Id="rId12" Type="http://schemas.openxmlformats.org/officeDocument/2006/relationships/tags" Target="../tags/tag136.xml"/><Relationship Id="rId17" Type="http://schemas.openxmlformats.org/officeDocument/2006/relationships/tags" Target="../tags/tag141.xml"/><Relationship Id="rId25" Type="http://schemas.openxmlformats.org/officeDocument/2006/relationships/image" Target="../media/image7.png"/><Relationship Id="rId2" Type="http://schemas.openxmlformats.org/officeDocument/2006/relationships/tags" Target="../tags/tag126.xml"/><Relationship Id="rId16" Type="http://schemas.openxmlformats.org/officeDocument/2006/relationships/tags" Target="../tags/tag140.xml"/><Relationship Id="rId20" Type="http://schemas.openxmlformats.org/officeDocument/2006/relationships/tags" Target="../tags/tag144.xml"/><Relationship Id="rId29" Type="http://schemas.openxmlformats.org/officeDocument/2006/relationships/image" Target="../media/image39.wmf"/><Relationship Id="rId1" Type="http://schemas.openxmlformats.org/officeDocument/2006/relationships/vmlDrawing" Target="../drawings/vmlDrawing15.vml"/><Relationship Id="rId6" Type="http://schemas.openxmlformats.org/officeDocument/2006/relationships/tags" Target="../tags/tag130.xml"/><Relationship Id="rId11" Type="http://schemas.openxmlformats.org/officeDocument/2006/relationships/tags" Target="../tags/tag135.xml"/><Relationship Id="rId24" Type="http://schemas.openxmlformats.org/officeDocument/2006/relationships/slide" Target="slide1.xml"/><Relationship Id="rId5" Type="http://schemas.openxmlformats.org/officeDocument/2006/relationships/tags" Target="../tags/tag129.xml"/><Relationship Id="rId15" Type="http://schemas.openxmlformats.org/officeDocument/2006/relationships/tags" Target="../tags/tag139.xml"/><Relationship Id="rId23" Type="http://schemas.openxmlformats.org/officeDocument/2006/relationships/slideLayout" Target="../slideLayouts/slideLayout44.xml"/><Relationship Id="rId28" Type="http://schemas.openxmlformats.org/officeDocument/2006/relationships/oleObject" Target="../embeddings/oleObject30.bin"/><Relationship Id="rId10" Type="http://schemas.openxmlformats.org/officeDocument/2006/relationships/tags" Target="../tags/tag134.xml"/><Relationship Id="rId19" Type="http://schemas.openxmlformats.org/officeDocument/2006/relationships/tags" Target="../tags/tag143.xml"/><Relationship Id="rId31" Type="http://schemas.openxmlformats.org/officeDocument/2006/relationships/image" Target="../media/image40.wmf"/><Relationship Id="rId4" Type="http://schemas.openxmlformats.org/officeDocument/2006/relationships/tags" Target="../tags/tag128.xml"/><Relationship Id="rId9" Type="http://schemas.openxmlformats.org/officeDocument/2006/relationships/tags" Target="../tags/tag133.xml"/><Relationship Id="rId14" Type="http://schemas.openxmlformats.org/officeDocument/2006/relationships/tags" Target="../tags/tag138.xml"/><Relationship Id="rId22" Type="http://schemas.openxmlformats.org/officeDocument/2006/relationships/tags" Target="../tags/tag146.xml"/><Relationship Id="rId27" Type="http://schemas.openxmlformats.org/officeDocument/2006/relationships/image" Target="../media/image38.wmf"/><Relationship Id="rId30" Type="http://schemas.openxmlformats.org/officeDocument/2006/relationships/oleObject" Target="../embeddings/oleObject3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tags" Target="../tags/tag172.xml"/><Relationship Id="rId21" Type="http://schemas.openxmlformats.org/officeDocument/2006/relationships/tags" Target="../tags/tag167.xml"/><Relationship Id="rId42" Type="http://schemas.openxmlformats.org/officeDocument/2006/relationships/tags" Target="../tags/tag188.xml"/><Relationship Id="rId47" Type="http://schemas.openxmlformats.org/officeDocument/2006/relationships/tags" Target="../tags/tag193.xml"/><Relationship Id="rId63" Type="http://schemas.openxmlformats.org/officeDocument/2006/relationships/tags" Target="../tags/tag209.xml"/><Relationship Id="rId68" Type="http://schemas.openxmlformats.org/officeDocument/2006/relationships/tags" Target="../tags/tag214.xml"/><Relationship Id="rId84" Type="http://schemas.openxmlformats.org/officeDocument/2006/relationships/image" Target="../media/image7.png"/><Relationship Id="rId16" Type="http://schemas.openxmlformats.org/officeDocument/2006/relationships/tags" Target="../tags/tag162.xml"/><Relationship Id="rId11" Type="http://schemas.openxmlformats.org/officeDocument/2006/relationships/tags" Target="../tags/tag157.xml"/><Relationship Id="rId32" Type="http://schemas.openxmlformats.org/officeDocument/2006/relationships/tags" Target="../tags/tag178.xml"/><Relationship Id="rId37" Type="http://schemas.openxmlformats.org/officeDocument/2006/relationships/tags" Target="../tags/tag183.xml"/><Relationship Id="rId53" Type="http://schemas.openxmlformats.org/officeDocument/2006/relationships/tags" Target="../tags/tag199.xml"/><Relationship Id="rId58" Type="http://schemas.openxmlformats.org/officeDocument/2006/relationships/tags" Target="../tags/tag204.xml"/><Relationship Id="rId74" Type="http://schemas.openxmlformats.org/officeDocument/2006/relationships/tags" Target="../tags/tag220.xml"/><Relationship Id="rId79" Type="http://schemas.openxmlformats.org/officeDocument/2006/relationships/tags" Target="../tags/tag225.xml"/><Relationship Id="rId5" Type="http://schemas.openxmlformats.org/officeDocument/2006/relationships/tags" Target="../tags/tag151.xml"/><Relationship Id="rId61" Type="http://schemas.openxmlformats.org/officeDocument/2006/relationships/tags" Target="../tags/tag207.xml"/><Relationship Id="rId82" Type="http://schemas.openxmlformats.org/officeDocument/2006/relationships/slideLayout" Target="../slideLayouts/slideLayout44.xml"/><Relationship Id="rId19" Type="http://schemas.openxmlformats.org/officeDocument/2006/relationships/tags" Target="../tags/tag165.xml"/><Relationship Id="rId14" Type="http://schemas.openxmlformats.org/officeDocument/2006/relationships/tags" Target="../tags/tag160.xml"/><Relationship Id="rId22" Type="http://schemas.openxmlformats.org/officeDocument/2006/relationships/tags" Target="../tags/tag168.xml"/><Relationship Id="rId27" Type="http://schemas.openxmlformats.org/officeDocument/2006/relationships/tags" Target="../tags/tag173.xml"/><Relationship Id="rId30" Type="http://schemas.openxmlformats.org/officeDocument/2006/relationships/tags" Target="../tags/tag176.xml"/><Relationship Id="rId35" Type="http://schemas.openxmlformats.org/officeDocument/2006/relationships/tags" Target="../tags/tag181.xml"/><Relationship Id="rId43" Type="http://schemas.openxmlformats.org/officeDocument/2006/relationships/tags" Target="../tags/tag189.xml"/><Relationship Id="rId48" Type="http://schemas.openxmlformats.org/officeDocument/2006/relationships/tags" Target="../tags/tag194.xml"/><Relationship Id="rId56" Type="http://schemas.openxmlformats.org/officeDocument/2006/relationships/tags" Target="../tags/tag202.xml"/><Relationship Id="rId64" Type="http://schemas.openxmlformats.org/officeDocument/2006/relationships/tags" Target="../tags/tag210.xml"/><Relationship Id="rId69" Type="http://schemas.openxmlformats.org/officeDocument/2006/relationships/tags" Target="../tags/tag215.xml"/><Relationship Id="rId77" Type="http://schemas.openxmlformats.org/officeDocument/2006/relationships/tags" Target="../tags/tag223.xml"/><Relationship Id="rId8" Type="http://schemas.openxmlformats.org/officeDocument/2006/relationships/tags" Target="../tags/tag154.xml"/><Relationship Id="rId51" Type="http://schemas.openxmlformats.org/officeDocument/2006/relationships/tags" Target="../tags/tag197.xml"/><Relationship Id="rId72" Type="http://schemas.openxmlformats.org/officeDocument/2006/relationships/tags" Target="../tags/tag218.xml"/><Relationship Id="rId80" Type="http://schemas.openxmlformats.org/officeDocument/2006/relationships/tags" Target="../tags/tag226.xml"/><Relationship Id="rId3" Type="http://schemas.openxmlformats.org/officeDocument/2006/relationships/tags" Target="../tags/tag149.xml"/><Relationship Id="rId12" Type="http://schemas.openxmlformats.org/officeDocument/2006/relationships/tags" Target="../tags/tag158.xml"/><Relationship Id="rId17" Type="http://schemas.openxmlformats.org/officeDocument/2006/relationships/tags" Target="../tags/tag163.xml"/><Relationship Id="rId25" Type="http://schemas.openxmlformats.org/officeDocument/2006/relationships/tags" Target="../tags/tag171.xml"/><Relationship Id="rId33" Type="http://schemas.openxmlformats.org/officeDocument/2006/relationships/tags" Target="../tags/tag179.xml"/><Relationship Id="rId38" Type="http://schemas.openxmlformats.org/officeDocument/2006/relationships/tags" Target="../tags/tag184.xml"/><Relationship Id="rId46" Type="http://schemas.openxmlformats.org/officeDocument/2006/relationships/tags" Target="../tags/tag192.xml"/><Relationship Id="rId59" Type="http://schemas.openxmlformats.org/officeDocument/2006/relationships/tags" Target="../tags/tag205.xml"/><Relationship Id="rId67" Type="http://schemas.openxmlformats.org/officeDocument/2006/relationships/tags" Target="../tags/tag213.xml"/><Relationship Id="rId20" Type="http://schemas.openxmlformats.org/officeDocument/2006/relationships/tags" Target="../tags/tag166.xml"/><Relationship Id="rId41" Type="http://schemas.openxmlformats.org/officeDocument/2006/relationships/tags" Target="../tags/tag187.xml"/><Relationship Id="rId54" Type="http://schemas.openxmlformats.org/officeDocument/2006/relationships/tags" Target="../tags/tag200.xml"/><Relationship Id="rId62" Type="http://schemas.openxmlformats.org/officeDocument/2006/relationships/tags" Target="../tags/tag208.xml"/><Relationship Id="rId70" Type="http://schemas.openxmlformats.org/officeDocument/2006/relationships/tags" Target="../tags/tag216.xml"/><Relationship Id="rId75" Type="http://schemas.openxmlformats.org/officeDocument/2006/relationships/tags" Target="../tags/tag221.xml"/><Relationship Id="rId83" Type="http://schemas.openxmlformats.org/officeDocument/2006/relationships/slide" Target="slide1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5" Type="http://schemas.openxmlformats.org/officeDocument/2006/relationships/tags" Target="../tags/tag161.xml"/><Relationship Id="rId23" Type="http://schemas.openxmlformats.org/officeDocument/2006/relationships/tags" Target="../tags/tag169.xml"/><Relationship Id="rId28" Type="http://schemas.openxmlformats.org/officeDocument/2006/relationships/tags" Target="../tags/tag174.xml"/><Relationship Id="rId36" Type="http://schemas.openxmlformats.org/officeDocument/2006/relationships/tags" Target="../tags/tag182.xml"/><Relationship Id="rId49" Type="http://schemas.openxmlformats.org/officeDocument/2006/relationships/tags" Target="../tags/tag195.xml"/><Relationship Id="rId57" Type="http://schemas.openxmlformats.org/officeDocument/2006/relationships/tags" Target="../tags/tag203.xml"/><Relationship Id="rId10" Type="http://schemas.openxmlformats.org/officeDocument/2006/relationships/tags" Target="../tags/tag156.xml"/><Relationship Id="rId31" Type="http://schemas.openxmlformats.org/officeDocument/2006/relationships/tags" Target="../tags/tag177.xml"/><Relationship Id="rId44" Type="http://schemas.openxmlformats.org/officeDocument/2006/relationships/tags" Target="../tags/tag190.xml"/><Relationship Id="rId52" Type="http://schemas.openxmlformats.org/officeDocument/2006/relationships/tags" Target="../tags/tag198.xml"/><Relationship Id="rId60" Type="http://schemas.openxmlformats.org/officeDocument/2006/relationships/tags" Target="../tags/tag206.xml"/><Relationship Id="rId65" Type="http://schemas.openxmlformats.org/officeDocument/2006/relationships/tags" Target="../tags/tag211.xml"/><Relationship Id="rId73" Type="http://schemas.openxmlformats.org/officeDocument/2006/relationships/tags" Target="../tags/tag219.xml"/><Relationship Id="rId78" Type="http://schemas.openxmlformats.org/officeDocument/2006/relationships/tags" Target="../tags/tag224.xml"/><Relationship Id="rId81" Type="http://schemas.openxmlformats.org/officeDocument/2006/relationships/tags" Target="../tags/tag227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3" Type="http://schemas.openxmlformats.org/officeDocument/2006/relationships/tags" Target="../tags/tag159.xml"/><Relationship Id="rId18" Type="http://schemas.openxmlformats.org/officeDocument/2006/relationships/tags" Target="../tags/tag164.xml"/><Relationship Id="rId39" Type="http://schemas.openxmlformats.org/officeDocument/2006/relationships/tags" Target="../tags/tag185.xml"/><Relationship Id="rId34" Type="http://schemas.openxmlformats.org/officeDocument/2006/relationships/tags" Target="../tags/tag180.xml"/><Relationship Id="rId50" Type="http://schemas.openxmlformats.org/officeDocument/2006/relationships/tags" Target="../tags/tag196.xml"/><Relationship Id="rId55" Type="http://schemas.openxmlformats.org/officeDocument/2006/relationships/tags" Target="../tags/tag201.xml"/><Relationship Id="rId76" Type="http://schemas.openxmlformats.org/officeDocument/2006/relationships/tags" Target="../tags/tag222.xml"/><Relationship Id="rId7" Type="http://schemas.openxmlformats.org/officeDocument/2006/relationships/tags" Target="../tags/tag153.xml"/><Relationship Id="rId71" Type="http://schemas.openxmlformats.org/officeDocument/2006/relationships/tags" Target="../tags/tag217.xml"/><Relationship Id="rId2" Type="http://schemas.openxmlformats.org/officeDocument/2006/relationships/tags" Target="../tags/tag148.xml"/><Relationship Id="rId29" Type="http://schemas.openxmlformats.org/officeDocument/2006/relationships/tags" Target="../tags/tag175.xml"/><Relationship Id="rId24" Type="http://schemas.openxmlformats.org/officeDocument/2006/relationships/tags" Target="../tags/tag170.xml"/><Relationship Id="rId40" Type="http://schemas.openxmlformats.org/officeDocument/2006/relationships/tags" Target="../tags/tag186.xml"/><Relationship Id="rId45" Type="http://schemas.openxmlformats.org/officeDocument/2006/relationships/tags" Target="../tags/tag191.xml"/><Relationship Id="rId66" Type="http://schemas.openxmlformats.org/officeDocument/2006/relationships/tags" Target="../tags/tag212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tags" Target="../tags/tag253.xml"/><Relationship Id="rId21" Type="http://schemas.openxmlformats.org/officeDocument/2006/relationships/tags" Target="../tags/tag248.xml"/><Relationship Id="rId42" Type="http://schemas.openxmlformats.org/officeDocument/2006/relationships/tags" Target="../tags/tag269.xml"/><Relationship Id="rId47" Type="http://schemas.openxmlformats.org/officeDocument/2006/relationships/tags" Target="../tags/tag274.xml"/><Relationship Id="rId63" Type="http://schemas.openxmlformats.org/officeDocument/2006/relationships/tags" Target="../tags/tag290.xml"/><Relationship Id="rId68" Type="http://schemas.openxmlformats.org/officeDocument/2006/relationships/tags" Target="../tags/tag295.xml"/><Relationship Id="rId84" Type="http://schemas.openxmlformats.org/officeDocument/2006/relationships/image" Target="../media/image7.png"/><Relationship Id="rId16" Type="http://schemas.openxmlformats.org/officeDocument/2006/relationships/tags" Target="../tags/tag243.xml"/><Relationship Id="rId11" Type="http://schemas.openxmlformats.org/officeDocument/2006/relationships/tags" Target="../tags/tag238.xml"/><Relationship Id="rId32" Type="http://schemas.openxmlformats.org/officeDocument/2006/relationships/tags" Target="../tags/tag259.xml"/><Relationship Id="rId37" Type="http://schemas.openxmlformats.org/officeDocument/2006/relationships/tags" Target="../tags/tag264.xml"/><Relationship Id="rId53" Type="http://schemas.openxmlformats.org/officeDocument/2006/relationships/tags" Target="../tags/tag280.xml"/><Relationship Id="rId58" Type="http://schemas.openxmlformats.org/officeDocument/2006/relationships/tags" Target="../tags/tag285.xml"/><Relationship Id="rId74" Type="http://schemas.openxmlformats.org/officeDocument/2006/relationships/tags" Target="../tags/tag301.xml"/><Relationship Id="rId79" Type="http://schemas.openxmlformats.org/officeDocument/2006/relationships/tags" Target="../tags/tag306.xml"/><Relationship Id="rId5" Type="http://schemas.openxmlformats.org/officeDocument/2006/relationships/tags" Target="../tags/tag232.xml"/><Relationship Id="rId61" Type="http://schemas.openxmlformats.org/officeDocument/2006/relationships/tags" Target="../tags/tag288.xml"/><Relationship Id="rId82" Type="http://schemas.openxmlformats.org/officeDocument/2006/relationships/slideLayout" Target="../slideLayouts/slideLayout44.xml"/><Relationship Id="rId19" Type="http://schemas.openxmlformats.org/officeDocument/2006/relationships/tags" Target="../tags/tag246.xml"/><Relationship Id="rId14" Type="http://schemas.openxmlformats.org/officeDocument/2006/relationships/tags" Target="../tags/tag241.xml"/><Relationship Id="rId22" Type="http://schemas.openxmlformats.org/officeDocument/2006/relationships/tags" Target="../tags/tag249.xml"/><Relationship Id="rId27" Type="http://schemas.openxmlformats.org/officeDocument/2006/relationships/tags" Target="../tags/tag254.xml"/><Relationship Id="rId30" Type="http://schemas.openxmlformats.org/officeDocument/2006/relationships/tags" Target="../tags/tag257.xml"/><Relationship Id="rId35" Type="http://schemas.openxmlformats.org/officeDocument/2006/relationships/tags" Target="../tags/tag262.xml"/><Relationship Id="rId43" Type="http://schemas.openxmlformats.org/officeDocument/2006/relationships/tags" Target="../tags/tag270.xml"/><Relationship Id="rId48" Type="http://schemas.openxmlformats.org/officeDocument/2006/relationships/tags" Target="../tags/tag275.xml"/><Relationship Id="rId56" Type="http://schemas.openxmlformats.org/officeDocument/2006/relationships/tags" Target="../tags/tag283.xml"/><Relationship Id="rId64" Type="http://schemas.openxmlformats.org/officeDocument/2006/relationships/tags" Target="../tags/tag291.xml"/><Relationship Id="rId69" Type="http://schemas.openxmlformats.org/officeDocument/2006/relationships/tags" Target="../tags/tag296.xml"/><Relationship Id="rId77" Type="http://schemas.openxmlformats.org/officeDocument/2006/relationships/tags" Target="../tags/tag304.xml"/><Relationship Id="rId8" Type="http://schemas.openxmlformats.org/officeDocument/2006/relationships/tags" Target="../tags/tag235.xml"/><Relationship Id="rId51" Type="http://schemas.openxmlformats.org/officeDocument/2006/relationships/tags" Target="../tags/tag278.xml"/><Relationship Id="rId72" Type="http://schemas.openxmlformats.org/officeDocument/2006/relationships/tags" Target="../tags/tag299.xml"/><Relationship Id="rId80" Type="http://schemas.openxmlformats.org/officeDocument/2006/relationships/tags" Target="../tags/tag307.xml"/><Relationship Id="rId3" Type="http://schemas.openxmlformats.org/officeDocument/2006/relationships/tags" Target="../tags/tag230.xml"/><Relationship Id="rId12" Type="http://schemas.openxmlformats.org/officeDocument/2006/relationships/tags" Target="../tags/tag239.xml"/><Relationship Id="rId17" Type="http://schemas.openxmlformats.org/officeDocument/2006/relationships/tags" Target="../tags/tag244.xml"/><Relationship Id="rId25" Type="http://schemas.openxmlformats.org/officeDocument/2006/relationships/tags" Target="../tags/tag252.xml"/><Relationship Id="rId33" Type="http://schemas.openxmlformats.org/officeDocument/2006/relationships/tags" Target="../tags/tag260.xml"/><Relationship Id="rId38" Type="http://schemas.openxmlformats.org/officeDocument/2006/relationships/tags" Target="../tags/tag265.xml"/><Relationship Id="rId46" Type="http://schemas.openxmlformats.org/officeDocument/2006/relationships/tags" Target="../tags/tag273.xml"/><Relationship Id="rId59" Type="http://schemas.openxmlformats.org/officeDocument/2006/relationships/tags" Target="../tags/tag286.xml"/><Relationship Id="rId67" Type="http://schemas.openxmlformats.org/officeDocument/2006/relationships/tags" Target="../tags/tag294.xml"/><Relationship Id="rId20" Type="http://schemas.openxmlformats.org/officeDocument/2006/relationships/tags" Target="../tags/tag247.xml"/><Relationship Id="rId41" Type="http://schemas.openxmlformats.org/officeDocument/2006/relationships/tags" Target="../tags/tag268.xml"/><Relationship Id="rId54" Type="http://schemas.openxmlformats.org/officeDocument/2006/relationships/tags" Target="../tags/tag281.xml"/><Relationship Id="rId62" Type="http://schemas.openxmlformats.org/officeDocument/2006/relationships/tags" Target="../tags/tag289.xml"/><Relationship Id="rId70" Type="http://schemas.openxmlformats.org/officeDocument/2006/relationships/tags" Target="../tags/tag297.xml"/><Relationship Id="rId75" Type="http://schemas.openxmlformats.org/officeDocument/2006/relationships/tags" Target="../tags/tag302.xml"/><Relationship Id="rId83" Type="http://schemas.openxmlformats.org/officeDocument/2006/relationships/slide" Target="slide1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15" Type="http://schemas.openxmlformats.org/officeDocument/2006/relationships/tags" Target="../tags/tag242.xml"/><Relationship Id="rId23" Type="http://schemas.openxmlformats.org/officeDocument/2006/relationships/tags" Target="../tags/tag250.xml"/><Relationship Id="rId28" Type="http://schemas.openxmlformats.org/officeDocument/2006/relationships/tags" Target="../tags/tag255.xml"/><Relationship Id="rId36" Type="http://schemas.openxmlformats.org/officeDocument/2006/relationships/tags" Target="../tags/tag263.xml"/><Relationship Id="rId49" Type="http://schemas.openxmlformats.org/officeDocument/2006/relationships/tags" Target="../tags/tag276.xml"/><Relationship Id="rId57" Type="http://schemas.openxmlformats.org/officeDocument/2006/relationships/tags" Target="../tags/tag284.xml"/><Relationship Id="rId10" Type="http://schemas.openxmlformats.org/officeDocument/2006/relationships/tags" Target="../tags/tag237.xml"/><Relationship Id="rId31" Type="http://schemas.openxmlformats.org/officeDocument/2006/relationships/tags" Target="../tags/tag258.xml"/><Relationship Id="rId44" Type="http://schemas.openxmlformats.org/officeDocument/2006/relationships/tags" Target="../tags/tag271.xml"/><Relationship Id="rId52" Type="http://schemas.openxmlformats.org/officeDocument/2006/relationships/tags" Target="../tags/tag279.xml"/><Relationship Id="rId60" Type="http://schemas.openxmlformats.org/officeDocument/2006/relationships/tags" Target="../tags/tag287.xml"/><Relationship Id="rId65" Type="http://schemas.openxmlformats.org/officeDocument/2006/relationships/tags" Target="../tags/tag292.xml"/><Relationship Id="rId73" Type="http://schemas.openxmlformats.org/officeDocument/2006/relationships/tags" Target="../tags/tag300.xml"/><Relationship Id="rId78" Type="http://schemas.openxmlformats.org/officeDocument/2006/relationships/tags" Target="../tags/tag305.xml"/><Relationship Id="rId81" Type="http://schemas.openxmlformats.org/officeDocument/2006/relationships/tags" Target="../tags/tag308.xml"/><Relationship Id="rId4" Type="http://schemas.openxmlformats.org/officeDocument/2006/relationships/tags" Target="../tags/tag231.xml"/><Relationship Id="rId9" Type="http://schemas.openxmlformats.org/officeDocument/2006/relationships/tags" Target="../tags/tag236.xml"/><Relationship Id="rId13" Type="http://schemas.openxmlformats.org/officeDocument/2006/relationships/tags" Target="../tags/tag240.xml"/><Relationship Id="rId18" Type="http://schemas.openxmlformats.org/officeDocument/2006/relationships/tags" Target="../tags/tag245.xml"/><Relationship Id="rId39" Type="http://schemas.openxmlformats.org/officeDocument/2006/relationships/tags" Target="../tags/tag266.xml"/><Relationship Id="rId34" Type="http://schemas.openxmlformats.org/officeDocument/2006/relationships/tags" Target="../tags/tag261.xml"/><Relationship Id="rId50" Type="http://schemas.openxmlformats.org/officeDocument/2006/relationships/tags" Target="../tags/tag277.xml"/><Relationship Id="rId55" Type="http://schemas.openxmlformats.org/officeDocument/2006/relationships/tags" Target="../tags/tag282.xml"/><Relationship Id="rId76" Type="http://schemas.openxmlformats.org/officeDocument/2006/relationships/tags" Target="../tags/tag303.xml"/><Relationship Id="rId7" Type="http://schemas.openxmlformats.org/officeDocument/2006/relationships/tags" Target="../tags/tag234.xml"/><Relationship Id="rId71" Type="http://schemas.openxmlformats.org/officeDocument/2006/relationships/tags" Target="../tags/tag298.xml"/><Relationship Id="rId2" Type="http://schemas.openxmlformats.org/officeDocument/2006/relationships/tags" Target="../tags/tag229.xml"/><Relationship Id="rId29" Type="http://schemas.openxmlformats.org/officeDocument/2006/relationships/tags" Target="../tags/tag256.xml"/><Relationship Id="rId24" Type="http://schemas.openxmlformats.org/officeDocument/2006/relationships/tags" Target="../tags/tag251.xml"/><Relationship Id="rId40" Type="http://schemas.openxmlformats.org/officeDocument/2006/relationships/tags" Target="../tags/tag267.xml"/><Relationship Id="rId45" Type="http://schemas.openxmlformats.org/officeDocument/2006/relationships/tags" Target="../tags/tag272.xml"/><Relationship Id="rId66" Type="http://schemas.openxmlformats.org/officeDocument/2006/relationships/tags" Target="../tags/tag293.xml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tags" Target="../tags/tag334.xml"/><Relationship Id="rId21" Type="http://schemas.openxmlformats.org/officeDocument/2006/relationships/tags" Target="../tags/tag329.xml"/><Relationship Id="rId42" Type="http://schemas.openxmlformats.org/officeDocument/2006/relationships/tags" Target="../tags/tag350.xml"/><Relationship Id="rId47" Type="http://schemas.openxmlformats.org/officeDocument/2006/relationships/tags" Target="../tags/tag355.xml"/><Relationship Id="rId63" Type="http://schemas.openxmlformats.org/officeDocument/2006/relationships/tags" Target="../tags/tag371.xml"/><Relationship Id="rId68" Type="http://schemas.openxmlformats.org/officeDocument/2006/relationships/tags" Target="../tags/tag376.xml"/><Relationship Id="rId84" Type="http://schemas.openxmlformats.org/officeDocument/2006/relationships/image" Target="../media/image7.png"/><Relationship Id="rId16" Type="http://schemas.openxmlformats.org/officeDocument/2006/relationships/tags" Target="../tags/tag324.xml"/><Relationship Id="rId11" Type="http://schemas.openxmlformats.org/officeDocument/2006/relationships/tags" Target="../tags/tag319.xml"/><Relationship Id="rId32" Type="http://schemas.openxmlformats.org/officeDocument/2006/relationships/tags" Target="../tags/tag340.xml"/><Relationship Id="rId37" Type="http://schemas.openxmlformats.org/officeDocument/2006/relationships/tags" Target="../tags/tag345.xml"/><Relationship Id="rId53" Type="http://schemas.openxmlformats.org/officeDocument/2006/relationships/tags" Target="../tags/tag361.xml"/><Relationship Id="rId58" Type="http://schemas.openxmlformats.org/officeDocument/2006/relationships/tags" Target="../tags/tag366.xml"/><Relationship Id="rId74" Type="http://schemas.openxmlformats.org/officeDocument/2006/relationships/tags" Target="../tags/tag382.xml"/><Relationship Id="rId79" Type="http://schemas.openxmlformats.org/officeDocument/2006/relationships/tags" Target="../tags/tag387.xml"/><Relationship Id="rId5" Type="http://schemas.openxmlformats.org/officeDocument/2006/relationships/tags" Target="../tags/tag313.xml"/><Relationship Id="rId61" Type="http://schemas.openxmlformats.org/officeDocument/2006/relationships/tags" Target="../tags/tag369.xml"/><Relationship Id="rId82" Type="http://schemas.openxmlformats.org/officeDocument/2006/relationships/slideLayout" Target="../slideLayouts/slideLayout44.xml"/><Relationship Id="rId19" Type="http://schemas.openxmlformats.org/officeDocument/2006/relationships/tags" Target="../tags/tag327.xml"/><Relationship Id="rId14" Type="http://schemas.openxmlformats.org/officeDocument/2006/relationships/tags" Target="../tags/tag322.xml"/><Relationship Id="rId22" Type="http://schemas.openxmlformats.org/officeDocument/2006/relationships/tags" Target="../tags/tag330.xml"/><Relationship Id="rId27" Type="http://schemas.openxmlformats.org/officeDocument/2006/relationships/tags" Target="../tags/tag335.xml"/><Relationship Id="rId30" Type="http://schemas.openxmlformats.org/officeDocument/2006/relationships/tags" Target="../tags/tag338.xml"/><Relationship Id="rId35" Type="http://schemas.openxmlformats.org/officeDocument/2006/relationships/tags" Target="../tags/tag343.xml"/><Relationship Id="rId43" Type="http://schemas.openxmlformats.org/officeDocument/2006/relationships/tags" Target="../tags/tag351.xml"/><Relationship Id="rId48" Type="http://schemas.openxmlformats.org/officeDocument/2006/relationships/tags" Target="../tags/tag356.xml"/><Relationship Id="rId56" Type="http://schemas.openxmlformats.org/officeDocument/2006/relationships/tags" Target="../tags/tag364.xml"/><Relationship Id="rId64" Type="http://schemas.openxmlformats.org/officeDocument/2006/relationships/tags" Target="../tags/tag372.xml"/><Relationship Id="rId69" Type="http://schemas.openxmlformats.org/officeDocument/2006/relationships/tags" Target="../tags/tag377.xml"/><Relationship Id="rId77" Type="http://schemas.openxmlformats.org/officeDocument/2006/relationships/tags" Target="../tags/tag385.xml"/><Relationship Id="rId8" Type="http://schemas.openxmlformats.org/officeDocument/2006/relationships/tags" Target="../tags/tag316.xml"/><Relationship Id="rId51" Type="http://schemas.openxmlformats.org/officeDocument/2006/relationships/tags" Target="../tags/tag359.xml"/><Relationship Id="rId72" Type="http://schemas.openxmlformats.org/officeDocument/2006/relationships/tags" Target="../tags/tag380.xml"/><Relationship Id="rId80" Type="http://schemas.openxmlformats.org/officeDocument/2006/relationships/tags" Target="../tags/tag388.xml"/><Relationship Id="rId3" Type="http://schemas.openxmlformats.org/officeDocument/2006/relationships/tags" Target="../tags/tag311.xml"/><Relationship Id="rId12" Type="http://schemas.openxmlformats.org/officeDocument/2006/relationships/tags" Target="../tags/tag320.xml"/><Relationship Id="rId17" Type="http://schemas.openxmlformats.org/officeDocument/2006/relationships/tags" Target="../tags/tag325.xml"/><Relationship Id="rId25" Type="http://schemas.openxmlformats.org/officeDocument/2006/relationships/tags" Target="../tags/tag333.xml"/><Relationship Id="rId33" Type="http://schemas.openxmlformats.org/officeDocument/2006/relationships/tags" Target="../tags/tag341.xml"/><Relationship Id="rId38" Type="http://schemas.openxmlformats.org/officeDocument/2006/relationships/tags" Target="../tags/tag346.xml"/><Relationship Id="rId46" Type="http://schemas.openxmlformats.org/officeDocument/2006/relationships/tags" Target="../tags/tag354.xml"/><Relationship Id="rId59" Type="http://schemas.openxmlformats.org/officeDocument/2006/relationships/tags" Target="../tags/tag367.xml"/><Relationship Id="rId67" Type="http://schemas.openxmlformats.org/officeDocument/2006/relationships/tags" Target="../tags/tag375.xml"/><Relationship Id="rId20" Type="http://schemas.openxmlformats.org/officeDocument/2006/relationships/tags" Target="../tags/tag328.xml"/><Relationship Id="rId41" Type="http://schemas.openxmlformats.org/officeDocument/2006/relationships/tags" Target="../tags/tag349.xml"/><Relationship Id="rId54" Type="http://schemas.openxmlformats.org/officeDocument/2006/relationships/tags" Target="../tags/tag362.xml"/><Relationship Id="rId62" Type="http://schemas.openxmlformats.org/officeDocument/2006/relationships/tags" Target="../tags/tag370.xml"/><Relationship Id="rId70" Type="http://schemas.openxmlformats.org/officeDocument/2006/relationships/tags" Target="../tags/tag378.xml"/><Relationship Id="rId75" Type="http://schemas.openxmlformats.org/officeDocument/2006/relationships/tags" Target="../tags/tag383.xml"/><Relationship Id="rId83" Type="http://schemas.openxmlformats.org/officeDocument/2006/relationships/slide" Target="slide1.xml"/><Relationship Id="rId1" Type="http://schemas.openxmlformats.org/officeDocument/2006/relationships/tags" Target="../tags/tag309.xml"/><Relationship Id="rId6" Type="http://schemas.openxmlformats.org/officeDocument/2006/relationships/tags" Target="../tags/tag314.xml"/><Relationship Id="rId15" Type="http://schemas.openxmlformats.org/officeDocument/2006/relationships/tags" Target="../tags/tag323.xml"/><Relationship Id="rId23" Type="http://schemas.openxmlformats.org/officeDocument/2006/relationships/tags" Target="../tags/tag331.xml"/><Relationship Id="rId28" Type="http://schemas.openxmlformats.org/officeDocument/2006/relationships/tags" Target="../tags/tag336.xml"/><Relationship Id="rId36" Type="http://schemas.openxmlformats.org/officeDocument/2006/relationships/tags" Target="../tags/tag344.xml"/><Relationship Id="rId49" Type="http://schemas.openxmlformats.org/officeDocument/2006/relationships/tags" Target="../tags/tag357.xml"/><Relationship Id="rId57" Type="http://schemas.openxmlformats.org/officeDocument/2006/relationships/tags" Target="../tags/tag365.xml"/><Relationship Id="rId10" Type="http://schemas.openxmlformats.org/officeDocument/2006/relationships/tags" Target="../tags/tag318.xml"/><Relationship Id="rId31" Type="http://schemas.openxmlformats.org/officeDocument/2006/relationships/tags" Target="../tags/tag339.xml"/><Relationship Id="rId44" Type="http://schemas.openxmlformats.org/officeDocument/2006/relationships/tags" Target="../tags/tag352.xml"/><Relationship Id="rId52" Type="http://schemas.openxmlformats.org/officeDocument/2006/relationships/tags" Target="../tags/tag360.xml"/><Relationship Id="rId60" Type="http://schemas.openxmlformats.org/officeDocument/2006/relationships/tags" Target="../tags/tag368.xml"/><Relationship Id="rId65" Type="http://schemas.openxmlformats.org/officeDocument/2006/relationships/tags" Target="../tags/tag373.xml"/><Relationship Id="rId73" Type="http://schemas.openxmlformats.org/officeDocument/2006/relationships/tags" Target="../tags/tag381.xml"/><Relationship Id="rId78" Type="http://schemas.openxmlformats.org/officeDocument/2006/relationships/tags" Target="../tags/tag386.xml"/><Relationship Id="rId81" Type="http://schemas.openxmlformats.org/officeDocument/2006/relationships/tags" Target="../tags/tag389.xml"/><Relationship Id="rId4" Type="http://schemas.openxmlformats.org/officeDocument/2006/relationships/tags" Target="../tags/tag312.xml"/><Relationship Id="rId9" Type="http://schemas.openxmlformats.org/officeDocument/2006/relationships/tags" Target="../tags/tag317.xml"/><Relationship Id="rId13" Type="http://schemas.openxmlformats.org/officeDocument/2006/relationships/tags" Target="../tags/tag321.xml"/><Relationship Id="rId18" Type="http://schemas.openxmlformats.org/officeDocument/2006/relationships/tags" Target="../tags/tag326.xml"/><Relationship Id="rId39" Type="http://schemas.openxmlformats.org/officeDocument/2006/relationships/tags" Target="../tags/tag347.xml"/><Relationship Id="rId34" Type="http://schemas.openxmlformats.org/officeDocument/2006/relationships/tags" Target="../tags/tag342.xml"/><Relationship Id="rId50" Type="http://schemas.openxmlformats.org/officeDocument/2006/relationships/tags" Target="../tags/tag358.xml"/><Relationship Id="rId55" Type="http://schemas.openxmlformats.org/officeDocument/2006/relationships/tags" Target="../tags/tag363.xml"/><Relationship Id="rId76" Type="http://schemas.openxmlformats.org/officeDocument/2006/relationships/tags" Target="../tags/tag384.xml"/><Relationship Id="rId7" Type="http://schemas.openxmlformats.org/officeDocument/2006/relationships/tags" Target="../tags/tag315.xml"/><Relationship Id="rId71" Type="http://schemas.openxmlformats.org/officeDocument/2006/relationships/tags" Target="../tags/tag379.xml"/><Relationship Id="rId2" Type="http://schemas.openxmlformats.org/officeDocument/2006/relationships/tags" Target="../tags/tag310.xml"/><Relationship Id="rId29" Type="http://schemas.openxmlformats.org/officeDocument/2006/relationships/tags" Target="../tags/tag337.xml"/><Relationship Id="rId24" Type="http://schemas.openxmlformats.org/officeDocument/2006/relationships/tags" Target="../tags/tag332.xml"/><Relationship Id="rId40" Type="http://schemas.openxmlformats.org/officeDocument/2006/relationships/tags" Target="../tags/tag348.xml"/><Relationship Id="rId45" Type="http://schemas.openxmlformats.org/officeDocument/2006/relationships/tags" Target="../tags/tag353.xml"/><Relationship Id="rId66" Type="http://schemas.openxmlformats.org/officeDocument/2006/relationships/tags" Target="../tags/tag374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tags" Target="../tags/tag415.xml"/><Relationship Id="rId21" Type="http://schemas.openxmlformats.org/officeDocument/2006/relationships/tags" Target="../tags/tag410.xml"/><Relationship Id="rId42" Type="http://schemas.openxmlformats.org/officeDocument/2006/relationships/tags" Target="../tags/tag431.xml"/><Relationship Id="rId47" Type="http://schemas.openxmlformats.org/officeDocument/2006/relationships/tags" Target="../tags/tag436.xml"/><Relationship Id="rId63" Type="http://schemas.openxmlformats.org/officeDocument/2006/relationships/tags" Target="../tags/tag452.xml"/><Relationship Id="rId68" Type="http://schemas.openxmlformats.org/officeDocument/2006/relationships/tags" Target="../tags/tag457.xml"/><Relationship Id="rId84" Type="http://schemas.openxmlformats.org/officeDocument/2006/relationships/slide" Target="slide1.xml"/><Relationship Id="rId16" Type="http://schemas.openxmlformats.org/officeDocument/2006/relationships/tags" Target="../tags/tag405.xml"/><Relationship Id="rId11" Type="http://schemas.openxmlformats.org/officeDocument/2006/relationships/tags" Target="../tags/tag400.xml"/><Relationship Id="rId32" Type="http://schemas.openxmlformats.org/officeDocument/2006/relationships/tags" Target="../tags/tag421.xml"/><Relationship Id="rId37" Type="http://schemas.openxmlformats.org/officeDocument/2006/relationships/tags" Target="../tags/tag426.xml"/><Relationship Id="rId53" Type="http://schemas.openxmlformats.org/officeDocument/2006/relationships/tags" Target="../tags/tag442.xml"/><Relationship Id="rId58" Type="http://schemas.openxmlformats.org/officeDocument/2006/relationships/tags" Target="../tags/tag447.xml"/><Relationship Id="rId74" Type="http://schemas.openxmlformats.org/officeDocument/2006/relationships/tags" Target="../tags/tag463.xml"/><Relationship Id="rId79" Type="http://schemas.openxmlformats.org/officeDocument/2006/relationships/tags" Target="../tags/tag468.xml"/><Relationship Id="rId5" Type="http://schemas.openxmlformats.org/officeDocument/2006/relationships/tags" Target="../tags/tag394.xml"/><Relationship Id="rId19" Type="http://schemas.openxmlformats.org/officeDocument/2006/relationships/tags" Target="../tags/tag408.xml"/><Relationship Id="rId14" Type="http://schemas.openxmlformats.org/officeDocument/2006/relationships/tags" Target="../tags/tag403.xml"/><Relationship Id="rId22" Type="http://schemas.openxmlformats.org/officeDocument/2006/relationships/tags" Target="../tags/tag411.xml"/><Relationship Id="rId27" Type="http://schemas.openxmlformats.org/officeDocument/2006/relationships/tags" Target="../tags/tag416.xml"/><Relationship Id="rId30" Type="http://schemas.openxmlformats.org/officeDocument/2006/relationships/tags" Target="../tags/tag419.xml"/><Relationship Id="rId35" Type="http://schemas.openxmlformats.org/officeDocument/2006/relationships/tags" Target="../tags/tag424.xml"/><Relationship Id="rId43" Type="http://schemas.openxmlformats.org/officeDocument/2006/relationships/tags" Target="../tags/tag432.xml"/><Relationship Id="rId48" Type="http://schemas.openxmlformats.org/officeDocument/2006/relationships/tags" Target="../tags/tag437.xml"/><Relationship Id="rId56" Type="http://schemas.openxmlformats.org/officeDocument/2006/relationships/tags" Target="../tags/tag445.xml"/><Relationship Id="rId64" Type="http://schemas.openxmlformats.org/officeDocument/2006/relationships/tags" Target="../tags/tag453.xml"/><Relationship Id="rId69" Type="http://schemas.openxmlformats.org/officeDocument/2006/relationships/tags" Target="../tags/tag458.xml"/><Relationship Id="rId77" Type="http://schemas.openxmlformats.org/officeDocument/2006/relationships/tags" Target="../tags/tag466.xml"/><Relationship Id="rId8" Type="http://schemas.openxmlformats.org/officeDocument/2006/relationships/tags" Target="../tags/tag397.xml"/><Relationship Id="rId51" Type="http://schemas.openxmlformats.org/officeDocument/2006/relationships/tags" Target="../tags/tag440.xml"/><Relationship Id="rId72" Type="http://schemas.openxmlformats.org/officeDocument/2006/relationships/tags" Target="../tags/tag461.xml"/><Relationship Id="rId80" Type="http://schemas.openxmlformats.org/officeDocument/2006/relationships/tags" Target="../tags/tag469.xml"/><Relationship Id="rId85" Type="http://schemas.openxmlformats.org/officeDocument/2006/relationships/image" Target="../media/image7.png"/><Relationship Id="rId3" Type="http://schemas.openxmlformats.org/officeDocument/2006/relationships/tags" Target="../tags/tag392.xml"/><Relationship Id="rId12" Type="http://schemas.openxmlformats.org/officeDocument/2006/relationships/tags" Target="../tags/tag401.xml"/><Relationship Id="rId17" Type="http://schemas.openxmlformats.org/officeDocument/2006/relationships/tags" Target="../tags/tag406.xml"/><Relationship Id="rId25" Type="http://schemas.openxmlformats.org/officeDocument/2006/relationships/tags" Target="../tags/tag414.xml"/><Relationship Id="rId33" Type="http://schemas.openxmlformats.org/officeDocument/2006/relationships/tags" Target="../tags/tag422.xml"/><Relationship Id="rId38" Type="http://schemas.openxmlformats.org/officeDocument/2006/relationships/tags" Target="../tags/tag427.xml"/><Relationship Id="rId46" Type="http://schemas.openxmlformats.org/officeDocument/2006/relationships/tags" Target="../tags/tag435.xml"/><Relationship Id="rId59" Type="http://schemas.openxmlformats.org/officeDocument/2006/relationships/tags" Target="../tags/tag448.xml"/><Relationship Id="rId67" Type="http://schemas.openxmlformats.org/officeDocument/2006/relationships/tags" Target="../tags/tag456.xml"/><Relationship Id="rId20" Type="http://schemas.openxmlformats.org/officeDocument/2006/relationships/tags" Target="../tags/tag409.xml"/><Relationship Id="rId41" Type="http://schemas.openxmlformats.org/officeDocument/2006/relationships/tags" Target="../tags/tag430.xml"/><Relationship Id="rId54" Type="http://schemas.openxmlformats.org/officeDocument/2006/relationships/tags" Target="../tags/tag443.xml"/><Relationship Id="rId62" Type="http://schemas.openxmlformats.org/officeDocument/2006/relationships/tags" Target="../tags/tag451.xml"/><Relationship Id="rId70" Type="http://schemas.openxmlformats.org/officeDocument/2006/relationships/tags" Target="../tags/tag459.xml"/><Relationship Id="rId75" Type="http://schemas.openxmlformats.org/officeDocument/2006/relationships/tags" Target="../tags/tag464.xml"/><Relationship Id="rId83" Type="http://schemas.openxmlformats.org/officeDocument/2006/relationships/notesSlide" Target="../notesSlides/notesSlide1.xml"/><Relationship Id="rId1" Type="http://schemas.openxmlformats.org/officeDocument/2006/relationships/tags" Target="../tags/tag390.xml"/><Relationship Id="rId6" Type="http://schemas.openxmlformats.org/officeDocument/2006/relationships/tags" Target="../tags/tag395.xml"/><Relationship Id="rId15" Type="http://schemas.openxmlformats.org/officeDocument/2006/relationships/tags" Target="../tags/tag404.xml"/><Relationship Id="rId23" Type="http://schemas.openxmlformats.org/officeDocument/2006/relationships/tags" Target="../tags/tag412.xml"/><Relationship Id="rId28" Type="http://schemas.openxmlformats.org/officeDocument/2006/relationships/tags" Target="../tags/tag417.xml"/><Relationship Id="rId36" Type="http://schemas.openxmlformats.org/officeDocument/2006/relationships/tags" Target="../tags/tag425.xml"/><Relationship Id="rId49" Type="http://schemas.openxmlformats.org/officeDocument/2006/relationships/tags" Target="../tags/tag438.xml"/><Relationship Id="rId57" Type="http://schemas.openxmlformats.org/officeDocument/2006/relationships/tags" Target="../tags/tag446.xml"/><Relationship Id="rId10" Type="http://schemas.openxmlformats.org/officeDocument/2006/relationships/tags" Target="../tags/tag399.xml"/><Relationship Id="rId31" Type="http://schemas.openxmlformats.org/officeDocument/2006/relationships/tags" Target="../tags/tag420.xml"/><Relationship Id="rId44" Type="http://schemas.openxmlformats.org/officeDocument/2006/relationships/tags" Target="../tags/tag433.xml"/><Relationship Id="rId52" Type="http://schemas.openxmlformats.org/officeDocument/2006/relationships/tags" Target="../tags/tag441.xml"/><Relationship Id="rId60" Type="http://schemas.openxmlformats.org/officeDocument/2006/relationships/tags" Target="../tags/tag449.xml"/><Relationship Id="rId65" Type="http://schemas.openxmlformats.org/officeDocument/2006/relationships/tags" Target="../tags/tag454.xml"/><Relationship Id="rId73" Type="http://schemas.openxmlformats.org/officeDocument/2006/relationships/tags" Target="../tags/tag462.xml"/><Relationship Id="rId78" Type="http://schemas.openxmlformats.org/officeDocument/2006/relationships/tags" Target="../tags/tag467.xml"/><Relationship Id="rId81" Type="http://schemas.openxmlformats.org/officeDocument/2006/relationships/tags" Target="../tags/tag470.xml"/><Relationship Id="rId4" Type="http://schemas.openxmlformats.org/officeDocument/2006/relationships/tags" Target="../tags/tag393.xml"/><Relationship Id="rId9" Type="http://schemas.openxmlformats.org/officeDocument/2006/relationships/tags" Target="../tags/tag398.xml"/><Relationship Id="rId13" Type="http://schemas.openxmlformats.org/officeDocument/2006/relationships/tags" Target="../tags/tag402.xml"/><Relationship Id="rId18" Type="http://schemas.openxmlformats.org/officeDocument/2006/relationships/tags" Target="../tags/tag407.xml"/><Relationship Id="rId39" Type="http://schemas.openxmlformats.org/officeDocument/2006/relationships/tags" Target="../tags/tag428.xml"/><Relationship Id="rId34" Type="http://schemas.openxmlformats.org/officeDocument/2006/relationships/tags" Target="../tags/tag423.xml"/><Relationship Id="rId50" Type="http://schemas.openxmlformats.org/officeDocument/2006/relationships/tags" Target="../tags/tag439.xml"/><Relationship Id="rId55" Type="http://schemas.openxmlformats.org/officeDocument/2006/relationships/tags" Target="../tags/tag444.xml"/><Relationship Id="rId76" Type="http://schemas.openxmlformats.org/officeDocument/2006/relationships/tags" Target="../tags/tag465.xml"/><Relationship Id="rId7" Type="http://schemas.openxmlformats.org/officeDocument/2006/relationships/tags" Target="../tags/tag396.xml"/><Relationship Id="rId71" Type="http://schemas.openxmlformats.org/officeDocument/2006/relationships/tags" Target="../tags/tag460.xml"/><Relationship Id="rId2" Type="http://schemas.openxmlformats.org/officeDocument/2006/relationships/tags" Target="../tags/tag391.xml"/><Relationship Id="rId29" Type="http://schemas.openxmlformats.org/officeDocument/2006/relationships/tags" Target="../tags/tag418.xml"/><Relationship Id="rId24" Type="http://schemas.openxmlformats.org/officeDocument/2006/relationships/tags" Target="../tags/tag413.xml"/><Relationship Id="rId40" Type="http://schemas.openxmlformats.org/officeDocument/2006/relationships/tags" Target="../tags/tag429.xml"/><Relationship Id="rId45" Type="http://schemas.openxmlformats.org/officeDocument/2006/relationships/tags" Target="../tags/tag434.xml"/><Relationship Id="rId66" Type="http://schemas.openxmlformats.org/officeDocument/2006/relationships/tags" Target="../tags/tag455.xml"/><Relationship Id="rId61" Type="http://schemas.openxmlformats.org/officeDocument/2006/relationships/tags" Target="../tags/tag450.xml"/><Relationship Id="rId82" Type="http://schemas.openxmlformats.org/officeDocument/2006/relationships/slideLayout" Target="../slideLayouts/slideLayout44.xml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tags" Target="../tags/tag496.xml"/><Relationship Id="rId21" Type="http://schemas.openxmlformats.org/officeDocument/2006/relationships/tags" Target="../tags/tag491.xml"/><Relationship Id="rId42" Type="http://schemas.openxmlformats.org/officeDocument/2006/relationships/tags" Target="../tags/tag512.xml"/><Relationship Id="rId47" Type="http://schemas.openxmlformats.org/officeDocument/2006/relationships/tags" Target="../tags/tag517.xml"/><Relationship Id="rId63" Type="http://schemas.openxmlformats.org/officeDocument/2006/relationships/tags" Target="../tags/tag533.xml"/><Relationship Id="rId68" Type="http://schemas.openxmlformats.org/officeDocument/2006/relationships/tags" Target="../tags/tag538.xml"/><Relationship Id="rId84" Type="http://schemas.openxmlformats.org/officeDocument/2006/relationships/slide" Target="slide1.xml"/><Relationship Id="rId16" Type="http://schemas.openxmlformats.org/officeDocument/2006/relationships/tags" Target="../tags/tag486.xml"/><Relationship Id="rId11" Type="http://schemas.openxmlformats.org/officeDocument/2006/relationships/tags" Target="../tags/tag481.xml"/><Relationship Id="rId32" Type="http://schemas.openxmlformats.org/officeDocument/2006/relationships/tags" Target="../tags/tag502.xml"/><Relationship Id="rId37" Type="http://schemas.openxmlformats.org/officeDocument/2006/relationships/tags" Target="../tags/tag507.xml"/><Relationship Id="rId53" Type="http://schemas.openxmlformats.org/officeDocument/2006/relationships/tags" Target="../tags/tag523.xml"/><Relationship Id="rId58" Type="http://schemas.openxmlformats.org/officeDocument/2006/relationships/tags" Target="../tags/tag528.xml"/><Relationship Id="rId74" Type="http://schemas.openxmlformats.org/officeDocument/2006/relationships/tags" Target="../tags/tag544.xml"/><Relationship Id="rId79" Type="http://schemas.openxmlformats.org/officeDocument/2006/relationships/tags" Target="../tags/tag549.xml"/><Relationship Id="rId5" Type="http://schemas.openxmlformats.org/officeDocument/2006/relationships/tags" Target="../tags/tag475.xml"/><Relationship Id="rId19" Type="http://schemas.openxmlformats.org/officeDocument/2006/relationships/tags" Target="../tags/tag489.xml"/><Relationship Id="rId14" Type="http://schemas.openxmlformats.org/officeDocument/2006/relationships/tags" Target="../tags/tag484.xml"/><Relationship Id="rId22" Type="http://schemas.openxmlformats.org/officeDocument/2006/relationships/tags" Target="../tags/tag492.xml"/><Relationship Id="rId27" Type="http://schemas.openxmlformats.org/officeDocument/2006/relationships/tags" Target="../tags/tag497.xml"/><Relationship Id="rId30" Type="http://schemas.openxmlformats.org/officeDocument/2006/relationships/tags" Target="../tags/tag500.xml"/><Relationship Id="rId35" Type="http://schemas.openxmlformats.org/officeDocument/2006/relationships/tags" Target="../tags/tag505.xml"/><Relationship Id="rId43" Type="http://schemas.openxmlformats.org/officeDocument/2006/relationships/tags" Target="../tags/tag513.xml"/><Relationship Id="rId48" Type="http://schemas.openxmlformats.org/officeDocument/2006/relationships/tags" Target="../tags/tag518.xml"/><Relationship Id="rId56" Type="http://schemas.openxmlformats.org/officeDocument/2006/relationships/tags" Target="../tags/tag526.xml"/><Relationship Id="rId64" Type="http://schemas.openxmlformats.org/officeDocument/2006/relationships/tags" Target="../tags/tag534.xml"/><Relationship Id="rId69" Type="http://schemas.openxmlformats.org/officeDocument/2006/relationships/tags" Target="../tags/tag539.xml"/><Relationship Id="rId77" Type="http://schemas.openxmlformats.org/officeDocument/2006/relationships/tags" Target="../tags/tag547.xml"/><Relationship Id="rId8" Type="http://schemas.openxmlformats.org/officeDocument/2006/relationships/tags" Target="../tags/tag478.xml"/><Relationship Id="rId51" Type="http://schemas.openxmlformats.org/officeDocument/2006/relationships/tags" Target="../tags/tag521.xml"/><Relationship Id="rId72" Type="http://schemas.openxmlformats.org/officeDocument/2006/relationships/tags" Target="../tags/tag542.xml"/><Relationship Id="rId80" Type="http://schemas.openxmlformats.org/officeDocument/2006/relationships/tags" Target="../tags/tag550.xml"/><Relationship Id="rId85" Type="http://schemas.openxmlformats.org/officeDocument/2006/relationships/image" Target="../media/image7.png"/><Relationship Id="rId3" Type="http://schemas.openxmlformats.org/officeDocument/2006/relationships/tags" Target="../tags/tag473.xml"/><Relationship Id="rId12" Type="http://schemas.openxmlformats.org/officeDocument/2006/relationships/tags" Target="../tags/tag482.xml"/><Relationship Id="rId17" Type="http://schemas.openxmlformats.org/officeDocument/2006/relationships/tags" Target="../tags/tag487.xml"/><Relationship Id="rId25" Type="http://schemas.openxmlformats.org/officeDocument/2006/relationships/tags" Target="../tags/tag495.xml"/><Relationship Id="rId33" Type="http://schemas.openxmlformats.org/officeDocument/2006/relationships/tags" Target="../tags/tag503.xml"/><Relationship Id="rId38" Type="http://schemas.openxmlformats.org/officeDocument/2006/relationships/tags" Target="../tags/tag508.xml"/><Relationship Id="rId46" Type="http://schemas.openxmlformats.org/officeDocument/2006/relationships/tags" Target="../tags/tag516.xml"/><Relationship Id="rId59" Type="http://schemas.openxmlformats.org/officeDocument/2006/relationships/tags" Target="../tags/tag529.xml"/><Relationship Id="rId67" Type="http://schemas.openxmlformats.org/officeDocument/2006/relationships/tags" Target="../tags/tag537.xml"/><Relationship Id="rId20" Type="http://schemas.openxmlformats.org/officeDocument/2006/relationships/tags" Target="../tags/tag490.xml"/><Relationship Id="rId41" Type="http://schemas.openxmlformats.org/officeDocument/2006/relationships/tags" Target="../tags/tag511.xml"/><Relationship Id="rId54" Type="http://schemas.openxmlformats.org/officeDocument/2006/relationships/tags" Target="../tags/tag524.xml"/><Relationship Id="rId62" Type="http://schemas.openxmlformats.org/officeDocument/2006/relationships/tags" Target="../tags/tag532.xml"/><Relationship Id="rId70" Type="http://schemas.openxmlformats.org/officeDocument/2006/relationships/tags" Target="../tags/tag540.xml"/><Relationship Id="rId75" Type="http://schemas.openxmlformats.org/officeDocument/2006/relationships/tags" Target="../tags/tag545.xml"/><Relationship Id="rId83" Type="http://schemas.openxmlformats.org/officeDocument/2006/relationships/notesSlide" Target="../notesSlides/notesSlide2.xml"/><Relationship Id="rId1" Type="http://schemas.openxmlformats.org/officeDocument/2006/relationships/tags" Target="../tags/tag471.xml"/><Relationship Id="rId6" Type="http://schemas.openxmlformats.org/officeDocument/2006/relationships/tags" Target="../tags/tag476.xml"/><Relationship Id="rId15" Type="http://schemas.openxmlformats.org/officeDocument/2006/relationships/tags" Target="../tags/tag485.xml"/><Relationship Id="rId23" Type="http://schemas.openxmlformats.org/officeDocument/2006/relationships/tags" Target="../tags/tag493.xml"/><Relationship Id="rId28" Type="http://schemas.openxmlformats.org/officeDocument/2006/relationships/tags" Target="../tags/tag498.xml"/><Relationship Id="rId36" Type="http://schemas.openxmlformats.org/officeDocument/2006/relationships/tags" Target="../tags/tag506.xml"/><Relationship Id="rId49" Type="http://schemas.openxmlformats.org/officeDocument/2006/relationships/tags" Target="../tags/tag519.xml"/><Relationship Id="rId57" Type="http://schemas.openxmlformats.org/officeDocument/2006/relationships/tags" Target="../tags/tag527.xml"/><Relationship Id="rId10" Type="http://schemas.openxmlformats.org/officeDocument/2006/relationships/tags" Target="../tags/tag480.xml"/><Relationship Id="rId31" Type="http://schemas.openxmlformats.org/officeDocument/2006/relationships/tags" Target="../tags/tag501.xml"/><Relationship Id="rId44" Type="http://schemas.openxmlformats.org/officeDocument/2006/relationships/tags" Target="../tags/tag514.xml"/><Relationship Id="rId52" Type="http://schemas.openxmlformats.org/officeDocument/2006/relationships/tags" Target="../tags/tag522.xml"/><Relationship Id="rId60" Type="http://schemas.openxmlformats.org/officeDocument/2006/relationships/tags" Target="../tags/tag530.xml"/><Relationship Id="rId65" Type="http://schemas.openxmlformats.org/officeDocument/2006/relationships/tags" Target="../tags/tag535.xml"/><Relationship Id="rId73" Type="http://schemas.openxmlformats.org/officeDocument/2006/relationships/tags" Target="../tags/tag543.xml"/><Relationship Id="rId78" Type="http://schemas.openxmlformats.org/officeDocument/2006/relationships/tags" Target="../tags/tag548.xml"/><Relationship Id="rId81" Type="http://schemas.openxmlformats.org/officeDocument/2006/relationships/tags" Target="../tags/tag551.xml"/><Relationship Id="rId4" Type="http://schemas.openxmlformats.org/officeDocument/2006/relationships/tags" Target="../tags/tag474.xml"/><Relationship Id="rId9" Type="http://schemas.openxmlformats.org/officeDocument/2006/relationships/tags" Target="../tags/tag479.xml"/><Relationship Id="rId13" Type="http://schemas.openxmlformats.org/officeDocument/2006/relationships/tags" Target="../tags/tag483.xml"/><Relationship Id="rId18" Type="http://schemas.openxmlformats.org/officeDocument/2006/relationships/tags" Target="../tags/tag488.xml"/><Relationship Id="rId39" Type="http://schemas.openxmlformats.org/officeDocument/2006/relationships/tags" Target="../tags/tag509.xml"/><Relationship Id="rId34" Type="http://schemas.openxmlformats.org/officeDocument/2006/relationships/tags" Target="../tags/tag504.xml"/><Relationship Id="rId50" Type="http://schemas.openxmlformats.org/officeDocument/2006/relationships/tags" Target="../tags/tag520.xml"/><Relationship Id="rId55" Type="http://schemas.openxmlformats.org/officeDocument/2006/relationships/tags" Target="../tags/tag525.xml"/><Relationship Id="rId76" Type="http://schemas.openxmlformats.org/officeDocument/2006/relationships/tags" Target="../tags/tag546.xml"/><Relationship Id="rId7" Type="http://schemas.openxmlformats.org/officeDocument/2006/relationships/tags" Target="../tags/tag477.xml"/><Relationship Id="rId71" Type="http://schemas.openxmlformats.org/officeDocument/2006/relationships/tags" Target="../tags/tag541.xml"/><Relationship Id="rId2" Type="http://schemas.openxmlformats.org/officeDocument/2006/relationships/tags" Target="../tags/tag472.xml"/><Relationship Id="rId29" Type="http://schemas.openxmlformats.org/officeDocument/2006/relationships/tags" Target="../tags/tag499.xml"/><Relationship Id="rId24" Type="http://schemas.openxmlformats.org/officeDocument/2006/relationships/tags" Target="../tags/tag494.xml"/><Relationship Id="rId40" Type="http://schemas.openxmlformats.org/officeDocument/2006/relationships/tags" Target="../tags/tag510.xml"/><Relationship Id="rId45" Type="http://schemas.openxmlformats.org/officeDocument/2006/relationships/tags" Target="../tags/tag515.xml"/><Relationship Id="rId66" Type="http://schemas.openxmlformats.org/officeDocument/2006/relationships/tags" Target="../tags/tag536.xml"/><Relationship Id="rId61" Type="http://schemas.openxmlformats.org/officeDocument/2006/relationships/tags" Target="../tags/tag531.xml"/><Relationship Id="rId82" Type="http://schemas.openxmlformats.org/officeDocument/2006/relationships/slideLayout" Target="../slideLayouts/slideLayout4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45.png"/><Relationship Id="rId2" Type="http://schemas.openxmlformats.org/officeDocument/2006/relationships/tags" Target="../tags/tag553.xml"/><Relationship Id="rId1" Type="http://schemas.openxmlformats.org/officeDocument/2006/relationships/tags" Target="../tags/tag552.xml"/><Relationship Id="rId6" Type="http://schemas.openxmlformats.org/officeDocument/2006/relationships/image" Target="../media/image7.png"/><Relationship Id="rId5" Type="http://schemas.openxmlformats.org/officeDocument/2006/relationships/slide" Target="slide1.xml"/><Relationship Id="rId4" Type="http://schemas.openxmlformats.org/officeDocument/2006/relationships/notesSlide" Target="../notesSlides/notesSlide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tags" Target="../tags/tag556.xml"/><Relationship Id="rId7" Type="http://schemas.openxmlformats.org/officeDocument/2006/relationships/tags" Target="../tags/tag560.xml"/><Relationship Id="rId2" Type="http://schemas.openxmlformats.org/officeDocument/2006/relationships/tags" Target="../tags/tag555.xml"/><Relationship Id="rId1" Type="http://schemas.openxmlformats.org/officeDocument/2006/relationships/tags" Target="../tags/tag554.xml"/><Relationship Id="rId6" Type="http://schemas.openxmlformats.org/officeDocument/2006/relationships/tags" Target="../tags/tag559.xml"/><Relationship Id="rId11" Type="http://schemas.openxmlformats.org/officeDocument/2006/relationships/image" Target="../media/image7.png"/><Relationship Id="rId5" Type="http://schemas.openxmlformats.org/officeDocument/2006/relationships/tags" Target="../tags/tag558.xml"/><Relationship Id="rId10" Type="http://schemas.openxmlformats.org/officeDocument/2006/relationships/slide" Target="slide1.xml"/><Relationship Id="rId4" Type="http://schemas.openxmlformats.org/officeDocument/2006/relationships/tags" Target="../tags/tag557.xml"/><Relationship Id="rId9" Type="http://schemas.openxmlformats.org/officeDocument/2006/relationships/notesSlide" Target="../notesSlides/notesSlide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tags" Target="../tags/tag563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562.xml"/><Relationship Id="rId1" Type="http://schemas.openxmlformats.org/officeDocument/2006/relationships/tags" Target="../tags/tag561.xml"/><Relationship Id="rId6" Type="http://schemas.openxmlformats.org/officeDocument/2006/relationships/slideLayout" Target="../slideLayouts/slideLayout44.xml"/><Relationship Id="rId5" Type="http://schemas.openxmlformats.org/officeDocument/2006/relationships/tags" Target="../tags/tag565.xml"/><Relationship Id="rId4" Type="http://schemas.openxmlformats.org/officeDocument/2006/relationships/tags" Target="../tags/tag564.xml"/><Relationship Id="rId9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slideLayout" Target="../slideLayouts/slideLayout44.xml"/><Relationship Id="rId7" Type="http://schemas.openxmlformats.org/officeDocument/2006/relationships/oleObject" Target="../embeddings/oleObject32.bin"/><Relationship Id="rId2" Type="http://schemas.openxmlformats.org/officeDocument/2006/relationships/tags" Target="../tags/tag56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.png"/><Relationship Id="rId5" Type="http://schemas.openxmlformats.org/officeDocument/2006/relationships/slide" Target="slide1.xml"/><Relationship Id="rId4" Type="http://schemas.openxmlformats.org/officeDocument/2006/relationships/notesSlide" Target="../notesSlides/notesSlide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tags" Target="../tags/tag568.xml"/><Relationship Id="rId7" Type="http://schemas.openxmlformats.org/officeDocument/2006/relationships/image" Target="../media/image7.png"/><Relationship Id="rId2" Type="http://schemas.openxmlformats.org/officeDocument/2006/relationships/tags" Target="../tags/tag567.xml"/><Relationship Id="rId1" Type="http://schemas.openxmlformats.org/officeDocument/2006/relationships/vmlDrawing" Target="../drawings/vmlDrawing17.vml"/><Relationship Id="rId6" Type="http://schemas.openxmlformats.org/officeDocument/2006/relationships/slide" Target="slide1.xml"/><Relationship Id="rId11" Type="http://schemas.openxmlformats.org/officeDocument/2006/relationships/image" Target="../media/image55.wmf"/><Relationship Id="rId5" Type="http://schemas.openxmlformats.org/officeDocument/2006/relationships/notesSlide" Target="../notesSlides/notesSlide7.xml"/><Relationship Id="rId10" Type="http://schemas.openxmlformats.org/officeDocument/2006/relationships/oleObject" Target="../embeddings/oleObject34.bin"/><Relationship Id="rId4" Type="http://schemas.openxmlformats.org/officeDocument/2006/relationships/slideLayout" Target="../slideLayouts/slideLayout44.xml"/><Relationship Id="rId9" Type="http://schemas.openxmlformats.org/officeDocument/2006/relationships/image" Target="../media/image54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4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575.xml"/><Relationship Id="rId13" Type="http://schemas.openxmlformats.org/officeDocument/2006/relationships/slideLayout" Target="../slideLayouts/slideLayout44.xml"/><Relationship Id="rId18" Type="http://schemas.openxmlformats.org/officeDocument/2006/relationships/image" Target="../media/image66.wmf"/><Relationship Id="rId3" Type="http://schemas.openxmlformats.org/officeDocument/2006/relationships/tags" Target="../tags/tag570.xml"/><Relationship Id="rId7" Type="http://schemas.openxmlformats.org/officeDocument/2006/relationships/tags" Target="../tags/tag574.xml"/><Relationship Id="rId12" Type="http://schemas.openxmlformats.org/officeDocument/2006/relationships/tags" Target="../tags/tag579.xml"/><Relationship Id="rId17" Type="http://schemas.openxmlformats.org/officeDocument/2006/relationships/oleObject" Target="../embeddings/oleObject35.bin"/><Relationship Id="rId2" Type="http://schemas.openxmlformats.org/officeDocument/2006/relationships/tags" Target="../tags/tag569.xml"/><Relationship Id="rId16" Type="http://schemas.openxmlformats.org/officeDocument/2006/relationships/image" Target="../media/image7.png"/><Relationship Id="rId20" Type="http://schemas.openxmlformats.org/officeDocument/2006/relationships/image" Target="../media/image67.wmf"/><Relationship Id="rId1" Type="http://schemas.openxmlformats.org/officeDocument/2006/relationships/vmlDrawing" Target="../drawings/vmlDrawing18.vml"/><Relationship Id="rId6" Type="http://schemas.openxmlformats.org/officeDocument/2006/relationships/tags" Target="../tags/tag573.xml"/><Relationship Id="rId11" Type="http://schemas.openxmlformats.org/officeDocument/2006/relationships/tags" Target="../tags/tag578.xml"/><Relationship Id="rId5" Type="http://schemas.openxmlformats.org/officeDocument/2006/relationships/tags" Target="../tags/tag572.xml"/><Relationship Id="rId15" Type="http://schemas.openxmlformats.org/officeDocument/2006/relationships/slide" Target="slide1.xml"/><Relationship Id="rId10" Type="http://schemas.openxmlformats.org/officeDocument/2006/relationships/tags" Target="../tags/tag577.xml"/><Relationship Id="rId19" Type="http://schemas.openxmlformats.org/officeDocument/2006/relationships/oleObject" Target="../embeddings/oleObject36.bin"/><Relationship Id="rId4" Type="http://schemas.openxmlformats.org/officeDocument/2006/relationships/tags" Target="../tags/tag571.xml"/><Relationship Id="rId9" Type="http://schemas.openxmlformats.org/officeDocument/2006/relationships/tags" Target="../tags/tag576.xml"/><Relationship Id="rId14" Type="http://schemas.openxmlformats.org/officeDocument/2006/relationships/notesSlide" Target="../notesSlides/notesSlide8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8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70.wmf"/><Relationship Id="rId5" Type="http://schemas.openxmlformats.org/officeDocument/2006/relationships/image" Target="../media/image7.png"/><Relationship Id="rId10" Type="http://schemas.openxmlformats.org/officeDocument/2006/relationships/oleObject" Target="../embeddings/oleObject39.bin"/><Relationship Id="rId4" Type="http://schemas.openxmlformats.org/officeDocument/2006/relationships/slide" Target="slide1.xml"/><Relationship Id="rId9" Type="http://schemas.openxmlformats.org/officeDocument/2006/relationships/image" Target="../media/image69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73.wmf"/><Relationship Id="rId5" Type="http://schemas.openxmlformats.org/officeDocument/2006/relationships/image" Target="../media/image7.png"/><Relationship Id="rId10" Type="http://schemas.openxmlformats.org/officeDocument/2006/relationships/oleObject" Target="../embeddings/oleObject42.bin"/><Relationship Id="rId4" Type="http://schemas.openxmlformats.org/officeDocument/2006/relationships/slide" Target="slide1.xml"/><Relationship Id="rId9" Type="http://schemas.openxmlformats.org/officeDocument/2006/relationships/image" Target="../media/image72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7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oleObject" Target="../embeddings/oleObject45.bin"/><Relationship Id="rId3" Type="http://schemas.openxmlformats.org/officeDocument/2006/relationships/tags" Target="../tags/tag581.xml"/><Relationship Id="rId7" Type="http://schemas.openxmlformats.org/officeDocument/2006/relationships/slide" Target="slide1.xml"/><Relationship Id="rId12" Type="http://schemas.openxmlformats.org/officeDocument/2006/relationships/image" Target="../media/image77.wmf"/><Relationship Id="rId2" Type="http://schemas.openxmlformats.org/officeDocument/2006/relationships/tags" Target="../tags/tag580.xml"/><Relationship Id="rId16" Type="http://schemas.openxmlformats.org/officeDocument/2006/relationships/image" Target="../media/image79.wmf"/><Relationship Id="rId1" Type="http://schemas.openxmlformats.org/officeDocument/2006/relationships/vmlDrawing" Target="../drawings/vmlDrawing21.vml"/><Relationship Id="rId6" Type="http://schemas.openxmlformats.org/officeDocument/2006/relationships/notesSlide" Target="../notesSlides/notesSlide12.xml"/><Relationship Id="rId11" Type="http://schemas.openxmlformats.org/officeDocument/2006/relationships/oleObject" Target="../embeddings/oleObject44.bin"/><Relationship Id="rId5" Type="http://schemas.openxmlformats.org/officeDocument/2006/relationships/slideLayout" Target="../slideLayouts/slideLayout44.xml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76.wmf"/><Relationship Id="rId4" Type="http://schemas.openxmlformats.org/officeDocument/2006/relationships/tags" Target="../tags/tag582.xml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78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8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8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8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8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tags" Target="../tags/tag584.xml"/><Relationship Id="rId1" Type="http://schemas.openxmlformats.org/officeDocument/2006/relationships/tags" Target="../tags/tag583.xml"/><Relationship Id="rId5" Type="http://schemas.openxmlformats.org/officeDocument/2006/relationships/image" Target="../media/image7.png"/><Relationship Id="rId4" Type="http://schemas.openxmlformats.org/officeDocument/2006/relationships/slide" Target="slide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GIF"/><Relationship Id="rId1" Type="http://schemas.openxmlformats.org/officeDocument/2006/relationships/slideLayout" Target="../slideLayouts/slideLayout4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/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267585" y="44768"/>
            <a:ext cx="510857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第二章  矩阵及其运算</a:t>
            </a:r>
          </a:p>
        </p:txBody>
      </p:sp>
      <p:sp>
        <p:nvSpPr>
          <p:cNvPr id="14" name="Text Box 4103">
            <a:hlinkClick r:id="rId3" action="ppaction://hlinksldjump" highlightClick="1"/>
            <a:hlinkHover r:id="" action="ppaction://macro?name=Macro1" highlightClick="1"/>
          </p:cNvPr>
          <p:cNvSpPr txBox="1">
            <a:spLocks noChangeArrowheads="1"/>
          </p:cNvSpPr>
          <p:nvPr/>
        </p:nvSpPr>
        <p:spPr bwMode="auto">
          <a:xfrm>
            <a:off x="2267585" y="1701165"/>
            <a:ext cx="4719320" cy="645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§2.5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矩阵的初等变换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3016" name="Picture 13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59523" y="260668"/>
            <a:ext cx="385762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450" y="0"/>
            <a:ext cx="1008112" cy="771926"/>
          </a:xfrm>
          <a:prstGeom prst="rect">
            <a:avLst/>
          </a:prstGeom>
        </p:spPr>
      </p:pic>
    </p:spTree>
  </p:cSld>
  <p:clrMapOvr>
    <a:masterClrMapping/>
  </p:clrMapOvr>
  <p:transition spd="slow"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3"/>
          <p:cNvSpPr>
            <a:spLocks noChangeArrowheads="1"/>
          </p:cNvSpPr>
          <p:nvPr/>
        </p:nvSpPr>
        <p:spPr bwMode="auto">
          <a:xfrm>
            <a:off x="611505" y="1477328"/>
            <a:ext cx="7835265" cy="2762250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矩阵的初等变换是矩阵的一种十分重要的运算，它是解线性方程组、求逆矩阵及矩阵理论的探讨中都可起重要的作用.</a:t>
            </a:r>
          </a:p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Arial" panose="020B0604020202020204" pitchFamily="34" charset="0"/>
              </a:rPr>
              <a:t>本节讨论初等变换的定义及应用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" y="836930"/>
            <a:ext cx="162687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2.7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79930" y="92265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求解线性方程组</a:t>
            </a:r>
            <a:endParaRPr lang="zh-CN" altLang="en-US" b="1" dirty="0">
              <a:ea typeface="黑体" panose="02010609060101010101" pitchFamily="49" charset="-122"/>
              <a:sym typeface="+mn-ea"/>
            </a:endParaRPr>
          </a:p>
        </p:txBody>
      </p:sp>
      <p:grpSp>
        <p:nvGrpSpPr>
          <p:cNvPr id="6147" name="Group 17"/>
          <p:cNvGrpSpPr/>
          <p:nvPr/>
        </p:nvGrpSpPr>
        <p:grpSpPr>
          <a:xfrm>
            <a:off x="2090738" y="1541463"/>
            <a:ext cx="4811713" cy="1909762"/>
            <a:chOff x="1271" y="709"/>
            <a:chExt cx="3031" cy="1203"/>
          </a:xfrm>
        </p:grpSpPr>
        <p:graphicFrame>
          <p:nvGraphicFramePr>
            <p:cNvPr id="6158" name="Object 4"/>
            <p:cNvGraphicFramePr>
              <a:graphicFrameLocks noChangeAspect="1"/>
            </p:cNvGraphicFramePr>
            <p:nvPr>
              <p:custDataLst>
                <p:tags r:id="rId10"/>
              </p:custDataLst>
            </p:nvPr>
          </p:nvGraphicFramePr>
          <p:xfrm>
            <a:off x="1271" y="709"/>
            <a:ext cx="2413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r:id="rId15" imgW="1485900" imgH="711200" progId="Equation.3">
                    <p:embed/>
                  </p:oleObj>
                </mc:Choice>
                <mc:Fallback>
                  <p:oleObj r:id="rId15" imgW="1485900" imgH="7112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271" y="709"/>
                          <a:ext cx="2413" cy="1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9" name="Text Box 5"/>
            <p:cNvSpPr txBox="1"/>
            <p:nvPr>
              <p:custDataLst>
                <p:tags r:id="rId11"/>
              </p:custDataLst>
            </p:nvPr>
          </p:nvSpPr>
          <p:spPr>
            <a:xfrm>
              <a:off x="3923" y="709"/>
              <a:ext cx="379" cy="1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①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</a:t>
              </a:r>
            </a:p>
          </p:txBody>
        </p:sp>
      </p:grpSp>
      <p:sp>
        <p:nvSpPr>
          <p:cNvPr id="44039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5325" y="3573145"/>
            <a:ext cx="871220" cy="60769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解</a:t>
            </a:r>
          </a:p>
        </p:txBody>
      </p:sp>
      <p:grpSp>
        <p:nvGrpSpPr>
          <p:cNvPr id="3" name="Group 18"/>
          <p:cNvGrpSpPr/>
          <p:nvPr/>
        </p:nvGrpSpPr>
        <p:grpSpPr>
          <a:xfrm>
            <a:off x="644843" y="4361815"/>
            <a:ext cx="2590800" cy="747713"/>
            <a:chOff x="295" y="2648"/>
            <a:chExt cx="1632" cy="471"/>
          </a:xfrm>
        </p:grpSpPr>
        <p:sp>
          <p:nvSpPr>
            <p:cNvPr id="6155" name="Line 9"/>
            <p:cNvSpPr/>
            <p:nvPr>
              <p:custDataLst>
                <p:tags r:id="rId7"/>
              </p:custDataLst>
            </p:nvPr>
          </p:nvSpPr>
          <p:spPr>
            <a:xfrm>
              <a:off x="668" y="2984"/>
              <a:ext cx="125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6" name="Text Box 10"/>
            <p:cNvSpPr txBox="1"/>
            <p:nvPr>
              <p:custDataLst>
                <p:tags r:id="rId8"/>
              </p:custDataLst>
            </p:nvPr>
          </p:nvSpPr>
          <p:spPr>
            <a:xfrm>
              <a:off x="809" y="2648"/>
              <a:ext cx="10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① </a:t>
              </a: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 </a:t>
              </a: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</a:t>
              </a:r>
            </a:p>
          </p:txBody>
        </p:sp>
        <p:sp>
          <p:nvSpPr>
            <p:cNvPr id="6157" name="Text Box 12"/>
            <p:cNvSpPr txBox="1"/>
            <p:nvPr>
              <p:custDataLst>
                <p:tags r:id="rId9"/>
              </p:custDataLst>
            </p:nvPr>
          </p:nvSpPr>
          <p:spPr>
            <a:xfrm>
              <a:off x="295" y="2792"/>
              <a:ext cx="4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(1)</a:t>
              </a:r>
            </a:p>
          </p:txBody>
        </p:sp>
      </p:grpSp>
      <p:sp>
        <p:nvSpPr>
          <p:cNvPr id="44048" name="Text Box 16"/>
          <p:cNvSpPr txBox="1"/>
          <p:nvPr>
            <p:custDataLst>
              <p:tags r:id="rId4"/>
            </p:custDataLst>
          </p:nvPr>
        </p:nvSpPr>
        <p:spPr>
          <a:xfrm>
            <a:off x="8045768" y="4580890"/>
            <a:ext cx="879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10" name="Group 19"/>
          <p:cNvGrpSpPr/>
          <p:nvPr/>
        </p:nvGrpSpPr>
        <p:grpSpPr>
          <a:xfrm>
            <a:off x="3230881" y="3933190"/>
            <a:ext cx="4811713" cy="1909763"/>
            <a:chOff x="1271" y="709"/>
            <a:chExt cx="3031" cy="1203"/>
          </a:xfrm>
        </p:grpSpPr>
        <p:graphicFrame>
          <p:nvGraphicFramePr>
            <p:cNvPr id="6153" name="Object 20"/>
            <p:cNvGraphicFramePr>
              <a:graphicFrameLocks noChangeAspect="1"/>
            </p:cNvGraphicFramePr>
            <p:nvPr>
              <p:custDataLst>
                <p:tags r:id="rId5"/>
              </p:custDataLst>
            </p:nvPr>
          </p:nvGraphicFramePr>
          <p:xfrm>
            <a:off x="1271" y="709"/>
            <a:ext cx="2413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r:id="rId17" imgW="1485900" imgH="711200" progId="Equation.3">
                    <p:embed/>
                  </p:oleObj>
                </mc:Choice>
                <mc:Fallback>
                  <p:oleObj r:id="rId17" imgW="1485900" imgH="7112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271" y="709"/>
                          <a:ext cx="2413" cy="1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4" name="Text Box 21"/>
            <p:cNvSpPr txBox="1"/>
            <p:nvPr>
              <p:custDataLst>
                <p:tags r:id="rId6"/>
              </p:custDataLst>
            </p:nvPr>
          </p:nvSpPr>
          <p:spPr>
            <a:xfrm>
              <a:off x="3923" y="709"/>
              <a:ext cx="379" cy="1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①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4039" grpId="0" build="p"/>
      <p:bldP spid="440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28"/>
          <p:cNvGrpSpPr/>
          <p:nvPr/>
        </p:nvGrpSpPr>
        <p:grpSpPr>
          <a:xfrm>
            <a:off x="694690" y="1444943"/>
            <a:ext cx="1676400" cy="976312"/>
            <a:chOff x="528" y="865"/>
            <a:chExt cx="1056" cy="615"/>
          </a:xfrm>
        </p:grpSpPr>
        <p:sp>
          <p:nvSpPr>
            <p:cNvPr id="7183" name="Line 3"/>
            <p:cNvSpPr/>
            <p:nvPr>
              <p:custDataLst>
                <p:tags r:id="rId11"/>
              </p:custDataLst>
            </p:nvPr>
          </p:nvSpPr>
          <p:spPr>
            <a:xfrm>
              <a:off x="528" y="1153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4" name="Text Box 5"/>
            <p:cNvSpPr txBox="1"/>
            <p:nvPr>
              <p:custDataLst>
                <p:tags r:id="rId12"/>
              </p:custDataLst>
            </p:nvPr>
          </p:nvSpPr>
          <p:spPr>
            <a:xfrm>
              <a:off x="528" y="865"/>
              <a:ext cx="9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 +3①</a:t>
              </a:r>
            </a:p>
          </p:txBody>
        </p:sp>
        <p:sp>
          <p:nvSpPr>
            <p:cNvPr id="7185" name="Text Box 6"/>
            <p:cNvSpPr txBox="1"/>
            <p:nvPr>
              <p:custDataLst>
                <p:tags r:id="rId13"/>
              </p:custDataLst>
            </p:nvPr>
          </p:nvSpPr>
          <p:spPr>
            <a:xfrm>
              <a:off x="576" y="1153"/>
              <a:ext cx="10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 - 2①</a:t>
              </a:r>
            </a:p>
          </p:txBody>
        </p:sp>
      </p:grpSp>
      <p:sp>
        <p:nvSpPr>
          <p:cNvPr id="45064" name="Line 8"/>
          <p:cNvSpPr/>
          <p:nvPr>
            <p:custDataLst>
              <p:tags r:id="rId2"/>
            </p:custDataLst>
          </p:nvPr>
        </p:nvSpPr>
        <p:spPr>
          <a:xfrm flipV="1">
            <a:off x="694690" y="4797743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" name="Group 9"/>
          <p:cNvGrpSpPr/>
          <p:nvPr/>
        </p:nvGrpSpPr>
        <p:grpSpPr>
          <a:xfrm>
            <a:off x="728028" y="3959543"/>
            <a:ext cx="1420812" cy="876300"/>
            <a:chOff x="1056" y="3216"/>
            <a:chExt cx="810" cy="552"/>
          </a:xfrm>
        </p:grpSpPr>
        <p:sp>
          <p:nvSpPr>
            <p:cNvPr id="7181" name="Text Box 10"/>
            <p:cNvSpPr txBox="1"/>
            <p:nvPr>
              <p:custDataLst>
                <p:tags r:id="rId9"/>
              </p:custDataLst>
            </p:nvPr>
          </p:nvSpPr>
          <p:spPr>
            <a:xfrm>
              <a:off x="1056" y="3312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</a:t>
              </a:r>
            </a:p>
          </p:txBody>
        </p:sp>
        <p:graphicFrame>
          <p:nvGraphicFramePr>
            <p:cNvPr id="7182" name="Object 11"/>
            <p:cNvGraphicFramePr>
              <a:graphicFrameLocks noChangeAspect="1"/>
            </p:cNvGraphicFramePr>
            <p:nvPr>
              <p:custDataLst>
                <p:tags r:id="rId10"/>
              </p:custDataLst>
            </p:nvPr>
          </p:nvGraphicFramePr>
          <p:xfrm>
            <a:off x="1317" y="3216"/>
            <a:ext cx="549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9" r:id="rId17" imgW="254000" imgH="228600" progId="Equation.3">
                    <p:embed/>
                  </p:oleObj>
                </mc:Choice>
                <mc:Fallback>
                  <p:oleObj r:id="rId17" imgW="254000" imgH="2286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17" y="3216"/>
                          <a:ext cx="549" cy="5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73" name="Text Box 17"/>
          <p:cNvSpPr txBox="1"/>
          <p:nvPr>
            <p:custDataLst>
              <p:tags r:id="rId3"/>
            </p:custDataLst>
          </p:nvPr>
        </p:nvSpPr>
        <p:spPr>
          <a:xfrm>
            <a:off x="7628890" y="164496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45077" name="Text Box 21"/>
          <p:cNvSpPr txBox="1"/>
          <p:nvPr>
            <p:custDataLst>
              <p:tags r:id="rId4"/>
            </p:custDataLst>
          </p:nvPr>
        </p:nvSpPr>
        <p:spPr>
          <a:xfrm>
            <a:off x="7587615" y="4588193"/>
            <a:ext cx="9556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7" name="Group 22"/>
          <p:cNvGrpSpPr/>
          <p:nvPr/>
        </p:nvGrpSpPr>
        <p:grpSpPr>
          <a:xfrm>
            <a:off x="2336166" y="979805"/>
            <a:ext cx="4926013" cy="1909763"/>
            <a:chOff x="1199" y="709"/>
            <a:chExt cx="3103" cy="1203"/>
          </a:xfrm>
        </p:grpSpPr>
        <p:graphicFrame>
          <p:nvGraphicFramePr>
            <p:cNvPr id="7179" name="Object 23"/>
            <p:cNvGraphicFramePr>
              <a:graphicFrameLocks noChangeAspect="1"/>
            </p:cNvGraphicFramePr>
            <p:nvPr>
              <p:custDataLst>
                <p:tags r:id="rId7"/>
              </p:custDataLst>
            </p:nvPr>
          </p:nvGraphicFramePr>
          <p:xfrm>
            <a:off x="1199" y="709"/>
            <a:ext cx="2556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0" r:id="rId19" imgW="1574800" imgH="711200" progId="Equation.3">
                    <p:embed/>
                  </p:oleObj>
                </mc:Choice>
                <mc:Fallback>
                  <p:oleObj r:id="rId19" imgW="1574800" imgH="7112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99" y="709"/>
                          <a:ext cx="2556" cy="1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0" name="Text Box 24"/>
            <p:cNvSpPr txBox="1"/>
            <p:nvPr>
              <p:custDataLst>
                <p:tags r:id="rId8"/>
              </p:custDataLst>
            </p:nvPr>
          </p:nvSpPr>
          <p:spPr>
            <a:xfrm>
              <a:off x="3923" y="709"/>
              <a:ext cx="379" cy="1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①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</a:t>
              </a:r>
            </a:p>
          </p:txBody>
        </p:sp>
      </p:grpSp>
      <p:grpSp>
        <p:nvGrpSpPr>
          <p:cNvPr id="8" name="Group 25"/>
          <p:cNvGrpSpPr/>
          <p:nvPr/>
        </p:nvGrpSpPr>
        <p:grpSpPr>
          <a:xfrm>
            <a:off x="2407603" y="3861118"/>
            <a:ext cx="4926013" cy="1909762"/>
            <a:chOff x="1199" y="709"/>
            <a:chExt cx="3103" cy="1203"/>
          </a:xfrm>
        </p:grpSpPr>
        <p:graphicFrame>
          <p:nvGraphicFramePr>
            <p:cNvPr id="7177" name="Object 26"/>
            <p:cNvGraphicFramePr>
              <a:graphicFrameLocks noChangeAspect="1"/>
            </p:cNvGraphicFramePr>
            <p:nvPr>
              <p:custDataLst>
                <p:tags r:id="rId5"/>
              </p:custDataLst>
            </p:nvPr>
          </p:nvGraphicFramePr>
          <p:xfrm>
            <a:off x="1199" y="709"/>
            <a:ext cx="2556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1" r:id="rId21" imgW="1574800" imgH="711200" progId="Equation.3">
                    <p:embed/>
                  </p:oleObj>
                </mc:Choice>
                <mc:Fallback>
                  <p:oleObj r:id="rId21" imgW="1574800" imgH="7112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199" y="709"/>
                          <a:ext cx="2556" cy="1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8" name="Text Box 27"/>
            <p:cNvSpPr txBox="1"/>
            <p:nvPr>
              <p:custDataLst>
                <p:tags r:id="rId6"/>
              </p:custDataLst>
            </p:nvPr>
          </p:nvSpPr>
          <p:spPr>
            <a:xfrm>
              <a:off x="3923" y="709"/>
              <a:ext cx="379" cy="1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①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3" grpId="0"/>
      <p:bldP spid="4507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085" name="Text Box 5"/>
          <p:cNvSpPr txBox="1"/>
          <p:nvPr>
            <p:custDataLst>
              <p:tags r:id="rId2"/>
            </p:custDataLst>
          </p:nvPr>
        </p:nvSpPr>
        <p:spPr>
          <a:xfrm>
            <a:off x="7901623" y="1643380"/>
            <a:ext cx="928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2" name="Group 30"/>
          <p:cNvGrpSpPr/>
          <p:nvPr/>
        </p:nvGrpSpPr>
        <p:grpSpPr>
          <a:xfrm>
            <a:off x="538798" y="1556068"/>
            <a:ext cx="1938337" cy="533400"/>
            <a:chOff x="385" y="969"/>
            <a:chExt cx="1221" cy="336"/>
          </a:xfrm>
        </p:grpSpPr>
        <p:sp>
          <p:nvSpPr>
            <p:cNvPr id="8220" name="Line 7"/>
            <p:cNvSpPr/>
            <p:nvPr>
              <p:custDataLst>
                <p:tags r:id="rId21"/>
              </p:custDataLst>
            </p:nvPr>
          </p:nvSpPr>
          <p:spPr>
            <a:xfrm>
              <a:off x="385" y="1305"/>
              <a:ext cx="122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21" name="Text Box 8"/>
            <p:cNvSpPr txBox="1"/>
            <p:nvPr>
              <p:custDataLst>
                <p:tags r:id="rId22"/>
              </p:custDataLst>
            </p:nvPr>
          </p:nvSpPr>
          <p:spPr>
            <a:xfrm>
              <a:off x="441" y="969"/>
              <a:ext cx="11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③+19 ②</a:t>
              </a: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3174048" y="1686243"/>
            <a:ext cx="2376487" cy="1371600"/>
            <a:chOff x="1680" y="672"/>
            <a:chExt cx="2688" cy="864"/>
          </a:xfrm>
        </p:grpSpPr>
        <p:sp>
          <p:nvSpPr>
            <p:cNvPr id="8215" name="Line 11"/>
            <p:cNvSpPr/>
            <p:nvPr>
              <p:custDataLst>
                <p:tags r:id="rId16"/>
              </p:custDataLst>
            </p:nvPr>
          </p:nvSpPr>
          <p:spPr>
            <a:xfrm>
              <a:off x="1680" y="672"/>
              <a:ext cx="432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16" name="Line 12"/>
            <p:cNvSpPr/>
            <p:nvPr>
              <p:custDataLst>
                <p:tags r:id="rId17"/>
              </p:custDataLst>
            </p:nvPr>
          </p:nvSpPr>
          <p:spPr>
            <a:xfrm>
              <a:off x="2112" y="672"/>
              <a:ext cx="0" cy="43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17" name="Line 13"/>
            <p:cNvSpPr/>
            <p:nvPr>
              <p:custDataLst>
                <p:tags r:id="rId18"/>
              </p:custDataLst>
            </p:nvPr>
          </p:nvSpPr>
          <p:spPr>
            <a:xfrm>
              <a:off x="2112" y="1104"/>
              <a:ext cx="124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18" name="Line 14"/>
            <p:cNvSpPr/>
            <p:nvPr>
              <p:custDataLst>
                <p:tags r:id="rId19"/>
              </p:custDataLst>
            </p:nvPr>
          </p:nvSpPr>
          <p:spPr>
            <a:xfrm>
              <a:off x="3360" y="1104"/>
              <a:ext cx="0" cy="43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19" name="Line 15"/>
            <p:cNvSpPr/>
            <p:nvPr>
              <p:custDataLst>
                <p:tags r:id="rId20"/>
              </p:custDataLst>
            </p:nvPr>
          </p:nvSpPr>
          <p:spPr>
            <a:xfrm>
              <a:off x="3360" y="1536"/>
              <a:ext cx="10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46103" name="Text Box 23"/>
          <p:cNvSpPr txBox="1"/>
          <p:nvPr>
            <p:custDataLst>
              <p:tags r:id="rId3"/>
            </p:custDataLst>
          </p:nvPr>
        </p:nvSpPr>
        <p:spPr>
          <a:xfrm>
            <a:off x="7801610" y="4613593"/>
            <a:ext cx="1028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4" name="Group 31"/>
          <p:cNvGrpSpPr/>
          <p:nvPr/>
        </p:nvGrpSpPr>
        <p:grpSpPr>
          <a:xfrm>
            <a:off x="2899410" y="1124268"/>
            <a:ext cx="4648200" cy="1909762"/>
            <a:chOff x="1374" y="709"/>
            <a:chExt cx="2928" cy="1203"/>
          </a:xfrm>
        </p:grpSpPr>
        <p:graphicFrame>
          <p:nvGraphicFramePr>
            <p:cNvPr id="8213" name="Object 32"/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1374" y="709"/>
            <a:ext cx="2206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3" r:id="rId26" imgW="1358900" imgH="711200" progId="Equation.3">
                    <p:embed/>
                  </p:oleObj>
                </mc:Choice>
                <mc:Fallback>
                  <p:oleObj r:id="rId26" imgW="1358900" imgH="7112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374" y="709"/>
                          <a:ext cx="2206" cy="1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Text Box 33"/>
            <p:cNvSpPr txBox="1"/>
            <p:nvPr>
              <p:custDataLst>
                <p:tags r:id="rId15"/>
              </p:custDataLst>
            </p:nvPr>
          </p:nvSpPr>
          <p:spPr>
            <a:xfrm>
              <a:off x="3923" y="709"/>
              <a:ext cx="379" cy="1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①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</a:t>
              </a:r>
            </a:p>
          </p:txBody>
        </p:sp>
      </p:grpSp>
      <p:grpSp>
        <p:nvGrpSpPr>
          <p:cNvPr id="5" name="Group 38"/>
          <p:cNvGrpSpPr/>
          <p:nvPr/>
        </p:nvGrpSpPr>
        <p:grpSpPr>
          <a:xfrm>
            <a:off x="799148" y="4005580"/>
            <a:ext cx="1835150" cy="939800"/>
            <a:chOff x="476" y="2478"/>
            <a:chExt cx="1156" cy="592"/>
          </a:xfrm>
        </p:grpSpPr>
        <p:sp>
          <p:nvSpPr>
            <p:cNvPr id="8209" name="Line 17"/>
            <p:cNvSpPr/>
            <p:nvPr>
              <p:custDataLst>
                <p:tags r:id="rId11"/>
              </p:custDataLst>
            </p:nvPr>
          </p:nvSpPr>
          <p:spPr>
            <a:xfrm>
              <a:off x="576" y="3070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8210" name="Group 37"/>
            <p:cNvGrpSpPr/>
            <p:nvPr/>
          </p:nvGrpSpPr>
          <p:grpSpPr>
            <a:xfrm>
              <a:off x="476" y="2478"/>
              <a:ext cx="1081" cy="552"/>
              <a:chOff x="582" y="1933"/>
              <a:chExt cx="1081" cy="552"/>
            </a:xfrm>
          </p:grpSpPr>
          <p:sp>
            <p:nvSpPr>
              <p:cNvPr id="8211" name="Text Box 3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292" y="2033"/>
                <a:ext cx="37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③</a:t>
                </a:r>
              </a:p>
            </p:txBody>
          </p:sp>
          <p:graphicFrame>
            <p:nvGraphicFramePr>
              <p:cNvPr id="8212" name="Object 36"/>
              <p:cNvGraphicFramePr>
                <a:graphicFrameLocks noChangeAspect="1"/>
              </p:cNvGraphicFramePr>
              <p:nvPr>
                <p:custDataLst>
                  <p:tags r:id="rId13"/>
                </p:custDataLst>
              </p:nvPr>
            </p:nvGraphicFramePr>
            <p:xfrm>
              <a:off x="582" y="1933"/>
              <a:ext cx="789" cy="5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64" r:id="rId28" imgW="330200" imgH="228600" progId="Equation.3">
                      <p:embed/>
                    </p:oleObj>
                  </mc:Choice>
                  <mc:Fallback>
                    <p:oleObj r:id="rId28" imgW="330200" imgH="228600" progId="Equation.3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582" y="1933"/>
                            <a:ext cx="789" cy="5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39"/>
          <p:cNvGrpSpPr/>
          <p:nvPr/>
        </p:nvGrpSpPr>
        <p:grpSpPr>
          <a:xfrm>
            <a:off x="3491548" y="4361180"/>
            <a:ext cx="2376487" cy="1371600"/>
            <a:chOff x="1680" y="672"/>
            <a:chExt cx="2688" cy="864"/>
          </a:xfrm>
        </p:grpSpPr>
        <p:sp>
          <p:nvSpPr>
            <p:cNvPr id="8204" name="Line 40"/>
            <p:cNvSpPr/>
            <p:nvPr>
              <p:custDataLst>
                <p:tags r:id="rId6"/>
              </p:custDataLst>
            </p:nvPr>
          </p:nvSpPr>
          <p:spPr>
            <a:xfrm>
              <a:off x="1680" y="672"/>
              <a:ext cx="432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5" name="Line 41"/>
            <p:cNvSpPr/>
            <p:nvPr>
              <p:custDataLst>
                <p:tags r:id="rId7"/>
              </p:custDataLst>
            </p:nvPr>
          </p:nvSpPr>
          <p:spPr>
            <a:xfrm>
              <a:off x="2112" y="672"/>
              <a:ext cx="0" cy="43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6" name="Line 42"/>
            <p:cNvSpPr/>
            <p:nvPr>
              <p:custDataLst>
                <p:tags r:id="rId8"/>
              </p:custDataLst>
            </p:nvPr>
          </p:nvSpPr>
          <p:spPr>
            <a:xfrm>
              <a:off x="2112" y="1104"/>
              <a:ext cx="124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7" name="Line 43"/>
            <p:cNvSpPr/>
            <p:nvPr>
              <p:custDataLst>
                <p:tags r:id="rId9"/>
              </p:custDataLst>
            </p:nvPr>
          </p:nvSpPr>
          <p:spPr>
            <a:xfrm>
              <a:off x="3360" y="1104"/>
              <a:ext cx="0" cy="43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8" name="Line 44"/>
            <p:cNvSpPr/>
            <p:nvPr>
              <p:custDataLst>
                <p:tags r:id="rId10"/>
              </p:custDataLst>
            </p:nvPr>
          </p:nvSpPr>
          <p:spPr>
            <a:xfrm>
              <a:off x="3360" y="1536"/>
              <a:ext cx="10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</p:grpSp>
      <p:grpSp>
        <p:nvGrpSpPr>
          <p:cNvPr id="8" name="Group 45"/>
          <p:cNvGrpSpPr/>
          <p:nvPr/>
        </p:nvGrpSpPr>
        <p:grpSpPr>
          <a:xfrm>
            <a:off x="3134360" y="3799205"/>
            <a:ext cx="4484688" cy="1909763"/>
            <a:chOff x="1477" y="709"/>
            <a:chExt cx="2825" cy="1203"/>
          </a:xfrm>
        </p:grpSpPr>
        <p:graphicFrame>
          <p:nvGraphicFramePr>
            <p:cNvPr id="8202" name="Object 46"/>
            <p:cNvGraphicFramePr>
              <a:graphicFrameLocks noChangeAspect="1"/>
            </p:cNvGraphicFramePr>
            <p:nvPr>
              <p:custDataLst>
                <p:tags r:id="rId4"/>
              </p:custDataLst>
            </p:nvPr>
          </p:nvGraphicFramePr>
          <p:xfrm>
            <a:off x="1477" y="709"/>
            <a:ext cx="2000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5" r:id="rId30" imgW="1231265" imgH="711200" progId="Equation.3">
                    <p:embed/>
                  </p:oleObj>
                </mc:Choice>
                <mc:Fallback>
                  <p:oleObj r:id="rId30" imgW="1231265" imgH="7112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477" y="709"/>
                          <a:ext cx="2000" cy="1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3" name="Text Box 47"/>
            <p:cNvSpPr txBox="1"/>
            <p:nvPr>
              <p:custDataLst>
                <p:tags r:id="rId5"/>
              </p:custDataLst>
            </p:nvPr>
          </p:nvSpPr>
          <p:spPr>
            <a:xfrm>
              <a:off x="3923" y="709"/>
              <a:ext cx="379" cy="1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①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/>
      <p:bldP spid="461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1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03" name="Text Box 23"/>
          <p:cNvSpPr txBox="1"/>
          <p:nvPr>
            <p:custDataLst>
              <p:tags r:id="rId2"/>
            </p:custDataLst>
          </p:nvPr>
        </p:nvSpPr>
        <p:spPr>
          <a:xfrm>
            <a:off x="7639050" y="2011363"/>
            <a:ext cx="10287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7" name="Group 39"/>
          <p:cNvGrpSpPr/>
          <p:nvPr/>
        </p:nvGrpSpPr>
        <p:grpSpPr>
          <a:xfrm>
            <a:off x="3328988" y="1758950"/>
            <a:ext cx="2376487" cy="1371600"/>
            <a:chOff x="1680" y="672"/>
            <a:chExt cx="2688" cy="864"/>
          </a:xfrm>
        </p:grpSpPr>
        <p:sp>
          <p:nvSpPr>
            <p:cNvPr id="8204" name="Line 40"/>
            <p:cNvSpPr/>
            <p:nvPr>
              <p:custDataLst>
                <p:tags r:id="rId15"/>
              </p:custDataLst>
            </p:nvPr>
          </p:nvSpPr>
          <p:spPr>
            <a:xfrm>
              <a:off x="1680" y="672"/>
              <a:ext cx="432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5" name="Line 41"/>
            <p:cNvSpPr/>
            <p:nvPr>
              <p:custDataLst>
                <p:tags r:id="rId16"/>
              </p:custDataLst>
            </p:nvPr>
          </p:nvSpPr>
          <p:spPr>
            <a:xfrm>
              <a:off x="2112" y="672"/>
              <a:ext cx="0" cy="43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6" name="Line 42"/>
            <p:cNvSpPr/>
            <p:nvPr>
              <p:custDataLst>
                <p:tags r:id="rId17"/>
              </p:custDataLst>
            </p:nvPr>
          </p:nvSpPr>
          <p:spPr>
            <a:xfrm>
              <a:off x="2112" y="1104"/>
              <a:ext cx="124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7" name="Line 43"/>
            <p:cNvSpPr/>
            <p:nvPr>
              <p:custDataLst>
                <p:tags r:id="rId18"/>
              </p:custDataLst>
            </p:nvPr>
          </p:nvSpPr>
          <p:spPr>
            <a:xfrm>
              <a:off x="3360" y="1104"/>
              <a:ext cx="0" cy="43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8" name="Line 44"/>
            <p:cNvSpPr/>
            <p:nvPr>
              <p:custDataLst>
                <p:tags r:id="rId19"/>
              </p:custDataLst>
            </p:nvPr>
          </p:nvSpPr>
          <p:spPr>
            <a:xfrm>
              <a:off x="3360" y="1536"/>
              <a:ext cx="10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</p:grpSp>
      <p:grpSp>
        <p:nvGrpSpPr>
          <p:cNvPr id="8" name="Group 45"/>
          <p:cNvGrpSpPr/>
          <p:nvPr/>
        </p:nvGrpSpPr>
        <p:grpSpPr>
          <a:xfrm>
            <a:off x="2970212" y="1196975"/>
            <a:ext cx="4486276" cy="1909763"/>
            <a:chOff x="1476" y="709"/>
            <a:chExt cx="2826" cy="1203"/>
          </a:xfrm>
        </p:grpSpPr>
        <p:graphicFrame>
          <p:nvGraphicFramePr>
            <p:cNvPr id="8202" name="Object 46"/>
            <p:cNvGraphicFramePr>
              <a:graphicFrameLocks noChangeAspect="1"/>
            </p:cNvGraphicFramePr>
            <p:nvPr>
              <p:custDataLst>
                <p:tags r:id="rId13"/>
              </p:custDataLst>
            </p:nvPr>
          </p:nvGraphicFramePr>
          <p:xfrm>
            <a:off x="1476" y="709"/>
            <a:ext cx="2000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3" r:id="rId23" imgW="1231265" imgH="711200" progId="Equation.3">
                    <p:embed/>
                  </p:oleObj>
                </mc:Choice>
                <mc:Fallback>
                  <p:oleObj r:id="rId23" imgW="1231265" imgH="7112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476" y="709"/>
                          <a:ext cx="2000" cy="1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3" name="Text Box 47"/>
            <p:cNvSpPr txBox="1"/>
            <p:nvPr>
              <p:custDataLst>
                <p:tags r:id="rId14"/>
              </p:custDataLst>
            </p:nvPr>
          </p:nvSpPr>
          <p:spPr>
            <a:xfrm>
              <a:off x="3923" y="709"/>
              <a:ext cx="379" cy="1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①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81380" y="1341120"/>
            <a:ext cx="1676400" cy="1038860"/>
            <a:chOff x="1388" y="2112"/>
            <a:chExt cx="2640" cy="1636"/>
          </a:xfrm>
        </p:grpSpPr>
        <p:sp>
          <p:nvSpPr>
            <p:cNvPr id="8209" name="Line 17"/>
            <p:cNvSpPr/>
            <p:nvPr>
              <p:custDataLst>
                <p:tags r:id="rId12"/>
              </p:custDataLst>
            </p:nvPr>
          </p:nvSpPr>
          <p:spPr>
            <a:xfrm>
              <a:off x="1388" y="3748"/>
              <a:ext cx="26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" name="文本框 1"/>
            <p:cNvSpPr txBox="1"/>
            <p:nvPr/>
          </p:nvSpPr>
          <p:spPr>
            <a:xfrm>
              <a:off x="1644" y="2112"/>
              <a:ext cx="2189" cy="15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b="1" dirty="0">
                  <a:ea typeface="黑体" panose="02010609060101010101" pitchFamily="49" charset="-122"/>
                  <a:sym typeface="+mn-ea"/>
                </a:rPr>
                <a:t>②+③</a:t>
              </a:r>
            </a:p>
            <a:p>
              <a:r>
                <a:rPr lang="en-US" altLang="zh-CN" b="1" dirty="0">
                  <a:ea typeface="黑体" panose="02010609060101010101" pitchFamily="49" charset="-122"/>
                  <a:sym typeface="+mn-ea"/>
                </a:rPr>
                <a:t>①+5③</a:t>
              </a:r>
            </a:p>
          </p:txBody>
        </p:sp>
      </p:grpSp>
      <p:sp>
        <p:nvSpPr>
          <p:cNvPr id="6" name="Text Box 23"/>
          <p:cNvSpPr txBox="1"/>
          <p:nvPr>
            <p:custDataLst>
              <p:tags r:id="rId3"/>
            </p:custDataLst>
          </p:nvPr>
        </p:nvSpPr>
        <p:spPr>
          <a:xfrm>
            <a:off x="7637780" y="4292918"/>
            <a:ext cx="10287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9" name="Group 39"/>
          <p:cNvGrpSpPr/>
          <p:nvPr/>
        </p:nvGrpSpPr>
        <p:grpSpPr>
          <a:xfrm>
            <a:off x="3327718" y="4040505"/>
            <a:ext cx="2376487" cy="1371600"/>
            <a:chOff x="1680" y="672"/>
            <a:chExt cx="2688" cy="864"/>
          </a:xfrm>
        </p:grpSpPr>
        <p:sp>
          <p:nvSpPr>
            <p:cNvPr id="10" name="Line 40"/>
            <p:cNvSpPr/>
            <p:nvPr>
              <p:custDataLst>
                <p:tags r:id="rId7"/>
              </p:custDataLst>
            </p:nvPr>
          </p:nvSpPr>
          <p:spPr>
            <a:xfrm>
              <a:off x="1680" y="672"/>
              <a:ext cx="432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1" name="Line 41"/>
            <p:cNvSpPr/>
            <p:nvPr>
              <p:custDataLst>
                <p:tags r:id="rId8"/>
              </p:custDataLst>
            </p:nvPr>
          </p:nvSpPr>
          <p:spPr>
            <a:xfrm>
              <a:off x="2112" y="672"/>
              <a:ext cx="0" cy="43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2" name="Line 42"/>
            <p:cNvSpPr/>
            <p:nvPr>
              <p:custDataLst>
                <p:tags r:id="rId9"/>
              </p:custDataLst>
            </p:nvPr>
          </p:nvSpPr>
          <p:spPr>
            <a:xfrm>
              <a:off x="2112" y="1104"/>
              <a:ext cx="124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3" name="Line 43"/>
            <p:cNvSpPr/>
            <p:nvPr>
              <p:custDataLst>
                <p:tags r:id="rId10"/>
              </p:custDataLst>
            </p:nvPr>
          </p:nvSpPr>
          <p:spPr>
            <a:xfrm>
              <a:off x="3360" y="1104"/>
              <a:ext cx="0" cy="43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4" name="Line 44"/>
            <p:cNvSpPr/>
            <p:nvPr>
              <p:custDataLst>
                <p:tags r:id="rId11"/>
              </p:custDataLst>
            </p:nvPr>
          </p:nvSpPr>
          <p:spPr>
            <a:xfrm>
              <a:off x="3360" y="1536"/>
              <a:ext cx="10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</p:grpSp>
      <p:grpSp>
        <p:nvGrpSpPr>
          <p:cNvPr id="15" name="Group 45"/>
          <p:cNvGrpSpPr/>
          <p:nvPr/>
        </p:nvGrpSpPr>
        <p:grpSpPr>
          <a:xfrm>
            <a:off x="3018156" y="3478530"/>
            <a:ext cx="4437063" cy="1909763"/>
            <a:chOff x="1507" y="709"/>
            <a:chExt cx="2795" cy="1203"/>
          </a:xfrm>
        </p:grpSpPr>
        <p:graphicFrame>
          <p:nvGraphicFramePr>
            <p:cNvPr id="16" name="Object 46"/>
            <p:cNvGraphicFramePr>
              <a:graphicFrameLocks noChangeAspect="1"/>
            </p:cNvGraphicFramePr>
            <p:nvPr>
              <p:custDataLst>
                <p:tags r:id="rId5"/>
              </p:custDataLst>
            </p:nvPr>
          </p:nvGraphicFramePr>
          <p:xfrm>
            <a:off x="1507" y="709"/>
            <a:ext cx="1939" cy="1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4" r:id="rId25" imgW="1193800" imgH="711200" progId="Equation.3">
                    <p:embed/>
                  </p:oleObj>
                </mc:Choice>
                <mc:Fallback>
                  <p:oleObj r:id="rId25" imgW="1193800" imgH="7112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507" y="709"/>
                          <a:ext cx="1939" cy="1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47"/>
            <p:cNvSpPr txBox="1"/>
            <p:nvPr>
              <p:custDataLst>
                <p:tags r:id="rId6"/>
              </p:custDataLst>
            </p:nvPr>
          </p:nvSpPr>
          <p:spPr>
            <a:xfrm>
              <a:off x="3923" y="709"/>
              <a:ext cx="379" cy="1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①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②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③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80110" y="3987800"/>
            <a:ext cx="1676400" cy="673735"/>
            <a:chOff x="1388" y="2687"/>
            <a:chExt cx="2640" cy="1061"/>
          </a:xfrm>
        </p:grpSpPr>
        <p:sp>
          <p:nvSpPr>
            <p:cNvPr id="20" name="Line 17"/>
            <p:cNvSpPr/>
            <p:nvPr>
              <p:custDataLst>
                <p:tags r:id="rId4"/>
              </p:custDataLst>
            </p:nvPr>
          </p:nvSpPr>
          <p:spPr>
            <a:xfrm>
              <a:off x="1388" y="3748"/>
              <a:ext cx="26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1" name="文本框 20"/>
            <p:cNvSpPr txBox="1"/>
            <p:nvPr/>
          </p:nvSpPr>
          <p:spPr>
            <a:xfrm>
              <a:off x="1574" y="2687"/>
              <a:ext cx="2189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b="1" dirty="0">
                  <a:ea typeface="黑体" panose="02010609060101010101" pitchFamily="49" charset="-122"/>
                  <a:sym typeface="+mn-ea"/>
                </a:rPr>
                <a:t>①-7②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03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35" name="Rectangle 7"/>
          <p:cNvSpPr/>
          <p:nvPr>
            <p:custDataLst>
              <p:tags r:id="rId2"/>
            </p:custDataLst>
          </p:nvPr>
        </p:nvSpPr>
        <p:spPr>
          <a:xfrm>
            <a:off x="539750" y="1108710"/>
            <a:ext cx="78660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得方程组的唯一解：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8140" name="Object 12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3627755" y="1612107"/>
          <a:ext cx="2475865" cy="185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r:id="rId9" imgW="800100" imgH="711200" progId="Equation.3">
                  <p:embed/>
                </p:oleObj>
              </mc:Choice>
              <mc:Fallback>
                <p:oleObj r:id="rId9" imgW="800100" imgH="711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27755" y="1612107"/>
                        <a:ext cx="2475865" cy="1858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Rectangle 4"/>
          <p:cNvSpPr/>
          <p:nvPr>
            <p:custDataLst>
              <p:tags r:id="rId4"/>
            </p:custDataLst>
          </p:nvPr>
        </p:nvSpPr>
        <p:spPr>
          <a:xfrm>
            <a:off x="1043623" y="3702368"/>
            <a:ext cx="72469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在上述消元过程中,用到以下三种变换:</a:t>
            </a:r>
          </a:p>
        </p:txBody>
      </p:sp>
      <p:sp>
        <p:nvSpPr>
          <p:cNvPr id="50181" name="Text Box 5"/>
          <p:cNvSpPr txBox="1"/>
          <p:nvPr>
            <p:custDataLst>
              <p:tags r:id="rId5"/>
            </p:custDataLst>
          </p:nvPr>
        </p:nvSpPr>
        <p:spPr>
          <a:xfrm>
            <a:off x="365760" y="4311968"/>
            <a:ext cx="7924800" cy="180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1) 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交换方程的次序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2) 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某一个方程乘以不等于 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的常数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3) 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一个方程加上另一个方程的  </a:t>
            </a:r>
            <a:r>
              <a:rPr lang="en-US" altLang="zh-CN" sz="2800" b="1" i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倍.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5" grpId="0" build="p" advAuto="1000"/>
      <p:bldP spid="50180" grpId="0" build="p"/>
      <p:bldP spid="5018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182" name="Text Box 6"/>
          <p:cNvSpPr txBox="1"/>
          <p:nvPr>
            <p:custDataLst>
              <p:tags r:id="rId2"/>
            </p:custDataLst>
          </p:nvPr>
        </p:nvSpPr>
        <p:spPr>
          <a:xfrm>
            <a:off x="611505" y="980758"/>
            <a:ext cx="792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由于这三种变换都是可逆的, 因此变换前的方程组</a:t>
            </a:r>
          </a:p>
        </p:txBody>
      </p:sp>
      <p:sp>
        <p:nvSpPr>
          <p:cNvPr id="50183" name="Rectangle 7"/>
          <p:cNvSpPr/>
          <p:nvPr>
            <p:custDataLst>
              <p:tags r:id="rId3"/>
            </p:custDataLst>
          </p:nvPr>
        </p:nvSpPr>
        <p:spPr>
          <a:xfrm>
            <a:off x="611505" y="3557270"/>
            <a:ext cx="63398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和常数进行运算, 未知量并未参与运算. </a:t>
            </a:r>
          </a:p>
        </p:txBody>
      </p:sp>
      <p:sp>
        <p:nvSpPr>
          <p:cNvPr id="50184" name="Rectangle 8"/>
          <p:cNvSpPr/>
          <p:nvPr>
            <p:custDataLst>
              <p:tags r:id="rId4"/>
            </p:custDataLst>
          </p:nvPr>
        </p:nvSpPr>
        <p:spPr>
          <a:xfrm>
            <a:off x="6739255" y="3557270"/>
            <a:ext cx="18732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因此, 若记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0185" name="Rectangle 9"/>
          <p:cNvSpPr/>
          <p:nvPr>
            <p:custDataLst>
              <p:tags r:id="rId5"/>
            </p:custDataLst>
          </p:nvPr>
        </p:nvSpPr>
        <p:spPr>
          <a:xfrm>
            <a:off x="1281430" y="2933383"/>
            <a:ext cx="73310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在上述变换过程中, 实际上只对方程组的系数</a:t>
            </a:r>
          </a:p>
        </p:txBody>
      </p:sp>
      <p:sp>
        <p:nvSpPr>
          <p:cNvPr id="50186" name="Rectangle 10"/>
          <p:cNvSpPr/>
          <p:nvPr>
            <p:custDataLst>
              <p:tags r:id="rId6"/>
            </p:custDataLst>
          </p:nvPr>
        </p:nvSpPr>
        <p:spPr>
          <a:xfrm>
            <a:off x="611505" y="2261870"/>
            <a:ext cx="3048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组的同解变换.</a:t>
            </a:r>
          </a:p>
        </p:txBody>
      </p:sp>
      <p:sp>
        <p:nvSpPr>
          <p:cNvPr id="50187" name="Rectangle 11"/>
          <p:cNvSpPr/>
          <p:nvPr>
            <p:custDataLst>
              <p:tags r:id="rId7"/>
            </p:custDataLst>
          </p:nvPr>
        </p:nvSpPr>
        <p:spPr>
          <a:xfrm>
            <a:off x="611505" y="1637983"/>
            <a:ext cx="46863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与变换后的方程组是同解的, </a:t>
            </a:r>
          </a:p>
        </p:txBody>
      </p:sp>
      <p:sp>
        <p:nvSpPr>
          <p:cNvPr id="50188" name="Rectangle 12"/>
          <p:cNvSpPr/>
          <p:nvPr>
            <p:custDataLst>
              <p:tags r:id="rId8"/>
            </p:custDataLst>
          </p:nvPr>
        </p:nvSpPr>
        <p:spPr>
          <a:xfrm>
            <a:off x="5131118" y="1626870"/>
            <a:ext cx="33889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这三种变换都是方程</a:t>
            </a:r>
          </a:p>
        </p:txBody>
      </p:sp>
      <p:grpSp>
        <p:nvGrpSpPr>
          <p:cNvPr id="37902" name="Group 14"/>
          <p:cNvGrpSpPr/>
          <p:nvPr/>
        </p:nvGrpSpPr>
        <p:grpSpPr>
          <a:xfrm>
            <a:off x="1963103" y="4387851"/>
            <a:ext cx="5040311" cy="1663700"/>
            <a:chOff x="-205" y="609"/>
            <a:chExt cx="3175" cy="1048"/>
          </a:xfrm>
        </p:grpSpPr>
        <p:graphicFrame>
          <p:nvGraphicFramePr>
            <p:cNvPr id="12298" name="Object 3"/>
            <p:cNvGraphicFramePr>
              <a:graphicFrameLocks noChangeAspect="1"/>
            </p:cNvGraphicFramePr>
            <p:nvPr>
              <p:custDataLst>
                <p:tags r:id="rId9"/>
              </p:custDataLst>
            </p:nvPr>
          </p:nvGraphicFramePr>
          <p:xfrm>
            <a:off x="-205" y="609"/>
            <a:ext cx="3175" cy="1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7" r:id="rId14" imgW="3745865" imgH="1231265" progId="Equation.DSMT4">
                    <p:embed/>
                  </p:oleObj>
                </mc:Choice>
                <mc:Fallback>
                  <p:oleObj r:id="rId14" imgW="3745865" imgH="1231265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-205" y="609"/>
                          <a:ext cx="3175" cy="10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9" name="Line 9"/>
            <p:cNvSpPr/>
            <p:nvPr>
              <p:custDataLst>
                <p:tags r:id="rId10"/>
              </p:custDataLst>
            </p:nvPr>
          </p:nvSpPr>
          <p:spPr>
            <a:xfrm>
              <a:off x="2377" y="664"/>
              <a:ext cx="0" cy="95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 build="p"/>
      <p:bldP spid="50183" grpId="0" build="p" advAuto="1000"/>
      <p:bldP spid="50184" grpId="0" build="p"/>
      <p:bldP spid="50185" grpId="0" build="p"/>
      <p:bldP spid="50186" grpId="0" build="p" advAuto="1000"/>
      <p:bldP spid="50187" grpId="0" build="p" advAuto="1000"/>
      <p:bldP spid="5018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通过实例得到初等变换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229" name="Text Box 5"/>
          <p:cNvSpPr txBox="1"/>
          <p:nvPr>
            <p:custDataLst>
              <p:tags r:id="rId1"/>
            </p:custDataLst>
          </p:nvPr>
        </p:nvSpPr>
        <p:spPr>
          <a:xfrm>
            <a:off x="551180" y="1082675"/>
            <a:ext cx="792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di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那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么上述对方程组的变换完全可以转换为对矩阵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2230" name="Rectangle 6"/>
          <p:cNvSpPr/>
          <p:nvPr>
            <p:custDataLst>
              <p:tags r:id="rId2"/>
            </p:custDataLst>
          </p:nvPr>
        </p:nvSpPr>
        <p:spPr>
          <a:xfrm>
            <a:off x="579755" y="3521075"/>
            <a:ext cx="31470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初等变换的定义.</a:t>
            </a:r>
          </a:p>
        </p:txBody>
      </p:sp>
      <p:sp>
        <p:nvSpPr>
          <p:cNvPr id="52231" name="Rectangle 7"/>
          <p:cNvSpPr/>
          <p:nvPr>
            <p:custDataLst>
              <p:tags r:id="rId3"/>
            </p:custDataLst>
          </p:nvPr>
        </p:nvSpPr>
        <p:spPr>
          <a:xfrm>
            <a:off x="579755" y="2897188"/>
            <a:ext cx="79565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通过方程组的三种同解变换，可得到矩阵的三种</a:t>
            </a:r>
          </a:p>
        </p:txBody>
      </p:sp>
      <p:sp>
        <p:nvSpPr>
          <p:cNvPr id="52232" name="Rectangle 8"/>
          <p:cNvSpPr/>
          <p:nvPr>
            <p:custDataLst>
              <p:tags r:id="rId4"/>
            </p:custDataLst>
          </p:nvPr>
        </p:nvSpPr>
        <p:spPr>
          <a:xfrm>
            <a:off x="551180" y="1711325"/>
            <a:ext cx="77739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的变换. 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称为原方程组的</a:t>
            </a:r>
            <a:r>
              <a:rPr lang="zh-CN" altLang="en-US" sz="2800" b="1" dirty="0">
                <a:solidFill>
                  <a:srgbClr val="FE1B0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增广矩阵</a:t>
            </a:r>
          </a:p>
        </p:txBody>
      </p:sp>
      <p:sp>
        <p:nvSpPr>
          <p:cNvPr id="52235" name="Rectangle 11"/>
          <p:cNvSpPr/>
          <p:nvPr>
            <p:custDataLst>
              <p:tags r:id="rId5"/>
            </p:custDataLst>
          </p:nvPr>
        </p:nvSpPr>
        <p:spPr>
          <a:xfrm>
            <a:off x="578168" y="2278063"/>
            <a:ext cx="77739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称为原方程组的</a:t>
            </a:r>
            <a:r>
              <a:rPr lang="zh-CN" altLang="en-US" sz="2800" b="1" dirty="0">
                <a:solidFill>
                  <a:srgbClr val="FE1B0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系数矩阵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build="p"/>
      <p:bldP spid="52230" grpId="0" build="p" advAuto="1000"/>
      <p:bldP spid="52231" grpId="0" build="p" advAuto="1000"/>
      <p:bldP spid="52232" grpId="0" build="p" advAuto="1000"/>
      <p:bldP spid="52235" grpId="0" build="p" advAuto="100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1780" y="1031875"/>
            <a:ext cx="170942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2.12</a:t>
            </a:r>
          </a:p>
        </p:txBody>
      </p:sp>
      <p:sp>
        <p:nvSpPr>
          <p:cNvPr id="2" name="Text Box 2"/>
          <p:cNvSpPr txBox="1"/>
          <p:nvPr>
            <p:custDataLst>
              <p:tags r:id="rId2"/>
            </p:custDataLst>
          </p:nvPr>
        </p:nvSpPr>
        <p:spPr>
          <a:xfrm>
            <a:off x="2008505" y="5218113"/>
            <a:ext cx="647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第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行的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倍加到第</a:t>
            </a:r>
            <a:r>
              <a:rPr lang="zh-CN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行上,记作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+kr</a:t>
            </a:r>
            <a:r>
              <a:rPr lang="en-US" altLang="zh-CN" sz="28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).       </a:t>
            </a:r>
          </a:p>
        </p:txBody>
      </p:sp>
      <p:sp>
        <p:nvSpPr>
          <p:cNvPr id="3" name="Rectangle 4"/>
          <p:cNvSpPr/>
          <p:nvPr>
            <p:custDataLst>
              <p:tags r:id="rId3"/>
            </p:custDataLst>
          </p:nvPr>
        </p:nvSpPr>
        <p:spPr>
          <a:xfrm>
            <a:off x="1906905" y="1103630"/>
            <a:ext cx="65335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下面三种变换称为矩阵的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初等行变换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" name="Rectangle 5"/>
          <p:cNvSpPr/>
          <p:nvPr>
            <p:custDataLst>
              <p:tags r:id="rId4"/>
            </p:custDataLst>
          </p:nvPr>
        </p:nvSpPr>
        <p:spPr>
          <a:xfrm>
            <a:off x="540068" y="1774825"/>
            <a:ext cx="80645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(i) 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互换两行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对调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两行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记作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8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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8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</a:p>
        </p:txBody>
      </p:sp>
      <p:sp>
        <p:nvSpPr>
          <p:cNvPr id="38918" name="Rectangle 6"/>
          <p:cNvSpPr/>
          <p:nvPr>
            <p:custDataLst>
              <p:tags r:id="rId5"/>
            </p:custDataLst>
          </p:nvPr>
        </p:nvSpPr>
        <p:spPr>
          <a:xfrm>
            <a:off x="540068" y="2460625"/>
            <a:ext cx="84963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(ii)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以数</a:t>
            </a:r>
            <a:r>
              <a:rPr lang="zh-CN" alt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 0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乘以某一行中的所有元素</a:t>
            </a:r>
          </a:p>
        </p:txBody>
      </p:sp>
      <p:sp>
        <p:nvSpPr>
          <p:cNvPr id="5" name="Rectangle 7"/>
          <p:cNvSpPr/>
          <p:nvPr>
            <p:custDataLst>
              <p:tags r:id="rId6"/>
            </p:custDataLst>
          </p:nvPr>
        </p:nvSpPr>
        <p:spPr>
          <a:xfrm>
            <a:off x="2008505" y="3160713"/>
            <a:ext cx="49974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(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第</a:t>
            </a:r>
            <a:r>
              <a:rPr lang="zh-CN" alt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行乘以</a:t>
            </a:r>
            <a:r>
              <a:rPr lang="zh-CN" alt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记作</a:t>
            </a:r>
            <a:r>
              <a:rPr lang="zh-CN" alt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 r</a:t>
            </a:r>
            <a:r>
              <a:rPr lang="en-US" altLang="zh-CN" sz="28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);</a:t>
            </a:r>
          </a:p>
        </p:txBody>
      </p:sp>
      <p:sp>
        <p:nvSpPr>
          <p:cNvPr id="6" name="Rectangle 8"/>
          <p:cNvSpPr/>
          <p:nvPr>
            <p:custDataLst>
              <p:tags r:id="rId7"/>
            </p:custDataLst>
          </p:nvPr>
        </p:nvSpPr>
        <p:spPr>
          <a:xfrm>
            <a:off x="540068" y="3846513"/>
            <a:ext cx="73818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(iii)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把某一行所有元素的</a:t>
            </a:r>
            <a:r>
              <a:rPr lang="zh-CN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倍加到另一行对应</a:t>
            </a:r>
          </a:p>
        </p:txBody>
      </p:sp>
      <p:sp>
        <p:nvSpPr>
          <p:cNvPr id="7" name="Rectangle 9"/>
          <p:cNvSpPr/>
          <p:nvPr>
            <p:custDataLst>
              <p:tags r:id="rId8"/>
            </p:custDataLst>
          </p:nvPr>
        </p:nvSpPr>
        <p:spPr>
          <a:xfrm>
            <a:off x="681355" y="4510088"/>
            <a:ext cx="53308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的元素上去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dvAuto="1000"/>
      <p:bldP spid="3" grpId="0" build="p"/>
      <p:bldP spid="4" grpId="0" build="p"/>
      <p:bldP spid="38918" grpId="0" build="p"/>
      <p:bldP spid="5" grpId="0" build="p" advAuto="1000"/>
      <p:bldP spid="6" grpId="0" build="p"/>
      <p:bldP spid="7" grpId="0" build="p" advAuto="100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4213" y="1036638"/>
            <a:ext cx="7853363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把定义中的“行”换成“列”,即得矩阵的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初等列</a:t>
            </a:r>
          </a:p>
        </p:txBody>
      </p:sp>
      <p:sp>
        <p:nvSpPr>
          <p:cNvPr id="39939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1654175"/>
            <a:ext cx="2365375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变换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的</a:t>
            </a:r>
            <a:r>
              <a:rPr kumimoji="1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定义. </a:t>
            </a:r>
          </a:p>
        </p:txBody>
      </p:sp>
      <p:sp>
        <p:nvSpPr>
          <p:cNvPr id="39940" name="Rectangle 4"/>
          <p:cNvSpPr/>
          <p:nvPr>
            <p:custDataLst>
              <p:tags r:id="rId3"/>
            </p:custDataLst>
          </p:nvPr>
        </p:nvSpPr>
        <p:spPr>
          <a:xfrm>
            <a:off x="2657475" y="1654175"/>
            <a:ext cx="59563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矩阵的初等行变换与初等列变换, 统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9941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9600" y="2354263"/>
            <a:ext cx="228600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称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初等变换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9942" name="Rectangle 6"/>
          <p:cNvSpPr/>
          <p:nvPr>
            <p:custDataLst>
              <p:tags r:id="rId5"/>
            </p:custDataLst>
          </p:nvPr>
        </p:nvSpPr>
        <p:spPr>
          <a:xfrm>
            <a:off x="612775" y="2924175"/>
            <a:ext cx="43037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(i)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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                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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</a:p>
        </p:txBody>
      </p:sp>
      <p:sp>
        <p:nvSpPr>
          <p:cNvPr id="39943" name="Rectangle 7"/>
          <p:cNvSpPr/>
          <p:nvPr>
            <p:custDataLst>
              <p:tags r:id="rId6"/>
            </p:custDataLst>
          </p:nvPr>
        </p:nvSpPr>
        <p:spPr>
          <a:xfrm>
            <a:off x="612775" y="3609975"/>
            <a:ext cx="45354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(ii)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 r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                      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k c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 </a:t>
            </a:r>
          </a:p>
        </p:txBody>
      </p:sp>
      <p:sp>
        <p:nvSpPr>
          <p:cNvPr id="39944" name="Rectangle 8"/>
          <p:cNvSpPr/>
          <p:nvPr>
            <p:custDataLst>
              <p:tags r:id="rId7"/>
            </p:custDataLst>
          </p:nvPr>
        </p:nvSpPr>
        <p:spPr>
          <a:xfrm>
            <a:off x="612775" y="4292600"/>
            <a:ext cx="39417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(iii)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+kr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         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800" b="1" i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+kc</a:t>
            </a:r>
            <a:r>
              <a:rPr lang="en-US" altLang="zh-CN" sz="2800" b="1" i="1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</a:p>
        </p:txBody>
      </p:sp>
      <p:sp>
        <p:nvSpPr>
          <p:cNvPr id="8" name="矩形 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55650" y="4906645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注：</a:t>
            </a:r>
          </a:p>
        </p:txBody>
      </p:sp>
      <p:sp>
        <p:nvSpPr>
          <p:cNvPr id="9" name="Rectangle 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99390" y="4916805"/>
            <a:ext cx="8726170" cy="16414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               </a:t>
            </a:r>
            <a:r>
              <a:rPr kumimoji="1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初等变换的逆变换仍是初等变换，且变换类型相同。例如变换的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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j </a:t>
            </a:r>
            <a:r>
              <a:rPr kumimoji="1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逆变换为本身</a:t>
            </a:r>
            <a:r>
              <a:rPr kumimoji="1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；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k 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  </a:t>
            </a:r>
            <a:r>
              <a:rPr kumimoji="1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变换的逆变换为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k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-1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  </a:t>
            </a:r>
            <a:r>
              <a:rPr kumimoji="1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；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+kr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kumimoji="1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变换逆变换为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-kr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kumimoji="1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/>
      <p:bldP spid="39939" grpId="0" build="p" advAuto="1000"/>
      <p:bldP spid="39940" grpId="0" build="p"/>
      <p:bldP spid="39941" grpId="0" build="p" advAuto="1000"/>
      <p:bldP spid="39942" grpId="0" build="p"/>
      <p:bldP spid="39943" grpId="0" build="p"/>
      <p:bldP spid="39944" grpId="0" build="p"/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683895" y="981075"/>
            <a:ext cx="424434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2.13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（矩阵等价）</a:t>
            </a:r>
          </a:p>
        </p:txBody>
      </p:sp>
      <p:sp>
        <p:nvSpPr>
          <p:cNvPr id="3" name="Rectangle 4"/>
          <p:cNvSpPr/>
          <p:nvPr/>
        </p:nvSpPr>
        <p:spPr>
          <a:xfrm>
            <a:off x="467360" y="1557655"/>
            <a:ext cx="8423275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l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如果矩阵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A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经有限次初等行变换变成矩阵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则称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行等价,记为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</a:p>
          <a:p>
            <a:pPr marL="0" lvl="0" algn="l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若矩阵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经过有限次初等列变换变成矩阵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则称与列等价，记为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。</a:t>
            </a:r>
          </a:p>
          <a:p>
            <a:pPr marL="0" lvl="0" algn="l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若矩阵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经过有限次初等变换变成矩阵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则称与等价，记为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   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．</a:t>
            </a:r>
          </a:p>
        </p:txBody>
      </p:sp>
      <p:graphicFrame>
        <p:nvGraphicFramePr>
          <p:cNvPr id="55311" name="Object 7"/>
          <p:cNvGraphicFramePr>
            <a:graphicFrameLocks noChangeAspect="1"/>
          </p:cNvGraphicFramePr>
          <p:nvPr/>
        </p:nvGraphicFramePr>
        <p:xfrm>
          <a:off x="3637915" y="2205355"/>
          <a:ext cx="36957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" r:id="rId5" imgW="177165" imgH="316865" progId="Equation.DSMT4">
                  <p:embed/>
                </p:oleObj>
              </mc:Choice>
              <mc:Fallback>
                <p:oleObj r:id="rId5" imgW="177165" imgH="316865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7915" y="2205355"/>
                        <a:ext cx="369570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/>
        </p:nvGraphicFramePr>
        <p:xfrm>
          <a:off x="3059430" y="3717925"/>
          <a:ext cx="36957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0" r:id="rId7" imgW="177165" imgH="316865" progId="Equation.DSMT4">
                  <p:embed/>
                </p:oleObj>
              </mc:Choice>
              <mc:Fallback>
                <p:oleObj r:id="rId7" imgW="177165" imgH="316865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9430" y="3717925"/>
                        <a:ext cx="369570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343785" y="5518150"/>
          <a:ext cx="390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1" r:id="rId9" imgW="139700" imgH="101600" progId="Equation.DSMT4">
                  <p:embed/>
                </p:oleObj>
              </mc:Choice>
              <mc:Fallback>
                <p:oleObj r:id="rId9" imgW="139700" imgH="101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43785" y="5518150"/>
                        <a:ext cx="390525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3" grpId="1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初等变换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4213" y="1036638"/>
            <a:ext cx="7853363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sz="2800" b="1" i="0" u="none" strike="noStrike" kern="1200" cap="none" spc="0" normalizeH="0" baseline="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矩阵等价是矩阵的一种重要关系，具有以下性质：</a:t>
            </a:r>
          </a:p>
        </p:txBody>
      </p:sp>
      <p:sp>
        <p:nvSpPr>
          <p:cNvPr id="55303" name="Text Box 9"/>
          <p:cNvSpPr txBox="1"/>
          <p:nvPr/>
        </p:nvSpPr>
        <p:spPr>
          <a:xfrm>
            <a:off x="323533" y="1918335"/>
            <a:ext cx="8135937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3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(i)   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反身性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(ii)  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对称性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(iii) 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传递性  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       </a:t>
            </a: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3996055" y="2061210"/>
          <a:ext cx="390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5" r:id="rId6" imgW="139700" imgH="101600" progId="Equation.DSMT4">
                  <p:embed/>
                </p:oleObj>
              </mc:Choice>
              <mc:Fallback>
                <p:oleObj r:id="rId6" imgW="139700" imgH="101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96055" y="2061210"/>
                        <a:ext cx="390525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/>
        </p:nvGraphicFramePr>
        <p:xfrm>
          <a:off x="4483100" y="2745740"/>
          <a:ext cx="390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6" r:id="rId8" imgW="139700" imgH="101600" progId="Equation.DSMT4">
                  <p:embed/>
                </p:oleObj>
              </mc:Choice>
              <mc:Fallback>
                <p:oleObj r:id="rId8" imgW="139700" imgH="101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83100" y="2745740"/>
                        <a:ext cx="390525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5980430" y="2781300"/>
          <a:ext cx="390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7" r:id="rId9" imgW="139700" imgH="101600" progId="Equation.DSMT4">
                  <p:embed/>
                </p:oleObj>
              </mc:Choice>
              <mc:Fallback>
                <p:oleObj r:id="rId9" imgW="139700" imgH="101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80430" y="2781300"/>
                        <a:ext cx="390525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572000" y="3429000"/>
          <a:ext cx="390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8" r:id="rId10" imgW="139700" imgH="101600" progId="Equation.DSMT4">
                  <p:embed/>
                </p:oleObj>
              </mc:Choice>
              <mc:Fallback>
                <p:oleObj r:id="rId10" imgW="139700" imgH="101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72000" y="3429000"/>
                        <a:ext cx="390525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5724525" y="3429000"/>
          <a:ext cx="390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9" r:id="rId11" imgW="139700" imgH="101600" progId="Equation.DSMT4">
                  <p:embed/>
                </p:oleObj>
              </mc:Choice>
              <mc:Fallback>
                <p:oleObj r:id="rId11" imgW="139700" imgH="101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24525" y="3429000"/>
                        <a:ext cx="390525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7236460" y="3429000"/>
          <a:ext cx="3905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0" r:id="rId12" imgW="139700" imgH="101600" progId="Equation.DSMT4">
                  <p:embed/>
                </p:oleObj>
              </mc:Choice>
              <mc:Fallback>
                <p:oleObj r:id="rId12" imgW="139700" imgH="101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36460" y="3429000"/>
                        <a:ext cx="390525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" y="836930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79930" y="92265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对矩阵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 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作初等变换</a:t>
            </a:r>
            <a:endParaRPr lang="zh-CN" altLang="en-US" b="1" dirty="0"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对象 -2147481919"/>
          <p:cNvGraphicFramePr>
            <a:graphicFrameLocks noChangeAspect="1"/>
          </p:cNvGraphicFramePr>
          <p:nvPr/>
        </p:nvGraphicFramePr>
        <p:xfrm>
          <a:off x="583248" y="1557020"/>
          <a:ext cx="7566660" cy="202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r:id="rId6" imgW="3416300" imgH="914400" progId="Equation.DSMT4">
                  <p:embed/>
                </p:oleObj>
              </mc:Choice>
              <mc:Fallback>
                <p:oleObj r:id="rId6" imgW="3416300" imgH="914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3248" y="1557020"/>
                        <a:ext cx="7566660" cy="20218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1918"/>
          <p:cNvGraphicFramePr>
            <a:graphicFrameLocks noChangeAspect="1"/>
          </p:cNvGraphicFramePr>
          <p:nvPr/>
        </p:nvGraphicFramePr>
        <p:xfrm>
          <a:off x="553403" y="3717290"/>
          <a:ext cx="8399145" cy="2059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r:id="rId8" imgW="3721100" imgH="914400" progId="Equation.DSMT4">
                  <p:embed/>
                </p:oleObj>
              </mc:Choice>
              <mc:Fallback>
                <p:oleObj r:id="rId8" imgW="3721100" imgH="9144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3403" y="3717290"/>
                        <a:ext cx="8399145" cy="2059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27405" y="6021705"/>
            <a:ext cx="76936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这里矩阵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B 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依其形状的特征称为</a:t>
            </a:r>
            <a:r>
              <a:rPr lang="zh-CN" altLang="en-US" b="1" dirty="0">
                <a:solidFill>
                  <a:srgbClr val="C00000"/>
                </a:solidFill>
                <a:ea typeface="黑体" panose="02010609060101010101" pitchFamily="49" charset="-122"/>
                <a:sym typeface="+mn-ea"/>
              </a:rPr>
              <a:t>行阶梯形矩阵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/>
      <p:bldP spid="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12750" y="1031875"/>
            <a:ext cx="19621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2.14</a:t>
            </a:r>
          </a:p>
        </p:txBody>
      </p:sp>
      <p:sp>
        <p:nvSpPr>
          <p:cNvPr id="3" name="Rectangle 4"/>
          <p:cNvSpPr/>
          <p:nvPr>
            <p:custDataLst>
              <p:tags r:id="rId3"/>
            </p:custDataLst>
          </p:nvPr>
        </p:nvSpPr>
        <p:spPr>
          <a:xfrm>
            <a:off x="2122170" y="1103630"/>
            <a:ext cx="67271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满足下列条件的矩阵为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行阶梯形矩阵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" name="Rectangle 4"/>
          <p:cNvSpPr/>
          <p:nvPr>
            <p:custDataLst>
              <p:tags r:id="rId4"/>
            </p:custDataLst>
          </p:nvPr>
        </p:nvSpPr>
        <p:spPr>
          <a:xfrm>
            <a:off x="397510" y="1772920"/>
            <a:ext cx="845185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零行（元素全为零的行）位于非零行的下方；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Rectangle 4"/>
          <p:cNvSpPr/>
          <p:nvPr>
            <p:custDataLst>
              <p:tags r:id="rId5"/>
            </p:custDataLst>
          </p:nvPr>
        </p:nvSpPr>
        <p:spPr>
          <a:xfrm>
            <a:off x="388620" y="2344420"/>
            <a:ext cx="8311515" cy="1210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各非零行的首非零元(从左至右的第一个不为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零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的元素)所在列在上一行的首非零元所在列的右面. </a:t>
            </a:r>
          </a:p>
        </p:txBody>
      </p:sp>
      <p:grpSp>
        <p:nvGrpSpPr>
          <p:cNvPr id="46104" name="Group 24"/>
          <p:cNvGrpSpPr/>
          <p:nvPr/>
        </p:nvGrpSpPr>
        <p:grpSpPr>
          <a:xfrm>
            <a:off x="2813685" y="4137660"/>
            <a:ext cx="3299460" cy="1219200"/>
            <a:chOff x="1968" y="2208"/>
            <a:chExt cx="2304" cy="768"/>
          </a:xfrm>
        </p:grpSpPr>
        <p:sp>
          <p:nvSpPr>
            <p:cNvPr id="20490" name="Line 25"/>
            <p:cNvSpPr/>
            <p:nvPr>
              <p:custDataLst>
                <p:tags r:id="rId6"/>
              </p:custDataLst>
            </p:nvPr>
          </p:nvSpPr>
          <p:spPr>
            <a:xfrm>
              <a:off x="1968" y="2208"/>
              <a:ext cx="336" cy="0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491" name="Line 26"/>
            <p:cNvSpPr/>
            <p:nvPr>
              <p:custDataLst>
                <p:tags r:id="rId7"/>
              </p:custDataLst>
            </p:nvPr>
          </p:nvSpPr>
          <p:spPr>
            <a:xfrm>
              <a:off x="2304" y="2208"/>
              <a:ext cx="0" cy="384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492" name="Line 27"/>
            <p:cNvSpPr/>
            <p:nvPr>
              <p:custDataLst>
                <p:tags r:id="rId8"/>
              </p:custDataLst>
            </p:nvPr>
          </p:nvSpPr>
          <p:spPr>
            <a:xfrm>
              <a:off x="2304" y="2592"/>
              <a:ext cx="912" cy="0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493" name="Line 28"/>
            <p:cNvSpPr/>
            <p:nvPr>
              <p:custDataLst>
                <p:tags r:id="rId9"/>
              </p:custDataLst>
            </p:nvPr>
          </p:nvSpPr>
          <p:spPr>
            <a:xfrm>
              <a:off x="3216" y="2592"/>
              <a:ext cx="0" cy="384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494" name="Line 29"/>
            <p:cNvSpPr/>
            <p:nvPr>
              <p:custDataLst>
                <p:tags r:id="rId10"/>
              </p:custDataLst>
            </p:nvPr>
          </p:nvSpPr>
          <p:spPr>
            <a:xfrm>
              <a:off x="3216" y="2976"/>
              <a:ext cx="1056" cy="0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</p:grpSp>
      <p:graphicFrame>
        <p:nvGraphicFramePr>
          <p:cNvPr id="5" name="对象 -2147481918"/>
          <p:cNvGraphicFramePr>
            <a:graphicFrameLocks noChangeAspect="1"/>
          </p:cNvGraphicFramePr>
          <p:nvPr/>
        </p:nvGraphicFramePr>
        <p:xfrm>
          <a:off x="2108518" y="3717290"/>
          <a:ext cx="3927475" cy="2059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r:id="rId14" imgW="1739900" imgH="914400" progId="Equation.DSMT4">
                  <p:embed/>
                </p:oleObj>
              </mc:Choice>
              <mc:Fallback>
                <p:oleObj r:id="rId14" imgW="1739900" imgH="9144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08518" y="3717290"/>
                        <a:ext cx="3927475" cy="2059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build="p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sp>
        <p:nvSpPr>
          <p:cNvPr id="3" name="Rectangle 4"/>
          <p:cNvSpPr/>
          <p:nvPr>
            <p:custDataLst>
              <p:tags r:id="rId2"/>
            </p:custDataLst>
          </p:nvPr>
        </p:nvSpPr>
        <p:spPr>
          <a:xfrm>
            <a:off x="611505" y="1052830"/>
            <a:ext cx="67271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对上述矩阵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再作初等行变换：</a:t>
            </a:r>
          </a:p>
        </p:txBody>
      </p:sp>
      <p:graphicFrame>
        <p:nvGraphicFramePr>
          <p:cNvPr id="2" name="对象 -2147481915"/>
          <p:cNvGraphicFramePr>
            <a:graphicFrameLocks noChangeAspect="1"/>
          </p:cNvGraphicFramePr>
          <p:nvPr/>
        </p:nvGraphicFramePr>
        <p:xfrm>
          <a:off x="548005" y="1701165"/>
          <a:ext cx="8047990" cy="3081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r:id="rId6" imgW="3848100" imgH="1473200" progId="Equation.DSMT4">
                  <p:embed/>
                </p:oleObj>
              </mc:Choice>
              <mc:Fallback>
                <p:oleObj r:id="rId6" imgW="3848100" imgH="147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8005" y="1701165"/>
                        <a:ext cx="8047990" cy="30810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83895" y="5013325"/>
            <a:ext cx="76936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称这种特殊形状的阶梯形矩阵为行</a:t>
            </a:r>
            <a:r>
              <a:rPr lang="zh-CN" altLang="en-US" b="1" dirty="0">
                <a:solidFill>
                  <a:srgbClr val="C00000"/>
                </a:solidFill>
                <a:ea typeface="黑体" panose="02010609060101010101" pitchFamily="49" charset="-122"/>
                <a:sym typeface="+mn-ea"/>
              </a:rPr>
              <a:t>最简形矩阵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>
            <a:extLst>
              <a:ext uri="{FF2B5EF4-FFF2-40B4-BE49-F238E27FC236}">
                <a16:creationId xmlns:a16="http://schemas.microsoft.com/office/drawing/2014/main" id="{8595EE6F-BF1A-FC4A-823A-295019B87F6D}"/>
              </a:ext>
            </a:extLst>
          </p:cNvPr>
          <p:cNvSpPr/>
          <p:nvPr/>
        </p:nvSpPr>
        <p:spPr>
          <a:xfrm>
            <a:off x="539751" y="2041147"/>
            <a:ext cx="8064500" cy="4271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500">
              <a:latin typeface="+mj-ea"/>
              <a:ea typeface="+mj-ea"/>
            </a:endParaRPr>
          </a:p>
        </p:txBody>
      </p:sp>
      <p:sp>
        <p:nvSpPr>
          <p:cNvPr id="3" name="矩形 11">
            <a:extLst>
              <a:ext uri="{FF2B5EF4-FFF2-40B4-BE49-F238E27FC236}">
                <a16:creationId xmlns:a16="http://schemas.microsoft.com/office/drawing/2014/main" id="{98A5F758-D68B-7B48-91F0-5FA3B385FFA1}"/>
              </a:ext>
            </a:extLst>
          </p:cNvPr>
          <p:cNvSpPr/>
          <p:nvPr/>
        </p:nvSpPr>
        <p:spPr bwMode="auto">
          <a:xfrm>
            <a:off x="663865" y="1237233"/>
            <a:ext cx="992619" cy="500137"/>
          </a:xfrm>
          <a:prstGeom prst="rect">
            <a:avLst/>
          </a:prstGeom>
          <a:solidFill>
            <a:srgbClr val="FFC000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25D627-D68C-644C-A12A-39B132882574}"/>
              </a:ext>
            </a:extLst>
          </p:cNvPr>
          <p:cNvGrpSpPr/>
          <p:nvPr/>
        </p:nvGrpSpPr>
        <p:grpSpPr>
          <a:xfrm>
            <a:off x="1315524" y="3338798"/>
            <a:ext cx="7167681" cy="528987"/>
            <a:chOff x="1315524" y="3338798"/>
            <a:chExt cx="7167681" cy="528987"/>
          </a:xfrm>
        </p:grpSpPr>
        <p:grpSp>
          <p:nvGrpSpPr>
            <p:cNvPr id="5" name="组合 11">
              <a:extLst>
                <a:ext uri="{FF2B5EF4-FFF2-40B4-BE49-F238E27FC236}">
                  <a16:creationId xmlns:a16="http://schemas.microsoft.com/office/drawing/2014/main" id="{6025BDC4-C58A-D749-9DD7-325BD6752D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5524" y="3338798"/>
              <a:ext cx="476412" cy="493155"/>
              <a:chOff x="6242320" y="1105887"/>
              <a:chExt cx="634741" cy="65711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98A419-F3CA-244E-B021-57BD4CD1B6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7224" y="1105887"/>
                <a:ext cx="448425" cy="492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dirty="0">
                    <a:solidFill>
                      <a:srgbClr val="FF9900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01</a:t>
                </a:r>
                <a:endParaRPr lang="zh-CN" altLang="en-US" dirty="0">
                  <a:solidFill>
                    <a:srgbClr val="FF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文本框 22">
                <a:extLst>
                  <a:ext uri="{FF2B5EF4-FFF2-40B4-BE49-F238E27FC236}">
                    <a16:creationId xmlns:a16="http://schemas.microsoft.com/office/drawing/2014/main" id="{26033D24-87EC-A040-B221-0B1C4DB0A3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2320" y="1516939"/>
                <a:ext cx="634741" cy="246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600">
                    <a:solidFill>
                      <a:srgbClr val="818181"/>
                    </a:solidFill>
                    <a:latin typeface="Leelawadee" panose="020B0502040204020203" pitchFamily="34" charset="-34"/>
                    <a:cs typeface="Leelawadee" panose="020B0502040204020203" pitchFamily="34" charset="-34"/>
                  </a:rPr>
                  <a:t>OPTION</a:t>
                </a:r>
                <a:endParaRPr lang="zh-CN" altLang="en-US" sz="600">
                  <a:solidFill>
                    <a:srgbClr val="818181"/>
                  </a:solidFill>
                  <a:latin typeface="Leelawadee" panose="020B0502040204020203" pitchFamily="34" charset="-34"/>
                  <a:cs typeface="Leelawadee" panose="020B0502040204020203" pitchFamily="34" charset="-34"/>
                </a:endParaRPr>
              </a:p>
            </p:txBody>
          </p:sp>
        </p:grpSp>
        <p:cxnSp>
          <p:nvCxnSpPr>
            <p:cNvPr id="6" name="直接连接符 15">
              <a:extLst>
                <a:ext uri="{FF2B5EF4-FFF2-40B4-BE49-F238E27FC236}">
                  <a16:creationId xmlns:a16="http://schemas.microsoft.com/office/drawing/2014/main" id="{63E83849-F146-0B42-9FC0-842A3ABCAD9E}"/>
                </a:ext>
              </a:extLst>
            </p:cNvPr>
            <p:cNvCxnSpPr/>
            <p:nvPr/>
          </p:nvCxnSpPr>
          <p:spPr>
            <a:xfrm>
              <a:off x="1371481" y="3867785"/>
              <a:ext cx="7111724" cy="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4">
            <a:extLst>
              <a:ext uri="{FF2B5EF4-FFF2-40B4-BE49-F238E27FC236}">
                <a16:creationId xmlns:a16="http://schemas.microsoft.com/office/drawing/2014/main" id="{1ED69A2C-FCCB-454B-B75E-D30C4FBB6E21}"/>
              </a:ext>
            </a:extLst>
          </p:cNvPr>
          <p:cNvGrpSpPr/>
          <p:nvPr/>
        </p:nvGrpSpPr>
        <p:grpSpPr>
          <a:xfrm>
            <a:off x="1280068" y="5465184"/>
            <a:ext cx="7203137" cy="573859"/>
            <a:chOff x="1280068" y="5465184"/>
            <a:chExt cx="7203137" cy="573859"/>
          </a:xfrm>
        </p:grpSpPr>
        <p:grpSp>
          <p:nvGrpSpPr>
            <p:cNvPr id="10" name="组合 14">
              <a:extLst>
                <a:ext uri="{FF2B5EF4-FFF2-40B4-BE49-F238E27FC236}">
                  <a16:creationId xmlns:a16="http://schemas.microsoft.com/office/drawing/2014/main" id="{25EB8896-28C4-084D-A483-3C12803DB1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0068" y="5465184"/>
              <a:ext cx="476412" cy="496917"/>
              <a:chOff x="6242320" y="2373259"/>
              <a:chExt cx="634743" cy="662488"/>
            </a:xfrm>
          </p:grpSpPr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D0A95DD1-9ED4-ED4A-87F4-012C178EE7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7223" y="2373259"/>
                <a:ext cx="448426" cy="492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>
                    <a:solidFill>
                      <a:srgbClr val="01ACBE"/>
                    </a:solidFill>
                    <a:latin typeface="Impact" panose="020B0806030902050204" pitchFamily="34" charset="0"/>
                    <a:ea typeface="微软雅黑" panose="020B0503020204020204" pitchFamily="34" charset="-122"/>
                  </a:rPr>
                  <a:t>02</a:t>
                </a:r>
                <a:endParaRPr lang="zh-CN" altLang="en-US">
                  <a:solidFill>
                    <a:srgbClr val="01ACB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文本框 23">
                <a:extLst>
                  <a:ext uri="{FF2B5EF4-FFF2-40B4-BE49-F238E27FC236}">
                    <a16:creationId xmlns:a16="http://schemas.microsoft.com/office/drawing/2014/main" id="{1300F748-2FE5-C742-B6A2-A1BEABCB84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2320" y="2789551"/>
                <a:ext cx="634743" cy="2461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600">
                    <a:solidFill>
                      <a:srgbClr val="818181"/>
                    </a:solidFill>
                    <a:latin typeface="Leelawadee" panose="020B0502040204020203" pitchFamily="34" charset="-34"/>
                    <a:cs typeface="Leelawadee" panose="020B0502040204020203" pitchFamily="34" charset="-34"/>
                  </a:rPr>
                  <a:t>OPTION</a:t>
                </a:r>
                <a:endParaRPr lang="zh-CN" altLang="en-US" sz="600">
                  <a:solidFill>
                    <a:srgbClr val="818181"/>
                  </a:solidFill>
                  <a:latin typeface="Leelawadee" panose="020B0502040204020203" pitchFamily="34" charset="-34"/>
                  <a:cs typeface="Leelawadee" panose="020B0502040204020203" pitchFamily="34" charset="-34"/>
                </a:endParaRPr>
              </a:p>
            </p:txBody>
          </p:sp>
        </p:grpSp>
        <p:cxnSp>
          <p:nvCxnSpPr>
            <p:cNvPr id="11" name="直接连接符 19">
              <a:extLst>
                <a:ext uri="{FF2B5EF4-FFF2-40B4-BE49-F238E27FC236}">
                  <a16:creationId xmlns:a16="http://schemas.microsoft.com/office/drawing/2014/main" id="{13590C44-207F-1E40-A626-C17E2A02343B}"/>
                </a:ext>
              </a:extLst>
            </p:cNvPr>
            <p:cNvCxnSpPr/>
            <p:nvPr/>
          </p:nvCxnSpPr>
          <p:spPr>
            <a:xfrm>
              <a:off x="1337219" y="6039043"/>
              <a:ext cx="7145986" cy="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2">
                <a:extLst>
                  <a:ext uri="{FF2B5EF4-FFF2-40B4-BE49-F238E27FC236}">
                    <a16:creationId xmlns:a16="http://schemas.microsoft.com/office/drawing/2014/main" id="{7B0C8DF7-EA0F-3B40-9A64-5FE7F9B7A6EE}"/>
                  </a:ext>
                </a:extLst>
              </p:cNvPr>
              <p:cNvSpPr/>
              <p:nvPr/>
            </p:nvSpPr>
            <p:spPr>
              <a:xfrm>
                <a:off x="1791936" y="1721736"/>
                <a:ext cx="6812316" cy="43199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800" dirty="0"/>
                  <a:t>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CN" sz="2400"/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2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2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4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/>
                  <a:t>不是行阶梯形矩阵，因为第一行首元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/>
                      </a:rPr>
                      <m:t>2</m:t>
                    </m:r>
                  </m:oMath>
                </a14:m>
                <a:r>
                  <a:rPr lang="zh-CN" altLang="zh-CN" sz="2800" dirty="0"/>
                  <a:t>下方有非零元素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/>
                      </a:rPr>
                      <m:t>4</m:t>
                    </m:r>
                  </m:oMath>
                </a14:m>
                <a:r>
                  <a:rPr lang="zh-CN" altLang="zh-CN" sz="2800" dirty="0"/>
                  <a:t>；</a:t>
                </a:r>
                <a:r>
                  <a:rPr lang="en-US" altLang="zh-CN" sz="2800" dirty="0"/>
                  <a:t>  </a:t>
                </a:r>
                <a:endParaRPr lang="zh-CN" altLang="zh-CN" sz="2800" dirty="0"/>
              </a:p>
              <a:p>
                <a:pPr>
                  <a:lnSpc>
                    <a:spcPct val="150000"/>
                  </a:lnSpc>
                </a:pPr>
                <a:r>
                  <a:rPr lang="zh-CN" altLang="zh-CN" sz="2800" dirty="0"/>
                  <a:t>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CN" sz="2400"/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2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3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i="1"/>
                                <m:t>2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/>
                  <a:t>也不是行阶梯形矩阵</a:t>
                </a:r>
                <a:r>
                  <a:rPr lang="en-US" altLang="zh-CN" sz="2800" dirty="0"/>
                  <a:t>, </a:t>
                </a:r>
                <a:r>
                  <a:rPr lang="zh-CN" altLang="zh-CN" sz="2800" dirty="0"/>
                  <a:t>因为第二行首元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/>
                      </a:rPr>
                      <m:t>3</m:t>
                    </m:r>
                  </m:oMath>
                </a14:m>
                <a:r>
                  <a:rPr lang="zh-CN" altLang="zh-CN" sz="2800" dirty="0"/>
                  <a:t>不在上一行首元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/>
                      </a:rPr>
                      <m:t>1</m:t>
                    </m:r>
                  </m:oMath>
                </a14:m>
                <a:r>
                  <a:rPr lang="zh-CN" altLang="zh-CN" sz="2800" dirty="0"/>
                  <a:t>的右侧；</a:t>
                </a:r>
              </a:p>
            </p:txBody>
          </p:sp>
        </mc:Choice>
        <mc:Fallback>
          <p:sp>
            <p:nvSpPr>
              <p:cNvPr id="14" name="矩形 2">
                <a:extLst>
                  <a:ext uri="{FF2B5EF4-FFF2-40B4-BE49-F238E27FC236}">
                    <a16:creationId xmlns:a16="http://schemas.microsoft.com/office/drawing/2014/main" id="{7B0C8DF7-EA0F-3B40-9A64-5FE7F9B7A6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36" y="1721736"/>
                <a:ext cx="6812316" cy="4319901"/>
              </a:xfrm>
              <a:prstGeom prst="rect">
                <a:avLst/>
              </a:prstGeom>
              <a:blipFill>
                <a:blip r:embed="rId2"/>
                <a:stretch>
                  <a:fillRect l="-1673" r="-1115" b="-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30">
            <a:extLst>
              <a:ext uri="{FF2B5EF4-FFF2-40B4-BE49-F238E27FC236}">
                <a16:creationId xmlns:a16="http://schemas.microsoft.com/office/drawing/2014/main" id="{72FE82CE-7658-2C4E-BEE0-283258A5C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grpSp>
        <p:nvGrpSpPr>
          <p:cNvPr id="16" name="Group 31">
            <a:extLst>
              <a:ext uri="{FF2B5EF4-FFF2-40B4-BE49-F238E27FC236}">
                <a16:creationId xmlns:a16="http://schemas.microsoft.com/office/drawing/2014/main" id="{47DF7C7F-8D42-D843-9103-B8274B291D8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17" name="Line 32">
              <a:extLst>
                <a:ext uri="{FF2B5EF4-FFF2-40B4-BE49-F238E27FC236}">
                  <a16:creationId xmlns:a16="http://schemas.microsoft.com/office/drawing/2014/main" id="{D09EF1A2-C388-8B45-BF30-BC5E1C24D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8" name="Picture 33" descr="BD10263_">
              <a:extLst>
                <a:ext uri="{FF2B5EF4-FFF2-40B4-BE49-F238E27FC236}">
                  <a16:creationId xmlns:a16="http://schemas.microsoft.com/office/drawing/2014/main" id="{C7AE6E7F-038B-3A4D-8A03-CF90C53CC3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178643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0">
            <a:extLst>
              <a:ext uri="{FF2B5EF4-FFF2-40B4-BE49-F238E27FC236}">
                <a16:creationId xmlns:a16="http://schemas.microsoft.com/office/drawing/2014/main" id="{EADD4131-82FC-DF4D-9F1D-C1316A7BA80F}"/>
              </a:ext>
            </a:extLst>
          </p:cNvPr>
          <p:cNvSpPr/>
          <p:nvPr/>
        </p:nvSpPr>
        <p:spPr>
          <a:xfrm>
            <a:off x="539750" y="1243013"/>
            <a:ext cx="8064500" cy="510063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5" name="组合 3">
            <a:extLst>
              <a:ext uri="{FF2B5EF4-FFF2-40B4-BE49-F238E27FC236}">
                <a16:creationId xmlns:a16="http://schemas.microsoft.com/office/drawing/2014/main" id="{A6F112BE-DA15-2E4D-9ECC-54F8C27C714B}"/>
              </a:ext>
            </a:extLst>
          </p:cNvPr>
          <p:cNvGrpSpPr/>
          <p:nvPr/>
        </p:nvGrpSpPr>
        <p:grpSpPr>
          <a:xfrm>
            <a:off x="1266680" y="3162655"/>
            <a:ext cx="7193268" cy="545082"/>
            <a:chOff x="1266680" y="3162655"/>
            <a:chExt cx="7193268" cy="545082"/>
          </a:xfrm>
        </p:grpSpPr>
        <p:grpSp>
          <p:nvGrpSpPr>
            <p:cNvPr id="16" name="组合 17">
              <a:extLst>
                <a:ext uri="{FF2B5EF4-FFF2-40B4-BE49-F238E27FC236}">
                  <a16:creationId xmlns:a16="http://schemas.microsoft.com/office/drawing/2014/main" id="{18751060-8597-D641-8563-F350DAAD1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680" y="3162655"/>
              <a:ext cx="476412" cy="488192"/>
              <a:chOff x="6242320" y="3640195"/>
              <a:chExt cx="634743" cy="652361"/>
            </a:xfrm>
          </p:grpSpPr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32DB4B43-5961-E647-B732-7356EDDEAE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7223" y="3640195"/>
                <a:ext cx="448426" cy="493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Impact" panose="020B0806030902050204" pitchFamily="34" charset="0"/>
                    <a:ea typeface="微软雅黑" panose="020B0503020204020204" pitchFamily="34" charset="-122"/>
                  </a:rPr>
                  <a:t>03</a:t>
                </a: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文本框 24">
                <a:extLst>
                  <a:ext uri="{FF2B5EF4-FFF2-40B4-BE49-F238E27FC236}">
                    <a16:creationId xmlns:a16="http://schemas.microsoft.com/office/drawing/2014/main" id="{111CA584-645E-4F47-9E59-61FFEE2FD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2320" y="4045790"/>
                <a:ext cx="634743" cy="246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600" b="1" i="0" u="none" strike="noStrike" kern="0" cap="none" spc="0" normalizeH="0" baseline="0" noProof="0">
                    <a:ln>
                      <a:noFill/>
                    </a:ln>
                    <a:solidFill>
                      <a:srgbClr val="818181"/>
                    </a:solidFill>
                    <a:effectLst/>
                    <a:uLnTx/>
                    <a:uFillTx/>
                    <a:latin typeface="Leelawadee" panose="020B0502040204020203" pitchFamily="34" charset="-34"/>
                    <a:ea typeface="宋体" panose="02010600030101010101" pitchFamily="2" charset="-122"/>
                    <a:cs typeface="Leelawadee" panose="020B0502040204020203" pitchFamily="34" charset="-34"/>
                  </a:rPr>
                  <a:t>OPTION</a:t>
                </a:r>
                <a:endParaRPr kumimoji="1" lang="zh-CN" altLang="en-US" sz="600" b="1" i="0" u="none" strike="noStrike" kern="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Leelawadee" panose="020B0502040204020203" pitchFamily="34" charset="-34"/>
                  <a:ea typeface="宋体" panose="02010600030101010101" pitchFamily="2" charset="-122"/>
                  <a:cs typeface="Leelawadee" panose="020B0502040204020203" pitchFamily="34" charset="-34"/>
                </a:endParaRPr>
              </a:p>
            </p:txBody>
          </p:sp>
        </p:grpSp>
        <p:cxnSp>
          <p:nvCxnSpPr>
            <p:cNvPr id="17" name="直接连接符 23">
              <a:extLst>
                <a:ext uri="{FF2B5EF4-FFF2-40B4-BE49-F238E27FC236}">
                  <a16:creationId xmlns:a16="http://schemas.microsoft.com/office/drawing/2014/main" id="{EEB8432D-F962-334F-88D1-167964CAC387}"/>
                </a:ext>
              </a:extLst>
            </p:cNvPr>
            <p:cNvCxnSpPr/>
            <p:nvPr/>
          </p:nvCxnSpPr>
          <p:spPr>
            <a:xfrm flipV="1">
              <a:off x="1304948" y="3685439"/>
              <a:ext cx="7155000" cy="22298"/>
            </a:xfrm>
            <a:prstGeom prst="line">
              <a:avLst/>
            </a:prstGeom>
            <a:noFill/>
            <a:ln w="19050" cap="flat" cmpd="sng" algn="ctr">
              <a:solidFill>
                <a:srgbClr val="005DA2">
                  <a:shade val="95000"/>
                  <a:satMod val="105000"/>
                </a:srgbClr>
              </a:solidFill>
              <a:prstDash val="dash"/>
            </a:ln>
            <a:effectLst/>
          </p:spPr>
        </p:cxnSp>
      </p:grpSp>
      <p:grpSp>
        <p:nvGrpSpPr>
          <p:cNvPr id="20" name="组合 4">
            <a:extLst>
              <a:ext uri="{FF2B5EF4-FFF2-40B4-BE49-F238E27FC236}">
                <a16:creationId xmlns:a16="http://schemas.microsoft.com/office/drawing/2014/main" id="{0A681DBE-1C5F-4D4F-B60A-A6DFB44555D8}"/>
              </a:ext>
            </a:extLst>
          </p:cNvPr>
          <p:cNvGrpSpPr/>
          <p:nvPr/>
        </p:nvGrpSpPr>
        <p:grpSpPr>
          <a:xfrm>
            <a:off x="1266680" y="5549398"/>
            <a:ext cx="7193268" cy="545082"/>
            <a:chOff x="1266680" y="5549398"/>
            <a:chExt cx="7193268" cy="545082"/>
          </a:xfrm>
        </p:grpSpPr>
        <p:grpSp>
          <p:nvGrpSpPr>
            <p:cNvPr id="21" name="组合 17">
              <a:extLst>
                <a:ext uri="{FF2B5EF4-FFF2-40B4-BE49-F238E27FC236}">
                  <a16:creationId xmlns:a16="http://schemas.microsoft.com/office/drawing/2014/main" id="{4461AB3B-2699-4B43-8498-FE0E72852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6680" y="5549398"/>
              <a:ext cx="476412" cy="488192"/>
              <a:chOff x="6242320" y="3640195"/>
              <a:chExt cx="634743" cy="652361"/>
            </a:xfrm>
          </p:grpSpPr>
          <p:sp>
            <p:nvSpPr>
              <p:cNvPr id="23" name="TextBox 6">
                <a:extLst>
                  <a:ext uri="{FF2B5EF4-FFF2-40B4-BE49-F238E27FC236}">
                    <a16:creationId xmlns:a16="http://schemas.microsoft.com/office/drawing/2014/main" id="{56AB04C2-BD93-7E47-A2EE-F3B940C878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7223" y="3640195"/>
                <a:ext cx="448426" cy="493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Impact" panose="020B0806030902050204" pitchFamily="34" charset="0"/>
                    <a:ea typeface="微软雅黑" panose="020B0503020204020204" pitchFamily="34" charset="-122"/>
                  </a:rPr>
                  <a:t>04</a:t>
                </a: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文本框 24">
                <a:extLst>
                  <a:ext uri="{FF2B5EF4-FFF2-40B4-BE49-F238E27FC236}">
                    <a16:creationId xmlns:a16="http://schemas.microsoft.com/office/drawing/2014/main" id="{D8F5A1E1-2478-7C40-A690-F8AEE35D1E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2320" y="4045790"/>
                <a:ext cx="634743" cy="246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600" b="1" i="0" u="none" strike="noStrike" kern="0" cap="none" spc="0" normalizeH="0" baseline="0" noProof="0">
                    <a:ln>
                      <a:noFill/>
                    </a:ln>
                    <a:solidFill>
                      <a:srgbClr val="818181"/>
                    </a:solidFill>
                    <a:effectLst/>
                    <a:uLnTx/>
                    <a:uFillTx/>
                    <a:latin typeface="Leelawadee" panose="020B0502040204020203" pitchFamily="34" charset="-34"/>
                    <a:ea typeface="宋体" panose="02010600030101010101" pitchFamily="2" charset="-122"/>
                    <a:cs typeface="Leelawadee" panose="020B0502040204020203" pitchFamily="34" charset="-34"/>
                  </a:rPr>
                  <a:t>OPTION</a:t>
                </a:r>
                <a:endParaRPr kumimoji="1" lang="zh-CN" altLang="en-US" sz="600" b="1" i="0" u="none" strike="noStrike" kern="0" cap="none" spc="0" normalizeH="0" baseline="0" noProof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Leelawadee" panose="020B0502040204020203" pitchFamily="34" charset="-34"/>
                  <a:ea typeface="宋体" panose="02010600030101010101" pitchFamily="2" charset="-122"/>
                  <a:cs typeface="Leelawadee" panose="020B0502040204020203" pitchFamily="34" charset="-34"/>
                </a:endParaRPr>
              </a:p>
            </p:txBody>
          </p:sp>
        </p:grpSp>
        <p:cxnSp>
          <p:nvCxnSpPr>
            <p:cNvPr id="22" name="直接连接符 28">
              <a:extLst>
                <a:ext uri="{FF2B5EF4-FFF2-40B4-BE49-F238E27FC236}">
                  <a16:creationId xmlns:a16="http://schemas.microsoft.com/office/drawing/2014/main" id="{0969F0B8-8137-2C48-9613-6F561456A9FD}"/>
                </a:ext>
              </a:extLst>
            </p:cNvPr>
            <p:cNvCxnSpPr/>
            <p:nvPr/>
          </p:nvCxnSpPr>
          <p:spPr>
            <a:xfrm flipV="1">
              <a:off x="1304948" y="6072182"/>
              <a:ext cx="7155000" cy="22298"/>
            </a:xfrm>
            <a:prstGeom prst="line">
              <a:avLst/>
            </a:prstGeom>
            <a:noFill/>
            <a:ln w="19050" cap="flat" cmpd="sng" algn="ctr">
              <a:solidFill>
                <a:srgbClr val="005DA2">
                  <a:shade val="95000"/>
                  <a:satMod val="105000"/>
                </a:srgbClr>
              </a:solidFill>
              <a:prstDash val="dash"/>
            </a:ln>
            <a:effectLst/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">
                <a:extLst>
                  <a:ext uri="{FF2B5EF4-FFF2-40B4-BE49-F238E27FC236}">
                    <a16:creationId xmlns:a16="http://schemas.microsoft.com/office/drawing/2014/main" id="{A64DC42B-EF4B-784F-BFFA-80914C096759}"/>
                  </a:ext>
                </a:extLst>
              </p:cNvPr>
              <p:cNvSpPr/>
              <p:nvPr/>
            </p:nvSpPr>
            <p:spPr>
              <a:xfrm>
                <a:off x="1791935" y="1280730"/>
                <a:ext cx="6812316" cy="48374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也不是行阶梯矩阵，因为全零行（第二行）下面有非全零行（第三行）；</a:t>
                </a:r>
                <a:r>
                  <a:rPr kumimoji="0" lang="en-US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  </a:t>
                </a:r>
                <a:endParaRPr kumimoji="0" lang="zh-CN" altLang="zh-CN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  <a:p>
                <a:pPr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是行阶梯形矩阵，并且是行最简形矩阵</a:t>
                </a:r>
                <a:r>
                  <a:rPr kumimoji="0" lang="en-US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. </a:t>
                </a:r>
                <a:endParaRPr kumimoji="0" lang="zh-CN" altLang="zh-CN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</p:txBody>
          </p:sp>
        </mc:Choice>
        <mc:Fallback>
          <p:sp>
            <p:nvSpPr>
              <p:cNvPr id="25" name="矩形 2">
                <a:extLst>
                  <a:ext uri="{FF2B5EF4-FFF2-40B4-BE49-F238E27FC236}">
                    <a16:creationId xmlns:a16="http://schemas.microsoft.com/office/drawing/2014/main" id="{A64DC42B-EF4B-784F-BFFA-80914C0967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35" y="1280730"/>
                <a:ext cx="6812316" cy="4837478"/>
              </a:xfrm>
              <a:prstGeom prst="rect">
                <a:avLst/>
              </a:prstGeom>
              <a:blipFill>
                <a:blip r:embed="rId2"/>
                <a:stretch>
                  <a:fillRect l="-1673" r="-1115" b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30">
            <a:extLst>
              <a:ext uri="{FF2B5EF4-FFF2-40B4-BE49-F238E27FC236}">
                <a16:creationId xmlns:a16="http://schemas.microsoft.com/office/drawing/2014/main" id="{53840C7E-D5F1-1A44-8642-634258539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grpSp>
        <p:nvGrpSpPr>
          <p:cNvPr id="27" name="Group 31">
            <a:extLst>
              <a:ext uri="{FF2B5EF4-FFF2-40B4-BE49-F238E27FC236}">
                <a16:creationId xmlns:a16="http://schemas.microsoft.com/office/drawing/2014/main" id="{57FFF4C9-7023-2A48-B89A-7A92C8FFF8BA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8" name="Line 32">
              <a:extLst>
                <a:ext uri="{FF2B5EF4-FFF2-40B4-BE49-F238E27FC236}">
                  <a16:creationId xmlns:a16="http://schemas.microsoft.com/office/drawing/2014/main" id="{6E03368A-D37F-3641-9381-AA8F9BFD4F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9" name="Picture 33" descr="BD10263_">
              <a:extLst>
                <a:ext uri="{FF2B5EF4-FFF2-40B4-BE49-F238E27FC236}">
                  <a16:creationId xmlns:a16="http://schemas.microsoft.com/office/drawing/2014/main" id="{9137BF4C-0A89-6247-9680-487748FD9A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541857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21">
                <a:extLst>
                  <a:ext uri="{FF2B5EF4-FFF2-40B4-BE49-F238E27FC236}">
                    <a16:creationId xmlns:a16="http://schemas.microsoft.com/office/drawing/2014/main" id="{7ABA8E3D-02D8-BE4D-8C40-6CFFA1FD9934}"/>
                  </a:ext>
                </a:extLst>
              </p:cNvPr>
              <p:cNvSpPr/>
              <p:nvPr/>
            </p:nvSpPr>
            <p:spPr bwMode="auto">
              <a:xfrm>
                <a:off x="539750" y="2576928"/>
                <a:ext cx="8064500" cy="2926186"/>
              </a:xfrm>
              <a:prstGeom prst="rect">
                <a:avLst/>
              </a:prstGeom>
              <a:solidFill>
                <a:srgbClr val="00B0F0">
                  <a:alpha val="30000"/>
                </a:srgbClr>
              </a:solidFill>
              <a:ln w="3175" cap="flat" cmpd="sng" algn="ctr">
                <a:solidFill>
                  <a:sysClr val="window" lastClr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/>
                    <a:cs typeface="Times New Roman"/>
                  </a:rPr>
                  <a:t>试用矩阵的初等行变换将矩阵</a:t>
                </a:r>
                <a:endParaRPr kumimoji="0" lang="en-US" altLang="zh-CN" sz="18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Times New Roman"/>
                </a:endParaRPr>
              </a:p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等线"/>
                          <a:cs typeface="Times New Roman"/>
                        </a:rPr>
                        <m:t>𝐴</m:t>
                      </m:r>
                      <m:r>
                        <a:rPr kumimoji="0" lang="en-US" altLang="zh-CN" sz="2400" b="0" i="0" u="none" strike="noStrike" kern="1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等线"/>
                          <a:cs typeface="Times New Roman"/>
                        </a:rPr>
                        <m:t>=</m:t>
                      </m:r>
                      <m:d>
                        <m:dPr>
                          <m:ctrlPr>
                            <a:rPr kumimoji="0" lang="zh-CN" altLang="zh-CN" sz="2400" b="0" i="1" u="none" strike="noStrike" kern="1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/>
                              <a:cs typeface="Times New Roman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b="0" i="1" u="none" strike="noStrike" kern="1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/>
                                  <a:cs typeface="Times New Roman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kumimoji="0" lang="en-US" altLang="zh-CN" sz="2400" b="0" i="1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b="0" i="0" u="none" strike="noStrike" kern="1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等线"/>
                                    <a:cs typeface="Times New Roman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18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Times New Roman"/>
                </a:endParaRPr>
              </a:p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/>
                    <a:cs typeface="Times New Roman"/>
                  </a:rPr>
                  <a:t>先化为行阶梯形矩阵，再进一步化为行最简形矩阵</a:t>
                </a:r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/>
                    <a:cs typeface="Times New Roman"/>
                  </a:rPr>
                  <a:t>.</a:t>
                </a:r>
                <a:endParaRPr kumimoji="0" lang="zh-CN" altLang="zh-CN" sz="18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Times New Roman"/>
                </a:endParaRPr>
              </a:p>
            </p:txBody>
          </p:sp>
        </mc:Choice>
        <mc:Fallback>
          <p:sp>
            <p:nvSpPr>
              <p:cNvPr id="4" name="矩形 21">
                <a:extLst>
                  <a:ext uri="{FF2B5EF4-FFF2-40B4-BE49-F238E27FC236}">
                    <a16:creationId xmlns:a16="http://schemas.microsoft.com/office/drawing/2014/main" id="{7ABA8E3D-02D8-BE4D-8C40-6CFFA1FD99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50" y="2576928"/>
                <a:ext cx="8064500" cy="2926186"/>
              </a:xfrm>
              <a:prstGeom prst="rect">
                <a:avLst/>
              </a:prstGeom>
              <a:blipFill>
                <a:blip r:embed="rId2"/>
                <a:stretch>
                  <a:fillRect l="-942"/>
                </a:stretch>
              </a:blipFill>
              <a:ln w="3175" cap="flat" cmpd="sng" algn="ctr">
                <a:solidFill>
                  <a:sysClr val="window" lastClr="FFFF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2">
            <a:extLst>
              <a:ext uri="{FF2B5EF4-FFF2-40B4-BE49-F238E27FC236}">
                <a16:creationId xmlns:a16="http://schemas.microsoft.com/office/drawing/2014/main" id="{7620F733-A9A2-7448-867E-2FFB33CFD166}"/>
              </a:ext>
            </a:extLst>
          </p:cNvPr>
          <p:cNvSpPr/>
          <p:nvPr/>
        </p:nvSpPr>
        <p:spPr bwMode="auto">
          <a:xfrm>
            <a:off x="687743" y="1526547"/>
            <a:ext cx="812445" cy="346249"/>
          </a:xfrm>
          <a:prstGeom prst="rect">
            <a:avLst/>
          </a:prstGeom>
          <a:solidFill>
            <a:srgbClr val="FFC00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例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843F582B-83F3-3243-BDB6-9DED35ECD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grpSp>
        <p:nvGrpSpPr>
          <p:cNvPr id="7" name="Group 31">
            <a:extLst>
              <a:ext uri="{FF2B5EF4-FFF2-40B4-BE49-F238E27FC236}">
                <a16:creationId xmlns:a16="http://schemas.microsoft.com/office/drawing/2014/main" id="{6CCF889D-E478-A94C-B08F-F143DB201E1A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8" name="Line 32">
              <a:extLst>
                <a:ext uri="{FF2B5EF4-FFF2-40B4-BE49-F238E27FC236}">
                  <a16:creationId xmlns:a16="http://schemas.microsoft.com/office/drawing/2014/main" id="{325F1425-2407-FD4F-8C4B-6078B45916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33" descr="BD10263_">
              <a:extLst>
                <a:ext uri="{FF2B5EF4-FFF2-40B4-BE49-F238E27FC236}">
                  <a16:creationId xmlns:a16="http://schemas.microsoft.com/office/drawing/2014/main" id="{EB86082D-C4E8-1B4B-B144-32F312C67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188994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24">
            <a:extLst>
              <a:ext uri="{FF2B5EF4-FFF2-40B4-BE49-F238E27FC236}">
                <a16:creationId xmlns:a16="http://schemas.microsoft.com/office/drawing/2014/main" id="{80F91382-D93A-AF41-A77E-DC98F9ED99DE}"/>
              </a:ext>
            </a:extLst>
          </p:cNvPr>
          <p:cNvSpPr/>
          <p:nvPr/>
        </p:nvSpPr>
        <p:spPr bwMode="auto">
          <a:xfrm>
            <a:off x="5457538" y="6198871"/>
            <a:ext cx="2858482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行阶梯形矩阵</a:t>
            </a:r>
          </a:p>
        </p:txBody>
      </p:sp>
      <p:grpSp>
        <p:nvGrpSpPr>
          <p:cNvPr id="12" name="组合 32">
            <a:extLst>
              <a:ext uri="{FF2B5EF4-FFF2-40B4-BE49-F238E27FC236}">
                <a16:creationId xmlns:a16="http://schemas.microsoft.com/office/drawing/2014/main" id="{BC431AFD-6443-1F4E-A384-87B6E56BDE4D}"/>
              </a:ext>
            </a:extLst>
          </p:cNvPr>
          <p:cNvGrpSpPr/>
          <p:nvPr/>
        </p:nvGrpSpPr>
        <p:grpSpPr>
          <a:xfrm>
            <a:off x="4985336" y="5000620"/>
            <a:ext cx="2467303" cy="797363"/>
            <a:chOff x="5907314" y="5533371"/>
            <a:chExt cx="1671249" cy="745640"/>
          </a:xfrm>
        </p:grpSpPr>
        <p:cxnSp>
          <p:nvCxnSpPr>
            <p:cNvPr id="13" name="直接连接符 27">
              <a:extLst>
                <a:ext uri="{FF2B5EF4-FFF2-40B4-BE49-F238E27FC236}">
                  <a16:creationId xmlns:a16="http://schemas.microsoft.com/office/drawing/2014/main" id="{40561660-288E-9A4C-9BD5-12319AD178BB}"/>
                </a:ext>
              </a:extLst>
            </p:cNvPr>
            <p:cNvCxnSpPr/>
            <p:nvPr/>
          </p:nvCxnSpPr>
          <p:spPr bwMode="auto">
            <a:xfrm flipV="1">
              <a:off x="5907314" y="5544457"/>
              <a:ext cx="377372" cy="1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直接连接符 28">
              <a:extLst>
                <a:ext uri="{FF2B5EF4-FFF2-40B4-BE49-F238E27FC236}">
                  <a16:creationId xmlns:a16="http://schemas.microsoft.com/office/drawing/2014/main" id="{140FBA0F-EEF6-7A41-BDC5-1F2E42E93166}"/>
                </a:ext>
              </a:extLst>
            </p:cNvPr>
            <p:cNvCxnSpPr/>
            <p:nvPr/>
          </p:nvCxnSpPr>
          <p:spPr bwMode="auto">
            <a:xfrm rot="16200000" flipH="1">
              <a:off x="6054172" y="5749371"/>
              <a:ext cx="432000" cy="0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28A9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29">
              <a:extLst>
                <a:ext uri="{FF2B5EF4-FFF2-40B4-BE49-F238E27FC236}">
                  <a16:creationId xmlns:a16="http://schemas.microsoft.com/office/drawing/2014/main" id="{2C3B52BB-599D-1B47-9E34-E5DE2D4A6993}"/>
                </a:ext>
              </a:extLst>
            </p:cNvPr>
            <p:cNvCxnSpPr/>
            <p:nvPr/>
          </p:nvCxnSpPr>
          <p:spPr bwMode="auto">
            <a:xfrm>
              <a:off x="6284686" y="5950857"/>
              <a:ext cx="648000" cy="1588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28A9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30">
              <a:extLst>
                <a:ext uri="{FF2B5EF4-FFF2-40B4-BE49-F238E27FC236}">
                  <a16:creationId xmlns:a16="http://schemas.microsoft.com/office/drawing/2014/main" id="{710F27FD-62AF-CB4D-8038-3FF5324EE6E3}"/>
                </a:ext>
              </a:extLst>
            </p:cNvPr>
            <p:cNvCxnSpPr/>
            <p:nvPr/>
          </p:nvCxnSpPr>
          <p:spPr bwMode="auto">
            <a:xfrm rot="16200000" flipH="1">
              <a:off x="6797592" y="6115423"/>
              <a:ext cx="324000" cy="0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28A9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31">
              <a:extLst>
                <a:ext uri="{FF2B5EF4-FFF2-40B4-BE49-F238E27FC236}">
                  <a16:creationId xmlns:a16="http://schemas.microsoft.com/office/drawing/2014/main" id="{93F0809E-DA70-0649-A2A1-108288CA519E}"/>
                </a:ext>
              </a:extLst>
            </p:cNvPr>
            <p:cNvCxnSpPr/>
            <p:nvPr/>
          </p:nvCxnSpPr>
          <p:spPr bwMode="auto">
            <a:xfrm>
              <a:off x="6930563" y="6277423"/>
              <a:ext cx="648000" cy="1588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28A9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">
                <a:extLst>
                  <a:ext uri="{FF2B5EF4-FFF2-40B4-BE49-F238E27FC236}">
                    <a16:creationId xmlns:a16="http://schemas.microsoft.com/office/drawing/2014/main" id="{04F0CE86-4C22-094A-9124-2F0F1C9D17EA}"/>
                  </a:ext>
                </a:extLst>
              </p:cNvPr>
              <p:cNvSpPr/>
              <p:nvPr/>
            </p:nvSpPr>
            <p:spPr>
              <a:xfrm>
                <a:off x="251520" y="1487891"/>
                <a:ext cx="8064500" cy="46928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zh-CN" altLang="zh-CN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4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↔</m:t>
                          </m:r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groupChr>
                      <m:d>
                        <m:dPr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4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i="1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CN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kumimoji="0" lang="zh-CN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kumimoji="0" lang="en-US" altLang="zh-CN" sz="24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kumimoji="0" lang="zh-CN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−2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0"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lim>
                      </m:limUpp>
                      <m:d>
                        <m:dPr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limUpp>
                        <m:limUppPr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f>
                            <m:f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微软雅黑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000" i="1" dirty="0">
                  <a:solidFill>
                    <a:prstClr val="black"/>
                  </a:solidFill>
                  <a:latin typeface="Cambria Math"/>
                  <a:ea typeface="微软雅黑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kumimoji="0"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kumimoji="0"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  <m:r>
                          <a:rPr kumimoji="0"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+5</m:t>
                        </m:r>
                        <m:r>
                          <a:rPr kumimoji="0" lang="zh-CN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 </m:t>
                        </m:r>
                        <m:sSub>
                          <m:sSubPr>
                            <m:ctrlPr>
                              <a:rPr kumimoji="0"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groupChr>
                    <m:d>
                      <m:dPr>
                        <m:ctrlPr>
                          <a:rPr kumimoji="0"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−2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−1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−6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sz="2400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kumimoji="0"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f>
                          <m:fPr>
                            <m:ctrlPr>
                              <a:rPr kumimoji="0"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0"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kumimoji="0"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groupChr>
                    <m:d>
                      <m:dPr>
                        <m:ctrlPr>
                          <a:rPr kumimoji="0"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−2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−1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Times New Roman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微软雅黑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zh-CN" sz="2400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</p:txBody>
          </p:sp>
        </mc:Choice>
        <mc:Fallback>
          <p:sp>
            <p:nvSpPr>
              <p:cNvPr id="18" name="矩形 1">
                <a:extLst>
                  <a:ext uri="{FF2B5EF4-FFF2-40B4-BE49-F238E27FC236}">
                    <a16:creationId xmlns:a16="http://schemas.microsoft.com/office/drawing/2014/main" id="{04F0CE86-4C22-094A-9124-2F0F1C9D17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87891"/>
                <a:ext cx="8064500" cy="4692823"/>
              </a:xfrm>
              <a:prstGeom prst="rect">
                <a:avLst/>
              </a:prstGeom>
              <a:blipFill>
                <a:blip r:embed="rId2"/>
                <a:stretch>
                  <a:fillRect r="-9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9">
            <a:extLst>
              <a:ext uri="{FF2B5EF4-FFF2-40B4-BE49-F238E27FC236}">
                <a16:creationId xmlns:a16="http://schemas.microsoft.com/office/drawing/2014/main" id="{301B3E0C-39C0-C44C-A251-F85440CA1C3A}"/>
              </a:ext>
            </a:extLst>
          </p:cNvPr>
          <p:cNvSpPr/>
          <p:nvPr/>
        </p:nvSpPr>
        <p:spPr bwMode="auto">
          <a:xfrm>
            <a:off x="251520" y="987754"/>
            <a:ext cx="662862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解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DCFF385F-EB3B-2446-B919-42C52E88E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grpSp>
        <p:nvGrpSpPr>
          <p:cNvPr id="21" name="Group 31">
            <a:extLst>
              <a:ext uri="{FF2B5EF4-FFF2-40B4-BE49-F238E27FC236}">
                <a16:creationId xmlns:a16="http://schemas.microsoft.com/office/drawing/2014/main" id="{88BC01A7-F6C1-1449-8A89-0352C340CC9B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2" name="Line 32">
              <a:extLst>
                <a:ext uri="{FF2B5EF4-FFF2-40B4-BE49-F238E27FC236}">
                  <a16:creationId xmlns:a16="http://schemas.microsoft.com/office/drawing/2014/main" id="{8CB93C88-6FF2-724E-847C-95DA9D75B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3" name="Picture 33" descr="BD10263_">
              <a:extLst>
                <a:ext uri="{FF2B5EF4-FFF2-40B4-BE49-F238E27FC236}">
                  <a16:creationId xmlns:a16="http://schemas.microsoft.com/office/drawing/2014/main" id="{D216F12E-0DBC-8340-9DBB-2A4CE6B727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9015243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uiExpand="1" build="p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">
            <a:extLst>
              <a:ext uri="{FF2B5EF4-FFF2-40B4-BE49-F238E27FC236}">
                <a16:creationId xmlns:a16="http://schemas.microsoft.com/office/drawing/2014/main" id="{C3E72F0A-58C5-6C48-8B77-4DF4A9AFF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2A173266-E15F-134C-8F6C-DEA178FA8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5006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35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D7998818-93CA-254C-8014-E6430C211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5006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35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19" name="矩形 14">
            <a:extLst>
              <a:ext uri="{FF2B5EF4-FFF2-40B4-BE49-F238E27FC236}">
                <a16:creationId xmlns:a16="http://schemas.microsoft.com/office/drawing/2014/main" id="{43FFD3B4-4D3A-6049-B48A-07BF916B9D20}"/>
              </a:ext>
            </a:extLst>
          </p:cNvPr>
          <p:cNvSpPr/>
          <p:nvPr/>
        </p:nvSpPr>
        <p:spPr bwMode="auto">
          <a:xfrm>
            <a:off x="5898179" y="3141332"/>
            <a:ext cx="2481181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行最简形矩阵</a:t>
            </a: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97AD2ABA-D6C1-3F44-A02B-F791E2D8F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5006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35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F26EA7EE-B152-C241-B793-73F21C286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5006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35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AFE935-6AB9-F54C-A231-87E27C78C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5006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35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grpSp>
        <p:nvGrpSpPr>
          <p:cNvPr id="23" name="组合 18">
            <a:extLst>
              <a:ext uri="{FF2B5EF4-FFF2-40B4-BE49-F238E27FC236}">
                <a16:creationId xmlns:a16="http://schemas.microsoft.com/office/drawing/2014/main" id="{ACF55B86-7267-6544-9849-278518847A8F}"/>
              </a:ext>
            </a:extLst>
          </p:cNvPr>
          <p:cNvGrpSpPr/>
          <p:nvPr/>
        </p:nvGrpSpPr>
        <p:grpSpPr>
          <a:xfrm>
            <a:off x="6016434" y="1729577"/>
            <a:ext cx="2481181" cy="769258"/>
            <a:chOff x="5907314" y="5533371"/>
            <a:chExt cx="1671249" cy="745640"/>
          </a:xfrm>
        </p:grpSpPr>
        <p:cxnSp>
          <p:nvCxnSpPr>
            <p:cNvPr id="24" name="直接连接符 20">
              <a:extLst>
                <a:ext uri="{FF2B5EF4-FFF2-40B4-BE49-F238E27FC236}">
                  <a16:creationId xmlns:a16="http://schemas.microsoft.com/office/drawing/2014/main" id="{ED2AB449-0BDC-4447-8511-334F08B3C88E}"/>
                </a:ext>
              </a:extLst>
            </p:cNvPr>
            <p:cNvCxnSpPr/>
            <p:nvPr/>
          </p:nvCxnSpPr>
          <p:spPr bwMode="auto">
            <a:xfrm flipV="1">
              <a:off x="5907314" y="5544457"/>
              <a:ext cx="377372" cy="1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1">
              <a:extLst>
                <a:ext uri="{FF2B5EF4-FFF2-40B4-BE49-F238E27FC236}">
                  <a16:creationId xmlns:a16="http://schemas.microsoft.com/office/drawing/2014/main" id="{3B7EBCEA-285C-1B4F-8C36-BBC594040C18}"/>
                </a:ext>
              </a:extLst>
            </p:cNvPr>
            <p:cNvCxnSpPr/>
            <p:nvPr/>
          </p:nvCxnSpPr>
          <p:spPr bwMode="auto">
            <a:xfrm rot="16200000" flipH="1">
              <a:off x="6054172" y="5749371"/>
              <a:ext cx="432000" cy="0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28A9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2">
              <a:extLst>
                <a:ext uri="{FF2B5EF4-FFF2-40B4-BE49-F238E27FC236}">
                  <a16:creationId xmlns:a16="http://schemas.microsoft.com/office/drawing/2014/main" id="{BE4AF649-0EA4-544A-998F-3F6B6ABACE67}"/>
                </a:ext>
              </a:extLst>
            </p:cNvPr>
            <p:cNvCxnSpPr/>
            <p:nvPr/>
          </p:nvCxnSpPr>
          <p:spPr bwMode="auto">
            <a:xfrm>
              <a:off x="6284686" y="5950857"/>
              <a:ext cx="648000" cy="1588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28A9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3">
              <a:extLst>
                <a:ext uri="{FF2B5EF4-FFF2-40B4-BE49-F238E27FC236}">
                  <a16:creationId xmlns:a16="http://schemas.microsoft.com/office/drawing/2014/main" id="{C4E4D86E-7BE5-F64B-850B-A7848C43413E}"/>
                </a:ext>
              </a:extLst>
            </p:cNvPr>
            <p:cNvCxnSpPr/>
            <p:nvPr/>
          </p:nvCxnSpPr>
          <p:spPr bwMode="auto">
            <a:xfrm rot="16200000" flipH="1">
              <a:off x="6797592" y="6115423"/>
              <a:ext cx="324000" cy="0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28A9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4">
              <a:extLst>
                <a:ext uri="{FF2B5EF4-FFF2-40B4-BE49-F238E27FC236}">
                  <a16:creationId xmlns:a16="http://schemas.microsoft.com/office/drawing/2014/main" id="{EB721A03-FB70-5D44-A3A2-412CD1B751FC}"/>
                </a:ext>
              </a:extLst>
            </p:cNvPr>
            <p:cNvCxnSpPr/>
            <p:nvPr/>
          </p:nvCxnSpPr>
          <p:spPr bwMode="auto">
            <a:xfrm>
              <a:off x="6930563" y="6277423"/>
              <a:ext cx="648000" cy="1588"/>
            </a:xfrm>
            <a:prstGeom prst="line">
              <a:avLst/>
            </a:prstGeom>
            <a:solidFill>
              <a:srgbClr val="005DA2"/>
            </a:solidFill>
            <a:ln w="19050" cap="flat" cmpd="sng" algn="ctr">
              <a:solidFill>
                <a:srgbClr val="28A9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9" name="标题 3">
            <a:extLst>
              <a:ext uri="{FF2B5EF4-FFF2-40B4-BE49-F238E27FC236}">
                <a16:creationId xmlns:a16="http://schemas.microsoft.com/office/drawing/2014/main" id="{C2357194-136D-B444-A3DA-8296F6D6893B}"/>
              </a:ext>
            </a:extLst>
          </p:cNvPr>
          <p:cNvSpPr txBox="1">
            <a:spLocks/>
          </p:cNvSpPr>
          <p:nvPr/>
        </p:nvSpPr>
        <p:spPr>
          <a:xfrm>
            <a:off x="790984" y="1524666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12189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5">
                <a:extLst>
                  <a:ext uri="{FF2B5EF4-FFF2-40B4-BE49-F238E27FC236}">
                    <a16:creationId xmlns:a16="http://schemas.microsoft.com/office/drawing/2014/main" id="{38A4586D-0A55-D146-A9E4-2EB2BE052719}"/>
                  </a:ext>
                </a:extLst>
              </p:cNvPr>
              <p:cNvSpPr/>
              <p:nvPr/>
            </p:nvSpPr>
            <p:spPr>
              <a:xfrm>
                <a:off x="539749" y="1382005"/>
                <a:ext cx="8064500" cy="45189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kumimoji="0" lang="zh-CN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altLang="zh-CN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Times New Roman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Times New Roman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Times New Roman"/>
                                    <a:ea typeface="微软雅黑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Times New Roman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d>
                        <m:dPr>
                          <m:ctrlPr>
                            <a:rPr kumimoji="0"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Times New Roman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Times New Roman"/>
                                    <a:ea typeface="微软雅黑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Times New Roman"/>
                                    <a:ea typeface="微软雅黑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Times New Roman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kumimoji="0"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000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  <a:p>
                <a:pPr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endParaRPr kumimoji="0" lang="en-US" altLang="zh-CN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  <a:p>
                <a:pPr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en-US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        </a:t>
                </a:r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对于行最简形矩阵再实施初等列变换，可变成一种形状更简单的矩阵</a:t>
                </a:r>
                <a:r>
                  <a:rPr kumimoji="0" lang="en-US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.  </a:t>
                </a:r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例如，将</a:t>
                </a:r>
                <a:r>
                  <a:rPr kumimoji="0" lang="zh-CN" altLang="en-US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上面</a:t>
                </a:r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的行最简形矩阵再实施初等列变换</a:t>
                </a:r>
              </a:p>
            </p:txBody>
          </p:sp>
        </mc:Choice>
        <mc:Fallback>
          <p:sp>
            <p:nvSpPr>
              <p:cNvPr id="30" name="矩形 25">
                <a:extLst>
                  <a:ext uri="{FF2B5EF4-FFF2-40B4-BE49-F238E27FC236}">
                    <a16:creationId xmlns:a16="http://schemas.microsoft.com/office/drawing/2014/main" id="{38A4586D-0A55-D146-A9E4-2EB2BE0527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9" y="1382005"/>
                <a:ext cx="8064500" cy="4518929"/>
              </a:xfrm>
              <a:prstGeom prst="rect">
                <a:avLst/>
              </a:prstGeom>
              <a:blipFill>
                <a:blip r:embed="rId2"/>
                <a:stretch>
                  <a:fillRect l="-1415" r="-2673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F66A0FCA-AFF7-C947-82E1-B59D8103F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7187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35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295C599-3E86-6D4E-B53E-4F9C923B123F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AE80F1DF-756A-3A4F-8876-68A384361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4" name="Picture 33" descr="BD10263_">
              <a:extLst>
                <a:ext uri="{FF2B5EF4-FFF2-40B4-BE49-F238E27FC236}">
                  <a16:creationId xmlns:a16="http://schemas.microsoft.com/office/drawing/2014/main" id="{5200D585-D19B-F443-BA45-12FE18B3BA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828473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0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D8B557-562D-8E4E-8227-EBF0376A1E3A}"/>
                  </a:ext>
                </a:extLst>
              </p:cNvPr>
              <p:cNvSpPr txBox="1"/>
              <p:nvPr/>
            </p:nvSpPr>
            <p:spPr>
              <a:xfrm>
                <a:off x="539750" y="4741252"/>
                <a:ext cx="8064499" cy="1833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800" dirty="0"/>
                  <a:t>最后一个矩阵</a:t>
                </a:r>
                <a:r>
                  <a:rPr lang="en-US" altLang="zh-CN" sz="2800" dirty="0"/>
                  <a:t> </a:t>
                </a:r>
                <a:r>
                  <a:rPr lang="zh-CN" altLang="zh-CN" sz="2800" dirty="0"/>
                  <a:t>称为矩阵</a:t>
                </a:r>
                <a:r>
                  <a:rPr lang="en-US" altLang="zh-CN" sz="2800" dirty="0"/>
                  <a:t> </a:t>
                </a:r>
                <a:r>
                  <a:rPr lang="zh-CN" altLang="zh-CN" sz="2800" dirty="0"/>
                  <a:t>的</a:t>
                </a:r>
                <a:r>
                  <a:rPr lang="zh-CN" altLang="zh-CN" sz="2800" dirty="0">
                    <a:solidFill>
                      <a:srgbClr val="FF9900"/>
                    </a:solidFill>
                  </a:rPr>
                  <a:t>标准形</a:t>
                </a:r>
                <a:r>
                  <a:rPr lang="zh-CN" altLang="zh-CN" sz="2800" dirty="0"/>
                  <a:t>，写成分块矩阵的形式，则有</a:t>
                </a:r>
                <a:r>
                  <a:rPr lang="en-US" altLang="zh-CN" sz="28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.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D8B557-562D-8E4E-8227-EBF0376A1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4741252"/>
                <a:ext cx="8064499" cy="1833131"/>
              </a:xfrm>
              <a:prstGeom prst="rect">
                <a:avLst/>
              </a:prstGeom>
              <a:blipFill>
                <a:blip r:embed="rId2"/>
                <a:stretch>
                  <a:fillRect l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16C0601-8D4E-3C4E-83CB-5B9A38BA39D2}"/>
                  </a:ext>
                </a:extLst>
              </p:cNvPr>
              <p:cNvSpPr/>
              <p:nvPr/>
            </p:nvSpPr>
            <p:spPr>
              <a:xfrm>
                <a:off x="504497" y="1143205"/>
                <a:ext cx="8064500" cy="3220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limUpp>
                        <m:limUpp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−4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−3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lim>
                      </m:limUpp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↔</m:t>
                          </m:r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groupChr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16C0601-8D4E-3C4E-83CB-5B9A38BA3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97" y="1143205"/>
                <a:ext cx="8064500" cy="32208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29">
            <a:extLst>
              <a:ext uri="{FF2B5EF4-FFF2-40B4-BE49-F238E27FC236}">
                <a16:creationId xmlns:a16="http://schemas.microsoft.com/office/drawing/2014/main" id="{2F200C94-5704-6D4F-B468-DE4F0B7C2556}"/>
              </a:ext>
            </a:extLst>
          </p:cNvPr>
          <p:cNvSpPr/>
          <p:nvPr/>
        </p:nvSpPr>
        <p:spPr bwMode="auto">
          <a:xfrm>
            <a:off x="2837794" y="5604641"/>
            <a:ext cx="2262352" cy="969742"/>
          </a:xfrm>
          <a:prstGeom prst="rect">
            <a:avLst/>
          </a:prstGeom>
          <a:noFill/>
          <a:ln w="38100">
            <a:solidFill>
              <a:srgbClr val="FFC000"/>
            </a:solidFill>
            <a:prstDash val="sysDash"/>
          </a:ln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6D38C5FE-4B35-F14C-A632-91DF3F40A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grpSp>
        <p:nvGrpSpPr>
          <p:cNvPr id="6" name="Group 31">
            <a:extLst>
              <a:ext uri="{FF2B5EF4-FFF2-40B4-BE49-F238E27FC236}">
                <a16:creationId xmlns:a16="http://schemas.microsoft.com/office/drawing/2014/main" id="{74A2D789-0F3B-964B-97B9-BD1B38A172D3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7" name="Line 32">
              <a:extLst>
                <a:ext uri="{FF2B5EF4-FFF2-40B4-BE49-F238E27FC236}">
                  <a16:creationId xmlns:a16="http://schemas.microsoft.com/office/drawing/2014/main" id="{37A64714-D883-554E-9EF1-92FA29B8A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Picture 33" descr="BD10263_">
              <a:extLst>
                <a:ext uri="{FF2B5EF4-FFF2-40B4-BE49-F238E27FC236}">
                  <a16:creationId xmlns:a16="http://schemas.microsoft.com/office/drawing/2014/main" id="{5AD2C71C-B145-2246-BD15-AE4B2A018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739535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5650" y="1031875"/>
            <a:ext cx="208470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2.15</a:t>
            </a:r>
          </a:p>
        </p:txBody>
      </p:sp>
      <p:sp>
        <p:nvSpPr>
          <p:cNvPr id="3" name="Rectangle 4"/>
          <p:cNvSpPr/>
          <p:nvPr>
            <p:custDataLst>
              <p:tags r:id="rId3"/>
            </p:custDataLst>
          </p:nvPr>
        </p:nvSpPr>
        <p:spPr>
          <a:xfrm>
            <a:off x="2337435" y="1103630"/>
            <a:ext cx="67271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满足下列条件的矩阵为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行最简形矩阵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" name="Rectangle 4"/>
          <p:cNvSpPr/>
          <p:nvPr>
            <p:custDataLst>
              <p:tags r:id="rId4"/>
            </p:custDataLst>
          </p:nvPr>
        </p:nvSpPr>
        <p:spPr>
          <a:xfrm>
            <a:off x="397510" y="1772920"/>
            <a:ext cx="80352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各非零行的首非零元都是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1；</a:t>
            </a:r>
          </a:p>
        </p:txBody>
      </p:sp>
      <p:sp>
        <p:nvSpPr>
          <p:cNvPr id="4" name="Rectangle 4"/>
          <p:cNvSpPr/>
          <p:nvPr>
            <p:custDataLst>
              <p:tags r:id="rId5"/>
            </p:custDataLst>
          </p:nvPr>
        </p:nvSpPr>
        <p:spPr>
          <a:xfrm>
            <a:off x="388620" y="2344420"/>
            <a:ext cx="8311515" cy="650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每个首非零元所在列的其余元素都是零. </a:t>
            </a:r>
          </a:p>
        </p:txBody>
      </p:sp>
      <p:grpSp>
        <p:nvGrpSpPr>
          <p:cNvPr id="46104" name="Group 24"/>
          <p:cNvGrpSpPr/>
          <p:nvPr/>
        </p:nvGrpSpPr>
        <p:grpSpPr>
          <a:xfrm>
            <a:off x="3411855" y="4167505"/>
            <a:ext cx="2551430" cy="1659890"/>
            <a:chOff x="1968" y="2208"/>
            <a:chExt cx="2304" cy="768"/>
          </a:xfrm>
        </p:grpSpPr>
        <p:sp>
          <p:nvSpPr>
            <p:cNvPr id="20490" name="Line 25"/>
            <p:cNvSpPr/>
            <p:nvPr>
              <p:custDataLst>
                <p:tags r:id="rId7"/>
              </p:custDataLst>
            </p:nvPr>
          </p:nvSpPr>
          <p:spPr>
            <a:xfrm>
              <a:off x="1968" y="2208"/>
              <a:ext cx="336" cy="0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491" name="Line 26"/>
            <p:cNvSpPr/>
            <p:nvPr>
              <p:custDataLst>
                <p:tags r:id="rId8"/>
              </p:custDataLst>
            </p:nvPr>
          </p:nvSpPr>
          <p:spPr>
            <a:xfrm>
              <a:off x="2304" y="2208"/>
              <a:ext cx="0" cy="384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492" name="Line 27"/>
            <p:cNvSpPr/>
            <p:nvPr>
              <p:custDataLst>
                <p:tags r:id="rId9"/>
              </p:custDataLst>
            </p:nvPr>
          </p:nvSpPr>
          <p:spPr>
            <a:xfrm>
              <a:off x="2304" y="2592"/>
              <a:ext cx="912" cy="0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493" name="Line 28"/>
            <p:cNvSpPr/>
            <p:nvPr>
              <p:custDataLst>
                <p:tags r:id="rId10"/>
              </p:custDataLst>
            </p:nvPr>
          </p:nvSpPr>
          <p:spPr>
            <a:xfrm>
              <a:off x="3216" y="2592"/>
              <a:ext cx="0" cy="384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0494" name="Line 29"/>
            <p:cNvSpPr/>
            <p:nvPr>
              <p:custDataLst>
                <p:tags r:id="rId11"/>
              </p:custDataLst>
            </p:nvPr>
          </p:nvSpPr>
          <p:spPr>
            <a:xfrm>
              <a:off x="3216" y="2976"/>
              <a:ext cx="1056" cy="0"/>
            </a:xfrm>
            <a:prstGeom prst="line">
              <a:avLst/>
            </a:prstGeom>
            <a:ln w="38100" cap="flat" cmpd="sng">
              <a:solidFill>
                <a:srgbClr val="2B2BFF"/>
              </a:solidFill>
              <a:prstDash val="sysDot"/>
              <a:headEnd type="none" w="med" len="med"/>
              <a:tailEnd type="none" w="med" len="med"/>
            </a:ln>
          </p:spPr>
        </p:sp>
      </p:grpSp>
      <p:graphicFrame>
        <p:nvGraphicFramePr>
          <p:cNvPr id="7" name="对象 -2147481915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2703196" y="3268980"/>
          <a:ext cx="3267710" cy="3081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r:id="rId15" imgW="1562100" imgH="1473200" progId="Equation.DSMT4">
                  <p:embed/>
                </p:oleObj>
              </mc:Choice>
              <mc:Fallback>
                <p:oleObj r:id="rId15" imgW="1562100" imgH="147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03196" y="3268980"/>
                        <a:ext cx="3267710" cy="30810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build="p"/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sp>
        <p:nvSpPr>
          <p:cNvPr id="3" name="Rectangle 4"/>
          <p:cNvSpPr/>
          <p:nvPr>
            <p:custDataLst>
              <p:tags r:id="rId2"/>
            </p:custDataLst>
          </p:nvPr>
        </p:nvSpPr>
        <p:spPr>
          <a:xfrm>
            <a:off x="611505" y="1052830"/>
            <a:ext cx="67271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如果上述矩阵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再作初等列变换：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3895" y="5013325"/>
            <a:ext cx="76936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称矩阵</a:t>
            </a:r>
            <a:r>
              <a:rPr lang="en-US" altLang="zh-CN" b="1" dirty="0"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为原矩阵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ea typeface="黑体" panose="02010609060101010101" pitchFamily="49" charset="-122"/>
                <a:sym typeface="+mn-ea"/>
              </a:rPr>
              <a:t>标准形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.</a:t>
            </a:r>
          </a:p>
        </p:txBody>
      </p:sp>
      <p:graphicFrame>
        <p:nvGraphicFramePr>
          <p:cNvPr id="2" name="对象 -2147481913"/>
          <p:cNvGraphicFramePr>
            <a:graphicFrameLocks noChangeAspect="1"/>
          </p:cNvGraphicFramePr>
          <p:nvPr/>
        </p:nvGraphicFramePr>
        <p:xfrm>
          <a:off x="1318578" y="1772920"/>
          <a:ext cx="6304915" cy="2997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r:id="rId6" imgW="3098800" imgH="1473200" progId="Equation.DSMT4">
                  <p:embed/>
                </p:oleObj>
              </mc:Choice>
              <mc:Fallback>
                <p:oleObj r:id="rId6" imgW="3098800" imgH="14732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8578" y="1772920"/>
                        <a:ext cx="6304915" cy="2997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7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5650" y="1031875"/>
            <a:ext cx="192214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2.16</a:t>
            </a:r>
          </a:p>
        </p:txBody>
      </p:sp>
      <p:sp>
        <p:nvSpPr>
          <p:cNvPr id="3" name="Rectangle 4"/>
          <p:cNvSpPr/>
          <p:nvPr>
            <p:custDataLst>
              <p:tags r:id="rId3"/>
            </p:custDataLst>
          </p:nvPr>
        </p:nvSpPr>
        <p:spPr>
          <a:xfrm>
            <a:off x="2482850" y="1103630"/>
            <a:ext cx="67271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如果一个矩阵的左上角为单位矩阵,其 </a:t>
            </a:r>
            <a:endParaRPr sz="28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Rectangle 4"/>
          <p:cNvSpPr/>
          <p:nvPr>
            <p:custDataLst>
              <p:tags r:id="rId4"/>
            </p:custDataLst>
          </p:nvPr>
        </p:nvSpPr>
        <p:spPr>
          <a:xfrm>
            <a:off x="397510" y="1772920"/>
            <a:ext cx="803529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它位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置的元素都为零, 则称这个矩阵为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标准形矩阵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.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5302" name="Text Box 6"/>
          <p:cNvSpPr txBox="1"/>
          <p:nvPr>
            <p:custDataLst>
              <p:tags r:id="rId5"/>
            </p:custDataLst>
          </p:nvPr>
        </p:nvSpPr>
        <p:spPr>
          <a:xfrm>
            <a:off x="898843" y="2927033"/>
            <a:ext cx="1981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形如</a:t>
            </a:r>
          </a:p>
        </p:txBody>
      </p:sp>
      <p:graphicFrame>
        <p:nvGraphicFramePr>
          <p:cNvPr id="55303" name="Object 7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825308" y="3646012"/>
          <a:ext cx="5570220" cy="1579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r:id="rId10" imgW="1701800" imgH="482600" progId="Equation.3">
                  <p:embed/>
                </p:oleObj>
              </mc:Choice>
              <mc:Fallback>
                <p:oleObj r:id="rId10" imgW="1701800" imgH="4826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25308" y="3646012"/>
                        <a:ext cx="5570220" cy="15798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build="p"/>
      <p:bldP spid="5530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1270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sp>
        <p:nvSpPr>
          <p:cNvPr id="42" name="标题 3">
            <a:extLst>
              <a:ext uri="{FF2B5EF4-FFF2-40B4-BE49-F238E27FC236}">
                <a16:creationId xmlns:a16="http://schemas.microsoft.com/office/drawing/2014/main" id="{334C9C8E-0A4B-A342-9A5D-12AD69A3D2F7}"/>
              </a:ext>
            </a:extLst>
          </p:cNvPr>
          <p:cNvSpPr txBox="1">
            <a:spLocks/>
          </p:cNvSpPr>
          <p:nvPr/>
        </p:nvSpPr>
        <p:spPr>
          <a:xfrm>
            <a:off x="790985" y="1138411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12189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43" name="组合 34">
            <a:extLst>
              <a:ext uri="{FF2B5EF4-FFF2-40B4-BE49-F238E27FC236}">
                <a16:creationId xmlns:a16="http://schemas.microsoft.com/office/drawing/2014/main" id="{F3ECBFC3-EF05-DA4C-BB97-3B77EFD3942E}"/>
              </a:ext>
            </a:extLst>
          </p:cNvPr>
          <p:cNvGrpSpPr/>
          <p:nvPr/>
        </p:nvGrpSpPr>
        <p:grpSpPr>
          <a:xfrm>
            <a:off x="901686" y="2459876"/>
            <a:ext cx="7702564" cy="493075"/>
            <a:chOff x="1373980" y="1922562"/>
            <a:chExt cx="9787503" cy="657433"/>
          </a:xfrm>
        </p:grpSpPr>
        <p:cxnSp>
          <p:nvCxnSpPr>
            <p:cNvPr id="44" name="直接连接符 36">
              <a:extLst>
                <a:ext uri="{FF2B5EF4-FFF2-40B4-BE49-F238E27FC236}">
                  <a16:creationId xmlns:a16="http://schemas.microsoft.com/office/drawing/2014/main" id="{04F9D345-450B-D94A-9130-92CC7A0C933C}"/>
                </a:ext>
              </a:extLst>
            </p:cNvPr>
            <p:cNvCxnSpPr/>
            <p:nvPr/>
          </p:nvCxnSpPr>
          <p:spPr bwMode="auto">
            <a:xfrm>
              <a:off x="1460696" y="2549217"/>
              <a:ext cx="9700787" cy="0"/>
            </a:xfrm>
            <a:prstGeom prst="line">
              <a:avLst/>
            </a:prstGeom>
            <a:solidFill>
              <a:srgbClr val="005DA2"/>
            </a:solidFill>
            <a:ln w="28575" cap="flat" cmpd="sng" algn="ctr">
              <a:solidFill>
                <a:srgbClr val="FFCC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5" name="组合 37">
              <a:extLst>
                <a:ext uri="{FF2B5EF4-FFF2-40B4-BE49-F238E27FC236}">
                  <a16:creationId xmlns:a16="http://schemas.microsoft.com/office/drawing/2014/main" id="{079BEBBA-DABA-1840-B788-3F8482B82408}"/>
                </a:ext>
              </a:extLst>
            </p:cNvPr>
            <p:cNvGrpSpPr/>
            <p:nvPr/>
          </p:nvGrpSpPr>
          <p:grpSpPr>
            <a:xfrm>
              <a:off x="1373980" y="1922562"/>
              <a:ext cx="635216" cy="657433"/>
              <a:chOff x="6242320" y="1105727"/>
              <a:chExt cx="634885" cy="657434"/>
            </a:xfrm>
          </p:grpSpPr>
          <p:sp>
            <p:nvSpPr>
              <p:cNvPr id="46" name="TextBox 6">
                <a:extLst>
                  <a:ext uri="{FF2B5EF4-FFF2-40B4-BE49-F238E27FC236}">
                    <a16:creationId xmlns:a16="http://schemas.microsoft.com/office/drawing/2014/main" id="{DA87F037-E260-F242-892C-961753C8FF6D}"/>
                  </a:ext>
                </a:extLst>
              </p:cNvPr>
              <p:cNvSpPr txBox="1"/>
              <p:nvPr/>
            </p:nvSpPr>
            <p:spPr>
              <a:xfrm>
                <a:off x="6327224" y="1105727"/>
                <a:ext cx="448425" cy="49244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B850"/>
                    </a:solidFill>
                    <a:effectLst/>
                    <a:uLnTx/>
                    <a:uFillTx/>
                    <a:latin typeface="Impact" pitchFamily="34" charset="0"/>
                    <a:ea typeface="微软雅黑" pitchFamily="34" charset="-122"/>
                  </a:rPr>
                  <a:t>01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B85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7" name="文本框 22">
                <a:extLst>
                  <a:ext uri="{FF2B5EF4-FFF2-40B4-BE49-F238E27FC236}">
                    <a16:creationId xmlns:a16="http://schemas.microsoft.com/office/drawing/2014/main" id="{18F9C11C-27CA-644F-B922-81CCC38ACFBB}"/>
                  </a:ext>
                </a:extLst>
              </p:cNvPr>
              <p:cNvSpPr txBox="1"/>
              <p:nvPr/>
            </p:nvSpPr>
            <p:spPr>
              <a:xfrm>
                <a:off x="6242320" y="1516939"/>
                <a:ext cx="634885" cy="2462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18181"/>
                    </a:solidFill>
                    <a:effectLst/>
                    <a:uLnTx/>
                    <a:uFillTx/>
                    <a:latin typeface="Leelawadee" panose="020B0502040204020203" pitchFamily="34" charset="-34"/>
                    <a:ea typeface="微软雅黑"/>
                    <a:cs typeface="Leelawadee" panose="020B0502040204020203" pitchFamily="34" charset="-34"/>
                  </a:rPr>
                  <a:t>OPTION</a:t>
                </a:r>
                <a:endPara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Leelawadee" panose="020B0502040204020203" pitchFamily="34" charset="-34"/>
                  <a:ea typeface="微软雅黑"/>
                  <a:cs typeface="Leelawadee" panose="020B0502040204020203" pitchFamily="34" charset="-34"/>
                </a:endParaRPr>
              </a:p>
            </p:txBody>
          </p:sp>
        </p:grpSp>
      </p:grpSp>
      <p:grpSp>
        <p:nvGrpSpPr>
          <p:cNvPr id="48" name="组合 41">
            <a:extLst>
              <a:ext uri="{FF2B5EF4-FFF2-40B4-BE49-F238E27FC236}">
                <a16:creationId xmlns:a16="http://schemas.microsoft.com/office/drawing/2014/main" id="{7E65CC4C-F9D6-0242-B3A8-2A547057F7A3}"/>
              </a:ext>
            </a:extLst>
          </p:cNvPr>
          <p:cNvGrpSpPr/>
          <p:nvPr/>
        </p:nvGrpSpPr>
        <p:grpSpPr>
          <a:xfrm>
            <a:off x="901686" y="3779827"/>
            <a:ext cx="7702564" cy="496904"/>
            <a:chOff x="1373980" y="2964552"/>
            <a:chExt cx="9787503" cy="662540"/>
          </a:xfrm>
        </p:grpSpPr>
        <p:grpSp>
          <p:nvGrpSpPr>
            <p:cNvPr id="49" name="组合 42">
              <a:extLst>
                <a:ext uri="{FF2B5EF4-FFF2-40B4-BE49-F238E27FC236}">
                  <a16:creationId xmlns:a16="http://schemas.microsoft.com/office/drawing/2014/main" id="{D18FFD10-70B2-CB49-9045-6957D71F6068}"/>
                </a:ext>
              </a:extLst>
            </p:cNvPr>
            <p:cNvGrpSpPr/>
            <p:nvPr/>
          </p:nvGrpSpPr>
          <p:grpSpPr>
            <a:xfrm>
              <a:off x="1373980" y="2964552"/>
              <a:ext cx="635216" cy="662540"/>
              <a:chOff x="6242320" y="2373233"/>
              <a:chExt cx="634885" cy="662540"/>
            </a:xfrm>
          </p:grpSpPr>
          <p:sp>
            <p:nvSpPr>
              <p:cNvPr id="51" name="TextBox 6">
                <a:extLst>
                  <a:ext uri="{FF2B5EF4-FFF2-40B4-BE49-F238E27FC236}">
                    <a16:creationId xmlns:a16="http://schemas.microsoft.com/office/drawing/2014/main" id="{1363653B-0FBC-F742-A2D2-7FFAD12D64A3}"/>
                  </a:ext>
                </a:extLst>
              </p:cNvPr>
              <p:cNvSpPr txBox="1"/>
              <p:nvPr/>
            </p:nvSpPr>
            <p:spPr>
              <a:xfrm>
                <a:off x="6327224" y="2373233"/>
                <a:ext cx="448425" cy="492442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1ACBE"/>
                    </a:solidFill>
                    <a:effectLst/>
                    <a:uLnTx/>
                    <a:uFillTx/>
                    <a:latin typeface="Impact" pitchFamily="34" charset="0"/>
                    <a:ea typeface="微软雅黑" pitchFamily="34" charset="-122"/>
                  </a:rPr>
                  <a:t>02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1ACB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2" name="文本框 23">
                <a:extLst>
                  <a:ext uri="{FF2B5EF4-FFF2-40B4-BE49-F238E27FC236}">
                    <a16:creationId xmlns:a16="http://schemas.microsoft.com/office/drawing/2014/main" id="{86EB864F-3FF0-FA44-87C5-80EBFE226B0E}"/>
                  </a:ext>
                </a:extLst>
              </p:cNvPr>
              <p:cNvSpPr txBox="1"/>
              <p:nvPr/>
            </p:nvSpPr>
            <p:spPr>
              <a:xfrm>
                <a:off x="6242320" y="2789552"/>
                <a:ext cx="63488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18181"/>
                    </a:solidFill>
                    <a:effectLst/>
                    <a:uLnTx/>
                    <a:uFillTx/>
                    <a:latin typeface="Leelawadee" panose="020B0502040204020203" pitchFamily="34" charset="-34"/>
                    <a:ea typeface="微软雅黑"/>
                    <a:cs typeface="Leelawadee" panose="020B0502040204020203" pitchFamily="34" charset="-34"/>
                  </a:rPr>
                  <a:t>OPTION</a:t>
                </a:r>
                <a:endPara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Leelawadee" panose="020B0502040204020203" pitchFamily="34" charset="-34"/>
                  <a:ea typeface="微软雅黑"/>
                  <a:cs typeface="Leelawadee" panose="020B0502040204020203" pitchFamily="34" charset="-34"/>
                </a:endParaRPr>
              </a:p>
            </p:txBody>
          </p:sp>
        </p:grpSp>
        <p:cxnSp>
          <p:nvCxnSpPr>
            <p:cNvPr id="50" name="直接连接符 44">
              <a:extLst>
                <a:ext uri="{FF2B5EF4-FFF2-40B4-BE49-F238E27FC236}">
                  <a16:creationId xmlns:a16="http://schemas.microsoft.com/office/drawing/2014/main" id="{E0B32E7D-34E4-D740-B8C4-D13D56D8A7FC}"/>
                </a:ext>
              </a:extLst>
            </p:cNvPr>
            <p:cNvCxnSpPr/>
            <p:nvPr/>
          </p:nvCxnSpPr>
          <p:spPr bwMode="auto">
            <a:xfrm>
              <a:off x="1460696" y="3609020"/>
              <a:ext cx="9700787" cy="0"/>
            </a:xfrm>
            <a:prstGeom prst="line">
              <a:avLst/>
            </a:prstGeom>
            <a:solidFill>
              <a:srgbClr val="005DA2"/>
            </a:solidFill>
            <a:ln w="28575" cap="flat" cmpd="sng" algn="ctr">
              <a:solidFill>
                <a:srgbClr val="00DBD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3" name="组合 49">
            <a:extLst>
              <a:ext uri="{FF2B5EF4-FFF2-40B4-BE49-F238E27FC236}">
                <a16:creationId xmlns:a16="http://schemas.microsoft.com/office/drawing/2014/main" id="{2DBAE838-1E04-AD4B-9C5A-675D45B40B58}"/>
              </a:ext>
            </a:extLst>
          </p:cNvPr>
          <p:cNvGrpSpPr/>
          <p:nvPr/>
        </p:nvGrpSpPr>
        <p:grpSpPr>
          <a:xfrm>
            <a:off x="965397" y="5268806"/>
            <a:ext cx="7702564" cy="488454"/>
            <a:chOff x="1373980" y="4113249"/>
            <a:chExt cx="9787503" cy="651271"/>
          </a:xfrm>
        </p:grpSpPr>
        <p:grpSp>
          <p:nvGrpSpPr>
            <p:cNvPr id="54" name="组合 50">
              <a:extLst>
                <a:ext uri="{FF2B5EF4-FFF2-40B4-BE49-F238E27FC236}">
                  <a16:creationId xmlns:a16="http://schemas.microsoft.com/office/drawing/2014/main" id="{21C8EC74-8C3D-934C-9214-3E2439FD27AE}"/>
                </a:ext>
              </a:extLst>
            </p:cNvPr>
            <p:cNvGrpSpPr/>
            <p:nvPr/>
          </p:nvGrpSpPr>
          <p:grpSpPr>
            <a:xfrm>
              <a:off x="1373980" y="4113249"/>
              <a:ext cx="635216" cy="651271"/>
              <a:chOff x="6242320" y="3640739"/>
              <a:chExt cx="634885" cy="651271"/>
            </a:xfrm>
          </p:grpSpPr>
          <p:sp>
            <p:nvSpPr>
              <p:cNvPr id="56" name="TextBox 6">
                <a:extLst>
                  <a:ext uri="{FF2B5EF4-FFF2-40B4-BE49-F238E27FC236}">
                    <a16:creationId xmlns:a16="http://schemas.microsoft.com/office/drawing/2014/main" id="{957D5867-CFF2-7340-9047-C18220B51CD0}"/>
                  </a:ext>
                </a:extLst>
              </p:cNvPr>
              <p:cNvSpPr txBox="1"/>
              <p:nvPr/>
            </p:nvSpPr>
            <p:spPr>
              <a:xfrm>
                <a:off x="6327224" y="3640739"/>
                <a:ext cx="448425" cy="492442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Impact" pitchFamily="34" charset="0"/>
                    <a:ea typeface="微软雅黑" pitchFamily="34" charset="-122"/>
                  </a:rPr>
                  <a:t>03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7" name="文本框 24">
                <a:extLst>
                  <a:ext uri="{FF2B5EF4-FFF2-40B4-BE49-F238E27FC236}">
                    <a16:creationId xmlns:a16="http://schemas.microsoft.com/office/drawing/2014/main" id="{E8B93845-9B74-BC42-B0FA-28E169E39CDB}"/>
                  </a:ext>
                </a:extLst>
              </p:cNvPr>
              <p:cNvSpPr txBox="1"/>
              <p:nvPr/>
            </p:nvSpPr>
            <p:spPr>
              <a:xfrm>
                <a:off x="6242320" y="4045789"/>
                <a:ext cx="63488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18181"/>
                    </a:solidFill>
                    <a:effectLst/>
                    <a:uLnTx/>
                    <a:uFillTx/>
                    <a:latin typeface="Leelawadee" panose="020B0502040204020203" pitchFamily="34" charset="-34"/>
                    <a:ea typeface="微软雅黑"/>
                    <a:cs typeface="Leelawadee" panose="020B0502040204020203" pitchFamily="34" charset="-34"/>
                  </a:rPr>
                  <a:t>OPTION</a:t>
                </a:r>
                <a:endPara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Leelawadee" panose="020B0502040204020203" pitchFamily="34" charset="-34"/>
                  <a:ea typeface="微软雅黑"/>
                  <a:cs typeface="Leelawadee" panose="020B0502040204020203" pitchFamily="34" charset="-34"/>
                </a:endParaRPr>
              </a:p>
            </p:txBody>
          </p:sp>
        </p:grpSp>
        <p:cxnSp>
          <p:nvCxnSpPr>
            <p:cNvPr id="55" name="直接连接符 52">
              <a:extLst>
                <a:ext uri="{FF2B5EF4-FFF2-40B4-BE49-F238E27FC236}">
                  <a16:creationId xmlns:a16="http://schemas.microsoft.com/office/drawing/2014/main" id="{4B455F95-B92B-8F47-928E-C5AA79409487}"/>
                </a:ext>
              </a:extLst>
            </p:cNvPr>
            <p:cNvCxnSpPr/>
            <p:nvPr/>
          </p:nvCxnSpPr>
          <p:spPr bwMode="auto">
            <a:xfrm>
              <a:off x="1460696" y="4761148"/>
              <a:ext cx="9700787" cy="0"/>
            </a:xfrm>
            <a:prstGeom prst="line">
              <a:avLst/>
            </a:prstGeom>
            <a:solidFill>
              <a:srgbClr val="005DA2"/>
            </a:solidFill>
            <a:ln w="28575" cap="flat" cmpd="sng" algn="ctr">
              <a:solidFill>
                <a:srgbClr val="FF818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8" name="组合 63">
            <a:extLst>
              <a:ext uri="{FF2B5EF4-FFF2-40B4-BE49-F238E27FC236}">
                <a16:creationId xmlns:a16="http://schemas.microsoft.com/office/drawing/2014/main" id="{BF9D1A41-1B79-AF4A-B706-4217AF87B0B6}"/>
              </a:ext>
            </a:extLst>
          </p:cNvPr>
          <p:cNvGrpSpPr/>
          <p:nvPr/>
        </p:nvGrpSpPr>
        <p:grpSpPr>
          <a:xfrm>
            <a:off x="972817" y="5938009"/>
            <a:ext cx="7694778" cy="513148"/>
            <a:chOff x="1373980" y="5473263"/>
            <a:chExt cx="9777608" cy="684198"/>
          </a:xfrm>
        </p:grpSpPr>
        <p:grpSp>
          <p:nvGrpSpPr>
            <p:cNvPr id="59" name="组合 57">
              <a:extLst>
                <a:ext uri="{FF2B5EF4-FFF2-40B4-BE49-F238E27FC236}">
                  <a16:creationId xmlns:a16="http://schemas.microsoft.com/office/drawing/2014/main" id="{E2F195EE-EF18-CC45-BE59-21D3324D1C43}"/>
                </a:ext>
              </a:extLst>
            </p:cNvPr>
            <p:cNvGrpSpPr/>
            <p:nvPr/>
          </p:nvGrpSpPr>
          <p:grpSpPr>
            <a:xfrm>
              <a:off x="1373980" y="5473263"/>
              <a:ext cx="635216" cy="640004"/>
              <a:chOff x="6250444" y="4908245"/>
              <a:chExt cx="634885" cy="640004"/>
            </a:xfrm>
          </p:grpSpPr>
          <p:sp>
            <p:nvSpPr>
              <p:cNvPr id="61" name="TextBox 6">
                <a:extLst>
                  <a:ext uri="{FF2B5EF4-FFF2-40B4-BE49-F238E27FC236}">
                    <a16:creationId xmlns:a16="http://schemas.microsoft.com/office/drawing/2014/main" id="{8B298EC4-C109-6348-9A10-A3DA8A2101D1}"/>
                  </a:ext>
                </a:extLst>
              </p:cNvPr>
              <p:cNvSpPr txBox="1"/>
              <p:nvPr/>
            </p:nvSpPr>
            <p:spPr>
              <a:xfrm>
                <a:off x="6327224" y="4908245"/>
                <a:ext cx="448425" cy="492442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960096"/>
                    </a:solidFill>
                    <a:effectLst/>
                    <a:uLnTx/>
                    <a:uFillTx/>
                    <a:latin typeface="Impact" pitchFamily="34" charset="0"/>
                    <a:ea typeface="微软雅黑" pitchFamily="34" charset="-122"/>
                  </a:rPr>
                  <a:t>04</a:t>
                </a: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960096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" name="文本框 25">
                <a:extLst>
                  <a:ext uri="{FF2B5EF4-FFF2-40B4-BE49-F238E27FC236}">
                    <a16:creationId xmlns:a16="http://schemas.microsoft.com/office/drawing/2014/main" id="{27613D47-A220-6443-9428-791A08975C55}"/>
                  </a:ext>
                </a:extLst>
              </p:cNvPr>
              <p:cNvSpPr txBox="1"/>
              <p:nvPr/>
            </p:nvSpPr>
            <p:spPr>
              <a:xfrm>
                <a:off x="6250444" y="5302028"/>
                <a:ext cx="63488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18181"/>
                    </a:solidFill>
                    <a:effectLst/>
                    <a:uLnTx/>
                    <a:uFillTx/>
                    <a:latin typeface="Leelawadee" panose="020B0502040204020203" pitchFamily="34" charset="-34"/>
                    <a:ea typeface="微软雅黑"/>
                    <a:cs typeface="Leelawadee" panose="020B0502040204020203" pitchFamily="34" charset="-34"/>
                  </a:rPr>
                  <a:t>OPTION</a:t>
                </a:r>
                <a:endParaRPr kumimoji="0" lang="zh-CN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818181"/>
                  </a:solidFill>
                  <a:effectLst/>
                  <a:uLnTx/>
                  <a:uFillTx/>
                  <a:latin typeface="Leelawadee" panose="020B0502040204020203" pitchFamily="34" charset="-34"/>
                  <a:ea typeface="微软雅黑"/>
                  <a:cs typeface="Leelawadee" panose="020B0502040204020203" pitchFamily="34" charset="-34"/>
                </a:endParaRPr>
              </a:p>
            </p:txBody>
          </p:sp>
        </p:grpSp>
        <p:cxnSp>
          <p:nvCxnSpPr>
            <p:cNvPr id="60" name="直接连接符 62">
              <a:extLst>
                <a:ext uri="{FF2B5EF4-FFF2-40B4-BE49-F238E27FC236}">
                  <a16:creationId xmlns:a16="http://schemas.microsoft.com/office/drawing/2014/main" id="{112D3FF2-9547-B142-915A-B3777C7762DE}"/>
                </a:ext>
              </a:extLst>
            </p:cNvPr>
            <p:cNvCxnSpPr/>
            <p:nvPr/>
          </p:nvCxnSpPr>
          <p:spPr bwMode="auto">
            <a:xfrm>
              <a:off x="1450801" y="6157461"/>
              <a:ext cx="9700787" cy="0"/>
            </a:xfrm>
            <a:prstGeom prst="line">
              <a:avLst/>
            </a:prstGeom>
            <a:solidFill>
              <a:srgbClr val="005DA2"/>
            </a:solidFill>
            <a:ln w="2857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11">
                <a:extLst>
                  <a:ext uri="{FF2B5EF4-FFF2-40B4-BE49-F238E27FC236}">
                    <a16:creationId xmlns:a16="http://schemas.microsoft.com/office/drawing/2014/main" id="{DE0DCDE5-6E41-9B4E-8362-9E789A8595F8}"/>
                  </a:ext>
                </a:extLst>
              </p:cNvPr>
              <p:cNvSpPr/>
              <p:nvPr/>
            </p:nvSpPr>
            <p:spPr>
              <a:xfrm>
                <a:off x="539750" y="940466"/>
                <a:ext cx="8064500" cy="55719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对于一般的矩阵，我们有下面的结论：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任意一个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0" lang="zh-CN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矩阵总可以经过若干次初等行变换化为行阶梯形矩阵；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任意一个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0" lang="zh-CN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矩阵总可以经过若干次初等行变换化为行最简形矩阵；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eaLnBrk="1" fontAlgn="auto" hangingPunct="1">
                  <a:spcBef>
                    <a:spcPts val="1800"/>
                  </a:spcBef>
                  <a:spcAft>
                    <a:spcPts val="12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任意一个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kumimoji="0" lang="zh-CN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矩阵总可以经过若干次初等变换化为它标准形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0"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0" lang="zh-CN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kumimoji="0" lang="zh-CN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kumimoji="0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0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  <m:e>
                                  <m:r>
                                    <a:rPr kumimoji="0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kumimoji="0" lang="zh-CN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为行阶梯形矩阵中非零行的行数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3" name="矩形 11">
                <a:extLst>
                  <a:ext uri="{FF2B5EF4-FFF2-40B4-BE49-F238E27FC236}">
                    <a16:creationId xmlns:a16="http://schemas.microsoft.com/office/drawing/2014/main" id="{DE0DCDE5-6E41-9B4E-8362-9E789A8595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940466"/>
                <a:ext cx="8064500" cy="5571910"/>
              </a:xfrm>
              <a:prstGeom prst="rect">
                <a:avLst/>
              </a:prstGeom>
              <a:blipFill>
                <a:blip r:embed="rId4"/>
                <a:stretch>
                  <a:fillRect l="-1572" r="-1415" b="-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几种特殊结构的矩阵</a:t>
            </a:r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97389" y="641350"/>
          <a:ext cx="345186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1" r:id="rId26" imgW="1663700" imgH="914400" progId="Equation.3">
                  <p:embed/>
                </p:oleObj>
              </mc:Choice>
              <mc:Fallback>
                <p:oleObj r:id="rId26" imgW="1663700" imgH="9144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97389" y="641350"/>
                        <a:ext cx="3451860" cy="205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4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711200" y="2674938"/>
          <a:ext cx="34512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2" r:id="rId28" imgW="1663700" imgH="914400" progId="Equation.3">
                  <p:embed/>
                </p:oleObj>
              </mc:Choice>
              <mc:Fallback>
                <p:oleObj r:id="rId28" imgW="1663700" imgH="9144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11200" y="2674938"/>
                        <a:ext cx="3451225" cy="205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687547" y="4732338"/>
          <a:ext cx="347472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3" r:id="rId30" imgW="1447800" imgH="914400" progId="Equation.3">
                  <p:embed/>
                </p:oleObj>
              </mc:Choice>
              <mc:Fallback>
                <p:oleObj r:id="rId30" imgW="1447800" imgH="9144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87547" y="4732338"/>
                        <a:ext cx="347472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470" name="Group 6"/>
          <p:cNvGrpSpPr/>
          <p:nvPr/>
        </p:nvGrpSpPr>
        <p:grpSpPr>
          <a:xfrm>
            <a:off x="1433513" y="1098550"/>
            <a:ext cx="2667000" cy="914400"/>
            <a:chOff x="1056" y="288"/>
            <a:chExt cx="1680" cy="576"/>
          </a:xfrm>
        </p:grpSpPr>
        <p:sp>
          <p:nvSpPr>
            <p:cNvPr id="34856" name="Line 7"/>
            <p:cNvSpPr/>
            <p:nvPr>
              <p:custDataLst>
                <p:tags r:id="rId18"/>
              </p:custDataLst>
            </p:nvPr>
          </p:nvSpPr>
          <p:spPr>
            <a:xfrm>
              <a:off x="1056" y="288"/>
              <a:ext cx="240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57" name="Line 8"/>
            <p:cNvSpPr/>
            <p:nvPr>
              <p:custDataLst>
                <p:tags r:id="rId19"/>
              </p:custDataLst>
            </p:nvPr>
          </p:nvSpPr>
          <p:spPr>
            <a:xfrm>
              <a:off x="1296" y="288"/>
              <a:ext cx="0" cy="288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58" name="Line 9"/>
            <p:cNvSpPr/>
            <p:nvPr>
              <p:custDataLst>
                <p:tags r:id="rId20"/>
              </p:custDataLst>
            </p:nvPr>
          </p:nvSpPr>
          <p:spPr>
            <a:xfrm>
              <a:off x="1296" y="576"/>
              <a:ext cx="720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59" name="Line 10"/>
            <p:cNvSpPr/>
            <p:nvPr>
              <p:custDataLst>
                <p:tags r:id="rId21"/>
              </p:custDataLst>
            </p:nvPr>
          </p:nvSpPr>
          <p:spPr>
            <a:xfrm>
              <a:off x="2016" y="576"/>
              <a:ext cx="0" cy="288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60" name="Line 11"/>
            <p:cNvSpPr/>
            <p:nvPr>
              <p:custDataLst>
                <p:tags r:id="rId22"/>
              </p:custDataLst>
            </p:nvPr>
          </p:nvSpPr>
          <p:spPr>
            <a:xfrm>
              <a:off x="2016" y="864"/>
              <a:ext cx="720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</p:grpSp>
      <p:grpSp>
        <p:nvGrpSpPr>
          <p:cNvPr id="62482" name="Group 18"/>
          <p:cNvGrpSpPr/>
          <p:nvPr/>
        </p:nvGrpSpPr>
        <p:grpSpPr>
          <a:xfrm>
            <a:off x="1587500" y="5189538"/>
            <a:ext cx="2438400" cy="1066800"/>
            <a:chOff x="1104" y="2976"/>
            <a:chExt cx="1536" cy="672"/>
          </a:xfrm>
        </p:grpSpPr>
        <p:sp>
          <p:nvSpPr>
            <p:cNvPr id="34846" name="Line 19"/>
            <p:cNvSpPr/>
            <p:nvPr>
              <p:custDataLst>
                <p:tags r:id="rId13"/>
              </p:custDataLst>
            </p:nvPr>
          </p:nvSpPr>
          <p:spPr>
            <a:xfrm>
              <a:off x="1104" y="2976"/>
              <a:ext cx="336" cy="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47" name="Line 20"/>
            <p:cNvSpPr/>
            <p:nvPr>
              <p:custDataLst>
                <p:tags r:id="rId14"/>
              </p:custDataLst>
            </p:nvPr>
          </p:nvSpPr>
          <p:spPr>
            <a:xfrm>
              <a:off x="1440" y="2976"/>
              <a:ext cx="0" cy="336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48" name="Line 21"/>
            <p:cNvSpPr/>
            <p:nvPr>
              <p:custDataLst>
                <p:tags r:id="rId15"/>
              </p:custDataLst>
            </p:nvPr>
          </p:nvSpPr>
          <p:spPr>
            <a:xfrm>
              <a:off x="1440" y="3312"/>
              <a:ext cx="288" cy="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49" name="Line 22"/>
            <p:cNvSpPr/>
            <p:nvPr>
              <p:custDataLst>
                <p:tags r:id="rId16"/>
              </p:custDataLst>
            </p:nvPr>
          </p:nvSpPr>
          <p:spPr>
            <a:xfrm>
              <a:off x="1728" y="3312"/>
              <a:ext cx="0" cy="336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50" name="Line 23"/>
            <p:cNvSpPr/>
            <p:nvPr>
              <p:custDataLst>
                <p:tags r:id="rId17"/>
              </p:custDataLst>
            </p:nvPr>
          </p:nvSpPr>
          <p:spPr>
            <a:xfrm>
              <a:off x="1728" y="3648"/>
              <a:ext cx="912" cy="0"/>
            </a:xfrm>
            <a:prstGeom prst="line">
              <a:avLst/>
            </a:prstGeom>
            <a:ln w="28575" cap="flat" cmpd="sng">
              <a:solidFill>
                <a:srgbClr val="006600"/>
              </a:solidFill>
              <a:prstDash val="sysDot"/>
              <a:headEnd type="none" w="med" len="med"/>
              <a:tailEnd type="none" w="med" len="med"/>
            </a:ln>
          </p:spPr>
        </p:sp>
      </p:grpSp>
      <p:grpSp>
        <p:nvGrpSpPr>
          <p:cNvPr id="62494" name="Group 30"/>
          <p:cNvGrpSpPr/>
          <p:nvPr/>
        </p:nvGrpSpPr>
        <p:grpSpPr>
          <a:xfrm>
            <a:off x="1574800" y="3259138"/>
            <a:ext cx="2667000" cy="914400"/>
            <a:chOff x="1056" y="288"/>
            <a:chExt cx="1680" cy="576"/>
          </a:xfrm>
        </p:grpSpPr>
        <p:sp>
          <p:nvSpPr>
            <p:cNvPr id="34836" name="Line 31"/>
            <p:cNvSpPr/>
            <p:nvPr>
              <p:custDataLst>
                <p:tags r:id="rId8"/>
              </p:custDataLst>
            </p:nvPr>
          </p:nvSpPr>
          <p:spPr>
            <a:xfrm>
              <a:off x="1056" y="288"/>
              <a:ext cx="24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37" name="Line 32"/>
            <p:cNvSpPr/>
            <p:nvPr>
              <p:custDataLst>
                <p:tags r:id="rId9"/>
              </p:custDataLst>
            </p:nvPr>
          </p:nvSpPr>
          <p:spPr>
            <a:xfrm>
              <a:off x="1296" y="288"/>
              <a:ext cx="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38" name="Line 33"/>
            <p:cNvSpPr/>
            <p:nvPr>
              <p:custDataLst>
                <p:tags r:id="rId10"/>
              </p:custDataLst>
            </p:nvPr>
          </p:nvSpPr>
          <p:spPr>
            <a:xfrm>
              <a:off x="1296" y="576"/>
              <a:ext cx="72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39" name="Line 34"/>
            <p:cNvSpPr/>
            <p:nvPr>
              <p:custDataLst>
                <p:tags r:id="rId11"/>
              </p:custDataLst>
            </p:nvPr>
          </p:nvSpPr>
          <p:spPr>
            <a:xfrm>
              <a:off x="2016" y="576"/>
              <a:ext cx="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4840" name="Line 35"/>
            <p:cNvSpPr/>
            <p:nvPr>
              <p:custDataLst>
                <p:tags r:id="rId12"/>
              </p:custDataLst>
            </p:nvPr>
          </p:nvSpPr>
          <p:spPr>
            <a:xfrm>
              <a:off x="2016" y="864"/>
              <a:ext cx="720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62506" name="AutoShape 4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00625" y="922338"/>
            <a:ext cx="3429000" cy="1905000"/>
          </a:xfrm>
          <a:prstGeom prst="wedgeRectCallout">
            <a:avLst>
              <a:gd name="adj1" fmla="val -76343"/>
              <a:gd name="adj2" fmla="val -19000"/>
            </a:avLst>
          </a:prstGeom>
          <a:solidFill>
            <a:srgbClr val="C0C0C0"/>
          </a:solidFill>
          <a:ln>
            <a:noFill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行阶梯形矩阵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其特点是：阶梯线以下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的元素全是０，台阶数即为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非零行数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竖线后面的第一个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元素为非零元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62507" name="AutoShape 4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00625" y="2903538"/>
            <a:ext cx="3429000" cy="1905000"/>
          </a:xfrm>
          <a:prstGeom prst="wedgeRectCallout">
            <a:avLst>
              <a:gd name="adj1" fmla="val -77685"/>
              <a:gd name="adj2" fmla="val -5750"/>
            </a:avLst>
          </a:prstGeom>
          <a:solidFill>
            <a:srgbClr val="C0C0C0"/>
          </a:solidFill>
          <a:ln>
            <a:noFill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行最简形矩阵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其特点是：非零行的第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一个非零元为１，且这些非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零元所在的列的其它元素都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为０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62508" name="AutoShape 4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000625" y="4886325"/>
            <a:ext cx="3429000" cy="1903413"/>
          </a:xfrm>
          <a:prstGeom prst="wedgeRectCallout">
            <a:avLst>
              <a:gd name="adj1" fmla="val -77870"/>
              <a:gd name="adj2" fmla="val 7880"/>
            </a:avLst>
          </a:prstGeom>
          <a:solidFill>
            <a:srgbClr val="C0C0C0"/>
          </a:solidFill>
          <a:ln>
            <a:noFill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标准形矩阵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其特点是：左上角为一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单位矩阵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其它位置上的元素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全都为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0 .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3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6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2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2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06" grpId="0" bldLvl="0" animBg="1"/>
      <p:bldP spid="62507" grpId="0" bldLvl="0" animBg="1"/>
      <p:bldP spid="62508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4D18788E-0E0C-8C47-9FEC-64D1A041B565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7A9CA64C-B34E-884D-8858-F1BF095DD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A7F279BD-CE79-F44B-8CCA-FA929A69C5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D14AA5AD-E5EC-174B-83FE-C59A4F120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9" name="矩形 44">
            <a:extLst>
              <a:ext uri="{FF2B5EF4-FFF2-40B4-BE49-F238E27FC236}">
                <a16:creationId xmlns:a16="http://schemas.microsoft.com/office/drawing/2014/main" id="{63699DA4-8E82-0049-8A18-C88F6F3A2770}"/>
              </a:ext>
            </a:extLst>
          </p:cNvPr>
          <p:cNvSpPr/>
          <p:nvPr/>
        </p:nvSpPr>
        <p:spPr bwMode="auto">
          <a:xfrm>
            <a:off x="539750" y="1019761"/>
            <a:ext cx="894912" cy="500137"/>
          </a:xfrm>
          <a:prstGeom prst="rect">
            <a:avLst/>
          </a:prstGeom>
          <a:solidFill>
            <a:srgbClr val="99FF99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24">
                <a:extLst>
                  <a:ext uri="{FF2B5EF4-FFF2-40B4-BE49-F238E27FC236}">
                    <a16:creationId xmlns:a16="http://schemas.microsoft.com/office/drawing/2014/main" id="{BCB6E15A-09E5-504B-94FE-06269E78C48F}"/>
                  </a:ext>
                </a:extLst>
              </p:cNvPr>
              <p:cNvSpPr/>
              <p:nvPr/>
            </p:nvSpPr>
            <p:spPr>
              <a:xfrm>
                <a:off x="539750" y="1621716"/>
                <a:ext cx="8064500" cy="1316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交换单位阵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行和第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行，或交换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latin typeface="等线" panose="02010600030101010101" pitchFamily="2" charset="-122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列和第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列，得到的初等矩阵记为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kumimoji="0" lang="en-US" altLang="zh-CN" b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24">
                <a:extLst>
                  <a:ext uri="{FF2B5EF4-FFF2-40B4-BE49-F238E27FC236}">
                    <a16:creationId xmlns:a16="http://schemas.microsoft.com/office/drawing/2014/main" id="{BCB6E15A-09E5-504B-94FE-06269E78C4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621716"/>
                <a:ext cx="8064500" cy="1316771"/>
              </a:xfrm>
              <a:prstGeom prst="rect">
                <a:avLst/>
              </a:prstGeom>
              <a:blipFill>
                <a:blip r:embed="rId3"/>
                <a:stretch>
                  <a:fillRect l="-1572" r="-1415" b="-8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25">
                <a:extLst>
                  <a:ext uri="{FF2B5EF4-FFF2-40B4-BE49-F238E27FC236}">
                    <a16:creationId xmlns:a16="http://schemas.microsoft.com/office/drawing/2014/main" id="{6EAB1B25-0FE0-2644-BEAE-CB6D139C2369}"/>
                  </a:ext>
                </a:extLst>
              </p:cNvPr>
              <p:cNvSpPr/>
              <p:nvPr/>
            </p:nvSpPr>
            <p:spPr>
              <a:xfrm>
                <a:off x="539750" y="3194884"/>
                <a:ext cx="8134109" cy="2912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zh-CN" altLang="zh-CN" kern="100" dirty="0" smtClean="0">
                          <a:solidFill>
                            <a:prstClr val="black"/>
                          </a:solidFill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即</m:t>
                      </m:r>
                      <m:r>
                        <a:rPr kumimoji="0" lang="en-US" altLang="zh-CN" i="1" kern="10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   </m:t>
                      </m:r>
                      <m:r>
                        <a:rPr kumimoji="0"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0"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0"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zh-CN" alt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0" lang="zh-CN" altLang="en-US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kumimoji="0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zh-CN" altLang="en-US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kumimoji="0" lang="zh-CN" altLang="en-US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kumimoji="0" lang="zh-CN" altLang="en-US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  <m:e>
                                <m:r>
                                  <a:rPr kumimoji="0" lang="zh-CN" altLang="en-US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kumimoji="0" lang="zh-CN" altLang="en-US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kumimoji="0" lang="zh-CN" altLang="en-US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>
                                <m:r>
                                  <a:rPr kumimoji="0" lang="zh-CN" altLang="en-US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kumimoji="0" lang="zh-CN" altLang="en-US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kumimoji="0" lang="zh-CN" altLang="en-US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0"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  <m:mr>
                          <m:e/>
                        </m:mr>
                        <m:mr>
                          <m:e>
                            <m:r>
                              <a:rPr kumimoji="0" lang="zh-CN" altLang="en-US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第</m:t>
                            </m:r>
                            <m:r>
                              <m:rPr>
                                <m:nor/>
                              </m:rPr>
                              <a:rPr kumimoji="0"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/>
                              </a:rPr>
                              <m:t> </m:t>
                            </m:r>
                            <m:r>
                              <a:rPr kumimoji="0"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kumimoji="0"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/>
                              </a:rPr>
                              <m:t> </m:t>
                            </m:r>
                            <m:r>
                              <a:rPr kumimoji="0" lang="zh-CN" altLang="en-US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</m:e>
                        </m:mr>
                        <m:mr>
                          <m:e/>
                        </m:mr>
                        <m:mr>
                          <m:e>
                            <m:r>
                              <a:rPr kumimoji="0" lang="zh-CN" altLang="en-US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第</m:t>
                            </m:r>
                            <m:r>
                              <m:rPr>
                                <m:nor/>
                              </m:rPr>
                              <a:rPr kumimoji="0"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/>
                              </a:rPr>
                              <m:t> </m:t>
                            </m:r>
                            <m:r>
                              <a:rPr kumimoji="0"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nor/>
                              </m:rPr>
                              <a:rPr kumimoji="0"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/>
                              </a:rPr>
                              <m:t> </m:t>
                            </m:r>
                            <m:r>
                              <a:rPr kumimoji="0" lang="zh-CN" altLang="en-US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行</m:t>
                            </m:r>
                          </m:e>
                        </m:mr>
                        <m:mr>
                          <m:e/>
                        </m:mr>
                        <m:mr>
                          <m:e/>
                        </m:mr>
                      </m:m>
                    </m:oMath>
                  </m:oMathPara>
                </a14:m>
                <a:endParaRPr kumimoji="0" lang="zh-CN" altLang="en-US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</p:txBody>
          </p:sp>
        </mc:Choice>
        <mc:Fallback>
          <p:sp>
            <p:nvSpPr>
              <p:cNvPr id="11" name="矩形 25">
                <a:extLst>
                  <a:ext uri="{FF2B5EF4-FFF2-40B4-BE49-F238E27FC236}">
                    <a16:creationId xmlns:a16="http://schemas.microsoft.com/office/drawing/2014/main" id="{6EAB1B25-0FE0-2644-BEAE-CB6D139C23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194884"/>
                <a:ext cx="8134109" cy="2912913"/>
              </a:xfrm>
              <a:prstGeom prst="rect">
                <a:avLst/>
              </a:prstGeom>
              <a:blipFill>
                <a:blip r:embed="rId4"/>
                <a:stretch>
                  <a:fillRect t="-5677" b="-6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45481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build="p"/>
      <p:bldP spid="1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C0D7B46E-6889-0544-AE0E-CDBB005E3ED7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A1BE172F-E222-A548-9734-88112F328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0E2DF9C3-8AA0-F647-8AC8-126A740437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8E37D3FC-7165-3D41-B128-5F1B4E56C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9" name="标题 3">
            <a:extLst>
              <a:ext uri="{FF2B5EF4-FFF2-40B4-BE49-F238E27FC236}">
                <a16:creationId xmlns:a16="http://schemas.microsoft.com/office/drawing/2014/main" id="{8DDEB472-1500-754F-AE18-06D1FAEE2534}"/>
              </a:ext>
            </a:extLst>
          </p:cNvPr>
          <p:cNvSpPr txBox="1">
            <a:spLocks/>
          </p:cNvSpPr>
          <p:nvPr/>
        </p:nvSpPr>
        <p:spPr>
          <a:xfrm>
            <a:off x="790985" y="1138411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12189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0" name="矩形 45">
            <a:extLst>
              <a:ext uri="{FF2B5EF4-FFF2-40B4-BE49-F238E27FC236}">
                <a16:creationId xmlns:a16="http://schemas.microsoft.com/office/drawing/2014/main" id="{D5DD6ECD-824D-7141-9302-53F48B18A1FE}"/>
              </a:ext>
            </a:extLst>
          </p:cNvPr>
          <p:cNvSpPr/>
          <p:nvPr/>
        </p:nvSpPr>
        <p:spPr bwMode="auto">
          <a:xfrm>
            <a:off x="539750" y="1019761"/>
            <a:ext cx="894912" cy="500137"/>
          </a:xfrm>
          <a:prstGeom prst="rect">
            <a:avLst/>
          </a:prstGeom>
          <a:solidFill>
            <a:srgbClr val="99FF99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8">
                <a:extLst>
                  <a:ext uri="{FF2B5EF4-FFF2-40B4-BE49-F238E27FC236}">
                    <a16:creationId xmlns:a16="http://schemas.microsoft.com/office/drawing/2014/main" id="{EFCF9BE0-B785-624F-BF83-027FC67AFECA}"/>
                  </a:ext>
                </a:extLst>
              </p:cNvPr>
              <p:cNvSpPr/>
              <p:nvPr/>
            </p:nvSpPr>
            <p:spPr>
              <a:xfrm>
                <a:off x="539750" y="1638548"/>
                <a:ext cx="8064500" cy="45133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240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用非零的数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乘单位阵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行或第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列得到的初等矩阵记为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kumimoji="0" lang="en-US" altLang="zh-CN" b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18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zh-CN" altLang="zh-CN" kern="100" dirty="0">
                          <a:solidFill>
                            <a:prstClr val="black"/>
                          </a:solidFill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即</m:t>
                      </m:r>
                      <m:r>
                        <a:rPr kumimoji="0" lang="en-US" altLang="zh-CN" i="1" kern="10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      </m:t>
                      </m:r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</m:mr>
                        <m:mr>
                          <m:e/>
                        </m:mr>
                        <m:mr>
                          <m:e/>
                        </m:mr>
                        <m:mr>
                          <m:e>
                            <m:r>
                              <a:rPr kumimoji="0" lang="zh-CN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第</m:t>
                            </m:r>
                            <m:r>
                              <m:rPr>
                                <m:nor/>
                              </m:rP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 </m:t>
                            </m:r>
                            <m: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 </m:t>
                            </m:r>
                            <m:r>
                              <a:rPr kumimoji="0" lang="zh-CN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行</m:t>
                            </m:r>
                          </m:e>
                        </m:mr>
                        <m:mr>
                          <m:e/>
                        </m:mr>
                        <m:mr>
                          <m:e/>
                        </m:mr>
                        <m:mr>
                          <m:e/>
                        </m:mr>
                      </m:m>
                    </m:oMath>
                  </m:oMathPara>
                </a14:m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矩形 8">
                <a:extLst>
                  <a:ext uri="{FF2B5EF4-FFF2-40B4-BE49-F238E27FC236}">
                    <a16:creationId xmlns:a16="http://schemas.microsoft.com/office/drawing/2014/main" id="{EFCF9BE0-B785-624F-BF83-027FC67AFE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638548"/>
                <a:ext cx="8064500" cy="4513351"/>
              </a:xfrm>
              <a:prstGeom prst="rect">
                <a:avLst/>
              </a:prstGeom>
              <a:blipFill>
                <a:blip r:embed="rId3"/>
                <a:stretch>
                  <a:fillRect l="-1572" r="-1415" b="-3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5845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ED9E2BC2-BD9A-3541-AE04-23556E70B86C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97DC593E-F529-B54E-ADA7-581B64658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4A65573A-DE2F-E440-875B-69EC26F88F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6AD484AD-C0D2-EC45-8205-02F6B6AF5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8" name="矩形 45">
            <a:extLst>
              <a:ext uri="{FF2B5EF4-FFF2-40B4-BE49-F238E27FC236}">
                <a16:creationId xmlns:a16="http://schemas.microsoft.com/office/drawing/2014/main" id="{A724CC07-3885-874E-8340-40E9C53CC5F2}"/>
              </a:ext>
            </a:extLst>
          </p:cNvPr>
          <p:cNvSpPr/>
          <p:nvPr/>
        </p:nvSpPr>
        <p:spPr bwMode="auto">
          <a:xfrm>
            <a:off x="539750" y="1019761"/>
            <a:ext cx="894912" cy="500137"/>
          </a:xfrm>
          <a:prstGeom prst="rect">
            <a:avLst/>
          </a:prstGeom>
          <a:solidFill>
            <a:srgbClr val="99FF99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95703A3-1009-934D-8531-35655DFC99D7}"/>
                  </a:ext>
                </a:extLst>
              </p:cNvPr>
              <p:cNvSpPr/>
              <p:nvPr/>
            </p:nvSpPr>
            <p:spPr>
              <a:xfrm>
                <a:off x="539750" y="1519898"/>
                <a:ext cx="8064500" cy="5160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2400"/>
                  </a:spcAft>
                </a:pPr>
                <a:r>
                  <a:rPr kumimoji="0" lang="en-US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        </a:t>
                </a:r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将单位阵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的第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行乘以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加到第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行（或将单位阵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的第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列乘以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加到第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列）得到的矩阵记为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kumimoji="0" lang="zh-CN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0"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kumimoji="0"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kumimoji="0" lang="en-US" altLang="zh-CN" b="1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. </a:t>
                </a:r>
                <a:endParaRPr kumimoji="0" lang="zh-CN" altLang="zh-CN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dirty="0">
                    <a:solidFill>
                      <a:prstClr val="black"/>
                    </a:solidFill>
                    <a:latin typeface="Times New Roman"/>
                    <a:ea typeface="微软雅黑"/>
                  </a:rPr>
                  <a:t>即</a:t>
                </a:r>
                <a14:m>
                  <m:oMath xmlns:m="http://schemas.openxmlformats.org/officeDocument/2006/math">
                    <m:r>
                      <a:rPr kumimoji="0" lang="en-US" altLang="zh-CN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0"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0"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kumimoji="0"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0"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kumimoji="0" lang="en-US" altLang="zh-CN" i="1">
                        <a:solidFill>
                          <a:prstClr val="black"/>
                        </a:solidFill>
                        <a:latin typeface="Times New Roman"/>
                        <a:ea typeface="微软雅黑"/>
                      </a:rPr>
                      <m:t>=</m:t>
                    </m:r>
                    <m:d>
                      <m:dPr>
                        <m:ctrlPr>
                          <a:rPr kumimoji="0" lang="zh-CN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7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/>
                            <m:e/>
                            <m:e/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kumimoji="0"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  <m:e/>
                            <m:e/>
                            <m:e/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kumimoji="0"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>
                              <m:r>
                                <a:rPr kumimoji="0"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  <m:e/>
                          </m:mr>
                          <m:mr>
                            <m:e/>
                            <m:e/>
                            <m:e/>
                            <m:e>
                              <m:r>
                                <a:rPr kumimoji="0"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  <m:e/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kumimoji="0"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/>
                            <m:e>
                              <m:r>
                                <a:rPr kumimoji="0"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/>
                          </m:mr>
                          <m:mr>
                            <m:e/>
                            <m:e/>
                            <m:e/>
                            <m:e/>
                            <m:e/>
                            <m:e>
                              <m:r>
                                <a:rPr kumimoji="0"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/>
                            <m:e/>
                            <m:e/>
                            <m:e/>
                            <m:e>
                              <m:r>
                                <a:rPr kumimoji="0"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kumimoji="0" lang="zh-CN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  <m:mr>
                        <m:e/>
                      </m:mr>
                      <m:mr>
                        <m:e>
                          <m:r>
                            <a:rPr kumimoji="0" lang="zh-CN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第</m:t>
                          </m:r>
                          <m:r>
                            <m:rPr>
                              <m:nor/>
                            </m:rPr>
                            <a:rPr kumimoji="0" lang="en-US" altLang="zh-CN" i="1">
                              <a:solidFill>
                                <a:prstClr val="black"/>
                              </a:solidFill>
                              <a:latin typeface="Times New Roman"/>
                              <a:ea typeface="微软雅黑"/>
                            </a:rPr>
                            <m:t> </m:t>
                          </m:r>
                          <m:r>
                            <a:rPr kumimoji="0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kumimoji="0" lang="en-US" altLang="zh-CN" i="1">
                              <a:solidFill>
                                <a:prstClr val="black"/>
                              </a:solidFill>
                              <a:latin typeface="Times New Roman"/>
                              <a:ea typeface="微软雅黑"/>
                            </a:rPr>
                            <m:t> </m:t>
                          </m:r>
                          <m:r>
                            <a:rPr kumimoji="0" lang="zh-CN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行</m:t>
                          </m:r>
                        </m:e>
                      </m:mr>
                      <m:mr>
                        <m:e/>
                      </m:mr>
                      <m:mr>
                        <m:e>
                          <m:r>
                            <a:rPr kumimoji="0" lang="zh-CN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第</m:t>
                          </m:r>
                          <m:r>
                            <m:rPr>
                              <m:nor/>
                            </m:rPr>
                            <a:rPr kumimoji="0" lang="en-US" altLang="zh-CN" i="1">
                              <a:solidFill>
                                <a:prstClr val="black"/>
                              </a:solidFill>
                              <a:latin typeface="Times New Roman"/>
                              <a:ea typeface="微软雅黑"/>
                            </a:rPr>
                            <m:t> </m:t>
                          </m:r>
                          <m:r>
                            <a:rPr kumimoji="0"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nor/>
                            </m:rPr>
                            <a:rPr kumimoji="0" lang="en-US" altLang="zh-CN" i="1">
                              <a:solidFill>
                                <a:prstClr val="black"/>
                              </a:solidFill>
                              <a:latin typeface="Times New Roman"/>
                              <a:ea typeface="微软雅黑"/>
                            </a:rPr>
                            <m:t> </m:t>
                          </m:r>
                          <m:r>
                            <a:rPr kumimoji="0" lang="zh-CN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行</m:t>
                          </m:r>
                        </m:e>
                      </m:mr>
                      <m:mr>
                        <m:e/>
                      </m:mr>
                      <m:mr>
                        <m:e/>
                      </m:mr>
                    </m:m>
                  </m:oMath>
                </a14:m>
                <a:endParaRPr kumimoji="0" lang="zh-CN" altLang="zh-CN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95703A3-1009-934D-8531-35655DFC99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519898"/>
                <a:ext cx="8064500" cy="5160195"/>
              </a:xfrm>
              <a:prstGeom prst="rect">
                <a:avLst/>
              </a:prstGeom>
              <a:blipFill>
                <a:blip r:embed="rId3"/>
                <a:stretch>
                  <a:fillRect l="-1572" r="-629" b="-2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8309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895" y="673100"/>
            <a:ext cx="215646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2.17</a:t>
            </a:r>
          </a:p>
        </p:txBody>
      </p:sp>
      <p:sp>
        <p:nvSpPr>
          <p:cNvPr id="3" name="Rectangle 4"/>
          <p:cNvSpPr/>
          <p:nvPr>
            <p:custDataLst>
              <p:tags r:id="rId2"/>
            </p:custDataLst>
          </p:nvPr>
        </p:nvSpPr>
        <p:spPr>
          <a:xfrm>
            <a:off x="2337435" y="744855"/>
            <a:ext cx="67271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对单位矩阵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施以一次初等变换得到的矩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4"/>
          <p:cNvSpPr/>
          <p:nvPr>
            <p:custDataLst>
              <p:tags r:id="rId3"/>
            </p:custDataLst>
          </p:nvPr>
        </p:nvSpPr>
        <p:spPr>
          <a:xfrm>
            <a:off x="325755" y="1414145"/>
            <a:ext cx="803529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阵称为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初等矩阵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.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5302" name="Text Box 6"/>
          <p:cNvSpPr txBox="1"/>
          <p:nvPr>
            <p:custDataLst>
              <p:tags r:id="rId4"/>
            </p:custDataLst>
          </p:nvPr>
        </p:nvSpPr>
        <p:spPr>
          <a:xfrm>
            <a:off x="395605" y="1990090"/>
            <a:ext cx="82384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初等矩阵对应有下列三种：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(i,j) 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(i(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))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(i,j(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))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893" name="Text Box 5"/>
          <p:cNvSpPr txBox="1"/>
          <p:nvPr>
            <p:custDataLst>
              <p:tags r:id="rId5"/>
            </p:custDataLst>
          </p:nvPr>
        </p:nvSpPr>
        <p:spPr>
          <a:xfrm>
            <a:off x="41593" y="2547303"/>
            <a:ext cx="584454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例如，下面是几个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阶初等矩阵：</a:t>
            </a:r>
          </a:p>
        </p:txBody>
      </p:sp>
      <p:sp>
        <p:nvSpPr>
          <p:cNvPr id="22" name="Text Box 4"/>
          <p:cNvSpPr txBox="1"/>
          <p:nvPr>
            <p:custDataLst>
              <p:tags r:id="rId6"/>
            </p:custDataLst>
          </p:nvPr>
        </p:nvSpPr>
        <p:spPr>
          <a:xfrm>
            <a:off x="6670041" y="3615373"/>
            <a:ext cx="102489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(2,4)</a:t>
            </a:r>
            <a:endParaRPr lang="en-US" altLang="zh-CN" sz="2600" b="1" baseline="-25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4" name="Group 6"/>
          <p:cNvGrpSpPr/>
          <p:nvPr/>
        </p:nvGrpSpPr>
        <p:grpSpPr>
          <a:xfrm>
            <a:off x="1373823" y="2997835"/>
            <a:ext cx="2293937" cy="1822450"/>
            <a:chOff x="775" y="2099"/>
            <a:chExt cx="1445" cy="1148"/>
          </a:xfrm>
        </p:grpSpPr>
        <p:grpSp>
          <p:nvGrpSpPr>
            <p:cNvPr id="25" name="Group 7"/>
            <p:cNvGrpSpPr/>
            <p:nvPr/>
          </p:nvGrpSpPr>
          <p:grpSpPr>
            <a:xfrm>
              <a:off x="1044" y="2099"/>
              <a:ext cx="1176" cy="1148"/>
              <a:chOff x="658" y="2256"/>
              <a:chExt cx="1319" cy="1288"/>
            </a:xfrm>
          </p:grpSpPr>
          <p:sp>
            <p:nvSpPr>
              <p:cNvPr id="26" name="AutoShape 8"/>
              <p:cNvSpPr/>
              <p:nvPr>
                <p:custDataLst>
                  <p:tags r:id="rId65"/>
                </p:custDataLst>
              </p:nvPr>
            </p:nvSpPr>
            <p:spPr>
              <a:xfrm>
                <a:off x="658" y="2355"/>
                <a:ext cx="1319" cy="1095"/>
              </a:xfrm>
              <a:prstGeom prst="bracketPair">
                <a:avLst>
                  <a:gd name="adj" fmla="val 594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Rectangle 9"/>
              <p:cNvSpPr/>
              <p:nvPr>
                <p:custDataLst>
                  <p:tags r:id="rId66"/>
                </p:custDataLst>
              </p:nvPr>
            </p:nvSpPr>
            <p:spPr>
              <a:xfrm>
                <a:off x="830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Rectangle 10"/>
              <p:cNvSpPr/>
              <p:nvPr>
                <p:custDataLst>
                  <p:tags r:id="rId67"/>
                </p:custDataLst>
              </p:nvPr>
            </p:nvSpPr>
            <p:spPr>
              <a:xfrm>
                <a:off x="1139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Rectangle 11"/>
              <p:cNvSpPr/>
              <p:nvPr>
                <p:custDataLst>
                  <p:tags r:id="rId68"/>
                </p:custDataLst>
              </p:nvPr>
            </p:nvSpPr>
            <p:spPr>
              <a:xfrm>
                <a:off x="1449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0" name="Rectangle 12"/>
              <p:cNvSpPr/>
              <p:nvPr>
                <p:custDataLst>
                  <p:tags r:id="rId69"/>
                </p:custDataLst>
              </p:nvPr>
            </p:nvSpPr>
            <p:spPr>
              <a:xfrm>
                <a:off x="1758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1" name="Rectangle 13"/>
              <p:cNvSpPr/>
              <p:nvPr>
                <p:custDataLst>
                  <p:tags r:id="rId70"/>
                </p:custDataLst>
              </p:nvPr>
            </p:nvSpPr>
            <p:spPr>
              <a:xfrm>
                <a:off x="830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Rectangle 14"/>
              <p:cNvSpPr/>
              <p:nvPr>
                <p:custDataLst>
                  <p:tags r:id="rId71"/>
                </p:custDataLst>
              </p:nvPr>
            </p:nvSpPr>
            <p:spPr>
              <a:xfrm>
                <a:off x="1139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Rectangle 15"/>
              <p:cNvSpPr/>
              <p:nvPr>
                <p:custDataLst>
                  <p:tags r:id="rId72"/>
                </p:custDataLst>
              </p:nvPr>
            </p:nvSpPr>
            <p:spPr>
              <a:xfrm>
                <a:off x="1449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5" name="Rectangle 16"/>
              <p:cNvSpPr/>
              <p:nvPr>
                <p:custDataLst>
                  <p:tags r:id="rId73"/>
                </p:custDataLst>
              </p:nvPr>
            </p:nvSpPr>
            <p:spPr>
              <a:xfrm>
                <a:off x="1758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" name="Rectangle 17"/>
              <p:cNvSpPr/>
              <p:nvPr>
                <p:custDataLst>
                  <p:tags r:id="rId74"/>
                </p:custDataLst>
              </p:nvPr>
            </p:nvSpPr>
            <p:spPr>
              <a:xfrm>
                <a:off x="830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Rectangle 18"/>
              <p:cNvSpPr/>
              <p:nvPr>
                <p:custDataLst>
                  <p:tags r:id="rId75"/>
                </p:custDataLst>
              </p:nvPr>
            </p:nvSpPr>
            <p:spPr>
              <a:xfrm>
                <a:off x="1139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8" name="Rectangle 19"/>
              <p:cNvSpPr/>
              <p:nvPr>
                <p:custDataLst>
                  <p:tags r:id="rId76"/>
                </p:custDataLst>
              </p:nvPr>
            </p:nvSpPr>
            <p:spPr>
              <a:xfrm>
                <a:off x="1449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39" name="Rectangle 20"/>
              <p:cNvSpPr/>
              <p:nvPr>
                <p:custDataLst>
                  <p:tags r:id="rId77"/>
                </p:custDataLst>
              </p:nvPr>
            </p:nvSpPr>
            <p:spPr>
              <a:xfrm>
                <a:off x="1758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40" name="Rectangle 21"/>
              <p:cNvSpPr/>
              <p:nvPr>
                <p:custDataLst>
                  <p:tags r:id="rId78"/>
                </p:custDataLst>
              </p:nvPr>
            </p:nvSpPr>
            <p:spPr>
              <a:xfrm>
                <a:off x="830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1" name="Rectangle 22"/>
              <p:cNvSpPr/>
              <p:nvPr>
                <p:custDataLst>
                  <p:tags r:id="rId79"/>
                </p:custDataLst>
              </p:nvPr>
            </p:nvSpPr>
            <p:spPr>
              <a:xfrm>
                <a:off x="1139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2" name="Rectangle 23"/>
              <p:cNvSpPr/>
              <p:nvPr>
                <p:custDataLst>
                  <p:tags r:id="rId80"/>
                </p:custDataLst>
              </p:nvPr>
            </p:nvSpPr>
            <p:spPr>
              <a:xfrm>
                <a:off x="1449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43" name="Rectangle 24"/>
              <p:cNvSpPr/>
              <p:nvPr>
                <p:custDataLst>
                  <p:tags r:id="rId81"/>
                </p:custDataLst>
              </p:nvPr>
            </p:nvSpPr>
            <p:spPr>
              <a:xfrm>
                <a:off x="1758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</p:grpSp>
        <p:sp>
          <p:nvSpPr>
            <p:cNvPr id="44" name="Text Box 25"/>
            <p:cNvSpPr txBox="1"/>
            <p:nvPr>
              <p:custDataLst>
                <p:tags r:id="rId64"/>
              </p:custDataLst>
            </p:nvPr>
          </p:nvSpPr>
          <p:spPr>
            <a:xfrm>
              <a:off x="775" y="2500"/>
              <a:ext cx="247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I </a:t>
              </a: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</p:grpSp>
      <p:grpSp>
        <p:nvGrpSpPr>
          <p:cNvPr id="45" name="Group 26"/>
          <p:cNvGrpSpPr/>
          <p:nvPr/>
        </p:nvGrpSpPr>
        <p:grpSpPr>
          <a:xfrm>
            <a:off x="5001260" y="3447098"/>
            <a:ext cx="1479550" cy="476250"/>
            <a:chOff x="3060" y="2009"/>
            <a:chExt cx="932" cy="300"/>
          </a:xfrm>
        </p:grpSpPr>
        <p:sp>
          <p:nvSpPr>
            <p:cNvPr id="46" name="Rectangle 27"/>
            <p:cNvSpPr/>
            <p:nvPr>
              <p:custDataLst>
                <p:tags r:id="rId60"/>
              </p:custDataLst>
            </p:nvPr>
          </p:nvSpPr>
          <p:spPr>
            <a:xfrm>
              <a:off x="3060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7" name="Rectangle 28"/>
            <p:cNvSpPr/>
            <p:nvPr>
              <p:custDataLst>
                <p:tags r:id="rId61"/>
              </p:custDataLst>
            </p:nvPr>
          </p:nvSpPr>
          <p:spPr>
            <a:xfrm>
              <a:off x="3336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8" name="Rectangle 29"/>
            <p:cNvSpPr/>
            <p:nvPr>
              <p:custDataLst>
                <p:tags r:id="rId62"/>
              </p:custDataLst>
            </p:nvPr>
          </p:nvSpPr>
          <p:spPr>
            <a:xfrm>
              <a:off x="3612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49" name="Rectangle 30"/>
            <p:cNvSpPr/>
            <p:nvPr>
              <p:custDataLst>
                <p:tags r:id="rId63"/>
              </p:custDataLst>
            </p:nvPr>
          </p:nvSpPr>
          <p:spPr>
            <a:xfrm>
              <a:off x="3888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50" name="Group 31"/>
          <p:cNvGrpSpPr/>
          <p:nvPr/>
        </p:nvGrpSpPr>
        <p:grpSpPr>
          <a:xfrm>
            <a:off x="5001260" y="2997835"/>
            <a:ext cx="1479550" cy="1373188"/>
            <a:chOff x="3060" y="1726"/>
            <a:chExt cx="932" cy="865"/>
          </a:xfrm>
        </p:grpSpPr>
        <p:grpSp>
          <p:nvGrpSpPr>
            <p:cNvPr id="51" name="Group 32"/>
            <p:cNvGrpSpPr/>
            <p:nvPr/>
          </p:nvGrpSpPr>
          <p:grpSpPr>
            <a:xfrm>
              <a:off x="3060" y="1726"/>
              <a:ext cx="932" cy="300"/>
              <a:chOff x="3060" y="1726"/>
              <a:chExt cx="932" cy="300"/>
            </a:xfrm>
          </p:grpSpPr>
          <p:sp>
            <p:nvSpPr>
              <p:cNvPr id="52" name="Rectangle 33"/>
              <p:cNvSpPr/>
              <p:nvPr>
                <p:custDataLst>
                  <p:tags r:id="rId56"/>
                </p:custDataLst>
              </p:nvPr>
            </p:nvSpPr>
            <p:spPr>
              <a:xfrm>
                <a:off x="3060" y="1726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53" name="Rectangle 34"/>
              <p:cNvSpPr/>
              <p:nvPr>
                <p:custDataLst>
                  <p:tags r:id="rId57"/>
                </p:custDataLst>
              </p:nvPr>
            </p:nvSpPr>
            <p:spPr>
              <a:xfrm>
                <a:off x="3336" y="1726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54" name="Rectangle 35"/>
              <p:cNvSpPr/>
              <p:nvPr>
                <p:custDataLst>
                  <p:tags r:id="rId58"/>
                </p:custDataLst>
              </p:nvPr>
            </p:nvSpPr>
            <p:spPr>
              <a:xfrm>
                <a:off x="3612" y="1726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55" name="Rectangle 36"/>
              <p:cNvSpPr/>
              <p:nvPr>
                <p:custDataLst>
                  <p:tags r:id="rId59"/>
                </p:custDataLst>
              </p:nvPr>
            </p:nvSpPr>
            <p:spPr>
              <a:xfrm>
                <a:off x="3888" y="1726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</p:grpSp>
        <p:grpSp>
          <p:nvGrpSpPr>
            <p:cNvPr id="56" name="Group 37"/>
            <p:cNvGrpSpPr/>
            <p:nvPr/>
          </p:nvGrpSpPr>
          <p:grpSpPr>
            <a:xfrm>
              <a:off x="3060" y="2291"/>
              <a:ext cx="932" cy="300"/>
              <a:chOff x="3060" y="2291"/>
              <a:chExt cx="932" cy="300"/>
            </a:xfrm>
          </p:grpSpPr>
          <p:sp>
            <p:nvSpPr>
              <p:cNvPr id="57" name="Rectangle 38"/>
              <p:cNvSpPr/>
              <p:nvPr>
                <p:custDataLst>
                  <p:tags r:id="rId52"/>
                </p:custDataLst>
              </p:nvPr>
            </p:nvSpPr>
            <p:spPr>
              <a:xfrm>
                <a:off x="3060" y="2291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Rectangle 39"/>
              <p:cNvSpPr/>
              <p:nvPr>
                <p:custDataLst>
                  <p:tags r:id="rId53"/>
                </p:custDataLst>
              </p:nvPr>
            </p:nvSpPr>
            <p:spPr>
              <a:xfrm>
                <a:off x="3336" y="2291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59" name="Rectangle 40"/>
              <p:cNvSpPr/>
              <p:nvPr>
                <p:custDataLst>
                  <p:tags r:id="rId54"/>
                </p:custDataLst>
              </p:nvPr>
            </p:nvSpPr>
            <p:spPr>
              <a:xfrm>
                <a:off x="3612" y="2291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60" name="Rectangle 41"/>
              <p:cNvSpPr/>
              <p:nvPr>
                <p:custDataLst>
                  <p:tags r:id="rId55"/>
                </p:custDataLst>
              </p:nvPr>
            </p:nvSpPr>
            <p:spPr>
              <a:xfrm>
                <a:off x="3888" y="2291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</p:grpSp>
      </p:grpSp>
      <p:grpSp>
        <p:nvGrpSpPr>
          <p:cNvPr id="61" name="Group 42"/>
          <p:cNvGrpSpPr/>
          <p:nvPr/>
        </p:nvGrpSpPr>
        <p:grpSpPr>
          <a:xfrm>
            <a:off x="5001260" y="4344035"/>
            <a:ext cx="1479550" cy="476250"/>
            <a:chOff x="3060" y="2574"/>
            <a:chExt cx="932" cy="300"/>
          </a:xfrm>
        </p:grpSpPr>
        <p:sp>
          <p:nvSpPr>
            <p:cNvPr id="62" name="Rectangle 43"/>
            <p:cNvSpPr/>
            <p:nvPr>
              <p:custDataLst>
                <p:tags r:id="rId48"/>
              </p:custDataLst>
            </p:nvPr>
          </p:nvSpPr>
          <p:spPr>
            <a:xfrm>
              <a:off x="3060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3" name="Rectangle 44"/>
            <p:cNvSpPr/>
            <p:nvPr>
              <p:custDataLst>
                <p:tags r:id="rId49"/>
              </p:custDataLst>
            </p:nvPr>
          </p:nvSpPr>
          <p:spPr>
            <a:xfrm>
              <a:off x="3336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4" name="Rectangle 45"/>
            <p:cNvSpPr/>
            <p:nvPr>
              <p:custDataLst>
                <p:tags r:id="rId50"/>
              </p:custDataLst>
            </p:nvPr>
          </p:nvSpPr>
          <p:spPr>
            <a:xfrm>
              <a:off x="3612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65" name="Rectangle 46"/>
            <p:cNvSpPr/>
            <p:nvPr>
              <p:custDataLst>
                <p:tags r:id="rId51"/>
              </p:custDataLst>
            </p:nvPr>
          </p:nvSpPr>
          <p:spPr>
            <a:xfrm>
              <a:off x="3888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</p:grpSp>
      <p:sp>
        <p:nvSpPr>
          <p:cNvPr id="66" name="Rectangle 47"/>
          <p:cNvSpPr/>
          <p:nvPr>
            <p:custDataLst>
              <p:tags r:id="rId7"/>
            </p:custDataLst>
          </p:nvPr>
        </p:nvSpPr>
        <p:spPr>
          <a:xfrm>
            <a:off x="3861435" y="3370898"/>
            <a:ext cx="66833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r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</a:t>
            </a:r>
          </a:p>
        </p:txBody>
      </p:sp>
      <p:grpSp>
        <p:nvGrpSpPr>
          <p:cNvPr id="67" name="Group 48"/>
          <p:cNvGrpSpPr/>
          <p:nvPr/>
        </p:nvGrpSpPr>
        <p:grpSpPr>
          <a:xfrm>
            <a:off x="3797935" y="3137535"/>
            <a:ext cx="2827338" cy="1549400"/>
            <a:chOff x="2302" y="1814"/>
            <a:chExt cx="1781" cy="976"/>
          </a:xfrm>
        </p:grpSpPr>
        <p:sp>
          <p:nvSpPr>
            <p:cNvPr id="68" name="AutoShape 49"/>
            <p:cNvSpPr/>
            <p:nvPr>
              <p:custDataLst>
                <p:tags r:id="rId46"/>
              </p:custDataLst>
            </p:nvPr>
          </p:nvSpPr>
          <p:spPr>
            <a:xfrm>
              <a:off x="2907" y="1814"/>
              <a:ext cx="1176" cy="97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69" name="Rectangle 50"/>
            <p:cNvSpPr/>
            <p:nvPr>
              <p:custDataLst>
                <p:tags r:id="rId47"/>
              </p:custDataLst>
            </p:nvPr>
          </p:nvSpPr>
          <p:spPr>
            <a:xfrm>
              <a:off x="2302" y="2138"/>
              <a:ext cx="542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baseline="-250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———</a:t>
              </a:r>
            </a:p>
          </p:txBody>
        </p:sp>
      </p:grpSp>
      <p:sp>
        <p:nvSpPr>
          <p:cNvPr id="70" name="Text Box 51"/>
          <p:cNvSpPr txBox="1"/>
          <p:nvPr>
            <p:custDataLst>
              <p:tags r:id="rId8"/>
            </p:custDataLst>
          </p:nvPr>
        </p:nvSpPr>
        <p:spPr>
          <a:xfrm>
            <a:off x="6713697" y="5445760"/>
            <a:ext cx="102489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(2,4)</a:t>
            </a:r>
            <a:endParaRPr lang="en-US" altLang="zh-CN" sz="2600" b="1" dirty="0">
              <a:latin typeface="Symbol" panose="05050102010706020507" pitchFamily="18" charset="2"/>
              <a:ea typeface="黑体" panose="02010609060101010101" pitchFamily="49" charset="-122"/>
            </a:endParaRPr>
          </a:p>
        </p:txBody>
      </p:sp>
      <p:grpSp>
        <p:nvGrpSpPr>
          <p:cNvPr id="71" name="Group 52"/>
          <p:cNvGrpSpPr/>
          <p:nvPr/>
        </p:nvGrpSpPr>
        <p:grpSpPr>
          <a:xfrm>
            <a:off x="1373823" y="4845685"/>
            <a:ext cx="2293937" cy="1822450"/>
            <a:chOff x="775" y="2099"/>
            <a:chExt cx="1445" cy="1148"/>
          </a:xfrm>
        </p:grpSpPr>
        <p:grpSp>
          <p:nvGrpSpPr>
            <p:cNvPr id="72" name="Group 53"/>
            <p:cNvGrpSpPr/>
            <p:nvPr/>
          </p:nvGrpSpPr>
          <p:grpSpPr>
            <a:xfrm>
              <a:off x="1044" y="2099"/>
              <a:ext cx="1176" cy="1148"/>
              <a:chOff x="658" y="2256"/>
              <a:chExt cx="1319" cy="1288"/>
            </a:xfrm>
          </p:grpSpPr>
          <p:sp>
            <p:nvSpPr>
              <p:cNvPr id="73" name="AutoShape 54"/>
              <p:cNvSpPr/>
              <p:nvPr>
                <p:custDataLst>
                  <p:tags r:id="rId29"/>
                </p:custDataLst>
              </p:nvPr>
            </p:nvSpPr>
            <p:spPr>
              <a:xfrm>
                <a:off x="658" y="2355"/>
                <a:ext cx="1319" cy="1095"/>
              </a:xfrm>
              <a:prstGeom prst="bracketPair">
                <a:avLst>
                  <a:gd name="adj" fmla="val 594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4" name="Rectangle 55"/>
              <p:cNvSpPr/>
              <p:nvPr>
                <p:custDataLst>
                  <p:tags r:id="rId30"/>
                </p:custDataLst>
              </p:nvPr>
            </p:nvSpPr>
            <p:spPr>
              <a:xfrm>
                <a:off x="830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5" name="Rectangle 56"/>
              <p:cNvSpPr/>
              <p:nvPr>
                <p:custDataLst>
                  <p:tags r:id="rId31"/>
                </p:custDataLst>
              </p:nvPr>
            </p:nvSpPr>
            <p:spPr>
              <a:xfrm>
                <a:off x="1139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6" name="Rectangle 57"/>
              <p:cNvSpPr/>
              <p:nvPr>
                <p:custDataLst>
                  <p:tags r:id="rId32"/>
                </p:custDataLst>
              </p:nvPr>
            </p:nvSpPr>
            <p:spPr>
              <a:xfrm>
                <a:off x="1449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77" name="Rectangle 58"/>
              <p:cNvSpPr/>
              <p:nvPr>
                <p:custDataLst>
                  <p:tags r:id="rId33"/>
                </p:custDataLst>
              </p:nvPr>
            </p:nvSpPr>
            <p:spPr>
              <a:xfrm>
                <a:off x="1758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78" name="Rectangle 59"/>
              <p:cNvSpPr/>
              <p:nvPr>
                <p:custDataLst>
                  <p:tags r:id="rId34"/>
                </p:custDataLst>
              </p:nvPr>
            </p:nvSpPr>
            <p:spPr>
              <a:xfrm>
                <a:off x="830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9" name="Rectangle 60"/>
              <p:cNvSpPr/>
              <p:nvPr>
                <p:custDataLst>
                  <p:tags r:id="rId35"/>
                </p:custDataLst>
              </p:nvPr>
            </p:nvSpPr>
            <p:spPr>
              <a:xfrm>
                <a:off x="1139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80" name="Rectangle 61"/>
              <p:cNvSpPr/>
              <p:nvPr>
                <p:custDataLst>
                  <p:tags r:id="rId36"/>
                </p:custDataLst>
              </p:nvPr>
            </p:nvSpPr>
            <p:spPr>
              <a:xfrm>
                <a:off x="1449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81" name="Rectangle 6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758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82" name="Rectangle 63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0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83" name="Rectangle 64"/>
              <p:cNvSpPr/>
              <p:nvPr>
                <p:custDataLst>
                  <p:tags r:id="rId39"/>
                </p:custDataLst>
              </p:nvPr>
            </p:nvSpPr>
            <p:spPr>
              <a:xfrm>
                <a:off x="1139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84" name="Rectangle 65"/>
              <p:cNvSpPr/>
              <p:nvPr>
                <p:custDataLst>
                  <p:tags r:id="rId40"/>
                </p:custDataLst>
              </p:nvPr>
            </p:nvSpPr>
            <p:spPr>
              <a:xfrm>
                <a:off x="1449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85" name="Rectangle 66"/>
              <p:cNvSpPr/>
              <p:nvPr>
                <p:custDataLst>
                  <p:tags r:id="rId41"/>
                </p:custDataLst>
              </p:nvPr>
            </p:nvSpPr>
            <p:spPr>
              <a:xfrm>
                <a:off x="1758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86" name="Rectangle 67"/>
              <p:cNvSpPr/>
              <p:nvPr>
                <p:custDataLst>
                  <p:tags r:id="rId42"/>
                </p:custDataLst>
              </p:nvPr>
            </p:nvSpPr>
            <p:spPr>
              <a:xfrm>
                <a:off x="830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87" name="Rectangle 68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9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88" name="Rectangle 69"/>
              <p:cNvSpPr/>
              <p:nvPr>
                <p:custDataLst>
                  <p:tags r:id="rId44"/>
                </p:custDataLst>
              </p:nvPr>
            </p:nvSpPr>
            <p:spPr>
              <a:xfrm>
                <a:off x="1449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89" name="Rectangle 70"/>
              <p:cNvSpPr/>
              <p:nvPr>
                <p:custDataLst>
                  <p:tags r:id="rId45"/>
                </p:custDataLst>
              </p:nvPr>
            </p:nvSpPr>
            <p:spPr>
              <a:xfrm>
                <a:off x="1758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</p:grpSp>
        <p:sp>
          <p:nvSpPr>
            <p:cNvPr id="90" name="Text Box 71"/>
            <p:cNvSpPr txBox="1"/>
            <p:nvPr>
              <p:custDataLst>
                <p:tags r:id="rId28"/>
              </p:custDataLst>
            </p:nvPr>
          </p:nvSpPr>
          <p:spPr>
            <a:xfrm>
              <a:off x="775" y="2500"/>
              <a:ext cx="247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  <a:sym typeface="+mn-ea"/>
                </a:rPr>
                <a:t>I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</p:grpSp>
      <p:grpSp>
        <p:nvGrpSpPr>
          <p:cNvPr id="91" name="Group 72"/>
          <p:cNvGrpSpPr/>
          <p:nvPr/>
        </p:nvGrpSpPr>
        <p:grpSpPr>
          <a:xfrm>
            <a:off x="5439410" y="4845685"/>
            <a:ext cx="165100" cy="1822450"/>
            <a:chOff x="3336" y="2890"/>
            <a:chExt cx="104" cy="1148"/>
          </a:xfrm>
        </p:grpSpPr>
        <p:sp>
          <p:nvSpPr>
            <p:cNvPr id="92" name="Rectangle 73"/>
            <p:cNvSpPr/>
            <p:nvPr>
              <p:custDataLst>
                <p:tags r:id="rId24"/>
              </p:custDataLst>
            </p:nvPr>
          </p:nvSpPr>
          <p:spPr>
            <a:xfrm>
              <a:off x="3336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93" name="Rectangle 74"/>
            <p:cNvSpPr/>
            <p:nvPr>
              <p:custDataLst>
                <p:tags r:id="rId25"/>
              </p:custDataLst>
            </p:nvPr>
          </p:nvSpPr>
          <p:spPr>
            <a:xfrm>
              <a:off x="3336" y="3173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94" name="Rectangle 75"/>
            <p:cNvSpPr/>
            <p:nvPr>
              <p:custDataLst>
                <p:tags r:id="rId26"/>
              </p:custDataLst>
            </p:nvPr>
          </p:nvSpPr>
          <p:spPr>
            <a:xfrm>
              <a:off x="3336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95" name="Rectangle 76"/>
            <p:cNvSpPr/>
            <p:nvPr>
              <p:custDataLst>
                <p:tags r:id="rId27"/>
              </p:custDataLst>
            </p:nvPr>
          </p:nvSpPr>
          <p:spPr>
            <a:xfrm>
              <a:off x="3336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96" name="Group 77"/>
          <p:cNvGrpSpPr/>
          <p:nvPr/>
        </p:nvGrpSpPr>
        <p:grpSpPr>
          <a:xfrm>
            <a:off x="5001260" y="4845685"/>
            <a:ext cx="1041400" cy="1822450"/>
            <a:chOff x="3060" y="2890"/>
            <a:chExt cx="656" cy="1148"/>
          </a:xfrm>
        </p:grpSpPr>
        <p:grpSp>
          <p:nvGrpSpPr>
            <p:cNvPr id="97" name="Group 78"/>
            <p:cNvGrpSpPr/>
            <p:nvPr/>
          </p:nvGrpSpPr>
          <p:grpSpPr>
            <a:xfrm>
              <a:off x="3060" y="2890"/>
              <a:ext cx="104" cy="1148"/>
              <a:chOff x="3060" y="2890"/>
              <a:chExt cx="104" cy="1148"/>
            </a:xfrm>
          </p:grpSpPr>
          <p:sp>
            <p:nvSpPr>
              <p:cNvPr id="98" name="Rectangle 7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060" y="2890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99" name="Rectangle 80"/>
              <p:cNvSpPr/>
              <p:nvPr>
                <p:custDataLst>
                  <p:tags r:id="rId21"/>
                </p:custDataLst>
              </p:nvPr>
            </p:nvSpPr>
            <p:spPr>
              <a:xfrm>
                <a:off x="3060" y="3173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00" name="Rectangle 81"/>
              <p:cNvSpPr/>
              <p:nvPr>
                <p:custDataLst>
                  <p:tags r:id="rId22"/>
                </p:custDataLst>
              </p:nvPr>
            </p:nvSpPr>
            <p:spPr>
              <a:xfrm>
                <a:off x="3060" y="3455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01" name="Rectangle 82"/>
              <p:cNvSpPr/>
              <p:nvPr>
                <p:custDataLst>
                  <p:tags r:id="rId23"/>
                </p:custDataLst>
              </p:nvPr>
            </p:nvSpPr>
            <p:spPr>
              <a:xfrm>
                <a:off x="3060" y="3738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02" name="Group 83"/>
            <p:cNvGrpSpPr/>
            <p:nvPr/>
          </p:nvGrpSpPr>
          <p:grpSpPr>
            <a:xfrm>
              <a:off x="3612" y="2890"/>
              <a:ext cx="104" cy="1148"/>
              <a:chOff x="3612" y="2890"/>
              <a:chExt cx="104" cy="1148"/>
            </a:xfrm>
          </p:grpSpPr>
          <p:sp>
            <p:nvSpPr>
              <p:cNvPr id="103" name="Rectangle 84"/>
              <p:cNvSpPr/>
              <p:nvPr>
                <p:custDataLst>
                  <p:tags r:id="rId16"/>
                </p:custDataLst>
              </p:nvPr>
            </p:nvSpPr>
            <p:spPr>
              <a:xfrm>
                <a:off x="3612" y="2890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104" name="Rectangle 85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2" y="3173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105" name="Rectangle 86"/>
              <p:cNvSpPr/>
              <p:nvPr>
                <p:custDataLst>
                  <p:tags r:id="rId18"/>
                </p:custDataLst>
              </p:nvPr>
            </p:nvSpPr>
            <p:spPr>
              <a:xfrm>
                <a:off x="3612" y="3455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106" name="Rectangle 87"/>
              <p:cNvSpPr/>
              <p:nvPr>
                <p:custDataLst>
                  <p:tags r:id="rId19"/>
                </p:custDataLst>
              </p:nvPr>
            </p:nvSpPr>
            <p:spPr>
              <a:xfrm>
                <a:off x="3612" y="3738"/>
                <a:ext cx="104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</p:grpSp>
      </p:grpSp>
      <p:grpSp>
        <p:nvGrpSpPr>
          <p:cNvPr id="107" name="Group 88"/>
          <p:cNvGrpSpPr/>
          <p:nvPr/>
        </p:nvGrpSpPr>
        <p:grpSpPr>
          <a:xfrm>
            <a:off x="6315710" y="4845685"/>
            <a:ext cx="165100" cy="1822450"/>
            <a:chOff x="3888" y="2890"/>
            <a:chExt cx="104" cy="1148"/>
          </a:xfrm>
        </p:grpSpPr>
        <p:sp>
          <p:nvSpPr>
            <p:cNvPr id="108" name="Rectangle 89"/>
            <p:cNvSpPr/>
            <p:nvPr>
              <p:custDataLst>
                <p:tags r:id="rId12"/>
              </p:custDataLst>
            </p:nvPr>
          </p:nvSpPr>
          <p:spPr>
            <a:xfrm>
              <a:off x="3888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109" name="Rectangle 90"/>
            <p:cNvSpPr/>
            <p:nvPr>
              <p:custDataLst>
                <p:tags r:id="rId13"/>
              </p:custDataLst>
            </p:nvPr>
          </p:nvSpPr>
          <p:spPr>
            <a:xfrm>
              <a:off x="3888" y="3173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10" name="Rectangle 91"/>
            <p:cNvSpPr/>
            <p:nvPr>
              <p:custDataLst>
                <p:tags r:id="rId14"/>
              </p:custDataLst>
            </p:nvPr>
          </p:nvSpPr>
          <p:spPr>
            <a:xfrm>
              <a:off x="3888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111" name="Rectangle 92"/>
            <p:cNvSpPr/>
            <p:nvPr>
              <p:custDataLst>
                <p:tags r:id="rId15"/>
              </p:custDataLst>
            </p:nvPr>
          </p:nvSpPr>
          <p:spPr>
            <a:xfrm>
              <a:off x="3888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</p:grpSp>
      <p:sp>
        <p:nvSpPr>
          <p:cNvPr id="112" name="Rectangle 93"/>
          <p:cNvSpPr/>
          <p:nvPr>
            <p:custDataLst>
              <p:tags r:id="rId9"/>
            </p:custDataLst>
          </p:nvPr>
        </p:nvSpPr>
        <p:spPr>
          <a:xfrm>
            <a:off x="3826510" y="5218748"/>
            <a:ext cx="728663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c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4</a:t>
            </a:r>
          </a:p>
        </p:txBody>
      </p:sp>
      <p:grpSp>
        <p:nvGrpSpPr>
          <p:cNvPr id="113" name="Group 94"/>
          <p:cNvGrpSpPr/>
          <p:nvPr/>
        </p:nvGrpSpPr>
        <p:grpSpPr>
          <a:xfrm>
            <a:off x="3797935" y="4985385"/>
            <a:ext cx="2827338" cy="1549400"/>
            <a:chOff x="2302" y="2978"/>
            <a:chExt cx="1781" cy="976"/>
          </a:xfrm>
        </p:grpSpPr>
        <p:sp>
          <p:nvSpPr>
            <p:cNvPr id="114" name="AutoShape 95"/>
            <p:cNvSpPr/>
            <p:nvPr>
              <p:custDataLst>
                <p:tags r:id="rId10"/>
              </p:custDataLst>
            </p:nvPr>
          </p:nvSpPr>
          <p:spPr>
            <a:xfrm>
              <a:off x="2907" y="2978"/>
              <a:ext cx="1176" cy="97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15" name="Rectangle 96"/>
            <p:cNvSpPr/>
            <p:nvPr>
              <p:custDataLst>
                <p:tags r:id="rId11"/>
              </p:custDataLst>
            </p:nvPr>
          </p:nvSpPr>
          <p:spPr>
            <a:xfrm>
              <a:off x="2302" y="3302"/>
              <a:ext cx="542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baseline="-250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———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279650" y="629285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build="p"/>
      <p:bldP spid="55302" grpId="0" build="p"/>
      <p:bldP spid="37893" grpId="0" build="p"/>
      <p:bldP spid="22" grpId="0" build="p"/>
      <p:bldP spid="66" grpId="0" build="p"/>
      <p:bldP spid="70" grpId="0" build="p"/>
      <p:bldP spid="11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895" y="673100"/>
            <a:ext cx="216408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lang="en-US" altLang="zh-CN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2.17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" name="Rectangle 4"/>
          <p:cNvSpPr/>
          <p:nvPr>
            <p:custDataLst>
              <p:tags r:id="rId2"/>
            </p:custDataLst>
          </p:nvPr>
        </p:nvSpPr>
        <p:spPr>
          <a:xfrm>
            <a:off x="2337435" y="744855"/>
            <a:ext cx="67271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对单位矩阵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施以一次初等变换得到的矩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4"/>
          <p:cNvSpPr/>
          <p:nvPr>
            <p:custDataLst>
              <p:tags r:id="rId3"/>
            </p:custDataLst>
          </p:nvPr>
        </p:nvSpPr>
        <p:spPr>
          <a:xfrm>
            <a:off x="325755" y="1414145"/>
            <a:ext cx="803529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阵称为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初等矩阵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.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5302" name="Text Box 6"/>
          <p:cNvSpPr txBox="1"/>
          <p:nvPr>
            <p:custDataLst>
              <p:tags r:id="rId4"/>
            </p:custDataLst>
          </p:nvPr>
        </p:nvSpPr>
        <p:spPr>
          <a:xfrm>
            <a:off x="395605" y="1990090"/>
            <a:ext cx="82384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初等矩阵对应有下列三种：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(i,j) 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(i(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))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(i,j(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))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7893" name="Text Box 5"/>
          <p:cNvSpPr txBox="1"/>
          <p:nvPr>
            <p:custDataLst>
              <p:tags r:id="rId5"/>
            </p:custDataLst>
          </p:nvPr>
        </p:nvSpPr>
        <p:spPr>
          <a:xfrm>
            <a:off x="53658" y="2547303"/>
            <a:ext cx="582041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例如，下面是几个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阶初等矩阵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30404" name="Text Box 4"/>
          <p:cNvSpPr txBox="1"/>
          <p:nvPr>
            <p:custDataLst>
              <p:tags r:id="rId6"/>
            </p:custDataLst>
          </p:nvPr>
        </p:nvSpPr>
        <p:spPr>
          <a:xfrm>
            <a:off x="6652419" y="3683953"/>
            <a:ext cx="116268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(3(4))</a:t>
            </a:r>
          </a:p>
        </p:txBody>
      </p:sp>
      <p:grpSp>
        <p:nvGrpSpPr>
          <p:cNvPr id="12" name="Group 6"/>
          <p:cNvGrpSpPr/>
          <p:nvPr/>
        </p:nvGrpSpPr>
        <p:grpSpPr>
          <a:xfrm>
            <a:off x="1302068" y="3069590"/>
            <a:ext cx="2293937" cy="1822450"/>
            <a:chOff x="775" y="2099"/>
            <a:chExt cx="1445" cy="1148"/>
          </a:xfrm>
        </p:grpSpPr>
        <p:grpSp>
          <p:nvGrpSpPr>
            <p:cNvPr id="36936" name="Group 7"/>
            <p:cNvGrpSpPr/>
            <p:nvPr/>
          </p:nvGrpSpPr>
          <p:grpSpPr>
            <a:xfrm>
              <a:off x="1044" y="2099"/>
              <a:ext cx="1176" cy="1148"/>
              <a:chOff x="658" y="2256"/>
              <a:chExt cx="1319" cy="1288"/>
            </a:xfrm>
          </p:grpSpPr>
          <p:sp>
            <p:nvSpPr>
              <p:cNvPr id="36938" name="AutoShape 8"/>
              <p:cNvSpPr/>
              <p:nvPr>
                <p:custDataLst>
                  <p:tags r:id="rId65"/>
                </p:custDataLst>
              </p:nvPr>
            </p:nvSpPr>
            <p:spPr>
              <a:xfrm>
                <a:off x="658" y="2355"/>
                <a:ext cx="1319" cy="1095"/>
              </a:xfrm>
              <a:prstGeom prst="bracketPair">
                <a:avLst>
                  <a:gd name="adj" fmla="val 594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39" name="Rectangle 9"/>
              <p:cNvSpPr/>
              <p:nvPr>
                <p:custDataLst>
                  <p:tags r:id="rId66"/>
                </p:custDataLst>
              </p:nvPr>
            </p:nvSpPr>
            <p:spPr>
              <a:xfrm>
                <a:off x="830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40" name="Rectangle 10"/>
              <p:cNvSpPr/>
              <p:nvPr>
                <p:custDataLst>
                  <p:tags r:id="rId67"/>
                </p:custDataLst>
              </p:nvPr>
            </p:nvSpPr>
            <p:spPr>
              <a:xfrm>
                <a:off x="1139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41" name="Rectangle 11"/>
              <p:cNvSpPr/>
              <p:nvPr>
                <p:custDataLst>
                  <p:tags r:id="rId68"/>
                </p:custDataLst>
              </p:nvPr>
            </p:nvSpPr>
            <p:spPr>
              <a:xfrm>
                <a:off x="1449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42" name="Rectangle 12"/>
              <p:cNvSpPr/>
              <p:nvPr>
                <p:custDataLst>
                  <p:tags r:id="rId69"/>
                </p:custDataLst>
              </p:nvPr>
            </p:nvSpPr>
            <p:spPr>
              <a:xfrm>
                <a:off x="1758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43" name="Rectangle 13"/>
              <p:cNvSpPr/>
              <p:nvPr>
                <p:custDataLst>
                  <p:tags r:id="rId70"/>
                </p:custDataLst>
              </p:nvPr>
            </p:nvSpPr>
            <p:spPr>
              <a:xfrm>
                <a:off x="830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44" name="Rectangle 14"/>
              <p:cNvSpPr/>
              <p:nvPr>
                <p:custDataLst>
                  <p:tags r:id="rId71"/>
                </p:custDataLst>
              </p:nvPr>
            </p:nvSpPr>
            <p:spPr>
              <a:xfrm>
                <a:off x="1139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45" name="Rectangle 15"/>
              <p:cNvSpPr/>
              <p:nvPr>
                <p:custDataLst>
                  <p:tags r:id="rId72"/>
                </p:custDataLst>
              </p:nvPr>
            </p:nvSpPr>
            <p:spPr>
              <a:xfrm>
                <a:off x="1449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46" name="Rectangle 16"/>
              <p:cNvSpPr/>
              <p:nvPr>
                <p:custDataLst>
                  <p:tags r:id="rId73"/>
                </p:custDataLst>
              </p:nvPr>
            </p:nvSpPr>
            <p:spPr>
              <a:xfrm>
                <a:off x="1758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47" name="Rectangle 17"/>
              <p:cNvSpPr/>
              <p:nvPr>
                <p:custDataLst>
                  <p:tags r:id="rId74"/>
                </p:custDataLst>
              </p:nvPr>
            </p:nvSpPr>
            <p:spPr>
              <a:xfrm>
                <a:off x="830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48" name="Rectangle 18"/>
              <p:cNvSpPr/>
              <p:nvPr>
                <p:custDataLst>
                  <p:tags r:id="rId75"/>
                </p:custDataLst>
              </p:nvPr>
            </p:nvSpPr>
            <p:spPr>
              <a:xfrm>
                <a:off x="1139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49" name="Rectangle 19"/>
              <p:cNvSpPr/>
              <p:nvPr>
                <p:custDataLst>
                  <p:tags r:id="rId76"/>
                </p:custDataLst>
              </p:nvPr>
            </p:nvSpPr>
            <p:spPr>
              <a:xfrm>
                <a:off x="1449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36950" name="Rectangle 20"/>
              <p:cNvSpPr/>
              <p:nvPr>
                <p:custDataLst>
                  <p:tags r:id="rId77"/>
                </p:custDataLst>
              </p:nvPr>
            </p:nvSpPr>
            <p:spPr>
              <a:xfrm>
                <a:off x="1758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51" name="Rectangle 21"/>
              <p:cNvSpPr/>
              <p:nvPr>
                <p:custDataLst>
                  <p:tags r:id="rId78"/>
                </p:custDataLst>
              </p:nvPr>
            </p:nvSpPr>
            <p:spPr>
              <a:xfrm>
                <a:off x="830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52" name="Rectangle 22"/>
              <p:cNvSpPr/>
              <p:nvPr>
                <p:custDataLst>
                  <p:tags r:id="rId79"/>
                </p:custDataLst>
              </p:nvPr>
            </p:nvSpPr>
            <p:spPr>
              <a:xfrm>
                <a:off x="1139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53" name="Rectangle 23"/>
              <p:cNvSpPr/>
              <p:nvPr>
                <p:custDataLst>
                  <p:tags r:id="rId80"/>
                </p:custDataLst>
              </p:nvPr>
            </p:nvSpPr>
            <p:spPr>
              <a:xfrm>
                <a:off x="1449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54" name="Rectangle 24"/>
              <p:cNvSpPr/>
              <p:nvPr>
                <p:custDataLst>
                  <p:tags r:id="rId81"/>
                </p:custDataLst>
              </p:nvPr>
            </p:nvSpPr>
            <p:spPr>
              <a:xfrm>
                <a:off x="1758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</p:grpSp>
        <p:sp>
          <p:nvSpPr>
            <p:cNvPr id="36937" name="Text Box 25"/>
            <p:cNvSpPr txBox="1"/>
            <p:nvPr>
              <p:custDataLst>
                <p:tags r:id="rId64"/>
              </p:custDataLst>
            </p:nvPr>
          </p:nvSpPr>
          <p:spPr>
            <a:xfrm>
              <a:off x="775" y="2500"/>
              <a:ext cx="247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  <a:sym typeface="+mn-ea"/>
                </a:rPr>
                <a:t>I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</p:grpSp>
      <p:grpSp>
        <p:nvGrpSpPr>
          <p:cNvPr id="13" name="Group 26"/>
          <p:cNvGrpSpPr/>
          <p:nvPr/>
        </p:nvGrpSpPr>
        <p:grpSpPr>
          <a:xfrm>
            <a:off x="4929505" y="3966528"/>
            <a:ext cx="1479550" cy="476250"/>
            <a:chOff x="3060" y="2291"/>
            <a:chExt cx="932" cy="300"/>
          </a:xfrm>
        </p:grpSpPr>
        <p:sp>
          <p:nvSpPr>
            <p:cNvPr id="36932" name="Rectangle 27"/>
            <p:cNvSpPr/>
            <p:nvPr>
              <p:custDataLst>
                <p:tags r:id="rId60"/>
              </p:custDataLst>
            </p:nvPr>
          </p:nvSpPr>
          <p:spPr>
            <a:xfrm>
              <a:off x="3060" y="229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933" name="Rectangle 28"/>
            <p:cNvSpPr/>
            <p:nvPr>
              <p:custDataLst>
                <p:tags r:id="rId61"/>
              </p:custDataLst>
            </p:nvPr>
          </p:nvSpPr>
          <p:spPr>
            <a:xfrm>
              <a:off x="3336" y="229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934" name="Rectangle 29"/>
            <p:cNvSpPr/>
            <p:nvPr>
              <p:custDataLst>
                <p:tags r:id="rId62"/>
              </p:custDataLst>
            </p:nvPr>
          </p:nvSpPr>
          <p:spPr>
            <a:xfrm>
              <a:off x="3612" y="229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36935" name="Rectangle 30"/>
            <p:cNvSpPr/>
            <p:nvPr>
              <p:custDataLst>
                <p:tags r:id="rId63"/>
              </p:custDataLst>
            </p:nvPr>
          </p:nvSpPr>
          <p:spPr>
            <a:xfrm>
              <a:off x="3888" y="229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</p:grpSp>
      <p:grpSp>
        <p:nvGrpSpPr>
          <p:cNvPr id="14" name="Group 31"/>
          <p:cNvGrpSpPr/>
          <p:nvPr/>
        </p:nvGrpSpPr>
        <p:grpSpPr>
          <a:xfrm>
            <a:off x="4929505" y="3069590"/>
            <a:ext cx="1479550" cy="1822450"/>
            <a:chOff x="3060" y="1726"/>
            <a:chExt cx="932" cy="1148"/>
          </a:xfrm>
        </p:grpSpPr>
        <p:sp>
          <p:nvSpPr>
            <p:cNvPr id="36920" name="Rectangle 32"/>
            <p:cNvSpPr/>
            <p:nvPr>
              <p:custDataLst>
                <p:tags r:id="rId48"/>
              </p:custDataLst>
            </p:nvPr>
          </p:nvSpPr>
          <p:spPr>
            <a:xfrm>
              <a:off x="3060" y="17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921" name="Rectangle 33"/>
            <p:cNvSpPr/>
            <p:nvPr>
              <p:custDataLst>
                <p:tags r:id="rId49"/>
              </p:custDataLst>
            </p:nvPr>
          </p:nvSpPr>
          <p:spPr>
            <a:xfrm>
              <a:off x="3336" y="17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922" name="Rectangle 34"/>
            <p:cNvSpPr/>
            <p:nvPr>
              <p:custDataLst>
                <p:tags r:id="rId50"/>
              </p:custDataLst>
            </p:nvPr>
          </p:nvSpPr>
          <p:spPr>
            <a:xfrm>
              <a:off x="3612" y="17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923" name="Rectangle 35"/>
            <p:cNvSpPr/>
            <p:nvPr>
              <p:custDataLst>
                <p:tags r:id="rId51"/>
              </p:custDataLst>
            </p:nvPr>
          </p:nvSpPr>
          <p:spPr>
            <a:xfrm>
              <a:off x="3888" y="17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924" name="Rectangle 36"/>
            <p:cNvSpPr/>
            <p:nvPr>
              <p:custDataLst>
                <p:tags r:id="rId52"/>
              </p:custDataLst>
            </p:nvPr>
          </p:nvSpPr>
          <p:spPr>
            <a:xfrm>
              <a:off x="3060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925" name="Rectangle 37"/>
            <p:cNvSpPr/>
            <p:nvPr>
              <p:custDataLst>
                <p:tags r:id="rId53"/>
              </p:custDataLst>
            </p:nvPr>
          </p:nvSpPr>
          <p:spPr>
            <a:xfrm>
              <a:off x="3336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926" name="Rectangle 38"/>
            <p:cNvSpPr/>
            <p:nvPr>
              <p:custDataLst>
                <p:tags r:id="rId54"/>
              </p:custDataLst>
            </p:nvPr>
          </p:nvSpPr>
          <p:spPr>
            <a:xfrm>
              <a:off x="3612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927" name="Rectangle 39"/>
            <p:cNvSpPr/>
            <p:nvPr>
              <p:custDataLst>
                <p:tags r:id="rId55"/>
              </p:custDataLst>
            </p:nvPr>
          </p:nvSpPr>
          <p:spPr>
            <a:xfrm>
              <a:off x="3888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928" name="Rectangle 40"/>
            <p:cNvSpPr/>
            <p:nvPr>
              <p:custDataLst>
                <p:tags r:id="rId56"/>
              </p:custDataLst>
            </p:nvPr>
          </p:nvSpPr>
          <p:spPr>
            <a:xfrm>
              <a:off x="3060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929" name="Rectangle 41"/>
            <p:cNvSpPr/>
            <p:nvPr>
              <p:custDataLst>
                <p:tags r:id="rId57"/>
              </p:custDataLst>
            </p:nvPr>
          </p:nvSpPr>
          <p:spPr>
            <a:xfrm>
              <a:off x="3336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930" name="Rectangle 42"/>
            <p:cNvSpPr/>
            <p:nvPr>
              <p:custDataLst>
                <p:tags r:id="rId58"/>
              </p:custDataLst>
            </p:nvPr>
          </p:nvSpPr>
          <p:spPr>
            <a:xfrm>
              <a:off x="3612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931" name="Rectangle 43"/>
            <p:cNvSpPr/>
            <p:nvPr>
              <p:custDataLst>
                <p:tags r:id="rId59"/>
              </p:custDataLst>
            </p:nvPr>
          </p:nvSpPr>
          <p:spPr>
            <a:xfrm>
              <a:off x="3888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sp>
        <p:nvSpPr>
          <p:cNvPr id="230444" name="Rectangle 44"/>
          <p:cNvSpPr/>
          <p:nvPr>
            <p:custDataLst>
              <p:tags r:id="rId7"/>
            </p:custDataLst>
          </p:nvPr>
        </p:nvSpPr>
        <p:spPr>
          <a:xfrm>
            <a:off x="3789680" y="3442653"/>
            <a:ext cx="398463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4r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endParaRPr lang="en-US" altLang="zh-CN" sz="2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5" name="Group 45"/>
          <p:cNvGrpSpPr/>
          <p:nvPr/>
        </p:nvGrpSpPr>
        <p:grpSpPr>
          <a:xfrm>
            <a:off x="3726180" y="3209290"/>
            <a:ext cx="2827338" cy="1549400"/>
            <a:chOff x="2302" y="1814"/>
            <a:chExt cx="1781" cy="976"/>
          </a:xfrm>
        </p:grpSpPr>
        <p:sp>
          <p:nvSpPr>
            <p:cNvPr id="36918" name="AutoShape 46"/>
            <p:cNvSpPr/>
            <p:nvPr>
              <p:custDataLst>
                <p:tags r:id="rId46"/>
              </p:custDataLst>
            </p:nvPr>
          </p:nvSpPr>
          <p:spPr>
            <a:xfrm>
              <a:off x="2907" y="1814"/>
              <a:ext cx="1176" cy="97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919" name="Rectangle 47"/>
            <p:cNvSpPr/>
            <p:nvPr>
              <p:custDataLst>
                <p:tags r:id="rId47"/>
              </p:custDataLst>
            </p:nvPr>
          </p:nvSpPr>
          <p:spPr>
            <a:xfrm>
              <a:off x="2302" y="2138"/>
              <a:ext cx="542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baseline="-250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———</a:t>
              </a:r>
            </a:p>
          </p:txBody>
        </p:sp>
      </p:grpSp>
      <p:sp>
        <p:nvSpPr>
          <p:cNvPr id="230448" name="Text Box 48"/>
          <p:cNvSpPr txBox="1"/>
          <p:nvPr>
            <p:custDataLst>
              <p:tags r:id="rId8"/>
            </p:custDataLst>
          </p:nvPr>
        </p:nvSpPr>
        <p:spPr>
          <a:xfrm>
            <a:off x="6639719" y="5584190"/>
            <a:ext cx="116268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(3(4))</a:t>
            </a:r>
          </a:p>
        </p:txBody>
      </p:sp>
      <p:grpSp>
        <p:nvGrpSpPr>
          <p:cNvPr id="16" name="Group 49"/>
          <p:cNvGrpSpPr/>
          <p:nvPr/>
        </p:nvGrpSpPr>
        <p:grpSpPr>
          <a:xfrm>
            <a:off x="1302068" y="4917440"/>
            <a:ext cx="2293937" cy="1822450"/>
            <a:chOff x="775" y="2099"/>
            <a:chExt cx="1445" cy="1148"/>
          </a:xfrm>
        </p:grpSpPr>
        <p:grpSp>
          <p:nvGrpSpPr>
            <p:cNvPr id="36899" name="Group 50"/>
            <p:cNvGrpSpPr/>
            <p:nvPr/>
          </p:nvGrpSpPr>
          <p:grpSpPr>
            <a:xfrm>
              <a:off x="1044" y="2099"/>
              <a:ext cx="1176" cy="1148"/>
              <a:chOff x="658" y="2256"/>
              <a:chExt cx="1319" cy="1288"/>
            </a:xfrm>
          </p:grpSpPr>
          <p:sp>
            <p:nvSpPr>
              <p:cNvPr id="36901" name="AutoShape 51"/>
              <p:cNvSpPr/>
              <p:nvPr>
                <p:custDataLst>
                  <p:tags r:id="rId29"/>
                </p:custDataLst>
              </p:nvPr>
            </p:nvSpPr>
            <p:spPr>
              <a:xfrm>
                <a:off x="658" y="2355"/>
                <a:ext cx="1319" cy="1095"/>
              </a:xfrm>
              <a:prstGeom prst="bracketPair">
                <a:avLst>
                  <a:gd name="adj" fmla="val 594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02" name="Rectangle 52"/>
              <p:cNvSpPr/>
              <p:nvPr>
                <p:custDataLst>
                  <p:tags r:id="rId30"/>
                </p:custDataLst>
              </p:nvPr>
            </p:nvSpPr>
            <p:spPr>
              <a:xfrm>
                <a:off x="830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03" name="Rectangle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1139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04" name="Rectangle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1449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05" name="Rectangle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1758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06" name="Rectangle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830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07" name="Rectangle 57"/>
              <p:cNvSpPr/>
              <p:nvPr>
                <p:custDataLst>
                  <p:tags r:id="rId35"/>
                </p:custDataLst>
              </p:nvPr>
            </p:nvSpPr>
            <p:spPr>
              <a:xfrm>
                <a:off x="1139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08" name="Rectangle 58"/>
              <p:cNvSpPr/>
              <p:nvPr>
                <p:custDataLst>
                  <p:tags r:id="rId36"/>
                </p:custDataLst>
              </p:nvPr>
            </p:nvSpPr>
            <p:spPr>
              <a:xfrm>
                <a:off x="1449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09" name="Rectangle 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758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10" name="Rectangle 60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0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11" name="Rectangle 61"/>
              <p:cNvSpPr/>
              <p:nvPr>
                <p:custDataLst>
                  <p:tags r:id="rId39"/>
                </p:custDataLst>
              </p:nvPr>
            </p:nvSpPr>
            <p:spPr>
              <a:xfrm>
                <a:off x="1139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12" name="Rectangle 62"/>
              <p:cNvSpPr/>
              <p:nvPr>
                <p:custDataLst>
                  <p:tags r:id="rId40"/>
                </p:custDataLst>
              </p:nvPr>
            </p:nvSpPr>
            <p:spPr>
              <a:xfrm>
                <a:off x="1449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36913" name="Rectangle 63"/>
              <p:cNvSpPr/>
              <p:nvPr>
                <p:custDataLst>
                  <p:tags r:id="rId41"/>
                </p:custDataLst>
              </p:nvPr>
            </p:nvSpPr>
            <p:spPr>
              <a:xfrm>
                <a:off x="1758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14" name="Rectangle 64"/>
              <p:cNvSpPr/>
              <p:nvPr>
                <p:custDataLst>
                  <p:tags r:id="rId42"/>
                </p:custDataLst>
              </p:nvPr>
            </p:nvSpPr>
            <p:spPr>
              <a:xfrm>
                <a:off x="830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15" name="Rectangle 65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9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916" name="Rectangle 66"/>
              <p:cNvSpPr/>
              <p:nvPr>
                <p:custDataLst>
                  <p:tags r:id="rId44"/>
                </p:custDataLst>
              </p:nvPr>
            </p:nvSpPr>
            <p:spPr>
              <a:xfrm>
                <a:off x="1449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6917" name="Rectangle 67"/>
              <p:cNvSpPr/>
              <p:nvPr>
                <p:custDataLst>
                  <p:tags r:id="rId45"/>
                </p:custDataLst>
              </p:nvPr>
            </p:nvSpPr>
            <p:spPr>
              <a:xfrm>
                <a:off x="1758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</p:grpSp>
        <p:sp>
          <p:nvSpPr>
            <p:cNvPr id="36900" name="Text Box 68"/>
            <p:cNvSpPr txBox="1"/>
            <p:nvPr>
              <p:custDataLst>
                <p:tags r:id="rId28"/>
              </p:custDataLst>
            </p:nvPr>
          </p:nvSpPr>
          <p:spPr>
            <a:xfrm>
              <a:off x="775" y="2500"/>
              <a:ext cx="247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  <a:sym typeface="+mn-ea"/>
                </a:rPr>
                <a:t>I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</p:grpSp>
      <p:grpSp>
        <p:nvGrpSpPr>
          <p:cNvPr id="17" name="Group 69"/>
          <p:cNvGrpSpPr/>
          <p:nvPr/>
        </p:nvGrpSpPr>
        <p:grpSpPr>
          <a:xfrm>
            <a:off x="5805805" y="4917440"/>
            <a:ext cx="165100" cy="1822450"/>
            <a:chOff x="3612" y="2890"/>
            <a:chExt cx="104" cy="1148"/>
          </a:xfrm>
        </p:grpSpPr>
        <p:sp>
          <p:nvSpPr>
            <p:cNvPr id="36895" name="Rectangle 70"/>
            <p:cNvSpPr/>
            <p:nvPr>
              <p:custDataLst>
                <p:tags r:id="rId24"/>
              </p:custDataLst>
            </p:nvPr>
          </p:nvSpPr>
          <p:spPr>
            <a:xfrm>
              <a:off x="3612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896" name="Rectangle 71"/>
            <p:cNvSpPr/>
            <p:nvPr>
              <p:custDataLst>
                <p:tags r:id="rId25"/>
              </p:custDataLst>
            </p:nvPr>
          </p:nvSpPr>
          <p:spPr>
            <a:xfrm>
              <a:off x="3612" y="3173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897" name="Rectangle 72"/>
            <p:cNvSpPr/>
            <p:nvPr>
              <p:custDataLst>
                <p:tags r:id="rId26"/>
              </p:custDataLst>
            </p:nvPr>
          </p:nvSpPr>
          <p:spPr>
            <a:xfrm>
              <a:off x="3612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36898" name="Rectangle 73"/>
            <p:cNvSpPr/>
            <p:nvPr>
              <p:custDataLst>
                <p:tags r:id="rId27"/>
              </p:custDataLst>
            </p:nvPr>
          </p:nvSpPr>
          <p:spPr>
            <a:xfrm>
              <a:off x="3612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</p:grpSp>
      <p:grpSp>
        <p:nvGrpSpPr>
          <p:cNvPr id="18" name="Group 74"/>
          <p:cNvGrpSpPr/>
          <p:nvPr/>
        </p:nvGrpSpPr>
        <p:grpSpPr>
          <a:xfrm>
            <a:off x="4929505" y="4917440"/>
            <a:ext cx="1479550" cy="1822450"/>
            <a:chOff x="3060" y="2890"/>
            <a:chExt cx="932" cy="1148"/>
          </a:xfrm>
        </p:grpSpPr>
        <p:sp>
          <p:nvSpPr>
            <p:cNvPr id="36883" name="Rectangle 75"/>
            <p:cNvSpPr/>
            <p:nvPr>
              <p:custDataLst>
                <p:tags r:id="rId12"/>
              </p:custDataLst>
            </p:nvPr>
          </p:nvSpPr>
          <p:spPr>
            <a:xfrm>
              <a:off x="3060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884" name="Rectangle 76"/>
            <p:cNvSpPr/>
            <p:nvPr>
              <p:custDataLst>
                <p:tags r:id="rId13"/>
              </p:custDataLst>
            </p:nvPr>
          </p:nvSpPr>
          <p:spPr>
            <a:xfrm>
              <a:off x="3336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885" name="Rectangle 77"/>
            <p:cNvSpPr/>
            <p:nvPr>
              <p:custDataLst>
                <p:tags r:id="rId14"/>
              </p:custDataLst>
            </p:nvPr>
          </p:nvSpPr>
          <p:spPr>
            <a:xfrm>
              <a:off x="3888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886" name="Rectangle 78"/>
            <p:cNvSpPr/>
            <p:nvPr>
              <p:custDataLst>
                <p:tags r:id="rId15"/>
              </p:custDataLst>
            </p:nvPr>
          </p:nvSpPr>
          <p:spPr>
            <a:xfrm>
              <a:off x="3060" y="3173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887" name="Rectangle 79"/>
            <p:cNvSpPr/>
            <p:nvPr>
              <p:custDataLst>
                <p:tags r:id="rId16"/>
              </p:custDataLst>
            </p:nvPr>
          </p:nvSpPr>
          <p:spPr>
            <a:xfrm>
              <a:off x="3336" y="3173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888" name="Rectangle 80"/>
            <p:cNvSpPr/>
            <p:nvPr>
              <p:custDataLst>
                <p:tags r:id="rId17"/>
              </p:custDataLst>
            </p:nvPr>
          </p:nvSpPr>
          <p:spPr>
            <a:xfrm>
              <a:off x="3888" y="3173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889" name="Rectangle 81"/>
            <p:cNvSpPr/>
            <p:nvPr>
              <p:custDataLst>
                <p:tags r:id="rId18"/>
              </p:custDataLst>
            </p:nvPr>
          </p:nvSpPr>
          <p:spPr>
            <a:xfrm>
              <a:off x="3060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890" name="Rectangle 82"/>
            <p:cNvSpPr/>
            <p:nvPr>
              <p:custDataLst>
                <p:tags r:id="rId19"/>
              </p:custDataLst>
            </p:nvPr>
          </p:nvSpPr>
          <p:spPr>
            <a:xfrm>
              <a:off x="3336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891" name="Rectangle 83"/>
            <p:cNvSpPr/>
            <p:nvPr>
              <p:custDataLst>
                <p:tags r:id="rId20"/>
              </p:custDataLst>
            </p:nvPr>
          </p:nvSpPr>
          <p:spPr>
            <a:xfrm>
              <a:off x="3888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6892" name="Rectangle 84"/>
            <p:cNvSpPr/>
            <p:nvPr>
              <p:custDataLst>
                <p:tags r:id="rId21"/>
              </p:custDataLst>
            </p:nvPr>
          </p:nvSpPr>
          <p:spPr>
            <a:xfrm>
              <a:off x="3060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893" name="Rectangle 85"/>
            <p:cNvSpPr/>
            <p:nvPr>
              <p:custDataLst>
                <p:tags r:id="rId22"/>
              </p:custDataLst>
            </p:nvPr>
          </p:nvSpPr>
          <p:spPr>
            <a:xfrm>
              <a:off x="3336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894" name="Rectangle 86"/>
            <p:cNvSpPr/>
            <p:nvPr>
              <p:custDataLst>
                <p:tags r:id="rId23"/>
              </p:custDataLst>
            </p:nvPr>
          </p:nvSpPr>
          <p:spPr>
            <a:xfrm>
              <a:off x="3888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sp>
        <p:nvSpPr>
          <p:cNvPr id="230487" name="Rectangle 87"/>
          <p:cNvSpPr/>
          <p:nvPr>
            <p:custDataLst>
              <p:tags r:id="rId9"/>
            </p:custDataLst>
          </p:nvPr>
        </p:nvSpPr>
        <p:spPr>
          <a:xfrm>
            <a:off x="3754755" y="5290503"/>
            <a:ext cx="4286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4c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endParaRPr lang="en-US" altLang="zh-CN" sz="2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9" name="Group 88"/>
          <p:cNvGrpSpPr/>
          <p:nvPr/>
        </p:nvGrpSpPr>
        <p:grpSpPr>
          <a:xfrm>
            <a:off x="3726180" y="5057140"/>
            <a:ext cx="2827338" cy="1549400"/>
            <a:chOff x="2302" y="2978"/>
            <a:chExt cx="1781" cy="976"/>
          </a:xfrm>
        </p:grpSpPr>
        <p:sp>
          <p:nvSpPr>
            <p:cNvPr id="36881" name="AutoShape 89"/>
            <p:cNvSpPr/>
            <p:nvPr>
              <p:custDataLst>
                <p:tags r:id="rId10"/>
              </p:custDataLst>
            </p:nvPr>
          </p:nvSpPr>
          <p:spPr>
            <a:xfrm>
              <a:off x="2907" y="2978"/>
              <a:ext cx="1176" cy="97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6882" name="Rectangle 90"/>
            <p:cNvSpPr/>
            <p:nvPr>
              <p:custDataLst>
                <p:tags r:id="rId11"/>
              </p:custDataLst>
            </p:nvPr>
          </p:nvSpPr>
          <p:spPr>
            <a:xfrm>
              <a:off x="2302" y="3302"/>
              <a:ext cx="542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baseline="-250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———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821555" y="6395085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0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0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0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0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4" grpId="0" build="p"/>
      <p:bldP spid="230444" grpId="0" build="p"/>
      <p:bldP spid="230448" grpId="0" build="p"/>
      <p:bldP spid="23048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895" y="673100"/>
            <a:ext cx="233807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定义</a:t>
            </a:r>
            <a:r>
              <a:rPr lang="en-US" altLang="zh-CN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2.17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3" name="Rectangle 4"/>
          <p:cNvSpPr/>
          <p:nvPr>
            <p:custDataLst>
              <p:tags r:id="rId2"/>
            </p:custDataLst>
          </p:nvPr>
        </p:nvSpPr>
        <p:spPr>
          <a:xfrm>
            <a:off x="2409190" y="744855"/>
            <a:ext cx="67271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对单位矩阵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施以一次初等变换得到的矩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4"/>
          <p:cNvSpPr/>
          <p:nvPr>
            <p:custDataLst>
              <p:tags r:id="rId3"/>
            </p:custDataLst>
          </p:nvPr>
        </p:nvSpPr>
        <p:spPr>
          <a:xfrm>
            <a:off x="325755" y="1414145"/>
            <a:ext cx="8035290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阵称为</a:t>
            </a: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初等矩阵</a:t>
            </a:r>
            <a:r>
              <a:rPr lang="en-US" altLang="zh-CN" sz="2800" b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.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5302" name="Text Box 6"/>
          <p:cNvSpPr txBox="1"/>
          <p:nvPr>
            <p:custDataLst>
              <p:tags r:id="rId4"/>
            </p:custDataLst>
          </p:nvPr>
        </p:nvSpPr>
        <p:spPr>
          <a:xfrm>
            <a:off x="395605" y="1990090"/>
            <a:ext cx="82384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初等矩阵对应有下列三种：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(i,j) 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(i(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))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I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(i,j(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))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1428" name="Text Box 4"/>
          <p:cNvSpPr txBox="1"/>
          <p:nvPr>
            <p:custDataLst>
              <p:tags r:id="rId5"/>
            </p:custDataLst>
          </p:nvPr>
        </p:nvSpPr>
        <p:spPr>
          <a:xfrm>
            <a:off x="6652102" y="3706178"/>
            <a:ext cx="142621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(2,4(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)) </a:t>
            </a:r>
          </a:p>
        </p:txBody>
      </p:sp>
      <p:sp>
        <p:nvSpPr>
          <p:cNvPr id="37893" name="Text Box 5"/>
          <p:cNvSpPr txBox="1"/>
          <p:nvPr>
            <p:custDataLst>
              <p:tags r:id="rId6"/>
            </p:custDataLst>
          </p:nvPr>
        </p:nvSpPr>
        <p:spPr>
          <a:xfrm>
            <a:off x="9843" y="2547303"/>
            <a:ext cx="590804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例如，下面是几个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阶初等矩阵：</a:t>
            </a:r>
          </a:p>
        </p:txBody>
      </p:sp>
      <p:grpSp>
        <p:nvGrpSpPr>
          <p:cNvPr id="4" name="Group 6"/>
          <p:cNvGrpSpPr/>
          <p:nvPr/>
        </p:nvGrpSpPr>
        <p:grpSpPr>
          <a:xfrm>
            <a:off x="1230313" y="3069590"/>
            <a:ext cx="2293937" cy="1822450"/>
            <a:chOff x="775" y="2099"/>
            <a:chExt cx="1445" cy="1148"/>
          </a:xfrm>
        </p:grpSpPr>
        <p:grpSp>
          <p:nvGrpSpPr>
            <p:cNvPr id="37960" name="Group 7"/>
            <p:cNvGrpSpPr/>
            <p:nvPr/>
          </p:nvGrpSpPr>
          <p:grpSpPr>
            <a:xfrm>
              <a:off x="1044" y="2099"/>
              <a:ext cx="1176" cy="1148"/>
              <a:chOff x="658" y="2256"/>
              <a:chExt cx="1319" cy="1288"/>
            </a:xfrm>
          </p:grpSpPr>
          <p:sp>
            <p:nvSpPr>
              <p:cNvPr id="37962" name="AutoShape 8"/>
              <p:cNvSpPr/>
              <p:nvPr>
                <p:custDataLst>
                  <p:tags r:id="rId65"/>
                </p:custDataLst>
              </p:nvPr>
            </p:nvSpPr>
            <p:spPr>
              <a:xfrm>
                <a:off x="658" y="2355"/>
                <a:ext cx="1319" cy="1095"/>
              </a:xfrm>
              <a:prstGeom prst="bracketPair">
                <a:avLst>
                  <a:gd name="adj" fmla="val 594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63" name="Rectangle 9"/>
              <p:cNvSpPr/>
              <p:nvPr>
                <p:custDataLst>
                  <p:tags r:id="rId66"/>
                </p:custDataLst>
              </p:nvPr>
            </p:nvSpPr>
            <p:spPr>
              <a:xfrm>
                <a:off x="830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64" name="Rectangle 10"/>
              <p:cNvSpPr/>
              <p:nvPr>
                <p:custDataLst>
                  <p:tags r:id="rId67"/>
                </p:custDataLst>
              </p:nvPr>
            </p:nvSpPr>
            <p:spPr>
              <a:xfrm>
                <a:off x="1139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65" name="Rectangle 11"/>
              <p:cNvSpPr/>
              <p:nvPr>
                <p:custDataLst>
                  <p:tags r:id="rId68"/>
                </p:custDataLst>
              </p:nvPr>
            </p:nvSpPr>
            <p:spPr>
              <a:xfrm>
                <a:off x="1449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66" name="Rectangle 12"/>
              <p:cNvSpPr/>
              <p:nvPr>
                <p:custDataLst>
                  <p:tags r:id="rId69"/>
                </p:custDataLst>
              </p:nvPr>
            </p:nvSpPr>
            <p:spPr>
              <a:xfrm>
                <a:off x="1758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67" name="Rectangle 13"/>
              <p:cNvSpPr/>
              <p:nvPr>
                <p:custDataLst>
                  <p:tags r:id="rId70"/>
                </p:custDataLst>
              </p:nvPr>
            </p:nvSpPr>
            <p:spPr>
              <a:xfrm>
                <a:off x="830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68" name="Rectangle 14"/>
              <p:cNvSpPr/>
              <p:nvPr>
                <p:custDataLst>
                  <p:tags r:id="rId71"/>
                </p:custDataLst>
              </p:nvPr>
            </p:nvSpPr>
            <p:spPr>
              <a:xfrm>
                <a:off x="1139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69" name="Rectangle 15"/>
              <p:cNvSpPr/>
              <p:nvPr>
                <p:custDataLst>
                  <p:tags r:id="rId72"/>
                </p:custDataLst>
              </p:nvPr>
            </p:nvSpPr>
            <p:spPr>
              <a:xfrm>
                <a:off x="1449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70" name="Rectangle 16"/>
              <p:cNvSpPr/>
              <p:nvPr>
                <p:custDataLst>
                  <p:tags r:id="rId73"/>
                </p:custDataLst>
              </p:nvPr>
            </p:nvSpPr>
            <p:spPr>
              <a:xfrm>
                <a:off x="1758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71" name="Rectangle 17"/>
              <p:cNvSpPr/>
              <p:nvPr>
                <p:custDataLst>
                  <p:tags r:id="rId74"/>
                </p:custDataLst>
              </p:nvPr>
            </p:nvSpPr>
            <p:spPr>
              <a:xfrm>
                <a:off x="830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72" name="Rectangle 18"/>
              <p:cNvSpPr/>
              <p:nvPr>
                <p:custDataLst>
                  <p:tags r:id="rId75"/>
                </p:custDataLst>
              </p:nvPr>
            </p:nvSpPr>
            <p:spPr>
              <a:xfrm>
                <a:off x="1139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73" name="Rectangle 19"/>
              <p:cNvSpPr/>
              <p:nvPr>
                <p:custDataLst>
                  <p:tags r:id="rId76"/>
                </p:custDataLst>
              </p:nvPr>
            </p:nvSpPr>
            <p:spPr>
              <a:xfrm>
                <a:off x="1449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37974" name="Rectangle 20"/>
              <p:cNvSpPr/>
              <p:nvPr>
                <p:custDataLst>
                  <p:tags r:id="rId77"/>
                </p:custDataLst>
              </p:nvPr>
            </p:nvSpPr>
            <p:spPr>
              <a:xfrm>
                <a:off x="1758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75" name="Rectangle 21"/>
              <p:cNvSpPr/>
              <p:nvPr>
                <p:custDataLst>
                  <p:tags r:id="rId78"/>
                </p:custDataLst>
              </p:nvPr>
            </p:nvSpPr>
            <p:spPr>
              <a:xfrm>
                <a:off x="830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76" name="Rectangle 22"/>
              <p:cNvSpPr/>
              <p:nvPr>
                <p:custDataLst>
                  <p:tags r:id="rId79"/>
                </p:custDataLst>
              </p:nvPr>
            </p:nvSpPr>
            <p:spPr>
              <a:xfrm>
                <a:off x="1139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77" name="Rectangle 23"/>
              <p:cNvSpPr/>
              <p:nvPr>
                <p:custDataLst>
                  <p:tags r:id="rId80"/>
                </p:custDataLst>
              </p:nvPr>
            </p:nvSpPr>
            <p:spPr>
              <a:xfrm>
                <a:off x="1449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78" name="Rectangle 24"/>
              <p:cNvSpPr/>
              <p:nvPr>
                <p:custDataLst>
                  <p:tags r:id="rId81"/>
                </p:custDataLst>
              </p:nvPr>
            </p:nvSpPr>
            <p:spPr>
              <a:xfrm>
                <a:off x="1758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</p:grpSp>
        <p:sp>
          <p:nvSpPr>
            <p:cNvPr id="37961" name="Text Box 25"/>
            <p:cNvSpPr txBox="1"/>
            <p:nvPr>
              <p:custDataLst>
                <p:tags r:id="rId64"/>
              </p:custDataLst>
            </p:nvPr>
          </p:nvSpPr>
          <p:spPr>
            <a:xfrm>
              <a:off x="775" y="2500"/>
              <a:ext cx="247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  <a:sym typeface="+mn-ea"/>
                </a:rPr>
                <a:t>I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</p:grpSp>
      <p:grpSp>
        <p:nvGrpSpPr>
          <p:cNvPr id="5" name="Group 26"/>
          <p:cNvGrpSpPr/>
          <p:nvPr/>
        </p:nvGrpSpPr>
        <p:grpSpPr>
          <a:xfrm>
            <a:off x="4857750" y="3518853"/>
            <a:ext cx="1497013" cy="476250"/>
            <a:chOff x="3060" y="2009"/>
            <a:chExt cx="943" cy="300"/>
          </a:xfrm>
        </p:grpSpPr>
        <p:sp>
          <p:nvSpPr>
            <p:cNvPr id="37956" name="Rectangle 27"/>
            <p:cNvSpPr/>
            <p:nvPr>
              <p:custDataLst>
                <p:tags r:id="rId60"/>
              </p:custDataLst>
            </p:nvPr>
          </p:nvSpPr>
          <p:spPr>
            <a:xfrm>
              <a:off x="3060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57" name="Rectangle 28"/>
            <p:cNvSpPr/>
            <p:nvPr>
              <p:custDataLst>
                <p:tags r:id="rId61"/>
              </p:custDataLst>
            </p:nvPr>
          </p:nvSpPr>
          <p:spPr>
            <a:xfrm>
              <a:off x="3336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58" name="Rectangle 29"/>
            <p:cNvSpPr/>
            <p:nvPr>
              <p:custDataLst>
                <p:tags r:id="rId62"/>
              </p:custDataLst>
            </p:nvPr>
          </p:nvSpPr>
          <p:spPr>
            <a:xfrm>
              <a:off x="3612" y="200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7959" name="Rectangle 30"/>
            <p:cNvSpPr/>
            <p:nvPr>
              <p:custDataLst>
                <p:tags r:id="rId63"/>
              </p:custDataLst>
            </p:nvPr>
          </p:nvSpPr>
          <p:spPr>
            <a:xfrm>
              <a:off x="3888" y="2009"/>
              <a:ext cx="115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</a:t>
              </a:r>
            </a:p>
          </p:txBody>
        </p:sp>
      </p:grpSp>
      <p:grpSp>
        <p:nvGrpSpPr>
          <p:cNvPr id="6" name="Group 31"/>
          <p:cNvGrpSpPr/>
          <p:nvPr/>
        </p:nvGrpSpPr>
        <p:grpSpPr>
          <a:xfrm>
            <a:off x="4857750" y="3069590"/>
            <a:ext cx="1479550" cy="1822450"/>
            <a:chOff x="3060" y="1726"/>
            <a:chExt cx="932" cy="1148"/>
          </a:xfrm>
        </p:grpSpPr>
        <p:sp>
          <p:nvSpPr>
            <p:cNvPr id="37944" name="Rectangle 32"/>
            <p:cNvSpPr/>
            <p:nvPr>
              <p:custDataLst>
                <p:tags r:id="rId48"/>
              </p:custDataLst>
            </p:nvPr>
          </p:nvSpPr>
          <p:spPr>
            <a:xfrm>
              <a:off x="3060" y="17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45" name="Rectangle 33"/>
            <p:cNvSpPr/>
            <p:nvPr>
              <p:custDataLst>
                <p:tags r:id="rId49"/>
              </p:custDataLst>
            </p:nvPr>
          </p:nvSpPr>
          <p:spPr>
            <a:xfrm>
              <a:off x="3336" y="17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46" name="Rectangle 34"/>
            <p:cNvSpPr/>
            <p:nvPr>
              <p:custDataLst>
                <p:tags r:id="rId50"/>
              </p:custDataLst>
            </p:nvPr>
          </p:nvSpPr>
          <p:spPr>
            <a:xfrm>
              <a:off x="3612" y="17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7947" name="Rectangle 35"/>
            <p:cNvSpPr/>
            <p:nvPr>
              <p:custDataLst>
                <p:tags r:id="rId51"/>
              </p:custDataLst>
            </p:nvPr>
          </p:nvSpPr>
          <p:spPr>
            <a:xfrm>
              <a:off x="3888" y="17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7948" name="Rectangle 36"/>
            <p:cNvSpPr/>
            <p:nvPr>
              <p:custDataLst>
                <p:tags r:id="rId52"/>
              </p:custDataLst>
            </p:nvPr>
          </p:nvSpPr>
          <p:spPr>
            <a:xfrm>
              <a:off x="3060" y="229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49" name="Rectangle 37"/>
            <p:cNvSpPr/>
            <p:nvPr>
              <p:custDataLst>
                <p:tags r:id="rId53"/>
              </p:custDataLst>
            </p:nvPr>
          </p:nvSpPr>
          <p:spPr>
            <a:xfrm>
              <a:off x="3336" y="229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50" name="Rectangle 38"/>
            <p:cNvSpPr/>
            <p:nvPr>
              <p:custDataLst>
                <p:tags r:id="rId54"/>
              </p:custDataLst>
            </p:nvPr>
          </p:nvSpPr>
          <p:spPr>
            <a:xfrm>
              <a:off x="3612" y="229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7951" name="Rectangle 39"/>
            <p:cNvSpPr/>
            <p:nvPr>
              <p:custDataLst>
                <p:tags r:id="rId55"/>
              </p:custDataLst>
            </p:nvPr>
          </p:nvSpPr>
          <p:spPr>
            <a:xfrm>
              <a:off x="3888" y="229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7952" name="Rectangle 40"/>
            <p:cNvSpPr/>
            <p:nvPr>
              <p:custDataLst>
                <p:tags r:id="rId56"/>
              </p:custDataLst>
            </p:nvPr>
          </p:nvSpPr>
          <p:spPr>
            <a:xfrm>
              <a:off x="3060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53" name="Rectangle 41"/>
            <p:cNvSpPr/>
            <p:nvPr>
              <p:custDataLst>
                <p:tags r:id="rId57"/>
              </p:custDataLst>
            </p:nvPr>
          </p:nvSpPr>
          <p:spPr>
            <a:xfrm>
              <a:off x="3336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54" name="Rectangle 42"/>
            <p:cNvSpPr/>
            <p:nvPr>
              <p:custDataLst>
                <p:tags r:id="rId58"/>
              </p:custDataLst>
            </p:nvPr>
          </p:nvSpPr>
          <p:spPr>
            <a:xfrm>
              <a:off x="3612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7955" name="Rectangle 43"/>
            <p:cNvSpPr/>
            <p:nvPr>
              <p:custDataLst>
                <p:tags r:id="rId59"/>
              </p:custDataLst>
            </p:nvPr>
          </p:nvSpPr>
          <p:spPr>
            <a:xfrm>
              <a:off x="3888" y="257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sp>
        <p:nvSpPr>
          <p:cNvPr id="231468" name="Rectangle 44"/>
          <p:cNvSpPr/>
          <p:nvPr>
            <p:custDataLst>
              <p:tags r:id="rId7"/>
            </p:custDataLst>
          </p:nvPr>
        </p:nvSpPr>
        <p:spPr>
          <a:xfrm>
            <a:off x="3678238" y="3442653"/>
            <a:ext cx="750887" cy="4429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200" b="1" dirty="0">
                <a:latin typeface="Symbol" panose="05050102010706020507" pitchFamily="18" charset="2"/>
                <a:ea typeface="黑体" panose="02010609060101010101" pitchFamily="49" charset="-122"/>
              </a:rPr>
              <a:t>+</a:t>
            </a:r>
            <a:r>
              <a:rPr lang="en-US" altLang="zh-CN" sz="22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</a:p>
        </p:txBody>
      </p:sp>
      <p:grpSp>
        <p:nvGrpSpPr>
          <p:cNvPr id="7" name="Group 45"/>
          <p:cNvGrpSpPr/>
          <p:nvPr/>
        </p:nvGrpSpPr>
        <p:grpSpPr>
          <a:xfrm>
            <a:off x="3654425" y="3209290"/>
            <a:ext cx="2827338" cy="1549400"/>
            <a:chOff x="2302" y="1814"/>
            <a:chExt cx="1781" cy="976"/>
          </a:xfrm>
        </p:grpSpPr>
        <p:sp>
          <p:nvSpPr>
            <p:cNvPr id="37942" name="AutoShape 46"/>
            <p:cNvSpPr/>
            <p:nvPr>
              <p:custDataLst>
                <p:tags r:id="rId46"/>
              </p:custDataLst>
            </p:nvPr>
          </p:nvSpPr>
          <p:spPr>
            <a:xfrm>
              <a:off x="2907" y="1814"/>
              <a:ext cx="1176" cy="97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43" name="Rectangle 47"/>
            <p:cNvSpPr/>
            <p:nvPr>
              <p:custDataLst>
                <p:tags r:id="rId47"/>
              </p:custDataLst>
            </p:nvPr>
          </p:nvSpPr>
          <p:spPr>
            <a:xfrm>
              <a:off x="2302" y="2138"/>
              <a:ext cx="542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baseline="-250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———</a:t>
              </a:r>
            </a:p>
          </p:txBody>
        </p:sp>
      </p:grpSp>
      <p:sp>
        <p:nvSpPr>
          <p:cNvPr id="231472" name="Text Box 48"/>
          <p:cNvSpPr txBox="1"/>
          <p:nvPr>
            <p:custDataLst>
              <p:tags r:id="rId8"/>
            </p:custDataLst>
          </p:nvPr>
        </p:nvSpPr>
        <p:spPr>
          <a:xfrm>
            <a:off x="6634322" y="5512753"/>
            <a:ext cx="150939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(4,2(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)) </a:t>
            </a:r>
          </a:p>
        </p:txBody>
      </p:sp>
      <p:grpSp>
        <p:nvGrpSpPr>
          <p:cNvPr id="8" name="Group 49"/>
          <p:cNvGrpSpPr/>
          <p:nvPr/>
        </p:nvGrpSpPr>
        <p:grpSpPr>
          <a:xfrm>
            <a:off x="1230313" y="4917440"/>
            <a:ext cx="2293937" cy="1822450"/>
            <a:chOff x="775" y="2099"/>
            <a:chExt cx="1445" cy="1148"/>
          </a:xfrm>
        </p:grpSpPr>
        <p:grpSp>
          <p:nvGrpSpPr>
            <p:cNvPr id="37923" name="Group 50"/>
            <p:cNvGrpSpPr/>
            <p:nvPr/>
          </p:nvGrpSpPr>
          <p:grpSpPr>
            <a:xfrm>
              <a:off x="1044" y="2099"/>
              <a:ext cx="1176" cy="1148"/>
              <a:chOff x="658" y="2256"/>
              <a:chExt cx="1319" cy="1288"/>
            </a:xfrm>
          </p:grpSpPr>
          <p:sp>
            <p:nvSpPr>
              <p:cNvPr id="37925" name="AutoShape 51"/>
              <p:cNvSpPr/>
              <p:nvPr>
                <p:custDataLst>
                  <p:tags r:id="rId29"/>
                </p:custDataLst>
              </p:nvPr>
            </p:nvSpPr>
            <p:spPr>
              <a:xfrm>
                <a:off x="658" y="2355"/>
                <a:ext cx="1319" cy="1095"/>
              </a:xfrm>
              <a:prstGeom prst="bracketPair">
                <a:avLst>
                  <a:gd name="adj" fmla="val 594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sz="1800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26" name="Rectangle 52"/>
              <p:cNvSpPr/>
              <p:nvPr>
                <p:custDataLst>
                  <p:tags r:id="rId30"/>
                </p:custDataLst>
              </p:nvPr>
            </p:nvSpPr>
            <p:spPr>
              <a:xfrm>
                <a:off x="830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27" name="Rectangle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1139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28" name="Rectangle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1449" y="2256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29" name="Rectangle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1758" y="2256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30" name="Rectangle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830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31" name="Rectangle 57"/>
              <p:cNvSpPr/>
              <p:nvPr>
                <p:custDataLst>
                  <p:tags r:id="rId35"/>
                </p:custDataLst>
              </p:nvPr>
            </p:nvSpPr>
            <p:spPr>
              <a:xfrm>
                <a:off x="1139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32" name="Rectangle 58"/>
              <p:cNvSpPr/>
              <p:nvPr>
                <p:custDataLst>
                  <p:tags r:id="rId36"/>
                </p:custDataLst>
              </p:nvPr>
            </p:nvSpPr>
            <p:spPr>
              <a:xfrm>
                <a:off x="1449" y="2574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33" name="Rectangle 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758" y="2574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34" name="Rectangle 60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0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35" name="Rectangle 61"/>
              <p:cNvSpPr/>
              <p:nvPr>
                <p:custDataLst>
                  <p:tags r:id="rId39"/>
                </p:custDataLst>
              </p:nvPr>
            </p:nvSpPr>
            <p:spPr>
              <a:xfrm>
                <a:off x="1139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36" name="Rectangle 62"/>
              <p:cNvSpPr/>
              <p:nvPr>
                <p:custDataLst>
                  <p:tags r:id="rId40"/>
                </p:custDataLst>
              </p:nvPr>
            </p:nvSpPr>
            <p:spPr>
              <a:xfrm>
                <a:off x="1449" y="2890"/>
                <a:ext cx="11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  <p:sp>
            <p:nvSpPr>
              <p:cNvPr id="37937" name="Rectangle 63"/>
              <p:cNvSpPr/>
              <p:nvPr>
                <p:custDataLst>
                  <p:tags r:id="rId41"/>
                </p:custDataLst>
              </p:nvPr>
            </p:nvSpPr>
            <p:spPr>
              <a:xfrm>
                <a:off x="1758" y="2890"/>
                <a:ext cx="11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38" name="Rectangle 64"/>
              <p:cNvSpPr/>
              <p:nvPr>
                <p:custDataLst>
                  <p:tags r:id="rId42"/>
                </p:custDataLst>
              </p:nvPr>
            </p:nvSpPr>
            <p:spPr>
              <a:xfrm>
                <a:off x="830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39" name="Rectangle 65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9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7940" name="Rectangle 66"/>
              <p:cNvSpPr/>
              <p:nvPr>
                <p:custDataLst>
                  <p:tags r:id="rId44"/>
                </p:custDataLst>
              </p:nvPr>
            </p:nvSpPr>
            <p:spPr>
              <a:xfrm>
                <a:off x="1449" y="3207"/>
                <a:ext cx="116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</a:p>
            </p:txBody>
          </p:sp>
          <p:sp>
            <p:nvSpPr>
              <p:cNvPr id="37941" name="Rectangle 67"/>
              <p:cNvSpPr/>
              <p:nvPr>
                <p:custDataLst>
                  <p:tags r:id="rId45"/>
                </p:custDataLst>
              </p:nvPr>
            </p:nvSpPr>
            <p:spPr>
              <a:xfrm>
                <a:off x="1758" y="3207"/>
                <a:ext cx="117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1</a:t>
                </a:r>
              </a:p>
            </p:txBody>
          </p:sp>
        </p:grpSp>
        <p:sp>
          <p:nvSpPr>
            <p:cNvPr id="37924" name="Text Box 68"/>
            <p:cNvSpPr txBox="1"/>
            <p:nvPr>
              <p:custDataLst>
                <p:tags r:id="rId28"/>
              </p:custDataLst>
            </p:nvPr>
          </p:nvSpPr>
          <p:spPr>
            <a:xfrm>
              <a:off x="775" y="2500"/>
              <a:ext cx="247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  <a:sym typeface="+mn-ea"/>
                </a:rPr>
                <a:t>I</a:t>
              </a: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</p:grpSp>
      <p:grpSp>
        <p:nvGrpSpPr>
          <p:cNvPr id="9" name="Group 69"/>
          <p:cNvGrpSpPr/>
          <p:nvPr/>
        </p:nvGrpSpPr>
        <p:grpSpPr>
          <a:xfrm>
            <a:off x="4857750" y="4917440"/>
            <a:ext cx="1041400" cy="1822450"/>
            <a:chOff x="3060" y="2890"/>
            <a:chExt cx="656" cy="1148"/>
          </a:xfrm>
        </p:grpSpPr>
        <p:sp>
          <p:nvSpPr>
            <p:cNvPr id="37911" name="Rectangle 70"/>
            <p:cNvSpPr/>
            <p:nvPr>
              <p:custDataLst>
                <p:tags r:id="rId16"/>
              </p:custDataLst>
            </p:nvPr>
          </p:nvSpPr>
          <p:spPr>
            <a:xfrm>
              <a:off x="3060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12" name="Rectangle 71"/>
            <p:cNvSpPr/>
            <p:nvPr>
              <p:custDataLst>
                <p:tags r:id="rId17"/>
              </p:custDataLst>
            </p:nvPr>
          </p:nvSpPr>
          <p:spPr>
            <a:xfrm>
              <a:off x="3336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13" name="Rectangle 72"/>
            <p:cNvSpPr/>
            <p:nvPr>
              <p:custDataLst>
                <p:tags r:id="rId18"/>
              </p:custDataLst>
            </p:nvPr>
          </p:nvSpPr>
          <p:spPr>
            <a:xfrm>
              <a:off x="3612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7914" name="Rectangle 73"/>
            <p:cNvSpPr/>
            <p:nvPr>
              <p:custDataLst>
                <p:tags r:id="rId19"/>
              </p:custDataLst>
            </p:nvPr>
          </p:nvSpPr>
          <p:spPr>
            <a:xfrm>
              <a:off x="3060" y="3173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15" name="Rectangle 74"/>
            <p:cNvSpPr/>
            <p:nvPr>
              <p:custDataLst>
                <p:tags r:id="rId20"/>
              </p:custDataLst>
            </p:nvPr>
          </p:nvSpPr>
          <p:spPr>
            <a:xfrm>
              <a:off x="3336" y="3173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16" name="Rectangle 75"/>
            <p:cNvSpPr/>
            <p:nvPr>
              <p:custDataLst>
                <p:tags r:id="rId21"/>
              </p:custDataLst>
            </p:nvPr>
          </p:nvSpPr>
          <p:spPr>
            <a:xfrm>
              <a:off x="3612" y="3173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7917" name="Rectangle 76"/>
            <p:cNvSpPr/>
            <p:nvPr>
              <p:custDataLst>
                <p:tags r:id="rId22"/>
              </p:custDataLst>
            </p:nvPr>
          </p:nvSpPr>
          <p:spPr>
            <a:xfrm>
              <a:off x="3060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18" name="Rectangle 77"/>
            <p:cNvSpPr/>
            <p:nvPr>
              <p:custDataLst>
                <p:tags r:id="rId23"/>
              </p:custDataLst>
            </p:nvPr>
          </p:nvSpPr>
          <p:spPr>
            <a:xfrm>
              <a:off x="3336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19" name="Rectangle 78"/>
            <p:cNvSpPr/>
            <p:nvPr>
              <p:custDataLst>
                <p:tags r:id="rId24"/>
              </p:custDataLst>
            </p:nvPr>
          </p:nvSpPr>
          <p:spPr>
            <a:xfrm>
              <a:off x="3612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7920" name="Rectangle 79"/>
            <p:cNvSpPr/>
            <p:nvPr>
              <p:custDataLst>
                <p:tags r:id="rId25"/>
              </p:custDataLst>
            </p:nvPr>
          </p:nvSpPr>
          <p:spPr>
            <a:xfrm>
              <a:off x="3060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21" name="Rectangle 80"/>
            <p:cNvSpPr/>
            <p:nvPr>
              <p:custDataLst>
                <p:tags r:id="rId26"/>
              </p:custDataLst>
            </p:nvPr>
          </p:nvSpPr>
          <p:spPr>
            <a:xfrm>
              <a:off x="3336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22" name="Rectangle 81"/>
            <p:cNvSpPr/>
            <p:nvPr>
              <p:custDataLst>
                <p:tags r:id="rId27"/>
              </p:custDataLst>
            </p:nvPr>
          </p:nvSpPr>
          <p:spPr>
            <a:xfrm>
              <a:off x="3612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</p:grpSp>
      <p:grpSp>
        <p:nvGrpSpPr>
          <p:cNvPr id="10" name="Group 82"/>
          <p:cNvGrpSpPr/>
          <p:nvPr/>
        </p:nvGrpSpPr>
        <p:grpSpPr>
          <a:xfrm>
            <a:off x="6172200" y="4917440"/>
            <a:ext cx="182563" cy="1822450"/>
            <a:chOff x="3888" y="2890"/>
            <a:chExt cx="115" cy="1148"/>
          </a:xfrm>
        </p:grpSpPr>
        <p:sp>
          <p:nvSpPr>
            <p:cNvPr id="37907" name="Rectangle 83"/>
            <p:cNvSpPr/>
            <p:nvPr>
              <p:custDataLst>
                <p:tags r:id="rId12"/>
              </p:custDataLst>
            </p:nvPr>
          </p:nvSpPr>
          <p:spPr>
            <a:xfrm>
              <a:off x="3888" y="2890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7908" name="Rectangle 84"/>
            <p:cNvSpPr/>
            <p:nvPr>
              <p:custDataLst>
                <p:tags r:id="rId13"/>
              </p:custDataLst>
            </p:nvPr>
          </p:nvSpPr>
          <p:spPr>
            <a:xfrm>
              <a:off x="3888" y="3173"/>
              <a:ext cx="115" cy="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</a:t>
              </a:r>
            </a:p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7909" name="Rectangle 85"/>
            <p:cNvSpPr/>
            <p:nvPr>
              <p:custDataLst>
                <p:tags r:id="rId14"/>
              </p:custDataLst>
            </p:nvPr>
          </p:nvSpPr>
          <p:spPr>
            <a:xfrm>
              <a:off x="3888" y="3455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7910" name="Rectangle 86"/>
            <p:cNvSpPr/>
            <p:nvPr>
              <p:custDataLst>
                <p:tags r:id="rId15"/>
              </p:custDataLst>
            </p:nvPr>
          </p:nvSpPr>
          <p:spPr>
            <a:xfrm>
              <a:off x="3888" y="3738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sp>
        <p:nvSpPr>
          <p:cNvPr id="231511" name="Rectangle 87"/>
          <p:cNvSpPr/>
          <p:nvPr>
            <p:custDataLst>
              <p:tags r:id="rId9"/>
            </p:custDataLst>
          </p:nvPr>
        </p:nvSpPr>
        <p:spPr>
          <a:xfrm>
            <a:off x="3603625" y="5290503"/>
            <a:ext cx="890588" cy="4429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200" b="1" dirty="0">
                <a:latin typeface="Symbol" panose="05050102010706020507" pitchFamily="18" charset="2"/>
                <a:ea typeface="黑体" panose="02010609060101010101" pitchFamily="49" charset="-122"/>
              </a:rPr>
              <a:t>+</a:t>
            </a:r>
            <a:r>
              <a:rPr lang="en-US" altLang="zh-CN" sz="22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 </a:t>
            </a: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</p:txBody>
      </p:sp>
      <p:grpSp>
        <p:nvGrpSpPr>
          <p:cNvPr id="11" name="Group 88"/>
          <p:cNvGrpSpPr/>
          <p:nvPr/>
        </p:nvGrpSpPr>
        <p:grpSpPr>
          <a:xfrm>
            <a:off x="3654425" y="5057140"/>
            <a:ext cx="2827338" cy="1549400"/>
            <a:chOff x="2302" y="2978"/>
            <a:chExt cx="1781" cy="976"/>
          </a:xfrm>
        </p:grpSpPr>
        <p:sp>
          <p:nvSpPr>
            <p:cNvPr id="37905" name="AutoShape 89"/>
            <p:cNvSpPr/>
            <p:nvPr>
              <p:custDataLst>
                <p:tags r:id="rId10"/>
              </p:custDataLst>
            </p:nvPr>
          </p:nvSpPr>
          <p:spPr>
            <a:xfrm>
              <a:off x="2907" y="2978"/>
              <a:ext cx="1176" cy="97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7906" name="Rectangle 90"/>
            <p:cNvSpPr/>
            <p:nvPr>
              <p:custDataLst>
                <p:tags r:id="rId11"/>
              </p:custDataLst>
            </p:nvPr>
          </p:nvSpPr>
          <p:spPr>
            <a:xfrm>
              <a:off x="2302" y="3302"/>
              <a:ext cx="542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baseline="-250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———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1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1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1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8" grpId="0" build="p"/>
      <p:bldP spid="231468" grpId="0" build="p"/>
      <p:bldP spid="231472" grpId="0" build="p"/>
      <p:bldP spid="23151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895" y="673100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定理</a:t>
            </a:r>
          </a:p>
        </p:txBody>
      </p:sp>
      <p:grpSp>
        <p:nvGrpSpPr>
          <p:cNvPr id="12" name="Group 2"/>
          <p:cNvGrpSpPr/>
          <p:nvPr/>
        </p:nvGrpSpPr>
        <p:grpSpPr>
          <a:xfrm>
            <a:off x="5929630" y="4905058"/>
            <a:ext cx="346075" cy="1373187"/>
            <a:chOff x="3690" y="2781"/>
            <a:chExt cx="218" cy="865"/>
          </a:xfrm>
        </p:grpSpPr>
        <p:sp>
          <p:nvSpPr>
            <p:cNvPr id="39004" name="Rectangle 3"/>
            <p:cNvSpPr/>
            <p:nvPr>
              <p:custDataLst>
                <p:tags r:id="rId79"/>
              </p:custDataLst>
            </p:nvPr>
          </p:nvSpPr>
          <p:spPr>
            <a:xfrm>
              <a:off x="3804" y="278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005" name="Rectangle 4"/>
            <p:cNvSpPr/>
            <p:nvPr>
              <p:custDataLst>
                <p:tags r:id="rId80"/>
              </p:custDataLst>
            </p:nvPr>
          </p:nvSpPr>
          <p:spPr>
            <a:xfrm>
              <a:off x="3690" y="3059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006" name="Rectangle 5"/>
            <p:cNvSpPr/>
            <p:nvPr>
              <p:custDataLst>
                <p:tags r:id="rId81"/>
              </p:custDataLst>
            </p:nvPr>
          </p:nvSpPr>
          <p:spPr>
            <a:xfrm>
              <a:off x="3804" y="334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4038918" y="4905058"/>
            <a:ext cx="1454150" cy="1373187"/>
            <a:chOff x="3745" y="1954"/>
            <a:chExt cx="916" cy="865"/>
          </a:xfrm>
        </p:grpSpPr>
        <p:sp>
          <p:nvSpPr>
            <p:cNvPr id="38994" name="Rectangle 7"/>
            <p:cNvSpPr/>
            <p:nvPr>
              <p:custDataLst>
                <p:tags r:id="rId69"/>
              </p:custDataLst>
            </p:nvPr>
          </p:nvSpPr>
          <p:spPr>
            <a:xfrm>
              <a:off x="3896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95" name="Rectangle 8"/>
            <p:cNvSpPr/>
            <p:nvPr>
              <p:custDataLst>
                <p:tags r:id="rId70"/>
              </p:custDataLst>
            </p:nvPr>
          </p:nvSpPr>
          <p:spPr>
            <a:xfrm>
              <a:off x="4172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96" name="Rectangle 9"/>
            <p:cNvSpPr/>
            <p:nvPr>
              <p:custDataLst>
                <p:tags r:id="rId71"/>
              </p:custDataLst>
            </p:nvPr>
          </p:nvSpPr>
          <p:spPr>
            <a:xfrm>
              <a:off x="4448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8997" name="Rectangle 10"/>
            <p:cNvSpPr/>
            <p:nvPr>
              <p:custDataLst>
                <p:tags r:id="rId72"/>
              </p:custDataLst>
            </p:nvPr>
          </p:nvSpPr>
          <p:spPr>
            <a:xfrm>
              <a:off x="3896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98" name="Rectangle 11"/>
            <p:cNvSpPr/>
            <p:nvPr>
              <p:custDataLst>
                <p:tags r:id="rId73"/>
              </p:custDataLst>
            </p:nvPr>
          </p:nvSpPr>
          <p:spPr>
            <a:xfrm>
              <a:off x="4172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99" name="Rectangle 12"/>
            <p:cNvSpPr/>
            <p:nvPr>
              <p:custDataLst>
                <p:tags r:id="rId74"/>
              </p:custDataLst>
            </p:nvPr>
          </p:nvSpPr>
          <p:spPr>
            <a:xfrm>
              <a:off x="4448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9000" name="Rectangle 13"/>
            <p:cNvSpPr/>
            <p:nvPr>
              <p:custDataLst>
                <p:tags r:id="rId75"/>
              </p:custDataLst>
            </p:nvPr>
          </p:nvSpPr>
          <p:spPr>
            <a:xfrm>
              <a:off x="3896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001" name="Rectangle 14"/>
            <p:cNvSpPr/>
            <p:nvPr>
              <p:custDataLst>
                <p:tags r:id="rId76"/>
              </p:custDataLst>
            </p:nvPr>
          </p:nvSpPr>
          <p:spPr>
            <a:xfrm>
              <a:off x="4172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002" name="Rectangle 15"/>
            <p:cNvSpPr/>
            <p:nvPr>
              <p:custDataLst>
                <p:tags r:id="rId77"/>
              </p:custDataLst>
            </p:nvPr>
          </p:nvSpPr>
          <p:spPr>
            <a:xfrm>
              <a:off x="4448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9003" name="AutoShape 16"/>
            <p:cNvSpPr/>
            <p:nvPr>
              <p:custDataLst>
                <p:tags r:id="rId78"/>
              </p:custDataLst>
            </p:nvPr>
          </p:nvSpPr>
          <p:spPr>
            <a:xfrm>
              <a:off x="3745" y="2042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4" name="Group 17"/>
          <p:cNvGrpSpPr/>
          <p:nvPr/>
        </p:nvGrpSpPr>
        <p:grpSpPr>
          <a:xfrm>
            <a:off x="6058218" y="3539808"/>
            <a:ext cx="1041400" cy="484187"/>
            <a:chOff x="3771" y="1921"/>
            <a:chExt cx="656" cy="305"/>
          </a:xfrm>
        </p:grpSpPr>
        <p:sp>
          <p:nvSpPr>
            <p:cNvPr id="38991" name="Rectangle 18"/>
            <p:cNvSpPr/>
            <p:nvPr>
              <p:custDataLst>
                <p:tags r:id="rId66"/>
              </p:custDataLst>
            </p:nvPr>
          </p:nvSpPr>
          <p:spPr>
            <a:xfrm>
              <a:off x="3771" y="19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92" name="Rectangle 19"/>
            <p:cNvSpPr/>
            <p:nvPr>
              <p:custDataLst>
                <p:tags r:id="rId67"/>
              </p:custDataLst>
            </p:nvPr>
          </p:nvSpPr>
          <p:spPr>
            <a:xfrm>
              <a:off x="3959" y="1921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93" name="Rectangle 20"/>
            <p:cNvSpPr/>
            <p:nvPr>
              <p:custDataLst>
                <p:tags r:id="rId68"/>
              </p:custDataLst>
            </p:nvPr>
          </p:nvSpPr>
          <p:spPr>
            <a:xfrm>
              <a:off x="4323" y="19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</p:grpSp>
      <p:sp>
        <p:nvSpPr>
          <p:cNvPr id="232469" name="Text Box 21"/>
          <p:cNvSpPr txBox="1"/>
          <p:nvPr>
            <p:custDataLst>
              <p:tags r:id="rId2"/>
            </p:custDataLst>
          </p:nvPr>
        </p:nvSpPr>
        <p:spPr>
          <a:xfrm>
            <a:off x="300355" y="718820"/>
            <a:ext cx="8686800" cy="2066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2.2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是一个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矩阵。 对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施行一次初等行变换相当于在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的左边乘以相应的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阶初等矩阵；对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施行一次初等列变换相当于在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的右边乘以相应的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阶初等矩阵。</a:t>
            </a:r>
          </a:p>
        </p:txBody>
      </p:sp>
      <p:grpSp>
        <p:nvGrpSpPr>
          <p:cNvPr id="15" name="Group 22"/>
          <p:cNvGrpSpPr/>
          <p:nvPr/>
        </p:nvGrpSpPr>
        <p:grpSpPr>
          <a:xfrm>
            <a:off x="251142" y="2139633"/>
            <a:ext cx="4827588" cy="1373187"/>
            <a:chOff x="113" y="1039"/>
            <a:chExt cx="3041" cy="865"/>
          </a:xfrm>
        </p:grpSpPr>
        <p:sp>
          <p:nvSpPr>
            <p:cNvPr id="38979" name="Text Box 23"/>
            <p:cNvSpPr txBox="1"/>
            <p:nvPr>
              <p:custDataLst>
                <p:tags r:id="rId54"/>
              </p:custDataLst>
            </p:nvPr>
          </p:nvSpPr>
          <p:spPr>
            <a:xfrm>
              <a:off x="113" y="1322"/>
              <a:ext cx="1314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</a:t>
              </a:r>
              <a:r>
                <a:rPr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例如，设</a:t>
              </a:r>
            </a:p>
          </p:txBody>
        </p:sp>
        <p:sp>
          <p:nvSpPr>
            <p:cNvPr id="38980" name="AutoShape 24"/>
            <p:cNvSpPr/>
            <p:nvPr>
              <p:custDataLst>
                <p:tags r:id="rId55"/>
              </p:custDataLst>
            </p:nvPr>
          </p:nvSpPr>
          <p:spPr>
            <a:xfrm>
              <a:off x="1722" y="1127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1" name="Rectangle 25"/>
            <p:cNvSpPr/>
            <p:nvPr>
              <p:custDataLst>
                <p:tags r:id="rId56"/>
              </p:custDataLst>
            </p:nvPr>
          </p:nvSpPr>
          <p:spPr>
            <a:xfrm>
              <a:off x="1875" y="103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2" name="Rectangle 26"/>
            <p:cNvSpPr/>
            <p:nvPr>
              <p:custDataLst>
                <p:tags r:id="rId57"/>
              </p:custDataLst>
            </p:nvPr>
          </p:nvSpPr>
          <p:spPr>
            <a:xfrm>
              <a:off x="2177" y="103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3" name="Rectangle 27"/>
            <p:cNvSpPr/>
            <p:nvPr>
              <p:custDataLst>
                <p:tags r:id="rId58"/>
              </p:custDataLst>
            </p:nvPr>
          </p:nvSpPr>
          <p:spPr>
            <a:xfrm>
              <a:off x="2427" y="103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84" name="Rectangle 28"/>
            <p:cNvSpPr/>
            <p:nvPr>
              <p:custDataLst>
                <p:tags r:id="rId59"/>
              </p:custDataLst>
            </p:nvPr>
          </p:nvSpPr>
          <p:spPr>
            <a:xfrm>
              <a:off x="1875" y="1322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5" name="Rectangle 29"/>
            <p:cNvSpPr/>
            <p:nvPr>
              <p:custDataLst>
                <p:tags r:id="rId60"/>
              </p:custDataLst>
            </p:nvPr>
          </p:nvSpPr>
          <p:spPr>
            <a:xfrm>
              <a:off x="2063" y="1317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6" name="Rectangle 30"/>
            <p:cNvSpPr/>
            <p:nvPr>
              <p:custDataLst>
                <p:tags r:id="rId61"/>
              </p:custDataLst>
            </p:nvPr>
          </p:nvSpPr>
          <p:spPr>
            <a:xfrm>
              <a:off x="2427" y="1322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8987" name="Rectangle 31"/>
            <p:cNvSpPr/>
            <p:nvPr>
              <p:custDataLst>
                <p:tags r:id="rId62"/>
              </p:custDataLst>
            </p:nvPr>
          </p:nvSpPr>
          <p:spPr>
            <a:xfrm>
              <a:off x="1875" y="160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8" name="Rectangle 32"/>
            <p:cNvSpPr/>
            <p:nvPr>
              <p:custDataLst>
                <p:tags r:id="rId63"/>
              </p:custDataLst>
            </p:nvPr>
          </p:nvSpPr>
          <p:spPr>
            <a:xfrm>
              <a:off x="2177" y="160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9" name="Rectangle 33"/>
            <p:cNvSpPr/>
            <p:nvPr>
              <p:custDataLst>
                <p:tags r:id="rId64"/>
              </p:custDataLst>
            </p:nvPr>
          </p:nvSpPr>
          <p:spPr>
            <a:xfrm>
              <a:off x="2427" y="160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90" name="Text Box 34"/>
            <p:cNvSpPr txBox="1"/>
            <p:nvPr>
              <p:custDataLst>
                <p:tags r:id="rId65"/>
              </p:custDataLst>
            </p:nvPr>
          </p:nvSpPr>
          <p:spPr>
            <a:xfrm>
              <a:off x="1419" y="1322"/>
              <a:ext cx="1735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，</a:t>
              </a:r>
              <a:r>
                <a:rPr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有</a:t>
              </a:r>
            </a:p>
          </p:txBody>
        </p:sp>
      </p:grpSp>
      <p:sp>
        <p:nvSpPr>
          <p:cNvPr id="232483" name="Rectangle 35"/>
          <p:cNvSpPr/>
          <p:nvPr>
            <p:custDataLst>
              <p:tags r:id="rId3"/>
            </p:custDataLst>
          </p:nvPr>
        </p:nvSpPr>
        <p:spPr>
          <a:xfrm>
            <a:off x="1039495" y="3971608"/>
            <a:ext cx="1328420" cy="5511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(1,2)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 </a:t>
            </a:r>
          </a:p>
        </p:txBody>
      </p:sp>
      <p:grpSp>
        <p:nvGrpSpPr>
          <p:cNvPr id="16" name="Group 36"/>
          <p:cNvGrpSpPr/>
          <p:nvPr/>
        </p:nvGrpSpPr>
        <p:grpSpPr>
          <a:xfrm>
            <a:off x="4038918" y="3539808"/>
            <a:ext cx="1454150" cy="1373187"/>
            <a:chOff x="2499" y="1954"/>
            <a:chExt cx="916" cy="865"/>
          </a:xfrm>
        </p:grpSpPr>
        <p:sp>
          <p:nvSpPr>
            <p:cNvPr id="38969" name="AutoShape 37"/>
            <p:cNvSpPr/>
            <p:nvPr>
              <p:custDataLst>
                <p:tags r:id="rId44"/>
              </p:custDataLst>
            </p:nvPr>
          </p:nvSpPr>
          <p:spPr>
            <a:xfrm>
              <a:off x="2499" y="2042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70" name="Rectangle 38"/>
            <p:cNvSpPr/>
            <p:nvPr>
              <p:custDataLst>
                <p:tags r:id="rId45"/>
              </p:custDataLst>
            </p:nvPr>
          </p:nvSpPr>
          <p:spPr>
            <a:xfrm>
              <a:off x="2652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71" name="Rectangle 39"/>
            <p:cNvSpPr/>
            <p:nvPr>
              <p:custDataLst>
                <p:tags r:id="rId46"/>
              </p:custDataLst>
            </p:nvPr>
          </p:nvSpPr>
          <p:spPr>
            <a:xfrm>
              <a:off x="2954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72" name="Rectangle 40"/>
            <p:cNvSpPr/>
            <p:nvPr>
              <p:custDataLst>
                <p:tags r:id="rId47"/>
              </p:custDataLst>
            </p:nvPr>
          </p:nvSpPr>
          <p:spPr>
            <a:xfrm>
              <a:off x="3204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73" name="Rectangle 41"/>
            <p:cNvSpPr/>
            <p:nvPr>
              <p:custDataLst>
                <p:tags r:id="rId48"/>
              </p:custDataLst>
            </p:nvPr>
          </p:nvSpPr>
          <p:spPr>
            <a:xfrm>
              <a:off x="2652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74" name="Rectangle 42"/>
            <p:cNvSpPr/>
            <p:nvPr>
              <p:custDataLst>
                <p:tags r:id="rId49"/>
              </p:custDataLst>
            </p:nvPr>
          </p:nvSpPr>
          <p:spPr>
            <a:xfrm>
              <a:off x="2840" y="2232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75" name="Rectangle 43"/>
            <p:cNvSpPr/>
            <p:nvPr>
              <p:custDataLst>
                <p:tags r:id="rId50"/>
              </p:custDataLst>
            </p:nvPr>
          </p:nvSpPr>
          <p:spPr>
            <a:xfrm>
              <a:off x="3204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8976" name="Rectangle 44"/>
            <p:cNvSpPr/>
            <p:nvPr>
              <p:custDataLst>
                <p:tags r:id="rId51"/>
              </p:custDataLst>
            </p:nvPr>
          </p:nvSpPr>
          <p:spPr>
            <a:xfrm>
              <a:off x="2652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77" name="Rectangle 45"/>
            <p:cNvSpPr/>
            <p:nvPr>
              <p:custDataLst>
                <p:tags r:id="rId52"/>
              </p:custDataLst>
            </p:nvPr>
          </p:nvSpPr>
          <p:spPr>
            <a:xfrm>
              <a:off x="2954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78" name="Rectangle 46"/>
            <p:cNvSpPr/>
            <p:nvPr>
              <p:custDataLst>
                <p:tags r:id="rId53"/>
              </p:custDataLst>
            </p:nvPr>
          </p:nvSpPr>
          <p:spPr>
            <a:xfrm>
              <a:off x="3204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17" name="Group 47"/>
          <p:cNvGrpSpPr/>
          <p:nvPr/>
        </p:nvGrpSpPr>
        <p:grpSpPr>
          <a:xfrm>
            <a:off x="2508568" y="3539808"/>
            <a:ext cx="1454150" cy="1373187"/>
            <a:chOff x="3745" y="1954"/>
            <a:chExt cx="916" cy="865"/>
          </a:xfrm>
        </p:grpSpPr>
        <p:sp>
          <p:nvSpPr>
            <p:cNvPr id="38959" name="Rectangle 48"/>
            <p:cNvSpPr/>
            <p:nvPr>
              <p:custDataLst>
                <p:tags r:id="rId34"/>
              </p:custDataLst>
            </p:nvPr>
          </p:nvSpPr>
          <p:spPr>
            <a:xfrm>
              <a:off x="3896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60" name="Rectangle 49"/>
            <p:cNvSpPr/>
            <p:nvPr>
              <p:custDataLst>
                <p:tags r:id="rId35"/>
              </p:custDataLst>
            </p:nvPr>
          </p:nvSpPr>
          <p:spPr>
            <a:xfrm>
              <a:off x="4172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61" name="Rectangle 50"/>
            <p:cNvSpPr/>
            <p:nvPr>
              <p:custDataLst>
                <p:tags r:id="rId36"/>
              </p:custDataLst>
            </p:nvPr>
          </p:nvSpPr>
          <p:spPr>
            <a:xfrm>
              <a:off x="4448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8962" name="Rectangle 51"/>
            <p:cNvSpPr/>
            <p:nvPr>
              <p:custDataLst>
                <p:tags r:id="rId37"/>
              </p:custDataLst>
            </p:nvPr>
          </p:nvSpPr>
          <p:spPr>
            <a:xfrm>
              <a:off x="3896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63" name="Rectangle 52"/>
            <p:cNvSpPr/>
            <p:nvPr>
              <p:custDataLst>
                <p:tags r:id="rId38"/>
              </p:custDataLst>
            </p:nvPr>
          </p:nvSpPr>
          <p:spPr>
            <a:xfrm>
              <a:off x="4172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64" name="Rectangle 53"/>
            <p:cNvSpPr/>
            <p:nvPr>
              <p:custDataLst>
                <p:tags r:id="rId39"/>
              </p:custDataLst>
            </p:nvPr>
          </p:nvSpPr>
          <p:spPr>
            <a:xfrm>
              <a:off x="4448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38965" name="Rectangle 54"/>
            <p:cNvSpPr/>
            <p:nvPr>
              <p:custDataLst>
                <p:tags r:id="rId40"/>
              </p:custDataLst>
            </p:nvPr>
          </p:nvSpPr>
          <p:spPr>
            <a:xfrm>
              <a:off x="3896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66" name="Rectangle 55"/>
            <p:cNvSpPr/>
            <p:nvPr>
              <p:custDataLst>
                <p:tags r:id="rId41"/>
              </p:custDataLst>
            </p:nvPr>
          </p:nvSpPr>
          <p:spPr>
            <a:xfrm>
              <a:off x="4172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67" name="Rectangle 56"/>
            <p:cNvSpPr/>
            <p:nvPr>
              <p:custDataLst>
                <p:tags r:id="rId42"/>
              </p:custDataLst>
            </p:nvPr>
          </p:nvSpPr>
          <p:spPr>
            <a:xfrm>
              <a:off x="4448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68" name="AutoShape 57"/>
            <p:cNvSpPr/>
            <p:nvPr>
              <p:custDataLst>
                <p:tags r:id="rId43"/>
              </p:custDataLst>
            </p:nvPr>
          </p:nvSpPr>
          <p:spPr>
            <a:xfrm>
              <a:off x="3745" y="2042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8" name="Group 58"/>
          <p:cNvGrpSpPr/>
          <p:nvPr/>
        </p:nvGrpSpPr>
        <p:grpSpPr>
          <a:xfrm>
            <a:off x="5575618" y="3679508"/>
            <a:ext cx="1693862" cy="1136650"/>
            <a:chOff x="3467" y="2009"/>
            <a:chExt cx="1067" cy="716"/>
          </a:xfrm>
        </p:grpSpPr>
        <p:sp>
          <p:nvSpPr>
            <p:cNvPr id="38957" name="Text Box 59"/>
            <p:cNvSpPr txBox="1"/>
            <p:nvPr>
              <p:custDataLst>
                <p:tags r:id="rId32"/>
              </p:custDataLst>
            </p:nvPr>
          </p:nvSpPr>
          <p:spPr>
            <a:xfrm>
              <a:off x="3467" y="2193"/>
              <a:ext cx="114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  <p:sp>
          <p:nvSpPr>
            <p:cNvPr id="38958" name="AutoShape 60"/>
            <p:cNvSpPr/>
            <p:nvPr>
              <p:custDataLst>
                <p:tags r:id="rId33"/>
              </p:custDataLst>
            </p:nvPr>
          </p:nvSpPr>
          <p:spPr>
            <a:xfrm>
              <a:off x="3618" y="2009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19" name="Group 61"/>
          <p:cNvGrpSpPr/>
          <p:nvPr/>
        </p:nvGrpSpPr>
        <p:grpSpPr>
          <a:xfrm>
            <a:off x="6058218" y="4436745"/>
            <a:ext cx="1041400" cy="476250"/>
            <a:chOff x="3771" y="2486"/>
            <a:chExt cx="656" cy="300"/>
          </a:xfrm>
        </p:grpSpPr>
        <p:sp>
          <p:nvSpPr>
            <p:cNvPr id="38954" name="Rectangle 62"/>
            <p:cNvSpPr/>
            <p:nvPr>
              <p:custDataLst>
                <p:tags r:id="rId29"/>
              </p:custDataLst>
            </p:nvPr>
          </p:nvSpPr>
          <p:spPr>
            <a:xfrm>
              <a:off x="3771" y="248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55" name="Rectangle 63"/>
            <p:cNvSpPr/>
            <p:nvPr>
              <p:custDataLst>
                <p:tags r:id="rId30"/>
              </p:custDataLst>
            </p:nvPr>
          </p:nvSpPr>
          <p:spPr>
            <a:xfrm>
              <a:off x="4073" y="248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56" name="Rectangle 64"/>
            <p:cNvSpPr/>
            <p:nvPr>
              <p:custDataLst>
                <p:tags r:id="rId31"/>
              </p:custDataLst>
            </p:nvPr>
          </p:nvSpPr>
          <p:spPr>
            <a:xfrm>
              <a:off x="4323" y="248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20" name="Group 65"/>
          <p:cNvGrpSpPr/>
          <p:nvPr/>
        </p:nvGrpSpPr>
        <p:grpSpPr>
          <a:xfrm>
            <a:off x="6058218" y="3989070"/>
            <a:ext cx="1041400" cy="476250"/>
            <a:chOff x="3771" y="2204"/>
            <a:chExt cx="656" cy="300"/>
          </a:xfrm>
        </p:grpSpPr>
        <p:sp>
          <p:nvSpPr>
            <p:cNvPr id="38951" name="Rectangle 66"/>
            <p:cNvSpPr/>
            <p:nvPr>
              <p:custDataLst>
                <p:tags r:id="rId26"/>
              </p:custDataLst>
            </p:nvPr>
          </p:nvSpPr>
          <p:spPr>
            <a:xfrm>
              <a:off x="3771" y="220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52" name="Rectangle 67"/>
            <p:cNvSpPr/>
            <p:nvPr>
              <p:custDataLst>
                <p:tags r:id="rId27"/>
              </p:custDataLst>
            </p:nvPr>
          </p:nvSpPr>
          <p:spPr>
            <a:xfrm>
              <a:off x="4073" y="220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53" name="Rectangle 68"/>
            <p:cNvSpPr/>
            <p:nvPr>
              <p:custDataLst>
                <p:tags r:id="rId28"/>
              </p:custDataLst>
            </p:nvPr>
          </p:nvSpPr>
          <p:spPr>
            <a:xfrm>
              <a:off x="4323" y="220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sp>
        <p:nvSpPr>
          <p:cNvPr id="232517" name="Rectangle 69"/>
          <p:cNvSpPr/>
          <p:nvPr>
            <p:custDataLst>
              <p:tags r:id="rId4"/>
            </p:custDataLst>
          </p:nvPr>
        </p:nvSpPr>
        <p:spPr>
          <a:xfrm>
            <a:off x="69215" y="6263958"/>
            <a:ext cx="7774305" cy="58801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与交换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的第一行(列)与第二行(列)所得结果相同。</a:t>
            </a:r>
          </a:p>
        </p:txBody>
      </p:sp>
      <p:sp>
        <p:nvSpPr>
          <p:cNvPr id="232518" name="Rectangle 70"/>
          <p:cNvSpPr/>
          <p:nvPr>
            <p:custDataLst>
              <p:tags r:id="rId5"/>
            </p:custDataLst>
          </p:nvPr>
        </p:nvSpPr>
        <p:spPr>
          <a:xfrm>
            <a:off x="1007428" y="5336858"/>
            <a:ext cx="1392555" cy="5511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 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(1,2) </a:t>
            </a: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 </a:t>
            </a:r>
          </a:p>
        </p:txBody>
      </p:sp>
      <p:grpSp>
        <p:nvGrpSpPr>
          <p:cNvPr id="21" name="Group 71"/>
          <p:cNvGrpSpPr/>
          <p:nvPr/>
        </p:nvGrpSpPr>
        <p:grpSpPr>
          <a:xfrm>
            <a:off x="2508568" y="4905058"/>
            <a:ext cx="1454150" cy="1373187"/>
            <a:chOff x="2499" y="1954"/>
            <a:chExt cx="916" cy="865"/>
          </a:xfrm>
        </p:grpSpPr>
        <p:sp>
          <p:nvSpPr>
            <p:cNvPr id="38941" name="AutoShape 72"/>
            <p:cNvSpPr/>
            <p:nvPr>
              <p:custDataLst>
                <p:tags r:id="rId16"/>
              </p:custDataLst>
            </p:nvPr>
          </p:nvSpPr>
          <p:spPr>
            <a:xfrm>
              <a:off x="2499" y="2042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42" name="Rectangle 73"/>
            <p:cNvSpPr/>
            <p:nvPr>
              <p:custDataLst>
                <p:tags r:id="rId17"/>
              </p:custDataLst>
            </p:nvPr>
          </p:nvSpPr>
          <p:spPr>
            <a:xfrm>
              <a:off x="2652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43" name="Rectangle 74"/>
            <p:cNvSpPr/>
            <p:nvPr>
              <p:custDataLst>
                <p:tags r:id="rId18"/>
              </p:custDataLst>
            </p:nvPr>
          </p:nvSpPr>
          <p:spPr>
            <a:xfrm>
              <a:off x="2954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44" name="Rectangle 75"/>
            <p:cNvSpPr/>
            <p:nvPr>
              <p:custDataLst>
                <p:tags r:id="rId19"/>
              </p:custDataLst>
            </p:nvPr>
          </p:nvSpPr>
          <p:spPr>
            <a:xfrm>
              <a:off x="3204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45" name="Rectangle 76"/>
            <p:cNvSpPr/>
            <p:nvPr>
              <p:custDataLst>
                <p:tags r:id="rId20"/>
              </p:custDataLst>
            </p:nvPr>
          </p:nvSpPr>
          <p:spPr>
            <a:xfrm>
              <a:off x="2652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46" name="Rectangle 77"/>
            <p:cNvSpPr/>
            <p:nvPr>
              <p:custDataLst>
                <p:tags r:id="rId21"/>
              </p:custDataLst>
            </p:nvPr>
          </p:nvSpPr>
          <p:spPr>
            <a:xfrm>
              <a:off x="2840" y="2232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47" name="Rectangle 78"/>
            <p:cNvSpPr/>
            <p:nvPr>
              <p:custDataLst>
                <p:tags r:id="rId22"/>
              </p:custDataLst>
            </p:nvPr>
          </p:nvSpPr>
          <p:spPr>
            <a:xfrm>
              <a:off x="3204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8948" name="Rectangle 79"/>
            <p:cNvSpPr/>
            <p:nvPr>
              <p:custDataLst>
                <p:tags r:id="rId23"/>
              </p:custDataLst>
            </p:nvPr>
          </p:nvSpPr>
          <p:spPr>
            <a:xfrm>
              <a:off x="2652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49" name="Rectangle 80"/>
            <p:cNvSpPr/>
            <p:nvPr>
              <p:custDataLst>
                <p:tags r:id="rId24"/>
              </p:custDataLst>
            </p:nvPr>
          </p:nvSpPr>
          <p:spPr>
            <a:xfrm>
              <a:off x="2954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50" name="Rectangle 81"/>
            <p:cNvSpPr/>
            <p:nvPr>
              <p:custDataLst>
                <p:tags r:id="rId25"/>
              </p:custDataLst>
            </p:nvPr>
          </p:nvSpPr>
          <p:spPr>
            <a:xfrm>
              <a:off x="3204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22" name="Group 82"/>
          <p:cNvGrpSpPr/>
          <p:nvPr/>
        </p:nvGrpSpPr>
        <p:grpSpPr>
          <a:xfrm>
            <a:off x="5575618" y="5044758"/>
            <a:ext cx="1687512" cy="1136650"/>
            <a:chOff x="3467" y="2869"/>
            <a:chExt cx="1063" cy="716"/>
          </a:xfrm>
        </p:grpSpPr>
        <p:sp>
          <p:nvSpPr>
            <p:cNvPr id="38939" name="Text Box 83"/>
            <p:cNvSpPr txBox="1"/>
            <p:nvPr>
              <p:custDataLst>
                <p:tags r:id="rId14"/>
              </p:custDataLst>
            </p:nvPr>
          </p:nvSpPr>
          <p:spPr>
            <a:xfrm>
              <a:off x="3467" y="3053"/>
              <a:ext cx="114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  <p:sp>
          <p:nvSpPr>
            <p:cNvPr id="38940" name="AutoShape 84"/>
            <p:cNvSpPr/>
            <p:nvPr>
              <p:custDataLst>
                <p:tags r:id="rId15"/>
              </p:custDataLst>
            </p:nvPr>
          </p:nvSpPr>
          <p:spPr>
            <a:xfrm>
              <a:off x="3614" y="2869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4" name="Group 85"/>
          <p:cNvGrpSpPr/>
          <p:nvPr/>
        </p:nvGrpSpPr>
        <p:grpSpPr>
          <a:xfrm>
            <a:off x="6928168" y="4905058"/>
            <a:ext cx="165100" cy="1373187"/>
            <a:chOff x="4319" y="2781"/>
            <a:chExt cx="104" cy="865"/>
          </a:xfrm>
        </p:grpSpPr>
        <p:sp>
          <p:nvSpPr>
            <p:cNvPr id="38936" name="Rectangle 86"/>
            <p:cNvSpPr/>
            <p:nvPr>
              <p:custDataLst>
                <p:tags r:id="rId11"/>
              </p:custDataLst>
            </p:nvPr>
          </p:nvSpPr>
          <p:spPr>
            <a:xfrm>
              <a:off x="4319" y="278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37" name="Rectangle 87"/>
            <p:cNvSpPr/>
            <p:nvPr>
              <p:custDataLst>
                <p:tags r:id="rId12"/>
              </p:custDataLst>
            </p:nvPr>
          </p:nvSpPr>
          <p:spPr>
            <a:xfrm>
              <a:off x="4319" y="306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8938" name="Rectangle 88"/>
            <p:cNvSpPr/>
            <p:nvPr>
              <p:custDataLst>
                <p:tags r:id="rId13"/>
              </p:custDataLst>
            </p:nvPr>
          </p:nvSpPr>
          <p:spPr>
            <a:xfrm>
              <a:off x="4319" y="334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25" name="Group 89"/>
          <p:cNvGrpSpPr/>
          <p:nvPr/>
        </p:nvGrpSpPr>
        <p:grpSpPr>
          <a:xfrm>
            <a:off x="6531293" y="4905058"/>
            <a:ext cx="165100" cy="1373187"/>
            <a:chOff x="4069" y="2781"/>
            <a:chExt cx="104" cy="865"/>
          </a:xfrm>
        </p:grpSpPr>
        <p:sp>
          <p:nvSpPr>
            <p:cNvPr id="38933" name="Rectangle 90"/>
            <p:cNvSpPr/>
            <p:nvPr>
              <p:custDataLst>
                <p:tags r:id="rId8"/>
              </p:custDataLst>
            </p:nvPr>
          </p:nvSpPr>
          <p:spPr>
            <a:xfrm>
              <a:off x="4069" y="278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34" name="Rectangle 91"/>
            <p:cNvSpPr/>
            <p:nvPr>
              <p:custDataLst>
                <p:tags r:id="rId9"/>
              </p:custDataLst>
            </p:nvPr>
          </p:nvSpPr>
          <p:spPr>
            <a:xfrm>
              <a:off x="4069" y="306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35" name="Rectangle 92"/>
            <p:cNvSpPr/>
            <p:nvPr>
              <p:custDataLst>
                <p:tags r:id="rId10"/>
              </p:custDataLst>
            </p:nvPr>
          </p:nvSpPr>
          <p:spPr>
            <a:xfrm>
              <a:off x="4069" y="334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32541" name="Text Box 93"/>
          <p:cNvSpPr txBox="1"/>
          <p:nvPr>
            <p:custDataLst>
              <p:tags r:id="rId6"/>
            </p:custDataLst>
          </p:nvPr>
        </p:nvSpPr>
        <p:spPr>
          <a:xfrm>
            <a:off x="7375843" y="3971608"/>
            <a:ext cx="330200" cy="5476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232542" name="Text Box 94"/>
          <p:cNvSpPr txBox="1"/>
          <p:nvPr>
            <p:custDataLst>
              <p:tags r:id="rId7"/>
            </p:custDataLst>
          </p:nvPr>
        </p:nvSpPr>
        <p:spPr>
          <a:xfrm>
            <a:off x="7375843" y="5336858"/>
            <a:ext cx="330200" cy="5476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336665" y="599186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2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2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2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32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2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69" grpId="0" build="p"/>
      <p:bldP spid="232483" grpId="0" build="p"/>
      <p:bldP spid="232517" grpId="0" build="p"/>
      <p:bldP spid="232518" grpId="0" build="p"/>
      <p:bldP spid="232541" grpId="0" build="p" advAuto="1000"/>
      <p:bldP spid="232542" grpId="0" build="p" advAuto="100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895" y="673100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定理</a:t>
            </a:r>
          </a:p>
        </p:txBody>
      </p:sp>
      <p:sp>
        <p:nvSpPr>
          <p:cNvPr id="232469" name="Text Box 21"/>
          <p:cNvSpPr txBox="1"/>
          <p:nvPr>
            <p:custDataLst>
              <p:tags r:id="rId2"/>
            </p:custDataLst>
          </p:nvPr>
        </p:nvSpPr>
        <p:spPr>
          <a:xfrm>
            <a:off x="300355" y="718820"/>
            <a:ext cx="8686800" cy="2066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</a:t>
            </a: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2.2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是一个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矩阵。 对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施行一次初等行变换相当于在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的左边乘以相应的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阶初等矩阵；对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施行一次初等列变换相当于在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的右边乘以相应的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阶初等矩阵。</a:t>
            </a:r>
          </a:p>
        </p:txBody>
      </p:sp>
      <p:grpSp>
        <p:nvGrpSpPr>
          <p:cNvPr id="15" name="Group 22"/>
          <p:cNvGrpSpPr/>
          <p:nvPr/>
        </p:nvGrpSpPr>
        <p:grpSpPr>
          <a:xfrm>
            <a:off x="251142" y="2139633"/>
            <a:ext cx="4827588" cy="1373187"/>
            <a:chOff x="113" y="1039"/>
            <a:chExt cx="3041" cy="865"/>
          </a:xfrm>
        </p:grpSpPr>
        <p:sp>
          <p:nvSpPr>
            <p:cNvPr id="38979" name="Text Box 23"/>
            <p:cNvSpPr txBox="1"/>
            <p:nvPr>
              <p:custDataLst>
                <p:tags r:id="rId70"/>
              </p:custDataLst>
            </p:nvPr>
          </p:nvSpPr>
          <p:spPr>
            <a:xfrm>
              <a:off x="113" y="1322"/>
              <a:ext cx="1314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</a:t>
              </a:r>
              <a:r>
                <a:rPr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例如，设</a:t>
              </a:r>
              <a:endPara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0" name="AutoShape 24"/>
            <p:cNvSpPr/>
            <p:nvPr>
              <p:custDataLst>
                <p:tags r:id="rId71"/>
              </p:custDataLst>
            </p:nvPr>
          </p:nvSpPr>
          <p:spPr>
            <a:xfrm>
              <a:off x="1722" y="1127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1" name="Rectangle 25"/>
            <p:cNvSpPr/>
            <p:nvPr>
              <p:custDataLst>
                <p:tags r:id="rId72"/>
              </p:custDataLst>
            </p:nvPr>
          </p:nvSpPr>
          <p:spPr>
            <a:xfrm>
              <a:off x="1875" y="103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2" name="Rectangle 26"/>
            <p:cNvSpPr/>
            <p:nvPr>
              <p:custDataLst>
                <p:tags r:id="rId73"/>
              </p:custDataLst>
            </p:nvPr>
          </p:nvSpPr>
          <p:spPr>
            <a:xfrm>
              <a:off x="2177" y="103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3" name="Rectangle 27"/>
            <p:cNvSpPr/>
            <p:nvPr>
              <p:custDataLst>
                <p:tags r:id="rId74"/>
              </p:custDataLst>
            </p:nvPr>
          </p:nvSpPr>
          <p:spPr>
            <a:xfrm>
              <a:off x="2427" y="103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84" name="Rectangle 28"/>
            <p:cNvSpPr/>
            <p:nvPr>
              <p:custDataLst>
                <p:tags r:id="rId75"/>
              </p:custDataLst>
            </p:nvPr>
          </p:nvSpPr>
          <p:spPr>
            <a:xfrm>
              <a:off x="1875" y="1322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5" name="Rectangle 29"/>
            <p:cNvSpPr/>
            <p:nvPr>
              <p:custDataLst>
                <p:tags r:id="rId76"/>
              </p:custDataLst>
            </p:nvPr>
          </p:nvSpPr>
          <p:spPr>
            <a:xfrm>
              <a:off x="2063" y="1317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6" name="Rectangle 30"/>
            <p:cNvSpPr/>
            <p:nvPr>
              <p:custDataLst>
                <p:tags r:id="rId77"/>
              </p:custDataLst>
            </p:nvPr>
          </p:nvSpPr>
          <p:spPr>
            <a:xfrm>
              <a:off x="2427" y="1322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8987" name="Rectangle 31"/>
            <p:cNvSpPr/>
            <p:nvPr>
              <p:custDataLst>
                <p:tags r:id="rId78"/>
              </p:custDataLst>
            </p:nvPr>
          </p:nvSpPr>
          <p:spPr>
            <a:xfrm>
              <a:off x="1875" y="160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8" name="Rectangle 32"/>
            <p:cNvSpPr/>
            <p:nvPr>
              <p:custDataLst>
                <p:tags r:id="rId79"/>
              </p:custDataLst>
            </p:nvPr>
          </p:nvSpPr>
          <p:spPr>
            <a:xfrm>
              <a:off x="2177" y="160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8989" name="Rectangle 33"/>
            <p:cNvSpPr/>
            <p:nvPr>
              <p:custDataLst>
                <p:tags r:id="rId80"/>
              </p:custDataLst>
            </p:nvPr>
          </p:nvSpPr>
          <p:spPr>
            <a:xfrm>
              <a:off x="2427" y="160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90" name="Text Box 34"/>
            <p:cNvSpPr txBox="1"/>
            <p:nvPr>
              <p:custDataLst>
                <p:tags r:id="rId81"/>
              </p:custDataLst>
            </p:nvPr>
          </p:nvSpPr>
          <p:spPr>
            <a:xfrm>
              <a:off x="1419" y="1322"/>
              <a:ext cx="1735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                    </a:t>
              </a:r>
              <a:r>
                <a:rPr lang="zh-CN" altLang="en-US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，</a:t>
              </a:r>
              <a:r>
                <a:rPr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有</a:t>
              </a:r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5857875" y="4912995"/>
            <a:ext cx="346075" cy="1373188"/>
            <a:chOff x="3690" y="2781"/>
            <a:chExt cx="218" cy="865"/>
          </a:xfrm>
        </p:grpSpPr>
        <p:sp>
          <p:nvSpPr>
            <p:cNvPr id="40028" name="Rectangle 3"/>
            <p:cNvSpPr/>
            <p:nvPr>
              <p:custDataLst>
                <p:tags r:id="rId67"/>
              </p:custDataLst>
            </p:nvPr>
          </p:nvSpPr>
          <p:spPr>
            <a:xfrm>
              <a:off x="3804" y="278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29" name="Rectangle 4"/>
            <p:cNvSpPr/>
            <p:nvPr>
              <p:custDataLst>
                <p:tags r:id="rId68"/>
              </p:custDataLst>
            </p:nvPr>
          </p:nvSpPr>
          <p:spPr>
            <a:xfrm>
              <a:off x="3690" y="3064"/>
              <a:ext cx="20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30" name="Rectangle 5"/>
            <p:cNvSpPr/>
            <p:nvPr>
              <p:custDataLst>
                <p:tags r:id="rId69"/>
              </p:custDataLst>
            </p:nvPr>
          </p:nvSpPr>
          <p:spPr>
            <a:xfrm>
              <a:off x="3804" y="334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6"/>
          <p:cNvGrpSpPr/>
          <p:nvPr/>
        </p:nvGrpSpPr>
        <p:grpSpPr>
          <a:xfrm>
            <a:off x="3967163" y="4912995"/>
            <a:ext cx="1454150" cy="1373188"/>
            <a:chOff x="3745" y="1954"/>
            <a:chExt cx="916" cy="865"/>
          </a:xfrm>
        </p:grpSpPr>
        <p:sp>
          <p:nvSpPr>
            <p:cNvPr id="40018" name="Rectangle 7"/>
            <p:cNvSpPr/>
            <p:nvPr>
              <p:custDataLst>
                <p:tags r:id="rId57"/>
              </p:custDataLst>
            </p:nvPr>
          </p:nvSpPr>
          <p:spPr>
            <a:xfrm>
              <a:off x="3896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19" name="Rectangle 8"/>
            <p:cNvSpPr/>
            <p:nvPr>
              <p:custDataLst>
                <p:tags r:id="rId58"/>
              </p:custDataLst>
            </p:nvPr>
          </p:nvSpPr>
          <p:spPr>
            <a:xfrm>
              <a:off x="4172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20" name="Rectangle 9"/>
            <p:cNvSpPr/>
            <p:nvPr>
              <p:custDataLst>
                <p:tags r:id="rId59"/>
              </p:custDataLst>
            </p:nvPr>
          </p:nvSpPr>
          <p:spPr>
            <a:xfrm>
              <a:off x="4448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40021" name="Rectangle 10"/>
            <p:cNvSpPr/>
            <p:nvPr>
              <p:custDataLst>
                <p:tags r:id="rId60"/>
              </p:custDataLst>
            </p:nvPr>
          </p:nvSpPr>
          <p:spPr>
            <a:xfrm>
              <a:off x="3896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22" name="Rectangle 11"/>
            <p:cNvSpPr/>
            <p:nvPr>
              <p:custDataLst>
                <p:tags r:id="rId61"/>
              </p:custDataLst>
            </p:nvPr>
          </p:nvSpPr>
          <p:spPr>
            <a:xfrm>
              <a:off x="4172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23" name="Rectangle 12"/>
            <p:cNvSpPr/>
            <p:nvPr>
              <p:custDataLst>
                <p:tags r:id="rId62"/>
              </p:custDataLst>
            </p:nvPr>
          </p:nvSpPr>
          <p:spPr>
            <a:xfrm>
              <a:off x="4448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40024" name="Rectangle 13"/>
            <p:cNvSpPr/>
            <p:nvPr>
              <p:custDataLst>
                <p:tags r:id="rId63"/>
              </p:custDataLst>
            </p:nvPr>
          </p:nvSpPr>
          <p:spPr>
            <a:xfrm>
              <a:off x="3896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25" name="Rectangle 14"/>
            <p:cNvSpPr/>
            <p:nvPr>
              <p:custDataLst>
                <p:tags r:id="rId64"/>
              </p:custDataLst>
            </p:nvPr>
          </p:nvSpPr>
          <p:spPr>
            <a:xfrm>
              <a:off x="4172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26" name="Rectangle 15"/>
            <p:cNvSpPr/>
            <p:nvPr>
              <p:custDataLst>
                <p:tags r:id="rId65"/>
              </p:custDataLst>
            </p:nvPr>
          </p:nvSpPr>
          <p:spPr>
            <a:xfrm>
              <a:off x="4448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0027" name="AutoShape 16"/>
            <p:cNvSpPr/>
            <p:nvPr>
              <p:custDataLst>
                <p:tags r:id="rId66"/>
              </p:custDataLst>
            </p:nvPr>
          </p:nvSpPr>
          <p:spPr>
            <a:xfrm>
              <a:off x="3745" y="2042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17"/>
          <p:cNvGrpSpPr/>
          <p:nvPr/>
        </p:nvGrpSpPr>
        <p:grpSpPr>
          <a:xfrm>
            <a:off x="5986463" y="3555683"/>
            <a:ext cx="1041400" cy="476250"/>
            <a:chOff x="3771" y="1926"/>
            <a:chExt cx="656" cy="300"/>
          </a:xfrm>
        </p:grpSpPr>
        <p:sp>
          <p:nvSpPr>
            <p:cNvPr id="40015" name="Rectangle 18"/>
            <p:cNvSpPr/>
            <p:nvPr>
              <p:custDataLst>
                <p:tags r:id="rId54"/>
              </p:custDataLst>
            </p:nvPr>
          </p:nvSpPr>
          <p:spPr>
            <a:xfrm>
              <a:off x="3771" y="19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16" name="Rectangle 19"/>
            <p:cNvSpPr/>
            <p:nvPr>
              <p:custDataLst>
                <p:tags r:id="rId55"/>
              </p:custDataLst>
            </p:nvPr>
          </p:nvSpPr>
          <p:spPr>
            <a:xfrm>
              <a:off x="3959" y="1926"/>
              <a:ext cx="20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2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17" name="Rectangle 20"/>
            <p:cNvSpPr/>
            <p:nvPr>
              <p:custDataLst>
                <p:tags r:id="rId56"/>
              </p:custDataLst>
            </p:nvPr>
          </p:nvSpPr>
          <p:spPr>
            <a:xfrm>
              <a:off x="4323" y="192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3</a:t>
              </a:r>
            </a:p>
          </p:txBody>
        </p:sp>
      </p:grpSp>
      <p:sp>
        <p:nvSpPr>
          <p:cNvPr id="233494" name="Rectangle 22"/>
          <p:cNvSpPr/>
          <p:nvPr>
            <p:custDataLst>
              <p:tags r:id="rId3"/>
            </p:custDataLst>
          </p:nvPr>
        </p:nvSpPr>
        <p:spPr>
          <a:xfrm>
            <a:off x="633730" y="3979545"/>
            <a:ext cx="1694815" cy="5511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(3,1(2))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 </a:t>
            </a:r>
          </a:p>
        </p:txBody>
      </p:sp>
      <p:grpSp>
        <p:nvGrpSpPr>
          <p:cNvPr id="5" name="Group 23"/>
          <p:cNvGrpSpPr/>
          <p:nvPr/>
        </p:nvGrpSpPr>
        <p:grpSpPr>
          <a:xfrm>
            <a:off x="3967163" y="3547745"/>
            <a:ext cx="1454150" cy="1373188"/>
            <a:chOff x="2499" y="1954"/>
            <a:chExt cx="916" cy="865"/>
          </a:xfrm>
        </p:grpSpPr>
        <p:sp>
          <p:nvSpPr>
            <p:cNvPr id="40005" name="AutoShape 24"/>
            <p:cNvSpPr/>
            <p:nvPr>
              <p:custDataLst>
                <p:tags r:id="rId44"/>
              </p:custDataLst>
            </p:nvPr>
          </p:nvSpPr>
          <p:spPr>
            <a:xfrm>
              <a:off x="2499" y="2042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06" name="Rectangle 25"/>
            <p:cNvSpPr/>
            <p:nvPr>
              <p:custDataLst>
                <p:tags r:id="rId45"/>
              </p:custDataLst>
            </p:nvPr>
          </p:nvSpPr>
          <p:spPr>
            <a:xfrm>
              <a:off x="2652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07" name="Rectangle 26"/>
            <p:cNvSpPr/>
            <p:nvPr>
              <p:custDataLst>
                <p:tags r:id="rId46"/>
              </p:custDataLst>
            </p:nvPr>
          </p:nvSpPr>
          <p:spPr>
            <a:xfrm>
              <a:off x="2954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08" name="Rectangle 27"/>
            <p:cNvSpPr/>
            <p:nvPr>
              <p:custDataLst>
                <p:tags r:id="rId47"/>
              </p:custDataLst>
            </p:nvPr>
          </p:nvSpPr>
          <p:spPr>
            <a:xfrm>
              <a:off x="3204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0009" name="Rectangle 28"/>
            <p:cNvSpPr/>
            <p:nvPr>
              <p:custDataLst>
                <p:tags r:id="rId48"/>
              </p:custDataLst>
            </p:nvPr>
          </p:nvSpPr>
          <p:spPr>
            <a:xfrm>
              <a:off x="2652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10" name="Rectangle 29"/>
            <p:cNvSpPr/>
            <p:nvPr>
              <p:custDataLst>
                <p:tags r:id="rId49"/>
              </p:custDataLst>
            </p:nvPr>
          </p:nvSpPr>
          <p:spPr>
            <a:xfrm>
              <a:off x="2840" y="2232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11" name="Rectangle 30"/>
            <p:cNvSpPr/>
            <p:nvPr>
              <p:custDataLst>
                <p:tags r:id="rId50"/>
              </p:custDataLst>
            </p:nvPr>
          </p:nvSpPr>
          <p:spPr>
            <a:xfrm>
              <a:off x="3204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40012" name="Rectangle 31"/>
            <p:cNvSpPr/>
            <p:nvPr>
              <p:custDataLst>
                <p:tags r:id="rId51"/>
              </p:custDataLst>
            </p:nvPr>
          </p:nvSpPr>
          <p:spPr>
            <a:xfrm>
              <a:off x="2652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13" name="Rectangle 32"/>
            <p:cNvSpPr/>
            <p:nvPr>
              <p:custDataLst>
                <p:tags r:id="rId52"/>
              </p:custDataLst>
            </p:nvPr>
          </p:nvSpPr>
          <p:spPr>
            <a:xfrm>
              <a:off x="2954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14" name="Rectangle 33"/>
            <p:cNvSpPr/>
            <p:nvPr>
              <p:custDataLst>
                <p:tags r:id="rId53"/>
              </p:custDataLst>
            </p:nvPr>
          </p:nvSpPr>
          <p:spPr>
            <a:xfrm>
              <a:off x="3204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6" name="Group 34"/>
          <p:cNvGrpSpPr/>
          <p:nvPr/>
        </p:nvGrpSpPr>
        <p:grpSpPr>
          <a:xfrm>
            <a:off x="2436813" y="3547745"/>
            <a:ext cx="1454150" cy="1373188"/>
            <a:chOff x="3745" y="1954"/>
            <a:chExt cx="916" cy="865"/>
          </a:xfrm>
        </p:grpSpPr>
        <p:sp>
          <p:nvSpPr>
            <p:cNvPr id="39995" name="Rectangle 35"/>
            <p:cNvSpPr/>
            <p:nvPr>
              <p:custDataLst>
                <p:tags r:id="rId34"/>
              </p:custDataLst>
            </p:nvPr>
          </p:nvSpPr>
          <p:spPr>
            <a:xfrm>
              <a:off x="3896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96" name="Rectangle 36"/>
            <p:cNvSpPr/>
            <p:nvPr>
              <p:custDataLst>
                <p:tags r:id="rId35"/>
              </p:custDataLst>
            </p:nvPr>
          </p:nvSpPr>
          <p:spPr>
            <a:xfrm>
              <a:off x="4172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97" name="Rectangle 37"/>
            <p:cNvSpPr/>
            <p:nvPr>
              <p:custDataLst>
                <p:tags r:id="rId36"/>
              </p:custDataLst>
            </p:nvPr>
          </p:nvSpPr>
          <p:spPr>
            <a:xfrm>
              <a:off x="4448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9998" name="Rectangle 38"/>
            <p:cNvSpPr/>
            <p:nvPr>
              <p:custDataLst>
                <p:tags r:id="rId37"/>
              </p:custDataLst>
            </p:nvPr>
          </p:nvSpPr>
          <p:spPr>
            <a:xfrm>
              <a:off x="3896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99" name="Rectangle 39"/>
            <p:cNvSpPr/>
            <p:nvPr>
              <p:custDataLst>
                <p:tags r:id="rId38"/>
              </p:custDataLst>
            </p:nvPr>
          </p:nvSpPr>
          <p:spPr>
            <a:xfrm>
              <a:off x="4172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00" name="Rectangle 40"/>
            <p:cNvSpPr/>
            <p:nvPr>
              <p:custDataLst>
                <p:tags r:id="rId39"/>
              </p:custDataLst>
            </p:nvPr>
          </p:nvSpPr>
          <p:spPr>
            <a:xfrm>
              <a:off x="4448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40001" name="Rectangle 41"/>
            <p:cNvSpPr/>
            <p:nvPr>
              <p:custDataLst>
                <p:tags r:id="rId40"/>
              </p:custDataLst>
            </p:nvPr>
          </p:nvSpPr>
          <p:spPr>
            <a:xfrm>
              <a:off x="3896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02" name="Rectangle 42"/>
            <p:cNvSpPr/>
            <p:nvPr>
              <p:custDataLst>
                <p:tags r:id="rId41"/>
              </p:custDataLst>
            </p:nvPr>
          </p:nvSpPr>
          <p:spPr>
            <a:xfrm>
              <a:off x="4172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03" name="Rectangle 43"/>
            <p:cNvSpPr/>
            <p:nvPr>
              <p:custDataLst>
                <p:tags r:id="rId42"/>
              </p:custDataLst>
            </p:nvPr>
          </p:nvSpPr>
          <p:spPr>
            <a:xfrm>
              <a:off x="4448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0004" name="AutoShape 44"/>
            <p:cNvSpPr/>
            <p:nvPr>
              <p:custDataLst>
                <p:tags r:id="rId43"/>
              </p:custDataLst>
            </p:nvPr>
          </p:nvSpPr>
          <p:spPr>
            <a:xfrm>
              <a:off x="3745" y="2042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Group 45"/>
          <p:cNvGrpSpPr/>
          <p:nvPr/>
        </p:nvGrpSpPr>
        <p:grpSpPr>
          <a:xfrm>
            <a:off x="5503863" y="3687445"/>
            <a:ext cx="1693862" cy="1136650"/>
            <a:chOff x="3467" y="2009"/>
            <a:chExt cx="1067" cy="716"/>
          </a:xfrm>
        </p:grpSpPr>
        <p:sp>
          <p:nvSpPr>
            <p:cNvPr id="39993" name="Text Box 46"/>
            <p:cNvSpPr txBox="1"/>
            <p:nvPr>
              <p:custDataLst>
                <p:tags r:id="rId32"/>
              </p:custDataLst>
            </p:nvPr>
          </p:nvSpPr>
          <p:spPr>
            <a:xfrm>
              <a:off x="3467" y="2193"/>
              <a:ext cx="114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  <p:sp>
          <p:nvSpPr>
            <p:cNvPr id="39994" name="AutoShape 47"/>
            <p:cNvSpPr/>
            <p:nvPr>
              <p:custDataLst>
                <p:tags r:id="rId33"/>
              </p:custDataLst>
            </p:nvPr>
          </p:nvSpPr>
          <p:spPr>
            <a:xfrm>
              <a:off x="3618" y="2009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8" name="Group 48"/>
          <p:cNvGrpSpPr/>
          <p:nvPr/>
        </p:nvGrpSpPr>
        <p:grpSpPr>
          <a:xfrm>
            <a:off x="5986463" y="4444683"/>
            <a:ext cx="1041400" cy="476250"/>
            <a:chOff x="3771" y="2486"/>
            <a:chExt cx="656" cy="300"/>
          </a:xfrm>
        </p:grpSpPr>
        <p:sp>
          <p:nvSpPr>
            <p:cNvPr id="39990" name="Rectangle 49"/>
            <p:cNvSpPr/>
            <p:nvPr>
              <p:custDataLst>
                <p:tags r:id="rId29"/>
              </p:custDataLst>
            </p:nvPr>
          </p:nvSpPr>
          <p:spPr>
            <a:xfrm>
              <a:off x="3771" y="248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91" name="Rectangle 50"/>
            <p:cNvSpPr/>
            <p:nvPr>
              <p:custDataLst>
                <p:tags r:id="rId30"/>
              </p:custDataLst>
            </p:nvPr>
          </p:nvSpPr>
          <p:spPr>
            <a:xfrm>
              <a:off x="4073" y="248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92" name="Rectangle 51"/>
            <p:cNvSpPr/>
            <p:nvPr>
              <p:custDataLst>
                <p:tags r:id="rId31"/>
              </p:custDataLst>
            </p:nvPr>
          </p:nvSpPr>
          <p:spPr>
            <a:xfrm>
              <a:off x="4323" y="248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9" name="Group 52"/>
          <p:cNvGrpSpPr/>
          <p:nvPr/>
        </p:nvGrpSpPr>
        <p:grpSpPr>
          <a:xfrm>
            <a:off x="5986463" y="3992245"/>
            <a:ext cx="1041400" cy="477838"/>
            <a:chOff x="3771" y="2201"/>
            <a:chExt cx="656" cy="301"/>
          </a:xfrm>
        </p:grpSpPr>
        <p:sp>
          <p:nvSpPr>
            <p:cNvPr id="39987" name="Rectangle 53"/>
            <p:cNvSpPr/>
            <p:nvPr>
              <p:custDataLst>
                <p:tags r:id="rId26"/>
              </p:custDataLst>
            </p:nvPr>
          </p:nvSpPr>
          <p:spPr>
            <a:xfrm>
              <a:off x="3771" y="2202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88" name="Rectangle 54"/>
            <p:cNvSpPr/>
            <p:nvPr>
              <p:custDataLst>
                <p:tags r:id="rId27"/>
              </p:custDataLst>
            </p:nvPr>
          </p:nvSpPr>
          <p:spPr>
            <a:xfrm>
              <a:off x="3959" y="2201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89" name="Rectangle 55"/>
            <p:cNvSpPr/>
            <p:nvPr>
              <p:custDataLst>
                <p:tags r:id="rId28"/>
              </p:custDataLst>
            </p:nvPr>
          </p:nvSpPr>
          <p:spPr>
            <a:xfrm>
              <a:off x="4323" y="2202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</p:grpSp>
      <p:sp>
        <p:nvSpPr>
          <p:cNvPr id="233528" name="Rectangle 56"/>
          <p:cNvSpPr/>
          <p:nvPr>
            <p:custDataLst>
              <p:tags r:id="rId4"/>
            </p:custDataLst>
          </p:nvPr>
        </p:nvSpPr>
        <p:spPr>
          <a:xfrm>
            <a:off x="624523" y="5344795"/>
            <a:ext cx="1630680" cy="55118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(3,1(2))</a:t>
            </a: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 </a:t>
            </a:r>
          </a:p>
        </p:txBody>
      </p:sp>
      <p:grpSp>
        <p:nvGrpSpPr>
          <p:cNvPr id="10" name="Group 57"/>
          <p:cNvGrpSpPr/>
          <p:nvPr/>
        </p:nvGrpSpPr>
        <p:grpSpPr>
          <a:xfrm>
            <a:off x="2436813" y="4912995"/>
            <a:ext cx="1454150" cy="1373188"/>
            <a:chOff x="2499" y="1954"/>
            <a:chExt cx="916" cy="865"/>
          </a:xfrm>
        </p:grpSpPr>
        <p:sp>
          <p:nvSpPr>
            <p:cNvPr id="39977" name="AutoShape 58"/>
            <p:cNvSpPr/>
            <p:nvPr>
              <p:custDataLst>
                <p:tags r:id="rId16"/>
              </p:custDataLst>
            </p:nvPr>
          </p:nvSpPr>
          <p:spPr>
            <a:xfrm>
              <a:off x="2499" y="2042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78" name="Rectangle 59"/>
            <p:cNvSpPr/>
            <p:nvPr>
              <p:custDataLst>
                <p:tags r:id="rId17"/>
              </p:custDataLst>
            </p:nvPr>
          </p:nvSpPr>
          <p:spPr>
            <a:xfrm>
              <a:off x="2652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79" name="Rectangle 60"/>
            <p:cNvSpPr/>
            <p:nvPr>
              <p:custDataLst>
                <p:tags r:id="rId18"/>
              </p:custDataLst>
            </p:nvPr>
          </p:nvSpPr>
          <p:spPr>
            <a:xfrm>
              <a:off x="2954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80" name="Rectangle 61"/>
            <p:cNvSpPr/>
            <p:nvPr>
              <p:custDataLst>
                <p:tags r:id="rId19"/>
              </p:custDataLst>
            </p:nvPr>
          </p:nvSpPr>
          <p:spPr>
            <a:xfrm>
              <a:off x="3204" y="195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9981" name="Rectangle 62"/>
            <p:cNvSpPr/>
            <p:nvPr>
              <p:custDataLst>
                <p:tags r:id="rId20"/>
              </p:custDataLst>
            </p:nvPr>
          </p:nvSpPr>
          <p:spPr>
            <a:xfrm>
              <a:off x="2652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82" name="Rectangle 63"/>
            <p:cNvSpPr/>
            <p:nvPr>
              <p:custDataLst>
                <p:tags r:id="rId21"/>
              </p:custDataLst>
            </p:nvPr>
          </p:nvSpPr>
          <p:spPr>
            <a:xfrm>
              <a:off x="2840" y="2232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83" name="Rectangle 64"/>
            <p:cNvSpPr/>
            <p:nvPr>
              <p:custDataLst>
                <p:tags r:id="rId22"/>
              </p:custDataLst>
            </p:nvPr>
          </p:nvSpPr>
          <p:spPr>
            <a:xfrm>
              <a:off x="3204" y="2237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39984" name="Rectangle 65"/>
            <p:cNvSpPr/>
            <p:nvPr>
              <p:custDataLst>
                <p:tags r:id="rId23"/>
              </p:custDataLst>
            </p:nvPr>
          </p:nvSpPr>
          <p:spPr>
            <a:xfrm>
              <a:off x="2652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85" name="Rectangle 66"/>
            <p:cNvSpPr/>
            <p:nvPr>
              <p:custDataLst>
                <p:tags r:id="rId24"/>
              </p:custDataLst>
            </p:nvPr>
          </p:nvSpPr>
          <p:spPr>
            <a:xfrm>
              <a:off x="2954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86" name="Rectangle 67"/>
            <p:cNvSpPr/>
            <p:nvPr>
              <p:custDataLst>
                <p:tags r:id="rId25"/>
              </p:custDataLst>
            </p:nvPr>
          </p:nvSpPr>
          <p:spPr>
            <a:xfrm>
              <a:off x="3204" y="2519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11" name="Group 68"/>
          <p:cNvGrpSpPr/>
          <p:nvPr/>
        </p:nvGrpSpPr>
        <p:grpSpPr>
          <a:xfrm>
            <a:off x="5503863" y="5052695"/>
            <a:ext cx="1687512" cy="1136650"/>
            <a:chOff x="3467" y="2869"/>
            <a:chExt cx="1063" cy="716"/>
          </a:xfrm>
        </p:grpSpPr>
        <p:sp>
          <p:nvSpPr>
            <p:cNvPr id="39975" name="Text Box 69"/>
            <p:cNvSpPr txBox="1"/>
            <p:nvPr>
              <p:custDataLst>
                <p:tags r:id="rId14"/>
              </p:custDataLst>
            </p:nvPr>
          </p:nvSpPr>
          <p:spPr>
            <a:xfrm>
              <a:off x="3467" y="3053"/>
              <a:ext cx="114" cy="3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</a:t>
              </a:r>
            </a:p>
          </p:txBody>
        </p:sp>
        <p:sp>
          <p:nvSpPr>
            <p:cNvPr id="39976" name="AutoShape 70"/>
            <p:cNvSpPr/>
            <p:nvPr>
              <p:custDataLst>
                <p:tags r:id="rId15"/>
              </p:custDataLst>
            </p:nvPr>
          </p:nvSpPr>
          <p:spPr>
            <a:xfrm>
              <a:off x="3614" y="2869"/>
              <a:ext cx="916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6" name="Group 71"/>
          <p:cNvGrpSpPr/>
          <p:nvPr/>
        </p:nvGrpSpPr>
        <p:grpSpPr>
          <a:xfrm>
            <a:off x="6856413" y="4912995"/>
            <a:ext cx="165100" cy="1373188"/>
            <a:chOff x="4319" y="2781"/>
            <a:chExt cx="104" cy="865"/>
          </a:xfrm>
        </p:grpSpPr>
        <p:sp>
          <p:nvSpPr>
            <p:cNvPr id="39972" name="Rectangle 72"/>
            <p:cNvSpPr/>
            <p:nvPr>
              <p:custDataLst>
                <p:tags r:id="rId11"/>
              </p:custDataLst>
            </p:nvPr>
          </p:nvSpPr>
          <p:spPr>
            <a:xfrm>
              <a:off x="4319" y="278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39973" name="Rectangle 73"/>
            <p:cNvSpPr/>
            <p:nvPr>
              <p:custDataLst>
                <p:tags r:id="rId12"/>
              </p:custDataLst>
            </p:nvPr>
          </p:nvSpPr>
          <p:spPr>
            <a:xfrm>
              <a:off x="4319" y="3064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39974" name="Rectangle 74"/>
            <p:cNvSpPr/>
            <p:nvPr>
              <p:custDataLst>
                <p:tags r:id="rId13"/>
              </p:custDataLst>
            </p:nvPr>
          </p:nvSpPr>
          <p:spPr>
            <a:xfrm>
              <a:off x="4319" y="334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27" name="Group 75"/>
          <p:cNvGrpSpPr/>
          <p:nvPr/>
        </p:nvGrpSpPr>
        <p:grpSpPr>
          <a:xfrm>
            <a:off x="6284913" y="4912995"/>
            <a:ext cx="346075" cy="1373188"/>
            <a:chOff x="3959" y="2781"/>
            <a:chExt cx="218" cy="865"/>
          </a:xfrm>
        </p:grpSpPr>
        <p:sp>
          <p:nvSpPr>
            <p:cNvPr id="39969" name="Rectangle 76"/>
            <p:cNvSpPr/>
            <p:nvPr>
              <p:custDataLst>
                <p:tags r:id="rId8"/>
              </p:custDataLst>
            </p:nvPr>
          </p:nvSpPr>
          <p:spPr>
            <a:xfrm>
              <a:off x="4069" y="2781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70" name="Rectangle 77"/>
            <p:cNvSpPr/>
            <p:nvPr>
              <p:custDataLst>
                <p:tags r:id="rId9"/>
              </p:custDataLst>
            </p:nvPr>
          </p:nvSpPr>
          <p:spPr>
            <a:xfrm>
              <a:off x="3959" y="3059"/>
              <a:ext cx="218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-</a:t>
              </a: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9971" name="Rectangle 78"/>
            <p:cNvSpPr/>
            <p:nvPr>
              <p:custDataLst>
                <p:tags r:id="rId10"/>
              </p:custDataLst>
            </p:nvPr>
          </p:nvSpPr>
          <p:spPr>
            <a:xfrm>
              <a:off x="4069" y="3346"/>
              <a:ext cx="10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33551" name="Text Box 79"/>
          <p:cNvSpPr txBox="1"/>
          <p:nvPr>
            <p:custDataLst>
              <p:tags r:id="rId5"/>
            </p:custDataLst>
          </p:nvPr>
        </p:nvSpPr>
        <p:spPr>
          <a:xfrm>
            <a:off x="7304088" y="3979545"/>
            <a:ext cx="330200" cy="5476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233552" name="Text Box 80"/>
          <p:cNvSpPr txBox="1"/>
          <p:nvPr>
            <p:custDataLst>
              <p:tags r:id="rId6"/>
            </p:custDataLst>
          </p:nvPr>
        </p:nvSpPr>
        <p:spPr>
          <a:xfrm>
            <a:off x="7304088" y="5344795"/>
            <a:ext cx="330200" cy="5476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33553" name="Text Box 81"/>
          <p:cNvSpPr txBox="1"/>
          <p:nvPr>
            <p:custDataLst>
              <p:tags r:id="rId7"/>
            </p:custDataLst>
          </p:nvPr>
        </p:nvSpPr>
        <p:spPr>
          <a:xfrm>
            <a:off x="20479" y="6263958"/>
            <a:ext cx="6294755" cy="58801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请与对矩阵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进行行列变换结果相对照。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3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33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3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33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94" grpId="0" build="p"/>
      <p:bldP spid="233528" grpId="0" build="p"/>
      <p:bldP spid="233551" grpId="0" build="p" advAuto="1000"/>
      <p:bldP spid="233552" grpId="0" build="p" advAuto="1000"/>
      <p:bldP spid="23355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253954" name="Text Box 2"/>
          <p:cNvSpPr txBox="1"/>
          <p:nvPr>
            <p:custDataLst>
              <p:tags r:id="rId1"/>
            </p:custDataLst>
          </p:nvPr>
        </p:nvSpPr>
        <p:spPr>
          <a:xfrm>
            <a:off x="228600" y="1509395"/>
            <a:ext cx="8686800" cy="10331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初等矩阵都是可逆的，且它们的逆矩阵仍是初等矩阵：</a:t>
            </a:r>
          </a:p>
        </p:txBody>
      </p:sp>
      <p:sp>
        <p:nvSpPr>
          <p:cNvPr id="253955" name="Text Box 3"/>
          <p:cNvSpPr txBox="1"/>
          <p:nvPr>
            <p:custDataLst>
              <p:tags r:id="rId2"/>
            </p:custDataLst>
          </p:nvPr>
        </p:nvSpPr>
        <p:spPr>
          <a:xfrm>
            <a:off x="118586" y="979170"/>
            <a:ext cx="320611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3333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初等矩阵的可逆性：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2">
                <a:extLst>
                  <a:ext uri="{FF2B5EF4-FFF2-40B4-BE49-F238E27FC236}">
                    <a16:creationId xmlns:a16="http://schemas.microsoft.com/office/drawing/2014/main" id="{F8895F3C-576A-CF49-987E-C6AD60799DBD}"/>
                  </a:ext>
                </a:extLst>
              </p:cNvPr>
              <p:cNvSpPr/>
              <p:nvPr/>
            </p:nvSpPr>
            <p:spPr bwMode="auto">
              <a:xfrm>
                <a:off x="1187624" y="2908377"/>
                <a:ext cx="7563628" cy="2814168"/>
              </a:xfrm>
              <a:prstGeom prst="rect">
                <a:avLst/>
              </a:prstGeom>
              <a:solidFill>
                <a:srgbClr val="99FF99">
                  <a:alpha val="30000"/>
                </a:srgbClr>
              </a:solidFill>
              <a:ln w="31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286000" lvl="4" indent="-457200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800" kern="100" dirty="0"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286000" lvl="4" indent="-457200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800" kern="100" dirty="0"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286000" lvl="4" indent="-457200">
                  <a:lnSpc>
                    <a:spcPct val="150000"/>
                  </a:lnSpc>
                  <a:buClr>
                    <a:srgbClr val="FFC000"/>
                  </a:buCl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),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矩形 2">
                <a:extLst>
                  <a:ext uri="{FF2B5EF4-FFF2-40B4-BE49-F238E27FC236}">
                    <a16:creationId xmlns:a16="http://schemas.microsoft.com/office/drawing/2014/main" id="{F8895F3C-576A-CF49-987E-C6AD60799D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2908377"/>
                <a:ext cx="7563628" cy="2814168"/>
              </a:xfrm>
              <a:prstGeom prst="rect">
                <a:avLst/>
              </a:prstGeom>
              <a:blipFill>
                <a:blip r:embed="rId7"/>
                <a:stretch>
                  <a:fillRect t="-18304" b="-35714"/>
                </a:stretch>
              </a:blipFill>
              <a:ln w="31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3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 build="p"/>
      <p:bldP spid="253955" grpId="0" build="p"/>
      <p:bldP spid="15" grpId="0" uiExpand="1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E80988D4-370E-DD45-8E1A-3C6864209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27D26C86-529A-4149-903D-4C1BA6D58C41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4" name="Line 32">
              <a:extLst>
                <a:ext uri="{FF2B5EF4-FFF2-40B4-BE49-F238E27FC236}">
                  <a16:creationId xmlns:a16="http://schemas.microsoft.com/office/drawing/2014/main" id="{040887E7-EF89-3F42-8108-3297FB13DF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Picture 33" descr="BD10263_">
              <a:extLst>
                <a:ext uri="{FF2B5EF4-FFF2-40B4-BE49-F238E27FC236}">
                  <a16:creationId xmlns:a16="http://schemas.microsoft.com/office/drawing/2014/main" id="{2DE64839-5BCA-D740-8951-EE87F281F2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Rectangle 30">
            <a:extLst>
              <a:ext uri="{FF2B5EF4-FFF2-40B4-BE49-F238E27FC236}">
                <a16:creationId xmlns:a16="http://schemas.microsoft.com/office/drawing/2014/main" id="{83A8558C-2EF4-FB43-BCDE-CAD3568C0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18">
                <a:extLst>
                  <a:ext uri="{FF2B5EF4-FFF2-40B4-BE49-F238E27FC236}">
                    <a16:creationId xmlns:a16="http://schemas.microsoft.com/office/drawing/2014/main" id="{F11D101D-BDBE-2248-8623-F4760EF893AF}"/>
                  </a:ext>
                </a:extLst>
              </p:cNvPr>
              <p:cNvSpPr/>
              <p:nvPr/>
            </p:nvSpPr>
            <p:spPr>
              <a:xfrm>
                <a:off x="558892" y="1096024"/>
                <a:ext cx="8064500" cy="53871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直接计算得：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))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))=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2800" b="1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所以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800" kern="100" dirty="0"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800" kern="100" dirty="0"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),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(−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CN" sz="2800" b="1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18">
                <a:extLst>
                  <a:ext uri="{FF2B5EF4-FFF2-40B4-BE49-F238E27FC236}">
                    <a16:creationId xmlns:a16="http://schemas.microsoft.com/office/drawing/2014/main" id="{F11D101D-BDBE-2248-8623-F4760EF89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92" y="1096024"/>
                <a:ext cx="8064500" cy="5387180"/>
              </a:xfrm>
              <a:prstGeom prst="rect">
                <a:avLst/>
              </a:prstGeom>
              <a:blipFill>
                <a:blip r:embed="rId4"/>
                <a:stretch>
                  <a:fillRect l="-1415" b="-19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8802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895" y="673100"/>
            <a:ext cx="194881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定理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2.3</a:t>
            </a:r>
          </a:p>
        </p:txBody>
      </p:sp>
      <p:sp>
        <p:nvSpPr>
          <p:cNvPr id="2" name="Text Box 21"/>
          <p:cNvSpPr txBox="1"/>
          <p:nvPr>
            <p:custDataLst>
              <p:tags r:id="rId2"/>
            </p:custDataLst>
          </p:nvPr>
        </p:nvSpPr>
        <p:spPr>
          <a:xfrm>
            <a:off x="323215" y="692785"/>
            <a:ext cx="8686800" cy="10331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阶矩阵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可逆的充分必要条件是它可以表示若干初等矩阵的乘积。</a:t>
            </a:r>
            <a:endParaRPr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8594" name="Text Box 2"/>
          <p:cNvSpPr txBox="1"/>
          <p:nvPr/>
        </p:nvSpPr>
        <p:spPr>
          <a:xfrm>
            <a:off x="228600" y="1823403"/>
            <a:ext cx="8686800" cy="317246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证明：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先证充分性，设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A=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2600" b="1" i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i=1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2……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)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为初等矩阵，因初等矩阵可逆，有限个可逆矩阵的乘积仍可逆.故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可逆.</a:t>
            </a:r>
            <a:endParaRPr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再证必要性：    </a:t>
            </a: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若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可逆，则经若干次初等变换可化为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也就是存在初等矩阵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，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600" b="1" i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，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600" b="1" i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使</a:t>
            </a:r>
          </a:p>
        </p:txBody>
      </p:sp>
      <p:sp>
        <p:nvSpPr>
          <p:cNvPr id="238595" name="Rectangle 3"/>
          <p:cNvSpPr/>
          <p:nvPr>
            <p:custDataLst>
              <p:tags r:id="rId3"/>
            </p:custDataLst>
          </p:nvPr>
        </p:nvSpPr>
        <p:spPr>
          <a:xfrm>
            <a:off x="41910" y="5970588"/>
            <a:ext cx="5920105" cy="58801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可以表示为一些初等矩阵的乘积。</a:t>
            </a:r>
          </a:p>
        </p:txBody>
      </p:sp>
      <p:sp>
        <p:nvSpPr>
          <p:cNvPr id="76804" name="Rectangle 4"/>
          <p:cNvSpPr/>
          <p:nvPr>
            <p:custDataLst>
              <p:tags r:id="rId4"/>
            </p:custDataLst>
          </p:nvPr>
        </p:nvSpPr>
        <p:spPr>
          <a:xfrm>
            <a:off x="4875213" y="5389563"/>
            <a:ext cx="3584575" cy="5476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600" b="1" baseline="30000" dirty="0"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baseline="30000" dirty="0"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600" b="1" i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600" b="1" baseline="30000" dirty="0"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baseline="30000" dirty="0"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238597" name="Rectangle 5"/>
          <p:cNvSpPr/>
          <p:nvPr>
            <p:custDataLst>
              <p:tags r:id="rId5"/>
            </p:custDataLst>
          </p:nvPr>
        </p:nvSpPr>
        <p:spPr>
          <a:xfrm>
            <a:off x="1804988" y="5389563"/>
            <a:ext cx="3127375" cy="5476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600" b="1" baseline="30000" dirty="0"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baseline="30000" dirty="0"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EQ</a:t>
            </a:r>
            <a:r>
              <a:rPr lang="en-US" altLang="zh-CN" sz="2600" b="1" i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600" b="1" baseline="30000" dirty="0"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baseline="30000" dirty="0"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38598" name="Rectangle 6"/>
          <p:cNvSpPr/>
          <p:nvPr>
            <p:custDataLst>
              <p:tags r:id="rId6"/>
            </p:custDataLst>
          </p:nvPr>
        </p:nvSpPr>
        <p:spPr>
          <a:xfrm>
            <a:off x="197168" y="5389563"/>
            <a:ext cx="1624965" cy="58801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于是 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76807" name="Rectangle 7"/>
          <p:cNvSpPr/>
          <p:nvPr>
            <p:custDataLst>
              <p:tags r:id="rId7"/>
            </p:custDataLst>
          </p:nvPr>
        </p:nvSpPr>
        <p:spPr>
          <a:xfrm>
            <a:off x="228600" y="4810125"/>
            <a:ext cx="4343400" cy="55118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2600" b="1" i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s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AQ</a:t>
            </a:r>
            <a:r>
              <a:rPr lang="en-US" altLang="zh-CN" sz="2600" b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sz="2600" b="1" i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  <a:ea typeface="黑体" panose="02010609060101010101" pitchFamily="49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zh-CN" altLang="en-US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8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8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8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8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8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38594" grpId="1"/>
      <p:bldP spid="238595" grpId="0" build="p"/>
      <p:bldP spid="76804" grpId="0" build="p"/>
      <p:bldP spid="238597" grpId="0" build="p"/>
      <p:bldP spid="238598" grpId="0" build="p"/>
      <p:bldP spid="7680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FDA16040-647B-4741-8E5F-D9E263AB49E6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0262D34E-3024-B44D-986D-FB98B5CFF6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D887BAF7-33C9-C549-B2D8-E0964FC7AB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34084321-B4D2-A941-9418-126E32015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11" name="标题 3">
            <a:extLst>
              <a:ext uri="{FF2B5EF4-FFF2-40B4-BE49-F238E27FC236}">
                <a16:creationId xmlns:a16="http://schemas.microsoft.com/office/drawing/2014/main" id="{39A324C3-CE20-444C-9845-E4034860ED84}"/>
              </a:ext>
            </a:extLst>
          </p:cNvPr>
          <p:cNvSpPr txBox="1">
            <a:spLocks/>
          </p:cNvSpPr>
          <p:nvPr/>
        </p:nvSpPr>
        <p:spPr>
          <a:xfrm>
            <a:off x="790985" y="1138411"/>
            <a:ext cx="2980138" cy="292963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l" defTabSz="1218926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121892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2" name="矩形 18">
            <a:extLst>
              <a:ext uri="{FF2B5EF4-FFF2-40B4-BE49-F238E27FC236}">
                <a16:creationId xmlns:a16="http://schemas.microsoft.com/office/drawing/2014/main" id="{EDD160D9-D008-9C41-B703-883FBBCE9BBC}"/>
              </a:ext>
            </a:extLst>
          </p:cNvPr>
          <p:cNvSpPr/>
          <p:nvPr/>
        </p:nvSpPr>
        <p:spPr bwMode="auto">
          <a:xfrm>
            <a:off x="539750" y="1217318"/>
            <a:ext cx="787783" cy="346249"/>
          </a:xfrm>
          <a:prstGeom prst="rect">
            <a:avLst/>
          </a:prstGeom>
          <a:solidFill>
            <a:srgbClr val="FFC00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例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3" name="矩形 20">
            <a:extLst>
              <a:ext uri="{FF2B5EF4-FFF2-40B4-BE49-F238E27FC236}">
                <a16:creationId xmlns:a16="http://schemas.microsoft.com/office/drawing/2014/main" id="{9A0B0CDA-AF09-2046-AC40-CE5EC8D29F58}"/>
              </a:ext>
            </a:extLst>
          </p:cNvPr>
          <p:cNvSpPr/>
          <p:nvPr/>
        </p:nvSpPr>
        <p:spPr bwMode="auto">
          <a:xfrm>
            <a:off x="539750" y="3942368"/>
            <a:ext cx="787783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解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3">
                <a:extLst>
                  <a:ext uri="{FF2B5EF4-FFF2-40B4-BE49-F238E27FC236}">
                    <a16:creationId xmlns:a16="http://schemas.microsoft.com/office/drawing/2014/main" id="{542F38FC-4F45-E342-8CA9-9630491CDD9B}"/>
                  </a:ext>
                </a:extLst>
              </p:cNvPr>
              <p:cNvSpPr/>
              <p:nvPr/>
            </p:nvSpPr>
            <p:spPr>
              <a:xfrm>
                <a:off x="1411013" y="885873"/>
                <a:ext cx="7193237" cy="27086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是一个三阶方阵，试求一个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阶可逆矩阵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，使得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𝑃𝐴</m:t>
                      </m:r>
                      <m:r>
                        <a:rPr kumimoji="0"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1F497D"/>
                  </a:solidFill>
                  <a:ea typeface="楷体_GB2312" pitchFamily="49" charset="-122"/>
                </a:endParaRPr>
              </a:p>
            </p:txBody>
          </p:sp>
        </mc:Choice>
        <mc:Fallback>
          <p:sp>
            <p:nvSpPr>
              <p:cNvPr id="14" name="矩形 3">
                <a:extLst>
                  <a:ext uri="{FF2B5EF4-FFF2-40B4-BE49-F238E27FC236}">
                    <a16:creationId xmlns:a16="http://schemas.microsoft.com/office/drawing/2014/main" id="{542F38FC-4F45-E342-8CA9-9630491CDD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013" y="885873"/>
                <a:ext cx="7193237" cy="2708627"/>
              </a:xfrm>
              <a:prstGeom prst="rect">
                <a:avLst/>
              </a:prstGeom>
              <a:blipFill>
                <a:blip r:embed="rId3"/>
                <a:stretch>
                  <a:fillRect l="-1585" r="-1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5">
                <a:extLst>
                  <a:ext uri="{FF2B5EF4-FFF2-40B4-BE49-F238E27FC236}">
                    <a16:creationId xmlns:a16="http://schemas.microsoft.com/office/drawing/2014/main" id="{52342C7F-6E49-F041-9D9C-AC0566C87465}"/>
                  </a:ext>
                </a:extLst>
              </p:cNvPr>
              <p:cNvSpPr/>
              <p:nvPr/>
            </p:nvSpPr>
            <p:spPr>
              <a:xfrm>
                <a:off x="539750" y="3736755"/>
                <a:ext cx="8064500" cy="2775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可看成是先对矩阵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实施一次交换矩阵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的第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行和第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行的变换，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再实施一次矩阵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的第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行乘以数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加到第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行的变换所得到的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矩形 5">
                <a:extLst>
                  <a:ext uri="{FF2B5EF4-FFF2-40B4-BE49-F238E27FC236}">
                    <a16:creationId xmlns:a16="http://schemas.microsoft.com/office/drawing/2014/main" id="{52342C7F-6E49-F041-9D9C-AC0566C874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736755"/>
                <a:ext cx="8064500" cy="2775953"/>
              </a:xfrm>
              <a:prstGeom prst="rect">
                <a:avLst/>
              </a:prstGeom>
              <a:blipFill>
                <a:blip r:embed="rId4"/>
                <a:stretch>
                  <a:fillRect l="-1572" r="-1415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3787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uiExpand="1" build="p"/>
      <p:bldP spid="15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DE6543B0-6B37-E643-BD7F-053DD47C729D}"/>
                  </a:ext>
                </a:extLst>
              </p:cNvPr>
              <p:cNvSpPr/>
              <p:nvPr/>
            </p:nvSpPr>
            <p:spPr>
              <a:xfrm>
                <a:off x="518465" y="700381"/>
                <a:ext cx="8064500" cy="5726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120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这相当于先后用初等矩阵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,3)=</m:t>
                    </m:r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(1(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),2)</m:t>
                    </m:r>
                    <m:r>
                      <m:rPr>
                        <m:nor/>
                      </m:rP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左乘矩阵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</a:t>
                </a:r>
                <a:endParaRPr kumimoji="0" lang="en-US" altLang="zh-CN" kern="100" dirty="0">
                  <a:solidFill>
                    <a:prstClr val="black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𝑃𝐴</m:t>
                    </m:r>
                    <m:r>
                      <m:rPr>
                        <m:nor/>
                      </m:rP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(1(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),2)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,3)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所以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,2</m:t>
                          </m:r>
                        </m:e>
                      </m:d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,3</m:t>
                          </m:r>
                        </m:e>
                      </m:d>
                    </m:oMath>
                  </m:oMathPara>
                </a14:m>
                <a:endParaRPr kumimoji="0"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en-US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</p:txBody>
          </p:sp>
        </mc:Choice>
        <mc:Fallback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DE6543B0-6B37-E643-BD7F-053DD47C7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65" y="700381"/>
                <a:ext cx="8064500" cy="5726568"/>
              </a:xfrm>
              <a:prstGeom prst="rect">
                <a:avLst/>
              </a:prstGeom>
              <a:blipFill>
                <a:blip r:embed="rId3"/>
                <a:stretch>
                  <a:fillRect l="-1572" r="-5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17681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9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6C11D0D8-7F69-E94D-90B6-B96B224AD79B}"/>
                  </a:ext>
                </a:extLst>
              </p:cNvPr>
              <p:cNvSpPr/>
              <p:nvPr/>
            </p:nvSpPr>
            <p:spPr>
              <a:xfrm>
                <a:off x="539750" y="945564"/>
                <a:ext cx="8064500" cy="50695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另外，矩阵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也可看成是先对矩阵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实施一次矩阵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的第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行乘以数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加到第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行的变换，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𝑃𝐴</m:t>
                    </m:r>
                    <m:r>
                      <m:rPr>
                        <m:nor/>
                      </m:rP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,3)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(1(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),3)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所以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,3</m:t>
                          </m:r>
                        </m:e>
                      </m:d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,3</m:t>
                          </m:r>
                        </m:e>
                      </m:d>
                    </m:oMath>
                  </m:oMathPara>
                </a14:m>
                <a:endParaRPr kumimoji="0"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en-US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</p:txBody>
          </p:sp>
        </mc:Choice>
        <mc:Fallback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6C11D0D8-7F69-E94D-90B6-B96B224AD7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945564"/>
                <a:ext cx="8064500" cy="5069529"/>
              </a:xfrm>
              <a:prstGeom prst="rect">
                <a:avLst/>
              </a:prstGeom>
              <a:blipFill>
                <a:blip r:embed="rId3"/>
                <a:stretch>
                  <a:fillRect l="-1572" r="-5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2984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10" name="矩形 18">
            <a:extLst>
              <a:ext uri="{FF2B5EF4-FFF2-40B4-BE49-F238E27FC236}">
                <a16:creationId xmlns:a16="http://schemas.microsoft.com/office/drawing/2014/main" id="{34EE426C-0822-DD41-AC2E-C4DA5FFE0463}"/>
              </a:ext>
            </a:extLst>
          </p:cNvPr>
          <p:cNvSpPr/>
          <p:nvPr/>
        </p:nvSpPr>
        <p:spPr bwMode="auto">
          <a:xfrm>
            <a:off x="433138" y="1140374"/>
            <a:ext cx="894396" cy="500137"/>
          </a:xfrm>
          <a:prstGeom prst="rect">
            <a:avLst/>
          </a:prstGeom>
          <a:solidFill>
            <a:srgbClr val="FFC00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补例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3">
                <a:extLst>
                  <a:ext uri="{FF2B5EF4-FFF2-40B4-BE49-F238E27FC236}">
                    <a16:creationId xmlns:a16="http://schemas.microsoft.com/office/drawing/2014/main" id="{7959BA95-7EC3-2E45-9F02-4CDD044391B6}"/>
                  </a:ext>
                </a:extLst>
              </p:cNvPr>
              <p:cNvSpPr/>
              <p:nvPr/>
            </p:nvSpPr>
            <p:spPr>
              <a:xfrm>
                <a:off x="1411013" y="885873"/>
                <a:ext cx="7193237" cy="47788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是一个三阶方阵，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的第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行加到第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行得到矩阵</a:t>
                </a:r>
                <a14:m>
                  <m:oMath xmlns:m="http://schemas.openxmlformats.org/officeDocument/2006/math">
                    <m:r>
                      <a:rPr kumimoji="0" lang="en-US" altLang="zh-CN" i="1" kern="1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，再将矩阵</a:t>
                </a:r>
                <a14:m>
                  <m:oMath xmlns:m="http://schemas.openxmlformats.org/officeDocument/2006/math">
                    <m:r>
                      <a:rPr kumimoji="0" lang="en-US" altLang="zh-CN" i="1" kern="1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的第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列乘以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-1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加到第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列得到矩阵</a:t>
                </a:r>
                <a14:m>
                  <m:oMath xmlns:m="http://schemas.openxmlformats.org/officeDocument/2006/math">
                    <m:r>
                      <a:rPr kumimoji="0" lang="en-US" altLang="zh-CN" i="1" kern="1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记</a:t>
                </a:r>
                <a14:m>
                  <m:oMath xmlns:m="http://schemas.openxmlformats.org/officeDocument/2006/math">
                    <m:r>
                      <a:rPr kumimoji="0" lang="en-US" altLang="zh-CN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</m:t>
                    </m:r>
                    <m:r>
                      <a:rPr kumimoji="0" lang="en-US" altLang="zh-CN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en-US" altLang="zh-CN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CN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kumimoji="0" lang="en-US" altLang="zh-CN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1  0  0</m:t>
                            </m:r>
                          </m:e>
                          <m:e>
                            <m:r>
                              <a:rPr kumimoji="0" lang="en-US" altLang="zh-CN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0  1  0</m:t>
                            </m:r>
                          </m:e>
                          <m:e>
                            <m:r>
                              <a:rPr kumimoji="0" lang="en-US" altLang="zh-CN" i="1" kern="10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1  0  1</m:t>
                            </m:r>
                          </m:e>
                        </m:eqArr>
                      </m:e>
                    </m:d>
                  </m:oMath>
                </a14:m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，则（    ）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514350"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800"/>
                  </a:spcAft>
                  <a:buFontTx/>
                  <a:buAutoNum type="alphaUcPeriod"/>
                </a:pPr>
                <a14:m>
                  <m:oMath xmlns:m="http://schemas.openxmlformats.org/officeDocument/2006/math">
                    <m:r>
                      <a:rPr kumimoji="0" lang="en-US" altLang="zh-CN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kumimoji="0" lang="en-US" altLang="zh-CN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zh-CN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p>
                        <m:r>
                          <a:rPr kumimoji="0" lang="en-US" altLang="zh-CN" i="1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kumimoji="0" lang="en-US" altLang="zh-CN" i="1" kern="1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𝐴𝑃</m:t>
                    </m:r>
                  </m:oMath>
                </a14:m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B. </a:t>
                </a:r>
                <a14:m>
                  <m:oMath xmlns:m="http://schemas.openxmlformats.org/officeDocument/2006/math">
                    <m:r>
                      <a:rPr kumimoji="0" lang="en-US" altLang="zh-CN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kumimoji="0" lang="en-US" altLang="zh-CN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𝑃𝐴</m:t>
                    </m:r>
                    <m:sSup>
                      <m:sSupPr>
                        <m:ctrlPr>
                          <a:rPr kumimoji="0" lang="en-US" altLang="zh-CN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p>
                        <m:r>
                          <a:rPr kumimoji="0" lang="en-US" altLang="zh-CN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kumimoji="0" lang="en-US" altLang="zh-CN" kern="100" dirty="0">
                  <a:solidFill>
                    <a:prstClr val="black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C. </a:t>
                </a:r>
                <a14:m>
                  <m:oMath xmlns:m="http://schemas.openxmlformats.org/officeDocument/2006/math">
                    <m:r>
                      <a:rPr kumimoji="0" lang="en-US" altLang="zh-CN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kumimoji="0" lang="en-US" altLang="zh-CN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zh-CN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0" lang="en-US" altLang="zh-CN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r>
                      <a:rPr kumimoji="0" lang="en-US" altLang="zh-CN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𝐴𝑃</m:t>
                    </m:r>
                  </m:oMath>
                </a14:m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D. </a:t>
                </a:r>
                <a14:m>
                  <m:oMath xmlns:m="http://schemas.openxmlformats.org/officeDocument/2006/math">
                    <m:r>
                      <a:rPr kumimoji="0" lang="en-US" altLang="zh-CN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kumimoji="0" lang="en-US" altLang="zh-CN" i="1" kern="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zh-CN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𝑃𝐴𝑃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0" lang="en-US" altLang="zh-CN" kern="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kumimoji="0" lang="en-US" altLang="zh-CN" kern="100" dirty="0">
                  <a:solidFill>
                    <a:prstClr val="black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矩形 3">
                <a:extLst>
                  <a:ext uri="{FF2B5EF4-FFF2-40B4-BE49-F238E27FC236}">
                    <a16:creationId xmlns:a16="http://schemas.microsoft.com/office/drawing/2014/main" id="{7959BA95-7EC3-2E45-9F02-4CDD044391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013" y="885873"/>
                <a:ext cx="7193237" cy="4778809"/>
              </a:xfrm>
              <a:prstGeom prst="rect">
                <a:avLst/>
              </a:prstGeom>
              <a:blipFill>
                <a:blip r:embed="rId3"/>
                <a:stretch>
                  <a:fillRect l="-1585" r="-1585" b="-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28227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5">
                <a:extLst>
                  <a:ext uri="{FF2B5EF4-FFF2-40B4-BE49-F238E27FC236}">
                    <a16:creationId xmlns:a16="http://schemas.microsoft.com/office/drawing/2014/main" id="{8EED3BB1-0C05-F84C-82ED-77109D95D355}"/>
                  </a:ext>
                </a:extLst>
              </p:cNvPr>
              <p:cNvSpPr/>
              <p:nvPr/>
            </p:nvSpPr>
            <p:spPr>
              <a:xfrm>
                <a:off x="1184979" y="1101627"/>
                <a:ext cx="8064500" cy="56870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1200"/>
                  </a:spcAft>
                </a:pP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根据已知条件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将初等变换用初等矩阵描述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有</a:t>
                </a:r>
                <a:endParaRPr kumimoji="0"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kumimoji="0" lang="en-US" altLang="zh-CN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US" altLang="zh-CN" i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endParaRPr kumimoji="0"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kumimoji="0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sSup>
                        <m:sSupPr>
                          <m:ctrlPr>
                            <a:rPr kumimoji="0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kumimoji="0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0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sSup>
                        <m:sSupPr>
                          <m:ctrlPr>
                            <a:rPr kumimoji="0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p>
                          <m:r>
                            <a:rPr kumimoji="0"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lang="en-US" altLang="zh-CN" kern="100" dirty="0">
                  <a:solidFill>
                    <a:prstClr val="black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所以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sSup>
                      <m:sSupPr>
                        <m:ctrlP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p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0"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𝑃𝐴</m:t>
                    </m:r>
                    <m:sSup>
                      <m:sSupPr>
                        <m:ctrlPr>
                          <a:rPr kumimoji="0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p>
                        <m:r>
                          <a:rPr kumimoji="0" lang="en-US" altLang="zh-CN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0"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:r>
                  <a:rPr kumimoji="0" lang="zh-CN" altLang="en-US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故选</a:t>
                </a:r>
                <a:r>
                  <a:rPr kumimoji="0"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B.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:endParaRPr kumimoji="0" lang="zh-CN" altLang="en-US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</p:txBody>
          </p:sp>
        </mc:Choice>
        <mc:Fallback>
          <p:sp>
            <p:nvSpPr>
              <p:cNvPr id="8" name="矩形 5">
                <a:extLst>
                  <a:ext uri="{FF2B5EF4-FFF2-40B4-BE49-F238E27FC236}">
                    <a16:creationId xmlns:a16="http://schemas.microsoft.com/office/drawing/2014/main" id="{8EED3BB1-0C05-F84C-82ED-77109D95D3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979" y="1101627"/>
                <a:ext cx="8064500" cy="5687006"/>
              </a:xfrm>
              <a:prstGeom prst="rect">
                <a:avLst/>
              </a:prstGeom>
              <a:blipFill>
                <a:blip r:embed="rId3"/>
                <a:stretch>
                  <a:fillRect l="-1415" t="-1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10">
            <a:extLst>
              <a:ext uri="{FF2B5EF4-FFF2-40B4-BE49-F238E27FC236}">
                <a16:creationId xmlns:a16="http://schemas.microsoft.com/office/drawing/2014/main" id="{6AEF3E1D-112A-424C-9101-4CC941B81EEF}"/>
              </a:ext>
            </a:extLst>
          </p:cNvPr>
          <p:cNvSpPr/>
          <p:nvPr/>
        </p:nvSpPr>
        <p:spPr bwMode="auto">
          <a:xfrm>
            <a:off x="397196" y="995750"/>
            <a:ext cx="787783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解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110963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AAF3ACAF-6F26-6A42-8E84-8D859A662229}"/>
                  </a:ext>
                </a:extLst>
              </p:cNvPr>
              <p:cNvSpPr/>
              <p:nvPr/>
            </p:nvSpPr>
            <p:spPr>
              <a:xfrm>
                <a:off x="539750" y="945564"/>
                <a:ext cx="8064500" cy="50695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另外，矩阵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也可看成是先对矩阵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实施一次矩阵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的第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行乘以数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加到第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altLang="zh-CN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行的变换，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𝑃𝐴</m:t>
                    </m:r>
                    <m:r>
                      <m:rPr>
                        <m:nor/>
                      </m:rP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,3)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(1(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),3)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所以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,3</m:t>
                          </m:r>
                        </m:e>
                      </m:d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,3</m:t>
                          </m:r>
                        </m:e>
                      </m:d>
                    </m:oMath>
                  </m:oMathPara>
                </a14:m>
                <a:endParaRPr kumimoji="0"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en-US" dirty="0">
                  <a:solidFill>
                    <a:prstClr val="black"/>
                  </a:solidFill>
                  <a:latin typeface="Times New Roman"/>
                  <a:ea typeface="微软雅黑"/>
                </a:endParaRPr>
              </a:p>
            </p:txBody>
          </p:sp>
        </mc:Choice>
        <mc:Fallback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AAF3ACAF-6F26-6A42-8E84-8D859A662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945564"/>
                <a:ext cx="8064500" cy="5069529"/>
              </a:xfrm>
              <a:prstGeom prst="rect">
                <a:avLst/>
              </a:prstGeom>
              <a:blipFill>
                <a:blip r:embed="rId3"/>
                <a:stretch>
                  <a:fillRect l="-1572" r="-5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3359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6138545" y="581406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505" y="677545"/>
            <a:ext cx="158877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推论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2.2</a:t>
            </a:r>
          </a:p>
        </p:txBody>
      </p:sp>
      <p:sp>
        <p:nvSpPr>
          <p:cNvPr id="2" name="Text Box 21"/>
          <p:cNvSpPr txBox="1"/>
          <p:nvPr>
            <p:custDataLst>
              <p:tags r:id="rId2"/>
            </p:custDataLst>
          </p:nvPr>
        </p:nvSpPr>
        <p:spPr>
          <a:xfrm>
            <a:off x="388620" y="720090"/>
            <a:ext cx="8686800" cy="5162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设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与</a:t>
            </a:r>
            <a:r>
              <a:rPr lang="en-US" altLang="zh-CN" sz="26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为</a:t>
            </a:r>
            <a:r>
              <a:rPr lang="en-US" altLang="zh-CN" sz="2600" b="1" i="1" noProof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m</a:t>
            </a:r>
            <a:r>
              <a:rPr lang="en-US" altLang="zh-CN" sz="2600" b="1" noProof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×</a:t>
            </a:r>
            <a:r>
              <a:rPr lang="en-US" altLang="zh-CN" sz="2600" b="1" i="1" noProof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矩阵，那么</a:t>
            </a:r>
            <a:endParaRPr sz="2600" b="1" dirty="0"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Rectangle 4"/>
          <p:cNvSpPr/>
          <p:nvPr>
            <p:custDataLst>
              <p:tags r:id="rId3"/>
            </p:custDataLst>
          </p:nvPr>
        </p:nvSpPr>
        <p:spPr>
          <a:xfrm>
            <a:off x="397510" y="1414145"/>
            <a:ext cx="848804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行等价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的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充分必要条件是存在</a:t>
            </a:r>
            <a:r>
              <a:rPr lang="en-US" altLang="zh-CN" sz="2800" b="1" i="1" noProof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阶可逆矩阵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使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PA</a:t>
            </a:r>
            <a:r>
              <a:rPr 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</a:p>
        </p:txBody>
      </p:sp>
      <p:sp>
        <p:nvSpPr>
          <p:cNvPr id="4" name="Rectangle 4"/>
          <p:cNvSpPr/>
          <p:nvPr>
            <p:custDataLst>
              <p:tags r:id="rId4"/>
            </p:custDataLst>
          </p:nvPr>
        </p:nvSpPr>
        <p:spPr>
          <a:xfrm>
            <a:off x="388620" y="3564255"/>
            <a:ext cx="831151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等价的充分必要条件是存在</a:t>
            </a:r>
            <a:r>
              <a:rPr lang="en-US" altLang="zh-CN" sz="2800" b="1" i="1" noProof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阶可逆矩阵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</a:t>
            </a:r>
            <a:r>
              <a:rPr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使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PAQ</a:t>
            </a:r>
            <a:r>
              <a:rPr 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" name="Rectangle 4"/>
          <p:cNvSpPr/>
          <p:nvPr>
            <p:custDataLst>
              <p:tags r:id="rId5"/>
            </p:custDataLst>
          </p:nvPr>
        </p:nvSpPr>
        <p:spPr>
          <a:xfrm>
            <a:off x="388620" y="2510790"/>
            <a:ext cx="848804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列等价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的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充分必要条件是存在</a:t>
            </a:r>
            <a:r>
              <a:rPr lang="en-US" altLang="zh-CN" sz="2800" b="1" i="1" noProof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阶可逆矩阵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Q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使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AQ</a:t>
            </a:r>
            <a:r>
              <a:rPr 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 build="p"/>
      <p:bldP spid="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利用初等变换求逆矩阵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8625" y="1075055"/>
            <a:ext cx="846074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若矩阵</a:t>
            </a:r>
            <a:r>
              <a:rPr lang="en-US" altLang="zh-CN" sz="2800" b="1" dirty="0"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可逆</a:t>
            </a:r>
            <a:r>
              <a:rPr lang="zh-CN" altLang="en-US" sz="2800" b="1" dirty="0">
                <a:ea typeface="黑体" panose="02010609060101010101" pitchFamily="49" charset="-122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也可逆</a:t>
            </a:r>
            <a:r>
              <a:rPr lang="zh-CN" altLang="en-US" sz="2800" b="1" dirty="0">
                <a:ea typeface="黑体" panose="02010609060101010101" pitchFamily="49" charset="-122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由上述定理有：存在初等矩阵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sz="2800" b="1" dirty="0">
                <a:ea typeface="黑体" panose="02010609060101010101" pitchFamily="49" charset="-122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使得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3707765" y="2277745"/>
            <a:ext cx="24904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428625" y="2854960"/>
            <a:ext cx="84607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上式两边右乘矩阵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 </a:t>
            </a:r>
            <a:r>
              <a:rPr lang="zh-CN" altLang="en-US" sz="2800" b="1" dirty="0">
                <a:ea typeface="黑体" panose="02010609060101010101" pitchFamily="49" charset="-122"/>
                <a:sym typeface="+mn-ea"/>
              </a:rPr>
              <a:t>，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得</a:t>
            </a:r>
            <a:r>
              <a:rPr lang="zh-CN" altLang="en-US" sz="2800" b="1" dirty="0">
                <a:ea typeface="黑体" panose="02010609060101010101" pitchFamily="49" charset="-122"/>
                <a:sym typeface="+mn-ea"/>
              </a:rPr>
              <a:t>  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3287395" y="3536950"/>
            <a:ext cx="29775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G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6" name="TextBox 1"/>
          <p:cNvSpPr txBox="1"/>
          <p:nvPr/>
        </p:nvSpPr>
        <p:spPr>
          <a:xfrm>
            <a:off x="467360" y="4149090"/>
            <a:ext cx="84607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即 </a:t>
            </a:r>
            <a:endParaRPr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3220720" y="4149090"/>
            <a:ext cx="29775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G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A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467360" y="4761230"/>
            <a:ext cx="84607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且 </a:t>
            </a:r>
            <a:endParaRPr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TextBox 1"/>
          <p:cNvSpPr txBox="1"/>
          <p:nvPr/>
        </p:nvSpPr>
        <p:spPr>
          <a:xfrm>
            <a:off x="3195320" y="4761230"/>
            <a:ext cx="29775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 G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G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I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611505" y="5554345"/>
          <a:ext cx="7480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r:id="rId7" imgW="6730365" imgH="908685" progId="Equation.3">
                  <p:embed/>
                </p:oleObj>
              </mc:Choice>
              <mc:Fallback>
                <p:oleObj r:id="rId7" imgW="6730365" imgH="908685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505" y="5554345"/>
                        <a:ext cx="7480300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利用初等变换求逆矩阵</a:t>
            </a:r>
          </a:p>
        </p:txBody>
      </p:sp>
      <p:sp>
        <p:nvSpPr>
          <p:cNvPr id="46110" name="Text Box 156"/>
          <p:cNvSpPr txBox="1"/>
          <p:nvPr/>
        </p:nvSpPr>
        <p:spPr>
          <a:xfrm>
            <a:off x="179705" y="908685"/>
            <a:ext cx="8686800" cy="106807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若矩阵</a:t>
            </a:r>
            <a:r>
              <a:rPr lang="en-US" altLang="zh-CN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可逆，则矩阵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 E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经初等行变换可化为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600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sz="2600" b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" name="Text Box 156"/>
          <p:cNvSpPr txBox="1"/>
          <p:nvPr/>
        </p:nvSpPr>
        <p:spPr>
          <a:xfrm>
            <a:off x="228600" y="2348865"/>
            <a:ext cx="8686800" cy="58801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72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同理，做列初等变换也有类似的结果</a:t>
            </a:r>
            <a:endParaRPr lang="zh-CN" altLang="en-US" sz="26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46787" name="Object 3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997043" y="1504157"/>
          <a:ext cx="34163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r:id="rId8" imgW="1308100" imgH="304800" progId="Equation.3">
                  <p:embed/>
                </p:oleObj>
              </mc:Choice>
              <mc:Fallback>
                <p:oleObj r:id="rId8" imgW="1308100" imgH="3048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97043" y="1504157"/>
                        <a:ext cx="3416300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88" name="Object 4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3196432" y="3213100"/>
          <a:ext cx="3017520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r:id="rId10" imgW="1155700" imgH="711200" progId="Equation.3">
                  <p:embed/>
                </p:oleObj>
              </mc:Choice>
              <mc:Fallback>
                <p:oleObj r:id="rId10" imgW="1155700" imgH="7112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96432" y="3213100"/>
                        <a:ext cx="3017520" cy="185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0" grpId="0"/>
      <p:bldP spid="46110" grpId="1"/>
      <p:bldP spid="2" grpId="0"/>
      <p:bldP spid="2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15" name="矩形 20">
            <a:extLst>
              <a:ext uri="{FF2B5EF4-FFF2-40B4-BE49-F238E27FC236}">
                <a16:creationId xmlns:a16="http://schemas.microsoft.com/office/drawing/2014/main" id="{C1EE3ABE-1402-1F42-A6B6-2E56A8E45FE1}"/>
              </a:ext>
            </a:extLst>
          </p:cNvPr>
          <p:cNvSpPr/>
          <p:nvPr/>
        </p:nvSpPr>
        <p:spPr bwMode="auto">
          <a:xfrm>
            <a:off x="-3029" y="2247490"/>
            <a:ext cx="9144000" cy="2520338"/>
          </a:xfrm>
          <a:prstGeom prst="rect">
            <a:avLst/>
          </a:prstGeom>
          <a:solidFill>
            <a:sysClr val="window" lastClr="FFFFFF">
              <a:lumMod val="75000"/>
              <a:alpha val="30000"/>
            </a:sys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6" name="矩形 18">
            <a:extLst>
              <a:ext uri="{FF2B5EF4-FFF2-40B4-BE49-F238E27FC236}">
                <a16:creationId xmlns:a16="http://schemas.microsoft.com/office/drawing/2014/main" id="{6D7FAA81-AAE1-A64A-A80B-831E709AD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107" y="1273400"/>
            <a:ext cx="1741637" cy="523220"/>
          </a:xfrm>
          <a:prstGeom prst="rect">
            <a:avLst/>
          </a:prstGeom>
          <a:solidFill>
            <a:srgbClr val="0056AC"/>
          </a:solidFill>
          <a:ln>
            <a:noFill/>
          </a:ln>
          <a:extLs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800" b="0" dirty="0">
                <a:solidFill>
                  <a:srgbClr val="FFFF00"/>
                </a:solidFill>
                <a:latin typeface="微软雅黑"/>
                <a:ea typeface="微软雅黑"/>
              </a:rPr>
              <a:t>定理</a:t>
            </a:r>
            <a:r>
              <a:rPr kumimoji="0" lang="en-US" altLang="zh-CN" sz="2800" b="0" dirty="0">
                <a:solidFill>
                  <a:srgbClr val="FFFF00"/>
                </a:solidFill>
                <a:latin typeface="微软雅黑"/>
                <a:ea typeface="微软雅黑"/>
              </a:rPr>
              <a:t>(</a:t>
            </a:r>
            <a:r>
              <a:rPr kumimoji="0" lang="zh-CN" altLang="en-US" sz="2800" b="0" dirty="0">
                <a:solidFill>
                  <a:srgbClr val="FFFF00"/>
                </a:solidFill>
                <a:latin typeface="微软雅黑"/>
                <a:ea typeface="微软雅黑"/>
              </a:rPr>
              <a:t>补充</a:t>
            </a:r>
            <a:r>
              <a:rPr kumimoji="0" lang="en-US" altLang="zh-CN" sz="2800" b="0" dirty="0">
                <a:solidFill>
                  <a:srgbClr val="FFFF00"/>
                </a:solidFill>
                <a:latin typeface="微软雅黑"/>
                <a:ea typeface="微软雅黑"/>
              </a:rPr>
              <a:t>)</a:t>
            </a:r>
            <a:r>
              <a:rPr kumimoji="0" lang="zh-CN" altLang="en-US" sz="2800" b="0" dirty="0">
                <a:solidFill>
                  <a:srgbClr val="FFFF00"/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17" name="椭圆 23">
            <a:extLst>
              <a:ext uri="{FF2B5EF4-FFF2-40B4-BE49-F238E27FC236}">
                <a16:creationId xmlns:a16="http://schemas.microsoft.com/office/drawing/2014/main" id="{5535786F-861C-4C45-917B-972368CD4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502" y="2432085"/>
            <a:ext cx="432000" cy="432000"/>
          </a:xfrm>
          <a:prstGeom prst="ellipse">
            <a:avLst/>
          </a:prstGeom>
          <a:solidFill>
            <a:srgbClr val="FFC000"/>
          </a:solidFill>
          <a:ln w="3175" algn="ctr">
            <a:solidFill>
              <a:sysClr val="window" lastClr="FFFFFF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/>
                <a:ea typeface="楷体_GB2312" panose="02010609030101010101" pitchFamily="49" charset="-122"/>
              </a:rPr>
              <a:t>1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/>
              <a:ea typeface="楷体_GB2312" panose="02010609030101010101" pitchFamily="49" charset="-122"/>
            </a:endParaRPr>
          </a:p>
        </p:txBody>
      </p:sp>
      <p:sp>
        <p:nvSpPr>
          <p:cNvPr id="18" name="矩形 30">
            <a:extLst>
              <a:ext uri="{FF2B5EF4-FFF2-40B4-BE49-F238E27FC236}">
                <a16:creationId xmlns:a16="http://schemas.microsoft.com/office/drawing/2014/main" id="{950D52ED-144C-594B-800F-3B39200DF6CF}"/>
              </a:ext>
            </a:extLst>
          </p:cNvPr>
          <p:cNvSpPr/>
          <p:nvPr/>
        </p:nvSpPr>
        <p:spPr bwMode="auto">
          <a:xfrm>
            <a:off x="526107" y="5106188"/>
            <a:ext cx="949791" cy="523220"/>
          </a:xfrm>
          <a:prstGeom prst="rect">
            <a:avLst/>
          </a:prstGeom>
          <a:solidFill>
            <a:srgbClr val="FFC000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>
                <a:solidFill>
                  <a:prstClr val="black"/>
                </a:solidFill>
                <a:latin typeface="微软雅黑"/>
                <a:ea typeface="微软雅黑"/>
              </a:rPr>
              <a:t>证明</a:t>
            </a:r>
            <a:endParaRPr kumimoji="0" lang="zh-CN" altLang="en-US" dirty="0">
              <a:solidFill>
                <a:srgbClr val="1F497D"/>
              </a:solidFill>
              <a:latin typeface="微软雅黑"/>
              <a:ea typeface="微软雅黑"/>
            </a:endParaRPr>
          </a:p>
        </p:txBody>
      </p:sp>
      <p:sp>
        <p:nvSpPr>
          <p:cNvPr id="19" name="矩形 2">
            <a:extLst>
              <a:ext uri="{FF2B5EF4-FFF2-40B4-BE49-F238E27FC236}">
                <a16:creationId xmlns:a16="http://schemas.microsoft.com/office/drawing/2014/main" id="{0FD160D9-D5B2-7B4E-BC35-069315ADC2AA}"/>
              </a:ext>
            </a:extLst>
          </p:cNvPr>
          <p:cNvSpPr/>
          <p:nvPr/>
        </p:nvSpPr>
        <p:spPr>
          <a:xfrm>
            <a:off x="2411760" y="1282784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zh-CN" kern="100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下面命题互相等价：</a:t>
            </a:r>
            <a:endParaRPr kumimoji="0" lang="zh-CN" altLang="zh-CN" kern="100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8">
                <a:extLst>
                  <a:ext uri="{FF2B5EF4-FFF2-40B4-BE49-F238E27FC236}">
                    <a16:creationId xmlns:a16="http://schemas.microsoft.com/office/drawing/2014/main" id="{F22E8C43-340A-6142-B6DB-8D6692EDCF41}"/>
                  </a:ext>
                </a:extLst>
              </p:cNvPr>
              <p:cNvSpPr/>
              <p:nvPr/>
            </p:nvSpPr>
            <p:spPr>
              <a:xfrm>
                <a:off x="1986581" y="2090172"/>
                <a:ext cx="6617669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阶方阵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可逆；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方阵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行等价于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阶单位矩阵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；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方阵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可表为一些初等方阵的乘积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矩形 8">
                <a:extLst>
                  <a:ext uri="{FF2B5EF4-FFF2-40B4-BE49-F238E27FC236}">
                    <a16:creationId xmlns:a16="http://schemas.microsoft.com/office/drawing/2014/main" id="{F22E8C43-340A-6142-B6DB-8D6692EDC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581" y="2090172"/>
                <a:ext cx="6617669" cy="2677656"/>
              </a:xfrm>
              <a:prstGeom prst="rect">
                <a:avLst/>
              </a:prstGeom>
              <a:blipFill>
                <a:blip r:embed="rId3"/>
                <a:stretch>
                  <a:fillRect l="-1916" b="-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9">
                <a:extLst>
                  <a:ext uri="{FF2B5EF4-FFF2-40B4-BE49-F238E27FC236}">
                    <a16:creationId xmlns:a16="http://schemas.microsoft.com/office/drawing/2014/main" id="{79AB9DFE-5C0C-AC42-83FC-7140FB51CFA3}"/>
                  </a:ext>
                </a:extLst>
              </p:cNvPr>
              <p:cNvSpPr/>
              <p:nvPr/>
            </p:nvSpPr>
            <p:spPr>
              <a:xfrm>
                <a:off x="1549767" y="4991342"/>
                <a:ext cx="7054483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为了证明的方便，我们采取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1)⇒(2)⇒(3)⇒(1</m:t>
                        </m:r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的方式来证明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矩形 9">
                <a:extLst>
                  <a:ext uri="{FF2B5EF4-FFF2-40B4-BE49-F238E27FC236}">
                    <a16:creationId xmlns:a16="http://schemas.microsoft.com/office/drawing/2014/main" id="{79AB9DFE-5C0C-AC42-83FC-7140FB51CF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767" y="4991342"/>
                <a:ext cx="7054483" cy="1384995"/>
              </a:xfrm>
              <a:prstGeom prst="rect">
                <a:avLst/>
              </a:prstGeom>
              <a:blipFill>
                <a:blip r:embed="rId4"/>
                <a:stretch>
                  <a:fillRect l="-1795" t="-40000" b="-7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椭圆 23">
            <a:extLst>
              <a:ext uri="{FF2B5EF4-FFF2-40B4-BE49-F238E27FC236}">
                <a16:creationId xmlns:a16="http://schemas.microsoft.com/office/drawing/2014/main" id="{E942F7C8-2AAE-A847-BC5F-2B9EF7E3B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502" y="3275540"/>
            <a:ext cx="432000" cy="432000"/>
          </a:xfrm>
          <a:prstGeom prst="ellipse">
            <a:avLst/>
          </a:prstGeom>
          <a:solidFill>
            <a:srgbClr val="FFC000"/>
          </a:solidFill>
          <a:ln w="3175" algn="ctr">
            <a:solidFill>
              <a:sysClr val="window" lastClr="FFFFFF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/>
                <a:ea typeface="楷体_GB2312" panose="02010609030101010101" pitchFamily="49" charset="-122"/>
              </a:rPr>
              <a:t>2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/>
              <a:ea typeface="楷体_GB2312" panose="02010609030101010101" pitchFamily="49" charset="-122"/>
            </a:endParaRPr>
          </a:p>
        </p:txBody>
      </p:sp>
      <p:sp>
        <p:nvSpPr>
          <p:cNvPr id="23" name="椭圆 23">
            <a:extLst>
              <a:ext uri="{FF2B5EF4-FFF2-40B4-BE49-F238E27FC236}">
                <a16:creationId xmlns:a16="http://schemas.microsoft.com/office/drawing/2014/main" id="{CC337123-C251-044E-AA2A-568ED4FF1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502" y="4158409"/>
            <a:ext cx="432000" cy="432000"/>
          </a:xfrm>
          <a:prstGeom prst="ellipse">
            <a:avLst/>
          </a:prstGeom>
          <a:solidFill>
            <a:srgbClr val="FFC000"/>
          </a:solidFill>
          <a:ln w="3175" algn="ctr">
            <a:solidFill>
              <a:sysClr val="window" lastClr="FFFFFF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/>
                <a:ea typeface="楷体_GB2312" panose="02010609030101010101" pitchFamily="49" charset="-122"/>
              </a:rPr>
              <a:t>3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/>
              <a:ea typeface="楷体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04575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build="p"/>
      <p:bldP spid="20" grpId="0" uiExpand="1" build="p"/>
      <p:bldP spid="21" grpId="0" build="p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3">
                <a:extLst>
                  <a:ext uri="{FF2B5EF4-FFF2-40B4-BE49-F238E27FC236}">
                    <a16:creationId xmlns:a16="http://schemas.microsoft.com/office/drawing/2014/main" id="{7ED9C275-9317-F04C-BBDD-8F9366953EAC}"/>
                  </a:ext>
                </a:extLst>
              </p:cNvPr>
              <p:cNvSpPr/>
              <p:nvPr/>
            </p:nvSpPr>
            <p:spPr>
              <a:xfrm>
                <a:off x="539749" y="929117"/>
                <a:ext cx="8081735" cy="55486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1)⇒(2</m:t>
                        </m:r>
                      </m:e>
                    </m:d>
                  </m:oMath>
                </a14:m>
                <a:r>
                  <a:rPr lang="zh-CN" altLang="zh-CN" sz="2800" b="1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  <a:spcAft>
                    <a:spcPts val="1200"/>
                  </a:spcAft>
                </a:pPr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方阵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经过若干次初等行变换可化为行最简形矩阵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30000"/>
                  </a:lnSpc>
                  <a:spcAft>
                    <a:spcPts val="1200"/>
                  </a:spcAft>
                </a:pPr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这相当于存在若干个初等矩阵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  <a:spcAft>
                    <a:spcPts val="1200"/>
                  </a:spcAft>
                </a:pPr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由于初等矩阵都可逆，若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可逆，则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可逆，从而行最简形矩阵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没有全零行，这迫使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，所以方阵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行等价于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阶单位矩阵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3">
                <a:extLst>
                  <a:ext uri="{FF2B5EF4-FFF2-40B4-BE49-F238E27FC236}">
                    <a16:creationId xmlns:a16="http://schemas.microsoft.com/office/drawing/2014/main" id="{7ED9C275-9317-F04C-BBDD-8F9366953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9" y="929117"/>
                <a:ext cx="8081735" cy="5548698"/>
              </a:xfrm>
              <a:prstGeom prst="rect">
                <a:avLst/>
              </a:prstGeom>
              <a:blipFill>
                <a:blip r:embed="rId3"/>
                <a:stretch>
                  <a:fillRect l="-1411" r="-1411" b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5721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23">
                <a:extLst>
                  <a:ext uri="{FF2B5EF4-FFF2-40B4-BE49-F238E27FC236}">
                    <a16:creationId xmlns:a16="http://schemas.microsoft.com/office/drawing/2014/main" id="{EF435EE0-D853-E945-881E-524501E04298}"/>
                  </a:ext>
                </a:extLst>
              </p:cNvPr>
              <p:cNvSpPr/>
              <p:nvPr/>
            </p:nvSpPr>
            <p:spPr>
              <a:xfrm>
                <a:off x="539750" y="1059584"/>
                <a:ext cx="8064500" cy="55909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2)⇒(3</m:t>
                        </m:r>
                      </m:e>
                    </m:d>
                  </m:oMath>
                </a14:m>
                <a:r>
                  <a:rPr lang="zh-CN" altLang="zh-CN" sz="2800" b="1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若方阵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行等价于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阶单位矩阵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，则存在若干个初等矩阵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  <a:spcAft>
                    <a:spcPts val="0"/>
                  </a:spcAft>
                </a:pP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由于初等矩阵都可逆且其逆矩阵仍为初等矩阵，记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的逆矩阵分别为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，于是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⋯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CN" sz="2800" b="1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也就是说，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可表为初等方阵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的乘积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23">
                <a:extLst>
                  <a:ext uri="{FF2B5EF4-FFF2-40B4-BE49-F238E27FC236}">
                    <a16:creationId xmlns:a16="http://schemas.microsoft.com/office/drawing/2014/main" id="{EF435EE0-D853-E945-881E-524501E04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059584"/>
                <a:ext cx="8064500" cy="5590954"/>
              </a:xfrm>
              <a:prstGeom prst="rect">
                <a:avLst/>
              </a:prstGeom>
              <a:blipFill>
                <a:blip r:embed="rId3"/>
                <a:stretch>
                  <a:fillRect l="-1572" r="-1415" b="-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99993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23">
                <a:extLst>
                  <a:ext uri="{FF2B5EF4-FFF2-40B4-BE49-F238E27FC236}">
                    <a16:creationId xmlns:a16="http://schemas.microsoft.com/office/drawing/2014/main" id="{2EFEBD6F-8AF5-0547-85C3-0BC40FB5BC4F}"/>
                  </a:ext>
                </a:extLst>
              </p:cNvPr>
              <p:cNvSpPr/>
              <p:nvPr/>
            </p:nvSpPr>
            <p:spPr>
              <a:xfrm>
                <a:off x="539750" y="3040533"/>
                <a:ext cx="80645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3)⇒(1</m:t>
                        </m:r>
                      </m:e>
                    </m:d>
                  </m:oMath>
                </a14:m>
                <a:r>
                  <a:rPr lang="zh-CN" altLang="zh-CN" sz="2800" b="1" dirty="0"/>
                  <a:t>：</a:t>
                </a:r>
                <a:endParaRPr lang="zh-CN" altLang="zh-CN" sz="28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/>
                  <a:t>        </a:t>
                </a:r>
                <a:r>
                  <a:rPr lang="zh-CN" altLang="zh-CN" sz="2800" dirty="0"/>
                  <a:t>设方阵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sz="2800" dirty="0"/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sz="2800" dirty="0"/>
                  <a:t>均为初等矩阵，由于初等矩阵均可逆，于是它们的乘积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sz="2800" dirty="0"/>
                  <a:t>也可逆</a:t>
                </a:r>
                <a:r>
                  <a:rPr lang="en-US" altLang="zh-CN" sz="2800" dirty="0"/>
                  <a:t>.</a:t>
                </a:r>
                <a:endParaRPr lang="zh-CN" altLang="zh-CN" sz="2800" dirty="0"/>
              </a:p>
            </p:txBody>
          </p:sp>
        </mc:Choice>
        <mc:Fallback>
          <p:sp>
            <p:nvSpPr>
              <p:cNvPr id="6" name="矩形 23">
                <a:extLst>
                  <a:ext uri="{FF2B5EF4-FFF2-40B4-BE49-F238E27FC236}">
                    <a16:creationId xmlns:a16="http://schemas.microsoft.com/office/drawing/2014/main" id="{2EFEBD6F-8AF5-0547-85C3-0BC40FB5BC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040533"/>
                <a:ext cx="8064500" cy="2677656"/>
              </a:xfrm>
              <a:prstGeom prst="rect">
                <a:avLst/>
              </a:prstGeom>
              <a:blipFill>
                <a:blip r:embed="rId3"/>
                <a:stretch>
                  <a:fillRect l="-1572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4">
            <a:extLst>
              <a:ext uri="{FF2B5EF4-FFF2-40B4-BE49-F238E27FC236}">
                <a16:creationId xmlns:a16="http://schemas.microsoft.com/office/drawing/2014/main" id="{0F1FBD38-0649-294D-8B57-6BDD26B8B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" y="2107339"/>
            <a:ext cx="9135861" cy="369332"/>
          </a:xfrm>
          <a:prstGeom prst="rect">
            <a:avLst/>
          </a:prstGeom>
          <a:solidFill>
            <a:srgbClr val="99FF99"/>
          </a:solidFill>
          <a:ln>
            <a:noFill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 b="0">
              <a:solidFill>
                <a:schemeClr val="tx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C171A2EF-3B62-DA45-A603-9B8454E0B5D1}"/>
              </a:ext>
            </a:extLst>
          </p:cNvPr>
          <p:cNvGrpSpPr>
            <a:grpSpLocks/>
          </p:cNvGrpSpPr>
          <p:nvPr/>
        </p:nvGrpSpPr>
        <p:grpSpPr bwMode="auto">
          <a:xfrm rot="19301812" flipH="1">
            <a:off x="6895648" y="1600302"/>
            <a:ext cx="2127647" cy="1102519"/>
            <a:chOff x="810345" y="1174447"/>
            <a:chExt cx="2836482" cy="1469277"/>
          </a:xfrm>
        </p:grpSpPr>
        <p:sp>
          <p:nvSpPr>
            <p:cNvPr id="9" name="矩形 6">
              <a:extLst>
                <a:ext uri="{FF2B5EF4-FFF2-40B4-BE49-F238E27FC236}">
                  <a16:creationId xmlns:a16="http://schemas.microsoft.com/office/drawing/2014/main" id="{5B4858CC-B8DB-824C-8B85-18C8B5DE1614}"/>
                </a:ext>
              </a:extLst>
            </p:cNvPr>
            <p:cNvSpPr/>
            <p:nvPr/>
          </p:nvSpPr>
          <p:spPr>
            <a:xfrm>
              <a:off x="809640" y="1425168"/>
              <a:ext cx="495233" cy="534715"/>
            </a:xfrm>
            <a:prstGeom prst="rect">
              <a:avLst/>
            </a:prstGeom>
            <a:solidFill>
              <a:srgbClr val="85D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0" name="矩形 7">
              <a:extLst>
                <a:ext uri="{FF2B5EF4-FFF2-40B4-BE49-F238E27FC236}">
                  <a16:creationId xmlns:a16="http://schemas.microsoft.com/office/drawing/2014/main" id="{EA2458B0-1D73-3B4B-8E86-1B7D17DA8C6D}"/>
                </a:ext>
              </a:extLst>
            </p:cNvPr>
            <p:cNvSpPr/>
            <p:nvPr/>
          </p:nvSpPr>
          <p:spPr>
            <a:xfrm>
              <a:off x="1624463" y="2069466"/>
              <a:ext cx="266664" cy="28719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1" name="矩形 8">
              <a:extLst>
                <a:ext uri="{FF2B5EF4-FFF2-40B4-BE49-F238E27FC236}">
                  <a16:creationId xmlns:a16="http://schemas.microsoft.com/office/drawing/2014/main" id="{4780D295-C839-B445-B63C-E72803C30690}"/>
                </a:ext>
              </a:extLst>
            </p:cNvPr>
            <p:cNvSpPr/>
            <p:nvPr/>
          </p:nvSpPr>
          <p:spPr>
            <a:xfrm>
              <a:off x="1815508" y="1616795"/>
              <a:ext cx="342854" cy="3697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2" name="矩形 9">
              <a:extLst>
                <a:ext uri="{FF2B5EF4-FFF2-40B4-BE49-F238E27FC236}">
                  <a16:creationId xmlns:a16="http://schemas.microsoft.com/office/drawing/2014/main" id="{35557600-C5C4-124B-A644-163AAEC56DF9}"/>
                </a:ext>
              </a:extLst>
            </p:cNvPr>
            <p:cNvSpPr/>
            <p:nvPr/>
          </p:nvSpPr>
          <p:spPr>
            <a:xfrm>
              <a:off x="2253069" y="1999780"/>
              <a:ext cx="266664" cy="28719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3" name="矩形 10">
              <a:extLst>
                <a:ext uri="{FF2B5EF4-FFF2-40B4-BE49-F238E27FC236}">
                  <a16:creationId xmlns:a16="http://schemas.microsoft.com/office/drawing/2014/main" id="{9A481007-971F-0145-BB4A-DA32B4217429}"/>
                </a:ext>
              </a:extLst>
            </p:cNvPr>
            <p:cNvSpPr/>
            <p:nvPr/>
          </p:nvSpPr>
          <p:spPr>
            <a:xfrm>
              <a:off x="3358508" y="1640611"/>
              <a:ext cx="44444" cy="460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4" name="矩形 11">
              <a:extLst>
                <a:ext uri="{FF2B5EF4-FFF2-40B4-BE49-F238E27FC236}">
                  <a16:creationId xmlns:a16="http://schemas.microsoft.com/office/drawing/2014/main" id="{AC55B6A7-FC13-524C-B3BE-6F928D5BCBDF}"/>
                </a:ext>
              </a:extLst>
            </p:cNvPr>
            <p:cNvSpPr/>
            <p:nvPr/>
          </p:nvSpPr>
          <p:spPr>
            <a:xfrm flipV="1">
              <a:off x="1057476" y="2355373"/>
              <a:ext cx="266664" cy="287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5" name="矩形 12">
              <a:extLst>
                <a:ext uri="{FF2B5EF4-FFF2-40B4-BE49-F238E27FC236}">
                  <a16:creationId xmlns:a16="http://schemas.microsoft.com/office/drawing/2014/main" id="{66B6C9F4-A1C4-B649-B07C-6E06E2D44FA4}"/>
                </a:ext>
              </a:extLst>
            </p:cNvPr>
            <p:cNvSpPr/>
            <p:nvPr/>
          </p:nvSpPr>
          <p:spPr>
            <a:xfrm>
              <a:off x="2717231" y="1905392"/>
              <a:ext cx="106348" cy="1142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6" name="矩形 13">
              <a:extLst>
                <a:ext uri="{FF2B5EF4-FFF2-40B4-BE49-F238E27FC236}">
                  <a16:creationId xmlns:a16="http://schemas.microsoft.com/office/drawing/2014/main" id="{6EF37931-5534-7C43-8B64-34757E276DCF}"/>
                </a:ext>
              </a:extLst>
            </p:cNvPr>
            <p:cNvSpPr/>
            <p:nvPr/>
          </p:nvSpPr>
          <p:spPr>
            <a:xfrm>
              <a:off x="3380458" y="1888097"/>
              <a:ext cx="266664" cy="28719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7" name="矩形 14">
              <a:extLst>
                <a:ext uri="{FF2B5EF4-FFF2-40B4-BE49-F238E27FC236}">
                  <a16:creationId xmlns:a16="http://schemas.microsoft.com/office/drawing/2014/main" id="{73B5FEBF-02F1-9746-976E-088BBDF48A02}"/>
                </a:ext>
              </a:extLst>
            </p:cNvPr>
            <p:cNvSpPr/>
            <p:nvPr/>
          </p:nvSpPr>
          <p:spPr>
            <a:xfrm>
              <a:off x="2901656" y="2144816"/>
              <a:ext cx="266664" cy="2871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8" name="矩形 15">
              <a:extLst>
                <a:ext uri="{FF2B5EF4-FFF2-40B4-BE49-F238E27FC236}">
                  <a16:creationId xmlns:a16="http://schemas.microsoft.com/office/drawing/2014/main" id="{8EF87358-5652-CA43-8C63-E4CDB0F33377}"/>
                </a:ext>
              </a:extLst>
            </p:cNvPr>
            <p:cNvSpPr/>
            <p:nvPr/>
          </p:nvSpPr>
          <p:spPr>
            <a:xfrm>
              <a:off x="2632405" y="1473821"/>
              <a:ext cx="266664" cy="287191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9" name="矩形 16">
              <a:extLst>
                <a:ext uri="{FF2B5EF4-FFF2-40B4-BE49-F238E27FC236}">
                  <a16:creationId xmlns:a16="http://schemas.microsoft.com/office/drawing/2014/main" id="{A4915979-BD78-EE49-B41C-0A02D8940644}"/>
                </a:ext>
              </a:extLst>
            </p:cNvPr>
            <p:cNvSpPr/>
            <p:nvPr/>
          </p:nvSpPr>
          <p:spPr>
            <a:xfrm>
              <a:off x="2156822" y="1173992"/>
              <a:ext cx="266664" cy="28719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70141089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2D965EB0-9F79-A541-89A9-6DDD850D41ED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4E4976C9-D47F-164B-93C5-4AE8F5CB4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1C4BBF75-BFA2-5540-81D9-185D7DEBB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FDEF07FE-7147-0B49-AEAB-62A15E0A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26">
                <a:extLst>
                  <a:ext uri="{FF2B5EF4-FFF2-40B4-BE49-F238E27FC236}">
                    <a16:creationId xmlns:a16="http://schemas.microsoft.com/office/drawing/2014/main" id="{DDBCF838-1E94-7B47-9E08-2E0DABADBED2}"/>
                  </a:ext>
                </a:extLst>
              </p:cNvPr>
              <p:cNvSpPr/>
              <p:nvPr/>
            </p:nvSpPr>
            <p:spPr>
              <a:xfrm>
                <a:off x="539750" y="1311172"/>
                <a:ext cx="8178581" cy="47788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判别矩阵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是否可逆，并在可逆时求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的具体步骤为：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首先构造分块矩阵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；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实施初等行变换，将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化为行最简形矩阵；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不能行等价于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，则矩阵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不可逆；若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能行等价于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可逆，且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就行等价于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26">
                <a:extLst>
                  <a:ext uri="{FF2B5EF4-FFF2-40B4-BE49-F238E27FC236}">
                    <a16:creationId xmlns:a16="http://schemas.microsoft.com/office/drawing/2014/main" id="{DDBCF838-1E94-7B47-9E08-2E0DABADBE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311172"/>
                <a:ext cx="8178581" cy="4778809"/>
              </a:xfrm>
              <a:prstGeom prst="rect">
                <a:avLst/>
              </a:prstGeom>
              <a:blipFill>
                <a:blip r:embed="rId3"/>
                <a:stretch>
                  <a:fillRect l="-1553" r="-1553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0765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C620DECB-D72D-114F-838A-1127E8E0A975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5333A50A-FF70-3943-AC00-D3445D737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9C396F27-C44E-0146-A4AC-9741FC35E8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C95EB825-703B-A041-9883-A912FD77F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EA601676-9E86-414D-80D2-2BA4B3F02B2A}"/>
              </a:ext>
            </a:extLst>
          </p:cNvPr>
          <p:cNvSpPr/>
          <p:nvPr/>
        </p:nvSpPr>
        <p:spPr bwMode="auto">
          <a:xfrm>
            <a:off x="525524" y="1763679"/>
            <a:ext cx="759501" cy="500137"/>
          </a:xfrm>
          <a:prstGeom prst="rect">
            <a:avLst/>
          </a:prstGeom>
          <a:solidFill>
            <a:srgbClr val="FFC000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1D1F7-45ED-8D49-8BD2-C98B258AD08C}"/>
              </a:ext>
            </a:extLst>
          </p:cNvPr>
          <p:cNvSpPr txBox="1"/>
          <p:nvPr/>
        </p:nvSpPr>
        <p:spPr>
          <a:xfrm>
            <a:off x="865706" y="3548507"/>
            <a:ext cx="75122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/>
              <a:t>判断</a:t>
            </a:r>
            <a:r>
              <a:rPr lang="zh-CN" altLang="en-US" sz="2800" dirty="0"/>
              <a:t>下列</a:t>
            </a:r>
            <a:r>
              <a:rPr lang="zh-CN" altLang="zh-CN" sz="2800" dirty="0"/>
              <a:t>矩阵是否可逆？若可逆则求其逆矩阵</a:t>
            </a:r>
            <a:r>
              <a:rPr lang="en-US" altLang="zh-CN" sz="2800" b="1" dirty="0"/>
              <a:t>.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2">
                <a:extLst>
                  <a:ext uri="{FF2B5EF4-FFF2-40B4-BE49-F238E27FC236}">
                    <a16:creationId xmlns:a16="http://schemas.microsoft.com/office/drawing/2014/main" id="{9194C2CF-BC68-7243-94C6-F86C6D65C420}"/>
                  </a:ext>
                </a:extLst>
              </p:cNvPr>
              <p:cNvSpPr/>
              <p:nvPr/>
            </p:nvSpPr>
            <p:spPr>
              <a:xfrm>
                <a:off x="539750" y="4552769"/>
                <a:ext cx="8064500" cy="12317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 </m:t>
                      </m:r>
                      <m:d>
                        <m:dPr>
                          <m:ctrlPr>
                            <a:rPr lang="zh-CN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       </m:t>
                      </m:r>
                      <m: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2)</m:t>
                      </m:r>
                      <m:r>
                        <m:rPr>
                          <m:nor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  </m:t>
                      </m:r>
                      <m:d>
                        <m:dPr>
                          <m:ctrlPr>
                            <a:rPr lang="zh-CN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8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2">
                <a:extLst>
                  <a:ext uri="{FF2B5EF4-FFF2-40B4-BE49-F238E27FC236}">
                    <a16:creationId xmlns:a16="http://schemas.microsoft.com/office/drawing/2014/main" id="{9194C2CF-BC68-7243-94C6-F86C6D65C4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4552769"/>
                <a:ext cx="8064500" cy="1231747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17">
            <a:extLst>
              <a:ext uri="{FF2B5EF4-FFF2-40B4-BE49-F238E27FC236}">
                <a16:creationId xmlns:a16="http://schemas.microsoft.com/office/drawing/2014/main" id="{1E9F1690-5C26-5A47-BEF8-FF33B3E76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" y="2432092"/>
            <a:ext cx="9135861" cy="369332"/>
          </a:xfrm>
          <a:prstGeom prst="rect">
            <a:avLst/>
          </a:prstGeom>
          <a:solidFill>
            <a:srgbClr val="99FF99"/>
          </a:solidFill>
          <a:ln>
            <a:noFill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 b="0">
              <a:solidFill>
                <a:schemeClr val="tx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10" name="组合 19">
            <a:extLst>
              <a:ext uri="{FF2B5EF4-FFF2-40B4-BE49-F238E27FC236}">
                <a16:creationId xmlns:a16="http://schemas.microsoft.com/office/drawing/2014/main" id="{A8232EDD-224D-CC47-A72B-4F18EB26CF4A}"/>
              </a:ext>
            </a:extLst>
          </p:cNvPr>
          <p:cNvGrpSpPr>
            <a:grpSpLocks/>
          </p:cNvGrpSpPr>
          <p:nvPr/>
        </p:nvGrpSpPr>
        <p:grpSpPr bwMode="auto">
          <a:xfrm rot="19301812" flipH="1">
            <a:off x="6895648" y="1925055"/>
            <a:ext cx="2127647" cy="1102519"/>
            <a:chOff x="810345" y="1174447"/>
            <a:chExt cx="2836482" cy="1469277"/>
          </a:xfrm>
        </p:grpSpPr>
        <p:sp>
          <p:nvSpPr>
            <p:cNvPr id="11" name="矩形 22">
              <a:extLst>
                <a:ext uri="{FF2B5EF4-FFF2-40B4-BE49-F238E27FC236}">
                  <a16:creationId xmlns:a16="http://schemas.microsoft.com/office/drawing/2014/main" id="{B8CE9638-0EE0-EC48-AD25-74F710D2EB84}"/>
                </a:ext>
              </a:extLst>
            </p:cNvPr>
            <p:cNvSpPr/>
            <p:nvPr/>
          </p:nvSpPr>
          <p:spPr>
            <a:xfrm>
              <a:off x="809640" y="1425168"/>
              <a:ext cx="495233" cy="534715"/>
            </a:xfrm>
            <a:prstGeom prst="rect">
              <a:avLst/>
            </a:prstGeom>
            <a:solidFill>
              <a:srgbClr val="85D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2" name="矩形 23">
              <a:extLst>
                <a:ext uri="{FF2B5EF4-FFF2-40B4-BE49-F238E27FC236}">
                  <a16:creationId xmlns:a16="http://schemas.microsoft.com/office/drawing/2014/main" id="{7C37EB33-B8B0-5B4F-BF4C-AF396FC02007}"/>
                </a:ext>
              </a:extLst>
            </p:cNvPr>
            <p:cNvSpPr/>
            <p:nvPr/>
          </p:nvSpPr>
          <p:spPr>
            <a:xfrm>
              <a:off x="1624463" y="2069466"/>
              <a:ext cx="266664" cy="28719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3" name="矩形 24">
              <a:extLst>
                <a:ext uri="{FF2B5EF4-FFF2-40B4-BE49-F238E27FC236}">
                  <a16:creationId xmlns:a16="http://schemas.microsoft.com/office/drawing/2014/main" id="{1506FC24-2FCC-7B47-9962-411AED90283F}"/>
                </a:ext>
              </a:extLst>
            </p:cNvPr>
            <p:cNvSpPr/>
            <p:nvPr/>
          </p:nvSpPr>
          <p:spPr>
            <a:xfrm>
              <a:off x="1815508" y="1616795"/>
              <a:ext cx="342854" cy="3697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4" name="矩形 25">
              <a:extLst>
                <a:ext uri="{FF2B5EF4-FFF2-40B4-BE49-F238E27FC236}">
                  <a16:creationId xmlns:a16="http://schemas.microsoft.com/office/drawing/2014/main" id="{42653B61-22EB-DE46-BC7D-D0D42B395F50}"/>
                </a:ext>
              </a:extLst>
            </p:cNvPr>
            <p:cNvSpPr/>
            <p:nvPr/>
          </p:nvSpPr>
          <p:spPr>
            <a:xfrm>
              <a:off x="2253069" y="1999780"/>
              <a:ext cx="266664" cy="28719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5" name="矩形 26">
              <a:extLst>
                <a:ext uri="{FF2B5EF4-FFF2-40B4-BE49-F238E27FC236}">
                  <a16:creationId xmlns:a16="http://schemas.microsoft.com/office/drawing/2014/main" id="{868FCE67-BA72-424C-9FD9-4E5907FEFD6B}"/>
                </a:ext>
              </a:extLst>
            </p:cNvPr>
            <p:cNvSpPr/>
            <p:nvPr/>
          </p:nvSpPr>
          <p:spPr>
            <a:xfrm>
              <a:off x="3358508" y="1640611"/>
              <a:ext cx="44444" cy="460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6" name="矩形 27">
              <a:extLst>
                <a:ext uri="{FF2B5EF4-FFF2-40B4-BE49-F238E27FC236}">
                  <a16:creationId xmlns:a16="http://schemas.microsoft.com/office/drawing/2014/main" id="{40FF3FFC-FB70-9741-82FB-354B5A4CC554}"/>
                </a:ext>
              </a:extLst>
            </p:cNvPr>
            <p:cNvSpPr/>
            <p:nvPr/>
          </p:nvSpPr>
          <p:spPr>
            <a:xfrm flipV="1">
              <a:off x="1057476" y="2355373"/>
              <a:ext cx="266664" cy="287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7" name="矩形 28">
              <a:extLst>
                <a:ext uri="{FF2B5EF4-FFF2-40B4-BE49-F238E27FC236}">
                  <a16:creationId xmlns:a16="http://schemas.microsoft.com/office/drawing/2014/main" id="{9558A7F6-A9B2-0B45-8BD5-9AFAA7A5ECA1}"/>
                </a:ext>
              </a:extLst>
            </p:cNvPr>
            <p:cNvSpPr/>
            <p:nvPr/>
          </p:nvSpPr>
          <p:spPr>
            <a:xfrm>
              <a:off x="2717231" y="1905392"/>
              <a:ext cx="106348" cy="1142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8" name="矩形 29">
              <a:extLst>
                <a:ext uri="{FF2B5EF4-FFF2-40B4-BE49-F238E27FC236}">
                  <a16:creationId xmlns:a16="http://schemas.microsoft.com/office/drawing/2014/main" id="{DC0DB2A3-1B7D-0243-8350-FDBAA8B0621C}"/>
                </a:ext>
              </a:extLst>
            </p:cNvPr>
            <p:cNvSpPr/>
            <p:nvPr/>
          </p:nvSpPr>
          <p:spPr>
            <a:xfrm>
              <a:off x="3380458" y="1888097"/>
              <a:ext cx="266664" cy="28719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9" name="矩形 30">
              <a:extLst>
                <a:ext uri="{FF2B5EF4-FFF2-40B4-BE49-F238E27FC236}">
                  <a16:creationId xmlns:a16="http://schemas.microsoft.com/office/drawing/2014/main" id="{4F012C10-6200-7448-BE42-6C25B91A65A3}"/>
                </a:ext>
              </a:extLst>
            </p:cNvPr>
            <p:cNvSpPr/>
            <p:nvPr/>
          </p:nvSpPr>
          <p:spPr>
            <a:xfrm>
              <a:off x="2901656" y="2144816"/>
              <a:ext cx="266664" cy="2871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20" name="矩形 31">
              <a:extLst>
                <a:ext uri="{FF2B5EF4-FFF2-40B4-BE49-F238E27FC236}">
                  <a16:creationId xmlns:a16="http://schemas.microsoft.com/office/drawing/2014/main" id="{C303FDF2-8672-5442-A827-3207D67DF104}"/>
                </a:ext>
              </a:extLst>
            </p:cNvPr>
            <p:cNvSpPr/>
            <p:nvPr/>
          </p:nvSpPr>
          <p:spPr>
            <a:xfrm>
              <a:off x="2632405" y="1473821"/>
              <a:ext cx="266664" cy="287191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21" name="矩形 32">
              <a:extLst>
                <a:ext uri="{FF2B5EF4-FFF2-40B4-BE49-F238E27FC236}">
                  <a16:creationId xmlns:a16="http://schemas.microsoft.com/office/drawing/2014/main" id="{F0779B5E-56D2-2349-BFB3-55541341A669}"/>
                </a:ext>
              </a:extLst>
            </p:cNvPr>
            <p:cNvSpPr/>
            <p:nvPr/>
          </p:nvSpPr>
          <p:spPr>
            <a:xfrm>
              <a:off x="2156822" y="1173992"/>
              <a:ext cx="266664" cy="28719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670909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/>
      <p:bldP spid="8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C620DECB-D72D-114F-838A-1127E8E0A975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5333A50A-FF70-3943-AC00-D3445D737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9C396F27-C44E-0146-A4AC-9741FC35E8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C95EB825-703B-A041-9883-A912FD77F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136BDB88-F273-AB48-A10B-8EF341A93615}"/>
              </a:ext>
            </a:extLst>
          </p:cNvPr>
          <p:cNvSpPr/>
          <p:nvPr/>
        </p:nvSpPr>
        <p:spPr bwMode="auto">
          <a:xfrm>
            <a:off x="543953" y="1143000"/>
            <a:ext cx="567516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解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0" name="矩形 18">
            <a:extLst>
              <a:ext uri="{FF2B5EF4-FFF2-40B4-BE49-F238E27FC236}">
                <a16:creationId xmlns:a16="http://schemas.microsoft.com/office/drawing/2014/main" id="{B6DD4DCC-1997-9147-A082-8A6503F2A006}"/>
              </a:ext>
            </a:extLst>
          </p:cNvPr>
          <p:cNvSpPr/>
          <p:nvPr/>
        </p:nvSpPr>
        <p:spPr bwMode="auto">
          <a:xfrm>
            <a:off x="1371599" y="1143000"/>
            <a:ext cx="834878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6">
                <a:extLst>
                  <a:ext uri="{FF2B5EF4-FFF2-40B4-BE49-F238E27FC236}">
                    <a16:creationId xmlns:a16="http://schemas.microsoft.com/office/drawing/2014/main" id="{9E9D38FB-006E-C947-AEF6-8BCC8FC533E7}"/>
                  </a:ext>
                </a:extLst>
              </p:cNvPr>
              <p:cNvSpPr/>
              <p:nvPr/>
            </p:nvSpPr>
            <p:spPr>
              <a:xfrm>
                <a:off x="543953" y="1750028"/>
                <a:ext cx="8060297" cy="50760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zh-CN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9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limUpp>
                        <m:limUp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spcBef>
                    <a:spcPts val="2400"/>
                  </a:spcBef>
                  <a:spcAft>
                    <a:spcPts val="2400"/>
                  </a:spcAft>
                </a:pP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groupChr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kumimoji="0"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0" lang="zh-CN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sz="2400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:r>
                  <a:rPr kumimoji="0" lang="zh-CN" altLang="zh-CN" sz="2400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由于阶梯阵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sz="2400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最后一行全为零，</a:t>
                </a:r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:r>
                  <a:rPr kumimoji="0" lang="zh-CN" altLang="zh-CN" sz="2400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所以矩阵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sz="2400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不可逆</a:t>
                </a:r>
                <a:r>
                  <a:rPr kumimoji="0" lang="en-US" altLang="zh-CN" sz="2400" b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矩形 6">
                <a:extLst>
                  <a:ext uri="{FF2B5EF4-FFF2-40B4-BE49-F238E27FC236}">
                    <a16:creationId xmlns:a16="http://schemas.microsoft.com/office/drawing/2014/main" id="{9E9D38FB-006E-C947-AEF6-8BCC8FC533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53" y="1750028"/>
                <a:ext cx="8060297" cy="5076005"/>
              </a:xfrm>
              <a:prstGeom prst="rect">
                <a:avLst/>
              </a:prstGeom>
              <a:blipFill>
                <a:blip r:embed="rId3"/>
                <a:stretch>
                  <a:fillRect l="-1101" t="-41750" r="-314" b="-7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628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C620DECB-D72D-114F-838A-1127E8E0A975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5333A50A-FF70-3943-AC00-D3445D737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9C396F27-C44E-0146-A4AC-9741FC35E8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C95EB825-703B-A041-9883-A912FD77F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p:sp>
        <p:nvSpPr>
          <p:cNvPr id="23" name="矩形 5">
            <a:extLst>
              <a:ext uri="{FF2B5EF4-FFF2-40B4-BE49-F238E27FC236}">
                <a16:creationId xmlns:a16="http://schemas.microsoft.com/office/drawing/2014/main" id="{724AB8AC-554E-D74B-A064-B26BE2BE9E1F}"/>
              </a:ext>
            </a:extLst>
          </p:cNvPr>
          <p:cNvSpPr/>
          <p:nvPr/>
        </p:nvSpPr>
        <p:spPr bwMode="auto">
          <a:xfrm>
            <a:off x="543953" y="1143000"/>
            <a:ext cx="567516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解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24" name="矩形 18">
            <a:extLst>
              <a:ext uri="{FF2B5EF4-FFF2-40B4-BE49-F238E27FC236}">
                <a16:creationId xmlns:a16="http://schemas.microsoft.com/office/drawing/2014/main" id="{C153D8D6-4A0A-F849-AB20-388A2C3BAE4D}"/>
              </a:ext>
            </a:extLst>
          </p:cNvPr>
          <p:cNvSpPr/>
          <p:nvPr/>
        </p:nvSpPr>
        <p:spPr bwMode="auto">
          <a:xfrm>
            <a:off x="1371599" y="1143000"/>
            <a:ext cx="834878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）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">
                <a:extLst>
                  <a:ext uri="{FF2B5EF4-FFF2-40B4-BE49-F238E27FC236}">
                    <a16:creationId xmlns:a16="http://schemas.microsoft.com/office/drawing/2014/main" id="{E6BAA4F7-F30F-D74F-ADB9-B50EA1FC2593}"/>
                  </a:ext>
                </a:extLst>
              </p:cNvPr>
              <p:cNvSpPr/>
              <p:nvPr/>
            </p:nvSpPr>
            <p:spPr>
              <a:xfrm>
                <a:off x="643809" y="1789488"/>
                <a:ext cx="8060297" cy="52298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limUpp>
                        <m:limUp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2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矩形 2">
                <a:extLst>
                  <a:ext uri="{FF2B5EF4-FFF2-40B4-BE49-F238E27FC236}">
                    <a16:creationId xmlns:a16="http://schemas.microsoft.com/office/drawing/2014/main" id="{E6BAA4F7-F30F-D74F-ADB9-B50EA1FC2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09" y="1789488"/>
                <a:ext cx="8060297" cy="5229893"/>
              </a:xfrm>
              <a:prstGeom prst="rect">
                <a:avLst/>
              </a:prstGeom>
              <a:blipFill>
                <a:blip r:embed="rId3"/>
                <a:stretch>
                  <a:fillRect t="-40436" b="-52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8423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1">
            <a:extLst>
              <a:ext uri="{FF2B5EF4-FFF2-40B4-BE49-F238E27FC236}">
                <a16:creationId xmlns:a16="http://schemas.microsoft.com/office/drawing/2014/main" id="{C620DECB-D72D-114F-838A-1127E8E0A975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3" name="Line 32">
              <a:extLst>
                <a:ext uri="{FF2B5EF4-FFF2-40B4-BE49-F238E27FC236}">
                  <a16:creationId xmlns:a16="http://schemas.microsoft.com/office/drawing/2014/main" id="{5333A50A-FF70-3943-AC00-D3445D737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" name="Picture 33" descr="BD10263_">
              <a:extLst>
                <a:ext uri="{FF2B5EF4-FFF2-40B4-BE49-F238E27FC236}">
                  <a16:creationId xmlns:a16="http://schemas.microsoft.com/office/drawing/2014/main" id="{9C396F27-C44E-0146-A4AC-9741FC35E8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30">
            <a:extLst>
              <a:ext uri="{FF2B5EF4-FFF2-40B4-BE49-F238E27FC236}">
                <a16:creationId xmlns:a16="http://schemas.microsoft.com/office/drawing/2014/main" id="{C95EB825-703B-A041-9883-A912FD77F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初等矩阵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2">
                <a:extLst>
                  <a:ext uri="{FF2B5EF4-FFF2-40B4-BE49-F238E27FC236}">
                    <a16:creationId xmlns:a16="http://schemas.microsoft.com/office/drawing/2014/main" id="{937355FB-A986-994F-9DE9-6B08267363EC}"/>
                  </a:ext>
                </a:extLst>
              </p:cNvPr>
              <p:cNvSpPr/>
              <p:nvPr/>
            </p:nvSpPr>
            <p:spPr>
              <a:xfrm>
                <a:off x="539751" y="2401536"/>
                <a:ext cx="8064499" cy="37797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所以矩阵</a:t>
                </a:r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800"/>
                  </a:spcAft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可逆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并且</a:t>
                </a:r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2">
                <a:extLst>
                  <a:ext uri="{FF2B5EF4-FFF2-40B4-BE49-F238E27FC236}">
                    <a16:creationId xmlns:a16="http://schemas.microsoft.com/office/drawing/2014/main" id="{937355FB-A986-994F-9DE9-6B08267363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1" y="2401536"/>
                <a:ext cx="8064499" cy="3779753"/>
              </a:xfrm>
              <a:prstGeom prst="rect">
                <a:avLst/>
              </a:prstGeom>
              <a:blipFill>
                <a:blip r:embed="rId3"/>
                <a:stretch>
                  <a:fillRect l="-1101" t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8">
            <a:extLst>
              <a:ext uri="{FF2B5EF4-FFF2-40B4-BE49-F238E27FC236}">
                <a16:creationId xmlns:a16="http://schemas.microsoft.com/office/drawing/2014/main" id="{B108885D-DBB0-2B49-A14A-BD33723F7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" y="1824002"/>
            <a:ext cx="9135861" cy="369332"/>
          </a:xfrm>
          <a:prstGeom prst="rect">
            <a:avLst/>
          </a:prstGeom>
          <a:solidFill>
            <a:srgbClr val="99FF99"/>
          </a:solidFill>
          <a:ln>
            <a:noFill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 b="0">
              <a:solidFill>
                <a:schemeClr val="tx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4D24F3B5-D3B7-1D41-8722-D67653D245AF}"/>
              </a:ext>
            </a:extLst>
          </p:cNvPr>
          <p:cNvGrpSpPr>
            <a:grpSpLocks/>
          </p:cNvGrpSpPr>
          <p:nvPr/>
        </p:nvGrpSpPr>
        <p:grpSpPr bwMode="auto">
          <a:xfrm rot="19301812" flipH="1">
            <a:off x="6895648" y="1316965"/>
            <a:ext cx="2127647" cy="1102519"/>
            <a:chOff x="810345" y="1174447"/>
            <a:chExt cx="2836482" cy="1469277"/>
          </a:xfrm>
        </p:grpSpPr>
        <p:sp>
          <p:nvSpPr>
            <p:cNvPr id="9" name="矩形 10">
              <a:extLst>
                <a:ext uri="{FF2B5EF4-FFF2-40B4-BE49-F238E27FC236}">
                  <a16:creationId xmlns:a16="http://schemas.microsoft.com/office/drawing/2014/main" id="{BA0DE9BD-0FE1-0C47-9AD5-7990AD523B92}"/>
                </a:ext>
              </a:extLst>
            </p:cNvPr>
            <p:cNvSpPr/>
            <p:nvPr/>
          </p:nvSpPr>
          <p:spPr>
            <a:xfrm>
              <a:off x="809640" y="1425168"/>
              <a:ext cx="495233" cy="534715"/>
            </a:xfrm>
            <a:prstGeom prst="rect">
              <a:avLst/>
            </a:prstGeom>
            <a:solidFill>
              <a:srgbClr val="85D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0" name="矩形 11">
              <a:extLst>
                <a:ext uri="{FF2B5EF4-FFF2-40B4-BE49-F238E27FC236}">
                  <a16:creationId xmlns:a16="http://schemas.microsoft.com/office/drawing/2014/main" id="{C7AF8C1D-CD0D-2A45-8F83-A4D1CDBB2552}"/>
                </a:ext>
              </a:extLst>
            </p:cNvPr>
            <p:cNvSpPr/>
            <p:nvPr/>
          </p:nvSpPr>
          <p:spPr>
            <a:xfrm>
              <a:off x="1624463" y="2069466"/>
              <a:ext cx="266664" cy="28719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1" name="矩形 13">
              <a:extLst>
                <a:ext uri="{FF2B5EF4-FFF2-40B4-BE49-F238E27FC236}">
                  <a16:creationId xmlns:a16="http://schemas.microsoft.com/office/drawing/2014/main" id="{1CDE64B4-8AEF-3740-8587-110F86300863}"/>
                </a:ext>
              </a:extLst>
            </p:cNvPr>
            <p:cNvSpPr/>
            <p:nvPr/>
          </p:nvSpPr>
          <p:spPr>
            <a:xfrm>
              <a:off x="1815508" y="1616795"/>
              <a:ext cx="342854" cy="3697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2" name="矩形 14">
              <a:extLst>
                <a:ext uri="{FF2B5EF4-FFF2-40B4-BE49-F238E27FC236}">
                  <a16:creationId xmlns:a16="http://schemas.microsoft.com/office/drawing/2014/main" id="{F1B9F79D-85BB-DE4F-91FC-1E50A2BF7F49}"/>
                </a:ext>
              </a:extLst>
            </p:cNvPr>
            <p:cNvSpPr/>
            <p:nvPr/>
          </p:nvSpPr>
          <p:spPr>
            <a:xfrm>
              <a:off x="2253069" y="1999780"/>
              <a:ext cx="266664" cy="28719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3" name="矩形 15">
              <a:extLst>
                <a:ext uri="{FF2B5EF4-FFF2-40B4-BE49-F238E27FC236}">
                  <a16:creationId xmlns:a16="http://schemas.microsoft.com/office/drawing/2014/main" id="{366C6A1A-2813-8E43-B395-4B65CA483C22}"/>
                </a:ext>
              </a:extLst>
            </p:cNvPr>
            <p:cNvSpPr/>
            <p:nvPr/>
          </p:nvSpPr>
          <p:spPr>
            <a:xfrm>
              <a:off x="3358508" y="1640611"/>
              <a:ext cx="44444" cy="4601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4" name="矩形 17">
              <a:extLst>
                <a:ext uri="{FF2B5EF4-FFF2-40B4-BE49-F238E27FC236}">
                  <a16:creationId xmlns:a16="http://schemas.microsoft.com/office/drawing/2014/main" id="{8772659C-6B43-9841-B108-60A9D3DC60B9}"/>
                </a:ext>
              </a:extLst>
            </p:cNvPr>
            <p:cNvSpPr/>
            <p:nvPr/>
          </p:nvSpPr>
          <p:spPr>
            <a:xfrm flipV="1">
              <a:off x="1057476" y="2355373"/>
              <a:ext cx="266664" cy="287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5" name="矩形 19">
              <a:extLst>
                <a:ext uri="{FF2B5EF4-FFF2-40B4-BE49-F238E27FC236}">
                  <a16:creationId xmlns:a16="http://schemas.microsoft.com/office/drawing/2014/main" id="{F28DC9F3-61CB-7D44-AAE9-0228A45DBAD2}"/>
                </a:ext>
              </a:extLst>
            </p:cNvPr>
            <p:cNvSpPr/>
            <p:nvPr/>
          </p:nvSpPr>
          <p:spPr>
            <a:xfrm>
              <a:off x="2717231" y="1905392"/>
              <a:ext cx="106348" cy="1142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6" name="矩形 20">
              <a:extLst>
                <a:ext uri="{FF2B5EF4-FFF2-40B4-BE49-F238E27FC236}">
                  <a16:creationId xmlns:a16="http://schemas.microsoft.com/office/drawing/2014/main" id="{64EAC706-B05C-394A-B85E-1ECC77F4E49E}"/>
                </a:ext>
              </a:extLst>
            </p:cNvPr>
            <p:cNvSpPr/>
            <p:nvPr/>
          </p:nvSpPr>
          <p:spPr>
            <a:xfrm>
              <a:off x="3380458" y="1888097"/>
              <a:ext cx="266664" cy="28719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7" name="矩形 21">
              <a:extLst>
                <a:ext uri="{FF2B5EF4-FFF2-40B4-BE49-F238E27FC236}">
                  <a16:creationId xmlns:a16="http://schemas.microsoft.com/office/drawing/2014/main" id="{CDB351C1-2583-3345-80C3-55725C1864AF}"/>
                </a:ext>
              </a:extLst>
            </p:cNvPr>
            <p:cNvSpPr/>
            <p:nvPr/>
          </p:nvSpPr>
          <p:spPr>
            <a:xfrm>
              <a:off x="2901656" y="2144816"/>
              <a:ext cx="266664" cy="2871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8" name="矩形 22">
              <a:extLst>
                <a:ext uri="{FF2B5EF4-FFF2-40B4-BE49-F238E27FC236}">
                  <a16:creationId xmlns:a16="http://schemas.microsoft.com/office/drawing/2014/main" id="{1EE70D3A-D9C1-DC4A-B053-0A57868D2599}"/>
                </a:ext>
              </a:extLst>
            </p:cNvPr>
            <p:cNvSpPr/>
            <p:nvPr/>
          </p:nvSpPr>
          <p:spPr>
            <a:xfrm>
              <a:off x="2632405" y="1473821"/>
              <a:ext cx="266664" cy="287191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  <p:sp>
          <p:nvSpPr>
            <p:cNvPr id="19" name="矩形 23">
              <a:extLst>
                <a:ext uri="{FF2B5EF4-FFF2-40B4-BE49-F238E27FC236}">
                  <a16:creationId xmlns:a16="http://schemas.microsoft.com/office/drawing/2014/main" id="{2162810C-805D-EF48-8573-533370DA86E6}"/>
                </a:ext>
              </a:extLst>
            </p:cNvPr>
            <p:cNvSpPr/>
            <p:nvPr/>
          </p:nvSpPr>
          <p:spPr>
            <a:xfrm>
              <a:off x="2156822" y="1173992"/>
              <a:ext cx="266664" cy="28719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8487334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利用初等变换求逆矩阵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67995" y="1412875"/>
            <a:ext cx="160020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2.16</a:t>
            </a: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640205" y="1498600"/>
            <a:ext cx="3260090" cy="116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求矩阵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en-US" b="1" kern="1200" cap="none" spc="0" normalizeH="0" baseline="0" noProof="0"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855912" y="1030288"/>
            <a:ext cx="4013201" cy="1376362"/>
            <a:chOff x="1267" y="144"/>
            <a:chExt cx="2528" cy="867"/>
          </a:xfrm>
        </p:grpSpPr>
        <p:sp>
          <p:nvSpPr>
            <p:cNvPr id="4" name="Text Box 3"/>
            <p:cNvSpPr txBox="1"/>
            <p:nvPr>
              <p:custDataLst>
                <p:tags r:id="rId2"/>
              </p:custDataLst>
            </p:nvPr>
          </p:nvSpPr>
          <p:spPr>
            <a:xfrm>
              <a:off x="1267" y="427"/>
              <a:ext cx="2528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720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600" b="1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  <a:ea typeface="黑体" panose="02010609060101010101" pitchFamily="49" charset="-122"/>
                </a:rPr>
                <a:t>=                      </a:t>
              </a:r>
              <a:r>
                <a:rPr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的逆矩阵。</a:t>
              </a:r>
              <a:endParaRPr lang="zh-CN" altLang="en-US" sz="2600" b="1" dirty="0">
                <a:latin typeface="Symbol" panose="05050102010706020507" pitchFamily="18" charset="2"/>
                <a:ea typeface="黑体" panose="02010609060101010101" pitchFamily="49" charset="-122"/>
              </a:endParaRPr>
            </a:p>
          </p:txBody>
        </p:sp>
        <p:sp>
          <p:nvSpPr>
            <p:cNvPr id="5" name="AutoShape 5"/>
            <p:cNvSpPr/>
            <p:nvPr>
              <p:custDataLst>
                <p:tags r:id="rId3"/>
              </p:custDataLst>
            </p:nvPr>
          </p:nvSpPr>
          <p:spPr>
            <a:xfrm>
              <a:off x="1601" y="232"/>
              <a:ext cx="1017" cy="716"/>
            </a:xfrm>
            <a:prstGeom prst="bracketPair">
              <a:avLst>
                <a:gd name="adj" fmla="val 594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46226" name="Group 6"/>
            <p:cNvGrpSpPr/>
            <p:nvPr/>
          </p:nvGrpSpPr>
          <p:grpSpPr>
            <a:xfrm>
              <a:off x="1699" y="144"/>
              <a:ext cx="218" cy="862"/>
              <a:chOff x="2117" y="1186"/>
              <a:chExt cx="218" cy="862"/>
            </a:xfrm>
          </p:grpSpPr>
          <p:sp>
            <p:nvSpPr>
              <p:cNvPr id="46235" name="Rectangle 7"/>
              <p:cNvSpPr/>
              <p:nvPr>
                <p:custDataLst>
                  <p:tags r:id="rId10"/>
                </p:custDataLst>
              </p:nvPr>
            </p:nvSpPr>
            <p:spPr>
              <a:xfrm>
                <a:off x="2231" y="1186"/>
                <a:ext cx="10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0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6236" name="Rectangle 8"/>
              <p:cNvSpPr/>
              <p:nvPr>
                <p:custDataLst>
                  <p:tags r:id="rId11"/>
                </p:custDataLst>
              </p:nvPr>
            </p:nvSpPr>
            <p:spPr>
              <a:xfrm>
                <a:off x="2231" y="1469"/>
                <a:ext cx="10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6237" name="Rectangle 9"/>
              <p:cNvSpPr/>
              <p:nvPr>
                <p:custDataLst>
                  <p:tags r:id="rId12"/>
                </p:custDataLst>
              </p:nvPr>
            </p:nvSpPr>
            <p:spPr>
              <a:xfrm>
                <a:off x="2117" y="1746"/>
                <a:ext cx="209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Symbol" panose="05050102010706020507" pitchFamily="18" charset="2"/>
                    <a:ea typeface="黑体" panose="02010609060101010101" pitchFamily="49" charset="-122"/>
                  </a:rPr>
                  <a:t>  2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46227" name="Group 10"/>
            <p:cNvGrpSpPr/>
            <p:nvPr/>
          </p:nvGrpSpPr>
          <p:grpSpPr>
            <a:xfrm>
              <a:off x="2002" y="144"/>
              <a:ext cx="277" cy="867"/>
              <a:chOff x="2404" y="1186"/>
              <a:chExt cx="277" cy="867"/>
            </a:xfrm>
          </p:grpSpPr>
          <p:sp>
            <p:nvSpPr>
              <p:cNvPr id="46232" name="Rectangle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2508" y="1186"/>
                <a:ext cx="10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6233" name="Rectangle 12"/>
              <p:cNvSpPr/>
              <p:nvPr>
                <p:custDataLst>
                  <p:tags r:id="rId8"/>
                </p:custDataLst>
              </p:nvPr>
            </p:nvSpPr>
            <p:spPr>
              <a:xfrm>
                <a:off x="2404" y="1469"/>
                <a:ext cx="208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 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6234" name="Rectangle 13"/>
              <p:cNvSpPr/>
              <p:nvPr>
                <p:custDataLst>
                  <p:tags r:id="rId9"/>
                </p:custDataLst>
              </p:nvPr>
            </p:nvSpPr>
            <p:spPr>
              <a:xfrm>
                <a:off x="2508" y="1751"/>
                <a:ext cx="173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-1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46228" name="Group 14"/>
            <p:cNvGrpSpPr/>
            <p:nvPr/>
          </p:nvGrpSpPr>
          <p:grpSpPr>
            <a:xfrm>
              <a:off x="2359" y="144"/>
              <a:ext cx="154" cy="862"/>
              <a:chOff x="2777" y="1186"/>
              <a:chExt cx="154" cy="862"/>
            </a:xfrm>
          </p:grpSpPr>
          <p:sp>
            <p:nvSpPr>
              <p:cNvPr id="46229" name="Rectangle 15"/>
              <p:cNvSpPr/>
              <p:nvPr>
                <p:custDataLst>
                  <p:tags r:id="rId4"/>
                </p:custDataLst>
              </p:nvPr>
            </p:nvSpPr>
            <p:spPr>
              <a:xfrm>
                <a:off x="2827" y="1186"/>
                <a:ext cx="10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2</a:t>
                </a:r>
              </a:p>
            </p:txBody>
          </p:sp>
          <p:sp>
            <p:nvSpPr>
              <p:cNvPr id="46230" name="Rectangle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2827" y="1469"/>
                <a:ext cx="10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4</a:t>
                </a:r>
              </a:p>
            </p:txBody>
          </p:sp>
          <p:sp>
            <p:nvSpPr>
              <p:cNvPr id="46231" name="Rectangle 17"/>
              <p:cNvSpPr/>
              <p:nvPr>
                <p:custDataLst>
                  <p:tags r:id="rId6"/>
                </p:custDataLst>
              </p:nvPr>
            </p:nvSpPr>
            <p:spPr>
              <a:xfrm>
                <a:off x="2777" y="1746"/>
                <a:ext cx="10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600" b="1" dirty="0">
                    <a:latin typeface="Symbol" panose="05050102010706020507" pitchFamily="18" charset="2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  <a:endParaRPr lang="en-US" altLang="zh-CN" sz="2600" b="1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67995" y="2564765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解：</a:t>
            </a:r>
          </a:p>
        </p:txBody>
      </p:sp>
      <p:graphicFrame>
        <p:nvGraphicFramePr>
          <p:cNvPr id="7" name="对象 -2147481827"/>
          <p:cNvGraphicFramePr>
            <a:graphicFrameLocks noChangeAspect="1"/>
          </p:cNvGraphicFramePr>
          <p:nvPr/>
        </p:nvGraphicFramePr>
        <p:xfrm>
          <a:off x="453708" y="3213100"/>
          <a:ext cx="8198485" cy="1558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r:id="rId17" imgW="3708400" imgH="711200" progId="Equation.DSMT4">
                  <p:embed/>
                </p:oleObj>
              </mc:Choice>
              <mc:Fallback>
                <p:oleObj r:id="rId17" imgW="37084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3708" y="3213100"/>
                        <a:ext cx="8198485" cy="1558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1826"/>
          <p:cNvGraphicFramePr>
            <a:graphicFrameLocks noChangeAspect="1"/>
          </p:cNvGraphicFramePr>
          <p:nvPr/>
        </p:nvGraphicFramePr>
        <p:xfrm>
          <a:off x="1305243" y="5157470"/>
          <a:ext cx="7473950" cy="1445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r:id="rId19" imgW="3644900" imgH="711200" progId="Equation.DSMT4">
                  <p:embed/>
                </p:oleObj>
              </mc:Choice>
              <mc:Fallback>
                <p:oleObj r:id="rId19" imgW="3644900" imgH="711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05243" y="5157470"/>
                        <a:ext cx="7473950" cy="14452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784090" y="2272665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4514" grpId="0" bldLvl="0" animBg="1"/>
      <p:bldP spid="64514" grpId="1" animBg="1"/>
      <p:bldP spid="6" grpId="0"/>
      <p:bldP spid="6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利用初等变换求逆矩阵</a:t>
            </a:r>
          </a:p>
        </p:txBody>
      </p:sp>
      <p:graphicFrame>
        <p:nvGraphicFramePr>
          <p:cNvPr id="2" name="对象 -2147481825"/>
          <p:cNvGraphicFramePr>
            <a:graphicFrameLocks noChangeAspect="1"/>
          </p:cNvGraphicFramePr>
          <p:nvPr/>
        </p:nvGraphicFramePr>
        <p:xfrm>
          <a:off x="742633" y="908685"/>
          <a:ext cx="7887335" cy="2126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r:id="rId6" imgW="3886200" imgH="1041400" progId="Equation.DSMT4">
                  <p:embed/>
                </p:oleObj>
              </mc:Choice>
              <mc:Fallback>
                <p:oleObj r:id="rId6" imgW="3886200" imgH="1041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2633" y="908685"/>
                        <a:ext cx="7887335" cy="21266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1824"/>
          <p:cNvGraphicFramePr>
            <a:graphicFrameLocks noChangeAspect="1"/>
          </p:cNvGraphicFramePr>
          <p:nvPr/>
        </p:nvGraphicFramePr>
        <p:xfrm>
          <a:off x="959485" y="3118485"/>
          <a:ext cx="3760470" cy="2055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2" r:id="rId8" imgW="1917065" imgH="1041400" progId="Equation.DSMT4">
                  <p:embed/>
                </p:oleObj>
              </mc:Choice>
              <mc:Fallback>
                <p:oleObj r:id="rId8" imgW="1917065" imgH="1041400" progId="Equation.DSMT4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9485" y="3118485"/>
                        <a:ext cx="3760470" cy="20554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467360" y="5518150"/>
            <a:ext cx="527177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因为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行等价于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故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可逆，且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5" name="对象 -2147481823"/>
          <p:cNvGraphicFramePr>
            <a:graphicFrameLocks noChangeAspect="1"/>
          </p:cNvGraphicFramePr>
          <p:nvPr/>
        </p:nvGraphicFramePr>
        <p:xfrm>
          <a:off x="5421630" y="4924108"/>
          <a:ext cx="2850515" cy="175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3" r:id="rId10" imgW="1459865" imgH="889000" progId="Equation.3">
                  <p:embed/>
                </p:oleObj>
              </mc:Choice>
              <mc:Fallback>
                <p:oleObj r:id="rId10" imgW="1459865" imgH="889000" progId="Equation.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21630" y="4924108"/>
                        <a:ext cx="2850515" cy="17500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14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利用初等变换求逆矩阵</a:t>
            </a: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395605" y="909320"/>
            <a:ext cx="8123555" cy="1383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对矩阵方程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AX=B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若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可逆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则也可以用初等变换求解。由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AX=B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有：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95605" y="2292985"/>
            <a:ext cx="8123555" cy="1599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        X=A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B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其中令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A=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baseline="-30000" dirty="0"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baseline="-30000" dirty="0"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b="1" dirty="0"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i="1" baseline="-30000" dirty="0"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(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i=1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2……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s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)</a:t>
            </a:r>
          </a:p>
          <a:p>
            <a:pPr marR="0" defTabSz="91440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则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=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baseline="-30000" dirty="0"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baseline="-30000" dirty="0">
                <a:ea typeface="黑体" panose="02010609060101010101" pitchFamily="49" charset="-122"/>
                <a:sym typeface="+mn-ea"/>
              </a:rPr>
              <a:t>s-1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b="1" dirty="0"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i="1" baseline="-30000" dirty="0"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  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其中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i="1" baseline="-30000" dirty="0">
                <a:ea typeface="黑体" panose="02010609060101010101" pitchFamily="49" charset="-122"/>
                <a:sym typeface="+mn-ea"/>
              </a:rPr>
              <a:t>i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为初等矩阵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50850" y="3892550"/>
            <a:ext cx="8123555" cy="737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即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baseline="-30000" dirty="0"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baseline="-30000" dirty="0">
                <a:ea typeface="黑体" panose="02010609060101010101" pitchFamily="49" charset="-122"/>
                <a:sym typeface="+mn-ea"/>
              </a:rPr>
              <a:t>s-1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b="1" dirty="0"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i="1" baseline="-30000" dirty="0"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A=I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   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50850" y="4581525"/>
            <a:ext cx="8123555" cy="737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且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baseline="-30000" dirty="0">
                <a:ea typeface="黑体" panose="02010609060101010101" pitchFamily="49" charset="-122"/>
                <a:sym typeface="+mn-ea"/>
              </a:rPr>
              <a:t>s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baseline="-30000" dirty="0">
                <a:ea typeface="黑体" panose="02010609060101010101" pitchFamily="49" charset="-122"/>
                <a:sym typeface="+mn-ea"/>
              </a:rPr>
              <a:t>s-1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b="1" dirty="0">
                <a:ea typeface="黑体" panose="02010609060101010101" pitchFamily="49" charset="-122"/>
                <a:sym typeface="Symbol" panose="05050102010706020507" pitchFamily="18" charset="2"/>
              </a:rPr>
              <a:t></a:t>
            </a:r>
            <a:r>
              <a:rPr lang="zh-CN" altLang="en-US" b="1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b="1" i="1" baseline="-30000" dirty="0"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B=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A</a:t>
            </a:r>
            <a:r>
              <a:rPr lang="en-US" altLang="zh-CN" b="1" baseline="30000" dirty="0">
                <a:solidFill>
                  <a:schemeClr val="tx1"/>
                </a:solidFill>
                <a:latin typeface="Symbol" panose="05050102010706020507" pitchFamily="18" charset="2"/>
                <a:ea typeface="黑体" panose="02010609060101010101" pitchFamily="49" charset="-122"/>
                <a:sym typeface="+mn-ea"/>
              </a:rPr>
              <a:t>-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b="1" i="1" dirty="0"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  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14" grpId="1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利用初等变换求逆矩阵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67995" y="1412875"/>
            <a:ext cx="175577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2.17</a:t>
            </a: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640205" y="1498600"/>
            <a:ext cx="489775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求解方程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AX=B</a:t>
            </a:r>
            <a:r>
              <a:rPr lang="zh-CN" altLang="en-US" b="1" noProof="0">
                <a:ea typeface="黑体" panose="02010609060101010101" pitchFamily="49" charset="-122"/>
                <a:sym typeface="+mn-ea"/>
              </a:rPr>
              <a:t>，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其中</a:t>
            </a:r>
            <a:endParaRPr lang="zh-CN" altLang="en-US" b="1" i="1" noProof="0" dirty="0">
              <a:solidFill>
                <a:schemeClr val="tx1"/>
              </a:solidFill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67995" y="2564765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解：</a:t>
            </a:r>
          </a:p>
        </p:txBody>
      </p:sp>
      <p:graphicFrame>
        <p:nvGraphicFramePr>
          <p:cNvPr id="3" name="对象 -2147481800"/>
          <p:cNvGraphicFramePr>
            <a:graphicFrameLocks noChangeAspect="1"/>
          </p:cNvGraphicFramePr>
          <p:nvPr/>
        </p:nvGraphicFramePr>
        <p:xfrm>
          <a:off x="5278438" y="1035050"/>
          <a:ext cx="3377565" cy="1363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5" r:id="rId6" imgW="1752600" imgH="711200" progId="Equation.DSMT4">
                  <p:embed/>
                </p:oleObj>
              </mc:Choice>
              <mc:Fallback>
                <p:oleObj r:id="rId6" imgW="1752600" imgH="7112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78438" y="1035050"/>
                        <a:ext cx="3377565" cy="13633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1799"/>
          <p:cNvGraphicFramePr>
            <a:graphicFrameLocks noChangeAspect="1"/>
          </p:cNvGraphicFramePr>
          <p:nvPr/>
        </p:nvGraphicFramePr>
        <p:xfrm>
          <a:off x="1265238" y="2564765"/>
          <a:ext cx="4116070" cy="1697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6" r:id="rId8" imgW="1701800" imgH="711200" progId="Equation.DSMT4">
                  <p:embed/>
                </p:oleObj>
              </mc:Choice>
              <mc:Fallback>
                <p:oleObj r:id="rId8" imgW="1701800" imgH="7112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65238" y="2564765"/>
                        <a:ext cx="4116070" cy="16979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1798"/>
          <p:cNvGraphicFramePr>
            <a:graphicFrameLocks noChangeAspect="1"/>
          </p:cNvGraphicFramePr>
          <p:nvPr/>
        </p:nvGraphicFramePr>
        <p:xfrm>
          <a:off x="2051685" y="4429125"/>
          <a:ext cx="4233545" cy="165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7" r:id="rId10" imgW="1816100" imgH="711200" progId="Equation.DSMT4">
                  <p:embed/>
                </p:oleObj>
              </mc:Choice>
              <mc:Fallback>
                <p:oleObj r:id="rId10" imgW="1816100" imgH="7112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51685" y="4429125"/>
                        <a:ext cx="4233545" cy="1657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nimBg="1"/>
      <p:bldP spid="45058" grpId="1" animBg="1"/>
      <p:bldP spid="2" grpId="0"/>
      <p:bldP spid="2" grpId="1"/>
      <p:bldP spid="64514" grpId="0" bldLvl="0" animBg="1"/>
      <p:bldP spid="64514" grpId="1" animBg="1"/>
      <p:bldP spid="6" grpId="0"/>
      <p:bldP spid="6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16">
            <a:extLst>
              <a:ext uri="{FF2B5EF4-FFF2-40B4-BE49-F238E27FC236}">
                <a16:creationId xmlns:a16="http://schemas.microsoft.com/office/drawing/2014/main" id="{2A17A70B-C2CE-1D43-B468-D083903452A1}"/>
              </a:ext>
            </a:extLst>
          </p:cNvPr>
          <p:cNvCxnSpPr/>
          <p:nvPr/>
        </p:nvCxnSpPr>
        <p:spPr>
          <a:xfrm>
            <a:off x="0" y="3948793"/>
            <a:ext cx="9144000" cy="0"/>
          </a:xfrm>
          <a:prstGeom prst="line">
            <a:avLst/>
          </a:prstGeom>
          <a:noFill/>
          <a:ln w="28575" cap="flat" cmpd="sng" algn="ctr">
            <a:solidFill>
              <a:srgbClr val="005DA2">
                <a:shade val="95000"/>
                <a:satMod val="105000"/>
              </a:srgbClr>
            </a:solidFill>
            <a:prstDash val="sysDash"/>
          </a:ln>
          <a:effectLst/>
        </p:spPr>
      </p:cxnSp>
      <p:sp>
        <p:nvSpPr>
          <p:cNvPr id="6" name="标题 17">
            <a:extLst>
              <a:ext uri="{FF2B5EF4-FFF2-40B4-BE49-F238E27FC236}">
                <a16:creationId xmlns:a16="http://schemas.microsoft.com/office/drawing/2014/main" id="{1303CD75-4F22-D948-A81F-26BA02EAB2F9}"/>
              </a:ext>
            </a:extLst>
          </p:cNvPr>
          <p:cNvSpPr txBox="1">
            <a:spLocks/>
          </p:cNvSpPr>
          <p:nvPr/>
        </p:nvSpPr>
        <p:spPr>
          <a:xfrm>
            <a:off x="548553" y="264626"/>
            <a:ext cx="7765740" cy="390527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914195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9141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初等矩阵与逆矩阵的应用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18">
                <a:extLst>
                  <a:ext uri="{FF2B5EF4-FFF2-40B4-BE49-F238E27FC236}">
                    <a16:creationId xmlns:a16="http://schemas.microsoft.com/office/drawing/2014/main" id="{C1CF8A30-CA46-E84E-A0B0-A38258CFCA29}"/>
                  </a:ext>
                </a:extLst>
              </p:cNvPr>
              <p:cNvSpPr/>
              <p:nvPr/>
            </p:nvSpPr>
            <p:spPr>
              <a:xfrm>
                <a:off x="519104" y="1138411"/>
                <a:ext cx="8085145" cy="56015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利用逆矩阵还可以求解矩阵方程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𝐴𝑋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𝑋𝐴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𝐴𝑋𝐵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可逆，则有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𝐴𝑋</m:t>
                        </m:r>
                      </m:e>
                    </m:d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⇒</m:t>
                    </m:r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0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kumimoji="0"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⇒</m:t>
                    </m:r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kumimoji="0" lang="en-US" altLang="zh-CN" sz="2400" b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𝑋𝐴</m:t>
                        </m:r>
                      </m:e>
                    </m:d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⇒</m:t>
                    </m:r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0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kumimoji="0"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⇒</m:t>
                    </m:r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kumimoji="0" lang="en-US" altLang="zh-CN" sz="2400" b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130000"/>
                  </a:lnSpc>
                  <a:spcBef>
                    <a:spcPts val="240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若矩阵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可逆均可逆，则有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𝐴𝑋𝐵</m:t>
                          </m:r>
                        </m:e>
                      </m:d>
                      <m:sSup>
                        <m:sSu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p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kumimoji="0"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kumimoji="0"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sSup>
                        <m:sSu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p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⇒</m:t>
                      </m:r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kumimoji="0"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  <m:sSup>
                            <m:sSup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kumimoji="0"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sSup>
                        <m:sSu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p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kumimoji="0"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⇒</m:t>
                    </m:r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kumimoji="0" lang="en-US" altLang="zh-CN" sz="2400" b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也可以用初等行变换的方法解矩阵方程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18">
                <a:extLst>
                  <a:ext uri="{FF2B5EF4-FFF2-40B4-BE49-F238E27FC236}">
                    <a16:creationId xmlns:a16="http://schemas.microsoft.com/office/drawing/2014/main" id="{C1CF8A30-CA46-E84E-A0B0-A38258CFCA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04" y="1138411"/>
                <a:ext cx="8085145" cy="5601533"/>
              </a:xfrm>
              <a:prstGeom prst="rect">
                <a:avLst/>
              </a:prstGeom>
              <a:blipFill>
                <a:blip r:embed="rId2"/>
                <a:stretch>
                  <a:fillRect l="-1570" r="-1570" b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0">
            <a:hlinkClick r:id="rId3" action="ppaction://hlinksldjump"/>
            <a:extLst>
              <a:ext uri="{FF2B5EF4-FFF2-40B4-BE49-F238E27FC236}">
                <a16:creationId xmlns:a16="http://schemas.microsoft.com/office/drawing/2014/main" id="{A332CDFB-69E6-E949-97E7-D01455B7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" name="Group 31">
            <a:extLst>
              <a:ext uri="{FF2B5EF4-FFF2-40B4-BE49-F238E27FC236}">
                <a16:creationId xmlns:a16="http://schemas.microsoft.com/office/drawing/2014/main" id="{9E88E444-158D-A243-9CB8-17A37BD550B8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281FE19D-634C-8045-AE92-2E403C99A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33" descr="BD10263_">
              <a:extLst>
                <a:ext uri="{FF2B5EF4-FFF2-40B4-BE49-F238E27FC236}">
                  <a16:creationId xmlns:a16="http://schemas.microsoft.com/office/drawing/2014/main" id="{226570D6-4EB4-9F47-A71B-EE9649B27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497382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3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5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8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7">
            <a:extLst>
              <a:ext uri="{FF2B5EF4-FFF2-40B4-BE49-F238E27FC236}">
                <a16:creationId xmlns:a16="http://schemas.microsoft.com/office/drawing/2014/main" id="{1303CD75-4F22-D948-A81F-26BA02EAB2F9}"/>
              </a:ext>
            </a:extLst>
          </p:cNvPr>
          <p:cNvSpPr txBox="1">
            <a:spLocks/>
          </p:cNvSpPr>
          <p:nvPr/>
        </p:nvSpPr>
        <p:spPr>
          <a:xfrm>
            <a:off x="548553" y="264626"/>
            <a:ext cx="7765740" cy="390527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914195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9141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初等矩阵与逆矩阵的应用</a:t>
            </a:r>
          </a:p>
        </p:txBody>
      </p:sp>
      <p:sp>
        <p:nvSpPr>
          <p:cNvPr id="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A332CDFB-69E6-E949-97E7-D01455B7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" name="Group 31">
            <a:extLst>
              <a:ext uri="{FF2B5EF4-FFF2-40B4-BE49-F238E27FC236}">
                <a16:creationId xmlns:a16="http://schemas.microsoft.com/office/drawing/2014/main" id="{9E88E444-158D-A243-9CB8-17A37BD550B8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281FE19D-634C-8045-AE92-2E403C99A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33" descr="BD10263_">
              <a:extLst>
                <a:ext uri="{FF2B5EF4-FFF2-40B4-BE49-F238E27FC236}">
                  <a16:creationId xmlns:a16="http://schemas.microsoft.com/office/drawing/2014/main" id="{226570D6-4EB4-9F47-A71B-EE9649B27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5">
                <a:extLst>
                  <a:ext uri="{FF2B5EF4-FFF2-40B4-BE49-F238E27FC236}">
                    <a16:creationId xmlns:a16="http://schemas.microsoft.com/office/drawing/2014/main" id="{BBB126FA-9CBB-4943-8B3E-F90E81982E52}"/>
                  </a:ext>
                </a:extLst>
              </p:cNvPr>
              <p:cNvSpPr/>
              <p:nvPr/>
            </p:nvSpPr>
            <p:spPr>
              <a:xfrm>
                <a:off x="521520" y="1258391"/>
                <a:ext cx="8082730" cy="44319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用初等行变换解矩阵方程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𝐴𝑋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kumimoji="0" lang="zh-CN" altLang="en-US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具体步骤为：</a:t>
                </a:r>
                <a:endParaRPr kumimoji="0" lang="en-US" altLang="zh-CN" kern="100" dirty="0">
                  <a:solidFill>
                    <a:prstClr val="black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algn="just"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首先构造分块矩阵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；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algn="just"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实施初等行变换，将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化为行最简形矩阵；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2" algn="just"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能行等价于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可逆，且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就变成了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kumimoji="0" lang="en-US" altLang="zh-CN" b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矩形 5">
                <a:extLst>
                  <a:ext uri="{FF2B5EF4-FFF2-40B4-BE49-F238E27FC236}">
                    <a16:creationId xmlns:a16="http://schemas.microsoft.com/office/drawing/2014/main" id="{BBB126FA-9CBB-4943-8B3E-F90E81982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20" y="1258391"/>
                <a:ext cx="8082730" cy="4431983"/>
              </a:xfrm>
              <a:prstGeom prst="rect">
                <a:avLst/>
              </a:prstGeom>
              <a:blipFill>
                <a:blip r:embed="rId4"/>
                <a:stretch>
                  <a:fillRect l="-1411" r="-1411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4342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3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利用初等变换求逆矩阵</a:t>
            </a:r>
          </a:p>
        </p:txBody>
      </p:sp>
      <p:sp>
        <p:nvSpPr>
          <p:cNvPr id="2" name="矩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7995" y="1412875"/>
            <a:ext cx="158813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2.17</a:t>
            </a:r>
          </a:p>
        </p:txBody>
      </p:sp>
      <p:sp>
        <p:nvSpPr>
          <p:cNvPr id="64514" name="Text Box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68450" y="1498600"/>
            <a:ext cx="489775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求解方程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AX=B</a:t>
            </a:r>
            <a:r>
              <a:rPr lang="zh-CN" altLang="en-US" b="1" noProof="0">
                <a:ea typeface="黑体" panose="02010609060101010101" pitchFamily="49" charset="-122"/>
                <a:sym typeface="+mn-ea"/>
              </a:rPr>
              <a:t>，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其中</a:t>
            </a:r>
            <a:endParaRPr lang="zh-CN" altLang="en-US" b="1" i="1" noProof="0" dirty="0">
              <a:solidFill>
                <a:schemeClr val="tx1"/>
              </a:solidFill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3" name="对象 -2147481800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5206683" y="1035050"/>
          <a:ext cx="3377565" cy="1363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3" r:id="rId9" imgW="1752600" imgH="711200" progId="Equation.DSMT4">
                  <p:embed/>
                </p:oleObj>
              </mc:Choice>
              <mc:Fallback>
                <p:oleObj r:id="rId9" imgW="1752600" imgH="7112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06683" y="1035050"/>
                        <a:ext cx="3377565" cy="13633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1797"/>
          <p:cNvGraphicFramePr>
            <a:graphicFrameLocks noChangeAspect="1"/>
          </p:cNvGraphicFramePr>
          <p:nvPr/>
        </p:nvGraphicFramePr>
        <p:xfrm>
          <a:off x="566738" y="2639060"/>
          <a:ext cx="7985760" cy="1650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4" r:id="rId11" imgW="3403600" imgH="711200" progId="Equation.DSMT4">
                  <p:embed/>
                </p:oleObj>
              </mc:Choice>
              <mc:Fallback>
                <p:oleObj r:id="rId11" imgW="3403600" imgH="711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6738" y="2639060"/>
                        <a:ext cx="7985760" cy="16503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1796"/>
          <p:cNvGraphicFramePr>
            <a:graphicFrameLocks noChangeAspect="1"/>
          </p:cNvGraphicFramePr>
          <p:nvPr/>
        </p:nvGraphicFramePr>
        <p:xfrm>
          <a:off x="594995" y="4304665"/>
          <a:ext cx="4128135" cy="178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5" r:id="rId13" imgW="1625600" imgH="711200" progId="Equation.DSMT4">
                  <p:embed/>
                </p:oleObj>
              </mc:Choice>
              <mc:Fallback>
                <p:oleObj r:id="rId13" imgW="1625600" imgH="711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4995" y="4304665"/>
                        <a:ext cx="4128135" cy="17830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611505" y="6092190"/>
            <a:ext cx="524446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因为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行等价于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故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A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可逆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且</a:t>
            </a:r>
          </a:p>
        </p:txBody>
      </p:sp>
      <p:graphicFrame>
        <p:nvGraphicFramePr>
          <p:cNvPr id="6" name="对象 -2147481795"/>
          <p:cNvGraphicFramePr>
            <a:graphicFrameLocks noChangeAspect="1"/>
          </p:cNvGraphicFramePr>
          <p:nvPr/>
        </p:nvGraphicFramePr>
        <p:xfrm>
          <a:off x="5868035" y="5157153"/>
          <a:ext cx="3079750" cy="1535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6" r:id="rId15" imgW="1422400" imgH="711200" progId="Equation.DSMT4">
                  <p:embed/>
                </p:oleObj>
              </mc:Choice>
              <mc:Fallback>
                <p:oleObj r:id="rId15" imgW="1422400" imgH="7112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68035" y="5157153"/>
                        <a:ext cx="3079750" cy="1535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7">
            <a:extLst>
              <a:ext uri="{FF2B5EF4-FFF2-40B4-BE49-F238E27FC236}">
                <a16:creationId xmlns:a16="http://schemas.microsoft.com/office/drawing/2014/main" id="{1303CD75-4F22-D948-A81F-26BA02EAB2F9}"/>
              </a:ext>
            </a:extLst>
          </p:cNvPr>
          <p:cNvSpPr txBox="1">
            <a:spLocks/>
          </p:cNvSpPr>
          <p:nvPr/>
        </p:nvSpPr>
        <p:spPr>
          <a:xfrm>
            <a:off x="548553" y="264626"/>
            <a:ext cx="7765740" cy="390527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914195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9141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初等矩阵与逆矩阵的应用</a:t>
            </a:r>
          </a:p>
        </p:txBody>
      </p:sp>
      <p:sp>
        <p:nvSpPr>
          <p:cNvPr id="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A332CDFB-69E6-E949-97E7-D01455B7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" name="Group 31">
            <a:extLst>
              <a:ext uri="{FF2B5EF4-FFF2-40B4-BE49-F238E27FC236}">
                <a16:creationId xmlns:a16="http://schemas.microsoft.com/office/drawing/2014/main" id="{9E88E444-158D-A243-9CB8-17A37BD550B8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281FE19D-634C-8045-AE92-2E403C99A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33" descr="BD10263_">
              <a:extLst>
                <a:ext uri="{FF2B5EF4-FFF2-40B4-BE49-F238E27FC236}">
                  <a16:creationId xmlns:a16="http://schemas.microsoft.com/office/drawing/2014/main" id="{226570D6-4EB4-9F47-A71B-EE9649B27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24">
                <a:extLst>
                  <a:ext uri="{FF2B5EF4-FFF2-40B4-BE49-F238E27FC236}">
                    <a16:creationId xmlns:a16="http://schemas.microsoft.com/office/drawing/2014/main" id="{0B4F3790-E2BB-6146-BC46-246B8068EA97}"/>
                  </a:ext>
                </a:extLst>
              </p:cNvPr>
              <p:cNvSpPr/>
              <p:nvPr/>
            </p:nvSpPr>
            <p:spPr>
              <a:xfrm>
                <a:off x="476893" y="1109650"/>
                <a:ext cx="8034933" cy="4213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800"/>
                  </a:spcAft>
                </a:pPr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解下列矩阵方程：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800"/>
                  </a:spcAft>
                </a:pP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800"/>
                  </a:spcAft>
                </a:pP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800"/>
                  </a:spcAft>
                </a:pP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矩形 24">
                <a:extLst>
                  <a:ext uri="{FF2B5EF4-FFF2-40B4-BE49-F238E27FC236}">
                    <a16:creationId xmlns:a16="http://schemas.microsoft.com/office/drawing/2014/main" id="{0B4F3790-E2BB-6146-BC46-246B8068EA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93" y="1109650"/>
                <a:ext cx="8034933" cy="4213013"/>
              </a:xfrm>
              <a:prstGeom prst="rect">
                <a:avLst/>
              </a:prstGeom>
              <a:blipFill>
                <a:blip r:embed="rId4"/>
                <a:stretch>
                  <a:fillRect l="-1580" t="-1502" b="-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2624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7">
            <a:extLst>
              <a:ext uri="{FF2B5EF4-FFF2-40B4-BE49-F238E27FC236}">
                <a16:creationId xmlns:a16="http://schemas.microsoft.com/office/drawing/2014/main" id="{1303CD75-4F22-D948-A81F-26BA02EAB2F9}"/>
              </a:ext>
            </a:extLst>
          </p:cNvPr>
          <p:cNvSpPr txBox="1">
            <a:spLocks/>
          </p:cNvSpPr>
          <p:nvPr/>
        </p:nvSpPr>
        <p:spPr>
          <a:xfrm>
            <a:off x="548553" y="264626"/>
            <a:ext cx="7765740" cy="390527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914195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9141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初等矩阵与逆矩阵的应用</a:t>
            </a:r>
          </a:p>
        </p:txBody>
      </p:sp>
      <p:sp>
        <p:nvSpPr>
          <p:cNvPr id="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A332CDFB-69E6-E949-97E7-D01455B7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" name="Group 31">
            <a:extLst>
              <a:ext uri="{FF2B5EF4-FFF2-40B4-BE49-F238E27FC236}">
                <a16:creationId xmlns:a16="http://schemas.microsoft.com/office/drawing/2014/main" id="{9E88E444-158D-A243-9CB8-17A37BD550B8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281FE19D-634C-8045-AE92-2E403C99A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33" descr="BD10263_">
              <a:extLst>
                <a:ext uri="{FF2B5EF4-FFF2-40B4-BE49-F238E27FC236}">
                  <a16:creationId xmlns:a16="http://schemas.microsoft.com/office/drawing/2014/main" id="{226570D6-4EB4-9F47-A71B-EE9649B27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矩形 5">
            <a:extLst>
              <a:ext uri="{FF2B5EF4-FFF2-40B4-BE49-F238E27FC236}">
                <a16:creationId xmlns:a16="http://schemas.microsoft.com/office/drawing/2014/main" id="{1042EDFF-57B5-E94D-8534-35A50274C834}"/>
              </a:ext>
            </a:extLst>
          </p:cNvPr>
          <p:cNvSpPr/>
          <p:nvPr/>
        </p:nvSpPr>
        <p:spPr bwMode="auto">
          <a:xfrm>
            <a:off x="544015" y="1046380"/>
            <a:ext cx="662862" cy="500137"/>
          </a:xfrm>
          <a:prstGeom prst="rect">
            <a:avLst/>
          </a:prstGeom>
          <a:solidFill>
            <a:srgbClr val="92D050"/>
          </a:solidFill>
          <a:ln w="3175" cap="flat" cmpd="sng" algn="ctr">
            <a:solidFill>
              <a:sysClr val="window" lastClr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解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grpSp>
        <p:nvGrpSpPr>
          <p:cNvPr id="22" name="组合 8">
            <a:extLst>
              <a:ext uri="{FF2B5EF4-FFF2-40B4-BE49-F238E27FC236}">
                <a16:creationId xmlns:a16="http://schemas.microsoft.com/office/drawing/2014/main" id="{7480B3E9-97C7-2641-A65C-28D1FCC7FC2F}"/>
              </a:ext>
            </a:extLst>
          </p:cNvPr>
          <p:cNvGrpSpPr/>
          <p:nvPr/>
        </p:nvGrpSpPr>
        <p:grpSpPr>
          <a:xfrm>
            <a:off x="1298712" y="894716"/>
            <a:ext cx="7305538" cy="738664"/>
            <a:chOff x="1923253" y="3403464"/>
            <a:chExt cx="9412404" cy="984884"/>
          </a:xfrm>
        </p:grpSpPr>
        <p:sp>
          <p:nvSpPr>
            <p:cNvPr id="23" name="矩形 26">
              <a:extLst>
                <a:ext uri="{FF2B5EF4-FFF2-40B4-BE49-F238E27FC236}">
                  <a16:creationId xmlns:a16="http://schemas.microsoft.com/office/drawing/2014/main" id="{55B6AF40-1311-B24D-AC93-62869C932475}"/>
                </a:ext>
              </a:extLst>
            </p:cNvPr>
            <p:cNvSpPr/>
            <p:nvPr/>
          </p:nvSpPr>
          <p:spPr bwMode="auto">
            <a:xfrm>
              <a:off x="1991544" y="3605687"/>
              <a:ext cx="9344113" cy="666849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ysClr val="window" lastClr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17C7FD-24B7-3046-976F-AECA0EEE2F4A}"/>
                </a:ext>
              </a:extLst>
            </p:cNvPr>
            <p:cNvSpPr txBox="1"/>
            <p:nvPr/>
          </p:nvSpPr>
          <p:spPr>
            <a:xfrm>
              <a:off x="1923253" y="3403464"/>
              <a:ext cx="1718608" cy="984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</a:rPr>
                <a:t>（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</a:rPr>
                <a:t>1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</a:rPr>
                <a:t>）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矩形 30">
              <a:extLst>
                <a:ext uri="{FF2B5EF4-FFF2-40B4-BE49-F238E27FC236}">
                  <a16:creationId xmlns:a16="http://schemas.microsoft.com/office/drawing/2014/main" id="{2DEAAA64-3311-0645-8CA3-71B7E32F8E57}"/>
                </a:ext>
              </a:extLst>
            </p:cNvPr>
            <p:cNvSpPr/>
            <p:nvPr/>
          </p:nvSpPr>
          <p:spPr bwMode="auto">
            <a:xfrm>
              <a:off x="10642962" y="3605686"/>
              <a:ext cx="89312" cy="666849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26" name="矩形 34">
              <a:extLst>
                <a:ext uri="{FF2B5EF4-FFF2-40B4-BE49-F238E27FC236}">
                  <a16:creationId xmlns:a16="http://schemas.microsoft.com/office/drawing/2014/main" id="{38280083-0099-7D40-98FD-63B46ED8DB66}"/>
                </a:ext>
              </a:extLst>
            </p:cNvPr>
            <p:cNvSpPr/>
            <p:nvPr/>
          </p:nvSpPr>
          <p:spPr bwMode="auto">
            <a:xfrm>
              <a:off x="10863200" y="3605685"/>
              <a:ext cx="89312" cy="666849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27" name="矩形 35">
              <a:extLst>
                <a:ext uri="{FF2B5EF4-FFF2-40B4-BE49-F238E27FC236}">
                  <a16:creationId xmlns:a16="http://schemas.microsoft.com/office/drawing/2014/main" id="{163DB257-0512-614F-8891-230915633CE1}"/>
                </a:ext>
              </a:extLst>
            </p:cNvPr>
            <p:cNvSpPr/>
            <p:nvPr/>
          </p:nvSpPr>
          <p:spPr bwMode="auto">
            <a:xfrm>
              <a:off x="11079224" y="3605685"/>
              <a:ext cx="89312" cy="666849"/>
            </a:xfrm>
            <a:prstGeom prst="rec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" lastClr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2">
                <a:extLst>
                  <a:ext uri="{FF2B5EF4-FFF2-40B4-BE49-F238E27FC236}">
                    <a16:creationId xmlns:a16="http://schemas.microsoft.com/office/drawing/2014/main" id="{F1A49B8B-0E80-E341-92E6-59720C745E83}"/>
                  </a:ext>
                </a:extLst>
              </p:cNvPr>
              <p:cNvSpPr/>
              <p:nvPr/>
            </p:nvSpPr>
            <p:spPr>
              <a:xfrm>
                <a:off x="539750" y="2026564"/>
                <a:ext cx="8064499" cy="46826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kumimoji="0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kumimoji="0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d>
                                <m:dPr>
                                  <m:ctrlPr>
                                    <a:rPr kumimoji="0"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altLang="zh-CN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0"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d>
                                <m:dPr>
                                  <m:ctrlPr>
                                    <a:rPr kumimoji="0"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altLang="zh-CN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kumimoji="0"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d>
                          <m:sSub>
                            <m:sSubPr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29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所以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0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29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kumimoji="0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矩形 2">
                <a:extLst>
                  <a:ext uri="{FF2B5EF4-FFF2-40B4-BE49-F238E27FC236}">
                    <a16:creationId xmlns:a16="http://schemas.microsoft.com/office/drawing/2014/main" id="{F1A49B8B-0E80-E341-92E6-59720C745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026564"/>
                <a:ext cx="8064499" cy="4682692"/>
              </a:xfrm>
              <a:prstGeom prst="rect">
                <a:avLst/>
              </a:prstGeom>
              <a:blipFill>
                <a:blip r:embed="rId4"/>
                <a:stretch>
                  <a:fillRect l="-1575" t="-28455" b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9041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1" grpId="0" animBg="1"/>
      <p:bldP spid="28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7">
            <a:extLst>
              <a:ext uri="{FF2B5EF4-FFF2-40B4-BE49-F238E27FC236}">
                <a16:creationId xmlns:a16="http://schemas.microsoft.com/office/drawing/2014/main" id="{1303CD75-4F22-D948-A81F-26BA02EAB2F9}"/>
              </a:ext>
            </a:extLst>
          </p:cNvPr>
          <p:cNvSpPr txBox="1">
            <a:spLocks/>
          </p:cNvSpPr>
          <p:nvPr/>
        </p:nvSpPr>
        <p:spPr>
          <a:xfrm>
            <a:off x="548553" y="264626"/>
            <a:ext cx="7765740" cy="390527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914195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9141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初等矩阵与逆矩阵的应用</a:t>
            </a:r>
          </a:p>
        </p:txBody>
      </p:sp>
      <p:sp>
        <p:nvSpPr>
          <p:cNvPr id="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A332CDFB-69E6-E949-97E7-D01455B7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" name="Group 31">
            <a:extLst>
              <a:ext uri="{FF2B5EF4-FFF2-40B4-BE49-F238E27FC236}">
                <a16:creationId xmlns:a16="http://schemas.microsoft.com/office/drawing/2014/main" id="{9E88E444-158D-A243-9CB8-17A37BD550B8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281FE19D-634C-8045-AE92-2E403C99A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33" descr="BD10263_">
              <a:extLst>
                <a:ext uri="{FF2B5EF4-FFF2-40B4-BE49-F238E27FC236}">
                  <a16:creationId xmlns:a16="http://schemas.microsoft.com/office/drawing/2014/main" id="{226570D6-4EB4-9F47-A71B-EE9649B27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2">
                <a:extLst>
                  <a:ext uri="{FF2B5EF4-FFF2-40B4-BE49-F238E27FC236}">
                    <a16:creationId xmlns:a16="http://schemas.microsoft.com/office/drawing/2014/main" id="{60B0787A-FEC8-6E4E-B6DE-FF8935BE4F4C}"/>
                  </a:ext>
                </a:extLst>
              </p:cNvPr>
              <p:cNvSpPr/>
              <p:nvPr/>
            </p:nvSpPr>
            <p:spPr bwMode="auto">
              <a:xfrm>
                <a:off x="539750" y="1014069"/>
                <a:ext cx="8064500" cy="1142172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just">
                  <a:lnSpc>
                    <a:spcPct val="130000"/>
                  </a:lnSpc>
                  <a:spcAft>
                    <a:spcPts val="0"/>
                  </a:spcAft>
                </a:pPr>
                <a:r>
                  <a:rPr lang="en-US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(2) </a:t>
                </a:r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对于方程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𝑋𝐴</m:t>
                    </m:r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，可以先用初等行变换求解方程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，再转置求出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sz="2800" b="1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2">
                <a:extLst>
                  <a:ext uri="{FF2B5EF4-FFF2-40B4-BE49-F238E27FC236}">
                    <a16:creationId xmlns:a16="http://schemas.microsoft.com/office/drawing/2014/main" id="{60B0787A-FEC8-6E4E-B6DE-FF8935BE4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50" y="1014069"/>
                <a:ext cx="8064500" cy="1142172"/>
              </a:xfrm>
              <a:prstGeom prst="rect">
                <a:avLst/>
              </a:prstGeom>
              <a:blipFill>
                <a:blip r:embed="rId4"/>
                <a:stretch>
                  <a:fillRect l="-1884" r="-1570" b="-13043"/>
                </a:stretch>
              </a:blipFill>
              <a:ln w="31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29">
                <a:extLst>
                  <a:ext uri="{FF2B5EF4-FFF2-40B4-BE49-F238E27FC236}">
                    <a16:creationId xmlns:a16="http://schemas.microsoft.com/office/drawing/2014/main" id="{17961B7B-B837-F44C-A3F3-7F0C87EB4E36}"/>
                  </a:ext>
                </a:extLst>
              </p:cNvPr>
              <p:cNvSpPr/>
              <p:nvPr/>
            </p:nvSpPr>
            <p:spPr>
              <a:xfrm>
                <a:off x="539750" y="2294628"/>
                <a:ext cx="8064500" cy="44604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limUpp>
                        <m:limUpp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↔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zh-CN" sz="2800" dirty="0"/>
                  <a:t>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/>
                  <a:t>，从而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.</a:t>
                </a:r>
                <a:endParaRPr lang="zh-CN" altLang="zh-CN" sz="2800" dirty="0"/>
              </a:p>
            </p:txBody>
          </p:sp>
        </mc:Choice>
        <mc:Fallback>
          <p:sp>
            <p:nvSpPr>
              <p:cNvPr id="12" name="矩形 29">
                <a:extLst>
                  <a:ext uri="{FF2B5EF4-FFF2-40B4-BE49-F238E27FC236}">
                    <a16:creationId xmlns:a16="http://schemas.microsoft.com/office/drawing/2014/main" id="{17961B7B-B837-F44C-A3F3-7F0C87EB4E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294628"/>
                <a:ext cx="8064500" cy="4460452"/>
              </a:xfrm>
              <a:prstGeom prst="rect">
                <a:avLst/>
              </a:prstGeom>
              <a:blipFill>
                <a:blip r:embed="rId5"/>
                <a:stretch>
                  <a:fillRect l="-1572" t="-47727" r="-2830" b="-43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7649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7" grpId="0" animBg="1"/>
      <p:bldP spid="12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7">
            <a:extLst>
              <a:ext uri="{FF2B5EF4-FFF2-40B4-BE49-F238E27FC236}">
                <a16:creationId xmlns:a16="http://schemas.microsoft.com/office/drawing/2014/main" id="{1303CD75-4F22-D948-A81F-26BA02EAB2F9}"/>
              </a:ext>
            </a:extLst>
          </p:cNvPr>
          <p:cNvSpPr txBox="1">
            <a:spLocks/>
          </p:cNvSpPr>
          <p:nvPr/>
        </p:nvSpPr>
        <p:spPr>
          <a:xfrm>
            <a:off x="548553" y="264626"/>
            <a:ext cx="7765740" cy="390527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914195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9141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初等矩阵与逆矩阵的应用</a:t>
            </a:r>
          </a:p>
        </p:txBody>
      </p:sp>
      <p:sp>
        <p:nvSpPr>
          <p:cNvPr id="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A332CDFB-69E6-E949-97E7-D01455B7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" name="Group 31">
            <a:extLst>
              <a:ext uri="{FF2B5EF4-FFF2-40B4-BE49-F238E27FC236}">
                <a16:creationId xmlns:a16="http://schemas.microsoft.com/office/drawing/2014/main" id="{9E88E444-158D-A243-9CB8-17A37BD550B8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281FE19D-634C-8045-AE92-2E403C99A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33" descr="BD10263_">
              <a:extLst>
                <a:ext uri="{FF2B5EF4-FFF2-40B4-BE49-F238E27FC236}">
                  <a16:creationId xmlns:a16="http://schemas.microsoft.com/office/drawing/2014/main" id="{226570D6-4EB4-9F47-A71B-EE9649B27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7">
                <a:extLst>
                  <a:ext uri="{FF2B5EF4-FFF2-40B4-BE49-F238E27FC236}">
                    <a16:creationId xmlns:a16="http://schemas.microsoft.com/office/drawing/2014/main" id="{9D532599-D32C-0F46-88B5-02395C3F0746}"/>
                  </a:ext>
                </a:extLst>
              </p:cNvPr>
              <p:cNvSpPr/>
              <p:nvPr/>
            </p:nvSpPr>
            <p:spPr>
              <a:xfrm>
                <a:off x="539750" y="969579"/>
                <a:ext cx="8064500" cy="49434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此题是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𝐴𝑋𝐵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类型的方程</a:t>
                </a:r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 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𝑋𝐵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，先求解方程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𝐴𝑌</m:t>
                    </m:r>
                    <m:r>
                      <a:rPr kumimoji="0"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，然后求解方程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kumimoji="0"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kumimoji="0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，最后转置求出</a:t>
                </a:r>
                <a14:m>
                  <m:oMath xmlns:m="http://schemas.openxmlformats.org/officeDocument/2006/math">
                    <m:r>
                      <a:rPr kumimoji="0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kumimoji="0"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−2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a:rPr kumimoji="0"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→</m:t>
                            </m:r>
                          </m:e>
                          <m:lim>
                            <m:d>
                              <m:dPr>
                                <m:endChr m:val=""/>
                                <m:ctrlPr>
                                  <a:rPr kumimoji="0" lang="zh-CN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1)</m:t>
                                </m:r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e>
                      <m:lim>
                        <m:sSub>
                          <m:sSubPr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lim>
                    </m:limUpp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kumimoji="0"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0" lang="zh-CN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sz="2400" b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于是得</a:t>
                </a:r>
                <a14:m>
                  <m:oMath xmlns:m="http://schemas.openxmlformats.org/officeDocument/2006/math"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矩形 7">
                <a:extLst>
                  <a:ext uri="{FF2B5EF4-FFF2-40B4-BE49-F238E27FC236}">
                    <a16:creationId xmlns:a16="http://schemas.microsoft.com/office/drawing/2014/main" id="{9D532599-D32C-0F46-88B5-02395C3F07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969579"/>
                <a:ext cx="8064500" cy="4943405"/>
              </a:xfrm>
              <a:prstGeom prst="rect">
                <a:avLst/>
              </a:prstGeom>
              <a:blipFill>
                <a:blip r:embed="rId4"/>
                <a:stretch>
                  <a:fillRect l="-1572" r="-1415" b="-1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83633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4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7">
            <a:extLst>
              <a:ext uri="{FF2B5EF4-FFF2-40B4-BE49-F238E27FC236}">
                <a16:creationId xmlns:a16="http://schemas.microsoft.com/office/drawing/2014/main" id="{1303CD75-4F22-D948-A81F-26BA02EAB2F9}"/>
              </a:ext>
            </a:extLst>
          </p:cNvPr>
          <p:cNvSpPr txBox="1">
            <a:spLocks/>
          </p:cNvSpPr>
          <p:nvPr/>
        </p:nvSpPr>
        <p:spPr>
          <a:xfrm>
            <a:off x="548553" y="264626"/>
            <a:ext cx="7765740" cy="390527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914195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pPr marL="0" marR="0" lvl="0" indent="0" algn="l" defTabSz="9141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初等矩阵与逆矩阵的应用</a:t>
            </a:r>
          </a:p>
        </p:txBody>
      </p:sp>
      <p:sp>
        <p:nvSpPr>
          <p:cNvPr id="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A332CDFB-69E6-E949-97E7-D01455B7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" name="Group 31">
            <a:extLst>
              <a:ext uri="{FF2B5EF4-FFF2-40B4-BE49-F238E27FC236}">
                <a16:creationId xmlns:a16="http://schemas.microsoft.com/office/drawing/2014/main" id="{9E88E444-158D-A243-9CB8-17A37BD550B8}"/>
              </a:ext>
            </a:extLst>
          </p:cNvPr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281FE19D-634C-8045-AE92-2E403C99A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1" name="Picture 33" descr="BD10263_">
              <a:extLst>
                <a:ext uri="{FF2B5EF4-FFF2-40B4-BE49-F238E27FC236}">
                  <a16:creationId xmlns:a16="http://schemas.microsoft.com/office/drawing/2014/main" id="{226570D6-4EB4-9F47-A71B-EE9649B27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7">
                <a:extLst>
                  <a:ext uri="{FF2B5EF4-FFF2-40B4-BE49-F238E27FC236}">
                    <a16:creationId xmlns:a16="http://schemas.microsoft.com/office/drawing/2014/main" id="{90AC649D-2CA2-9548-AC09-9A0051218B43}"/>
                  </a:ext>
                </a:extLst>
              </p:cNvPr>
              <p:cNvSpPr/>
              <p:nvPr/>
            </p:nvSpPr>
            <p:spPr>
              <a:xfrm>
                <a:off x="539750" y="969579"/>
                <a:ext cx="8131284" cy="55204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再由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kumimoji="0"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kumimoji="0"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limUpp>
                        <m:limUp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d>
                                <m:dPr>
                                  <m:endChr m:val=""/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1)</m:t>
                                  </m:r>
                                  <m:sSub>
                                    <m:sSubPr>
                                      <m:ctrlPr>
                                        <a:rPr kumimoji="0" lang="zh-CN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kumimoji="0" lang="en-US" altLang="zh-CN" sz="24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lim>
                          </m:limLow>
                        </m:e>
                        <m:lim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lim>
                      </m:limUpp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kumimoji="0"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+(</m:t>
                              </m:r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1)</m:t>
                              </m:r>
                              <m:sSub>
                                <m:sSubPr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altLang="zh-CN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lim>
                          </m:limLow>
                        </m:e>
                        <m:lim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+(</m:t>
                                </m:r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1)</m:t>
                                </m:r>
                                <m:sSub>
                                  <m:sSubPr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d>
                                  <m:dPr>
                                    <m:endChr m:val=""/>
                                    <m:ctrlPr>
                                      <a:rPr kumimoji="0" lang="zh-CN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1)</m:t>
                                    </m:r>
                                    <m:sSub>
                                      <m:sSubPr>
                                        <m:ctrlPr>
                                          <a:rPr kumimoji="0" lang="zh-CN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4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lim>
                      </m:limUpp>
                      <m:d>
                        <m:dPr>
                          <m:ctrlPr>
                            <a:rPr kumimoji="0"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zh-CN" sz="2400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1800"/>
                  </a:spcAft>
                </a:pP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zh-CN" b="1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zh-CN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从而</a:t>
                </a:r>
                <a14:m>
                  <m:oMath xmlns:m="http://schemas.openxmlformats.org/officeDocument/2006/math">
                    <m:r>
                      <a:rPr kumimoji="0"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0"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kumimoji="0"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0"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en-US" altLang="zh-CN" kern="1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.</a:t>
                </a:r>
                <a:endParaRPr kumimoji="0" lang="zh-CN" altLang="zh-CN" kern="1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矩形 7">
                <a:extLst>
                  <a:ext uri="{FF2B5EF4-FFF2-40B4-BE49-F238E27FC236}">
                    <a16:creationId xmlns:a16="http://schemas.microsoft.com/office/drawing/2014/main" id="{90AC649D-2CA2-9548-AC09-9A0051218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969579"/>
                <a:ext cx="8131284" cy="5520422"/>
              </a:xfrm>
              <a:prstGeom prst="rect">
                <a:avLst/>
              </a:prstGeom>
              <a:blipFill>
                <a:blip r:embed="rId4"/>
                <a:stretch>
                  <a:fillRect l="-1560" t="-26606" b="-33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4053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4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75247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：初等变换的应用</a:t>
            </a:r>
          </a:p>
        </p:txBody>
      </p:sp>
      <p:sp>
        <p:nvSpPr>
          <p:cNvPr id="106502" name="Text Box 6"/>
          <p:cNvSpPr txBox="1"/>
          <p:nvPr>
            <p:custDataLst>
              <p:tags r:id="rId1"/>
            </p:custDataLst>
          </p:nvPr>
        </p:nvSpPr>
        <p:spPr>
          <a:xfrm>
            <a:off x="517843" y="980758"/>
            <a:ext cx="800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拓展思考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endParaRPr lang="zh-CN" altLang="en-US" sz="2800" b="1" dirty="0">
              <a:solidFill>
                <a:srgbClr val="006600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7995" y="1628775"/>
            <a:ext cx="8114665" cy="240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</a:t>
            </a:r>
            <a:r>
              <a:rPr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总结初等变换在求逆矩阵、求矩阵的秩及解线性方程组等各个方面的应用和联系.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 uiExpand="1" build="p"/>
      <p:bldP spid="16" grpId="0" build="p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30465" y="1628041"/>
            <a:ext cx="7586663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lang="zh-CN"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初等变换</a:t>
            </a:r>
            <a:r>
              <a:rPr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35" name="Line 12"/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7" name="Text Box 2"/>
          <p:cNvSpPr txBox="1">
            <a:spLocks noChangeArrowheads="1"/>
          </p:cNvSpPr>
          <p:nvPr/>
        </p:nvSpPr>
        <p:spPr bwMode="auto">
          <a:xfrm>
            <a:off x="1835785" y="185120"/>
            <a:ext cx="54070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矩阵的初等变换小结</a:t>
            </a:r>
          </a:p>
        </p:txBody>
      </p:sp>
      <p:sp>
        <p:nvSpPr>
          <p:cNvPr id="2" name="爆炸形: 8 pt  1"/>
          <p:cNvSpPr/>
          <p:nvPr/>
        </p:nvSpPr>
        <p:spPr bwMode="auto">
          <a:xfrm>
            <a:off x="684070" y="178134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997141" y="2345591"/>
            <a:ext cx="7303839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初等矩阵的定义及与初等变换的关系</a:t>
            </a:r>
          </a:p>
        </p:txBody>
      </p:sp>
      <p:sp>
        <p:nvSpPr>
          <p:cNvPr id="28" name="爆炸形: 8 pt  27"/>
          <p:cNvSpPr/>
          <p:nvPr/>
        </p:nvSpPr>
        <p:spPr bwMode="auto">
          <a:xfrm>
            <a:off x="676632" y="248467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/>
          <p:cNvSpPr>
            <a:spLocks noChangeArrowheads="1"/>
          </p:cNvSpPr>
          <p:nvPr/>
        </p:nvSpPr>
        <p:spPr bwMode="auto">
          <a:xfrm>
            <a:off x="997141" y="3109814"/>
            <a:ext cx="7586662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l" defTabSz="914400" rtl="0" eaLnBrk="0" fontAlgn="base" latinLnBrk="0" hangingPunct="0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lang="zh-CN"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利用初等变换求逆矩阵</a:t>
            </a:r>
          </a:p>
        </p:txBody>
      </p:sp>
      <p:sp>
        <p:nvSpPr>
          <p:cNvPr id="34" name="爆炸形: 8 pt  33"/>
          <p:cNvSpPr/>
          <p:nvPr/>
        </p:nvSpPr>
        <p:spPr bwMode="auto">
          <a:xfrm>
            <a:off x="696219" y="323088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957454" y="3813394"/>
            <a:ext cx="7487542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总结初等变换在求逆矩阵、求矩阵的秩及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解线性方程组等各个方面的应用和联系</a:t>
            </a:r>
          </a:p>
        </p:txBody>
      </p:sp>
      <p:sp>
        <p:nvSpPr>
          <p:cNvPr id="26" name="爆炸形: 8 pt  25"/>
          <p:cNvSpPr/>
          <p:nvPr/>
        </p:nvSpPr>
        <p:spPr bwMode="auto">
          <a:xfrm>
            <a:off x="734618" y="369878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/>
          <p:cNvSpPr>
            <a:spLocks noChangeArrowheads="1"/>
          </p:cNvSpPr>
          <p:nvPr/>
        </p:nvSpPr>
        <p:spPr bwMode="auto">
          <a:xfrm>
            <a:off x="951104" y="4744304"/>
            <a:ext cx="7745412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分块矩阵的</a:t>
            </a:r>
            <a:r>
              <a:rPr kumimoji="1" 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应用</a:t>
            </a:r>
          </a:p>
        </p:txBody>
      </p:sp>
      <p:sp>
        <p:nvSpPr>
          <p:cNvPr id="30" name="爆炸形: 8 pt  29"/>
          <p:cNvSpPr/>
          <p:nvPr/>
        </p:nvSpPr>
        <p:spPr bwMode="auto">
          <a:xfrm>
            <a:off x="661601" y="488790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24" grpId="0"/>
      <p:bldP spid="2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548130" y="2205355"/>
            <a:ext cx="5718810" cy="6076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习题二：</a:t>
            </a:r>
            <a:r>
              <a:rPr kumimoji="0" lang="en-US" altLang="zh-CN" b="1" dirty="0">
                <a:latin typeface="+mn-lt"/>
              </a:rPr>
              <a:t>23</a:t>
            </a:r>
            <a:r>
              <a:rPr kumimoji="0" lang="zh-CN" altLang="en-US" b="1" dirty="0">
                <a:latin typeface="+mn-lt"/>
              </a:rPr>
              <a:t>、</a:t>
            </a:r>
            <a:r>
              <a:rPr kumimoji="0" lang="en-US" b="1" dirty="0">
                <a:latin typeface="+mn-lt"/>
              </a:rPr>
              <a:t>24</a:t>
            </a:r>
            <a:r>
              <a:rPr kumimoji="0" lang="zh-CN" altLang="en-US" b="1" dirty="0">
                <a:latin typeface="+mn-lt"/>
              </a:rPr>
              <a:t>（</a:t>
            </a:r>
            <a:r>
              <a:rPr kumimoji="0" lang="en-US" altLang="zh-CN" b="1" dirty="0">
                <a:latin typeface="+mn-lt"/>
              </a:rPr>
              <a:t>2</a:t>
            </a:r>
            <a:r>
              <a:rPr kumimoji="0" lang="zh-CN" altLang="en-US" b="1" dirty="0">
                <a:latin typeface="+mn-lt"/>
              </a:rPr>
              <a:t>）</a:t>
            </a:r>
          </a:p>
        </p:txBody>
      </p:sp>
      <p:grpSp>
        <p:nvGrpSpPr>
          <p:cNvPr id="62467" name="Group 29"/>
          <p:cNvGrpSpPr/>
          <p:nvPr/>
        </p:nvGrpSpPr>
        <p:grpSpPr bwMode="auto">
          <a:xfrm>
            <a:off x="60325" y="136525"/>
            <a:ext cx="2497934" cy="825500"/>
            <a:chOff x="51" y="0"/>
            <a:chExt cx="881" cy="246"/>
          </a:xfrm>
        </p:grpSpPr>
        <p:sp>
          <p:nvSpPr>
            <p:cNvPr id="62475" name="Rectangle 30"/>
            <p:cNvSpPr>
              <a:spLocks noChangeArrowheads="1"/>
            </p:cNvSpPr>
            <p:nvPr/>
          </p:nvSpPr>
          <p:spPr bwMode="auto">
            <a:xfrm>
              <a:off x="349" y="9"/>
              <a:ext cx="583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600" b="1" dirty="0">
                  <a:solidFill>
                    <a:srgbClr val="C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作  业</a:t>
              </a:r>
            </a:p>
          </p:txBody>
        </p:sp>
        <p:grpSp>
          <p:nvGrpSpPr>
            <p:cNvPr id="62476" name="Group 31"/>
            <p:cNvGrpSpPr/>
            <p:nvPr/>
          </p:nvGrpSpPr>
          <p:grpSpPr bwMode="auto">
            <a:xfrm>
              <a:off x="51" y="0"/>
              <a:ext cx="829" cy="246"/>
              <a:chOff x="51" y="0"/>
              <a:chExt cx="829" cy="246"/>
            </a:xfrm>
          </p:grpSpPr>
          <p:sp>
            <p:nvSpPr>
              <p:cNvPr id="62477" name="Line 32"/>
              <p:cNvSpPr>
                <a:spLocks noChangeShapeType="1"/>
              </p:cNvSpPr>
              <p:nvPr/>
            </p:nvSpPr>
            <p:spPr bwMode="auto">
              <a:xfrm flipV="1">
                <a:off x="96" y="198"/>
                <a:ext cx="784" cy="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62478" name="Picture 33" descr="BD10263_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" y="0"/>
                <a:ext cx="246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" name="Text Box 4103">
            <a:hlinkClick r:id="rId3" action="ppaction://hlinksldjump" highlightClick="1"/>
            <a:hlinkHover r:id="" action="ppaction://macro?name=Macro1" highlightClick="1"/>
          </p:cNvPr>
          <p:cNvSpPr txBox="1">
            <a:spLocks noChangeArrowheads="1"/>
          </p:cNvSpPr>
          <p:nvPr/>
        </p:nvSpPr>
        <p:spPr bwMode="auto">
          <a:xfrm>
            <a:off x="7150814" y="6237312"/>
            <a:ext cx="1997088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线性代数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47fcc34-08aa-4d11-ab19-1f61cfe44d19"/>
  <p:tag name="COMMONDATA" val="eyJoZGlkIjoiZmRhY2I1Yzc3MDRmODQ3NWQxMWUzOTBiYTliNDAwZ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77</TotalTime>
  <Words>3911</Words>
  <Application>Microsoft Macintosh PowerPoint</Application>
  <PresentationFormat>On-screen Show (4:3)</PresentationFormat>
  <Paragraphs>811</Paragraphs>
  <Slides>71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91" baseType="lpstr">
      <vt:lpstr>等线</vt:lpstr>
      <vt:lpstr>微软雅黑</vt:lpstr>
      <vt:lpstr>黑体</vt:lpstr>
      <vt:lpstr>宋体</vt:lpstr>
      <vt:lpstr>华文中宋</vt:lpstr>
      <vt:lpstr>Arial</vt:lpstr>
      <vt:lpstr>Arial Black</vt:lpstr>
      <vt:lpstr>Calibri</vt:lpstr>
      <vt:lpstr>Cambria Math</vt:lpstr>
      <vt:lpstr>Impact</vt:lpstr>
      <vt:lpstr>Leelawadee</vt:lpstr>
      <vt:lpstr>Symbol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Equation.3</vt:lpstr>
      <vt:lpstr>Equation.DSMT4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Microsoft Office User</cp:lastModifiedBy>
  <cp:revision>1185</cp:revision>
  <dcterms:created xsi:type="dcterms:W3CDTF">2012-06-17T01:12:00Z</dcterms:created>
  <dcterms:modified xsi:type="dcterms:W3CDTF">2026-10-19T05:07:08Z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6E26B1D3178F4D1DAE283A2313EBB68B_13</vt:lpwstr>
  </property>
  <property fmtid="{D5CDD505-2E9C-101B-9397-08002B2CF9AE}" pid="3" name="KSOProductBuildVer">
    <vt:lpwstr>2052-12.1.0.16388</vt:lpwstr>
  </property>
</Properties>
</file>
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5166" r:id="rId1"/>
    <p:sldMasterId id="2147485255" r:id="rId2"/>
    <p:sldMasterId id="2147485458" r:id="rId3"/>
    <p:sldMasterId id="2147487332" r:id="rId4"/>
  </p:sldMasterIdLst>
  <p:notesMasterIdLst>
    <p:notesMasterId r:id="rId56"/>
  </p:notesMasterIdLst>
  <p:handoutMasterIdLst>
    <p:handoutMasterId r:id="rId57"/>
  </p:handoutMasterIdLst>
  <p:sldIdLst>
    <p:sldId id="1599" r:id="rId5"/>
    <p:sldId id="1129" r:id="rId6"/>
    <p:sldId id="1438" r:id="rId7"/>
    <p:sldId id="1358" r:id="rId8"/>
    <p:sldId id="1524" r:id="rId9"/>
    <p:sldId id="1574" r:id="rId10"/>
    <p:sldId id="1527" r:id="rId11"/>
    <p:sldId id="1526" r:id="rId12"/>
    <p:sldId id="1528" r:id="rId13"/>
    <p:sldId id="1529" r:id="rId14"/>
    <p:sldId id="1530" r:id="rId15"/>
    <p:sldId id="1531" r:id="rId16"/>
    <p:sldId id="1532" r:id="rId17"/>
    <p:sldId id="1533" r:id="rId18"/>
    <p:sldId id="1534" r:id="rId19"/>
    <p:sldId id="1535" r:id="rId20"/>
    <p:sldId id="1536" r:id="rId21"/>
    <p:sldId id="1537" r:id="rId22"/>
    <p:sldId id="1538" r:id="rId23"/>
    <p:sldId id="1539" r:id="rId24"/>
    <p:sldId id="1540" r:id="rId25"/>
    <p:sldId id="1541" r:id="rId26"/>
    <p:sldId id="1542" r:id="rId27"/>
    <p:sldId id="1543" r:id="rId28"/>
    <p:sldId id="1544" r:id="rId29"/>
    <p:sldId id="1545" r:id="rId30"/>
    <p:sldId id="1546" r:id="rId31"/>
    <p:sldId id="1547" r:id="rId32"/>
    <p:sldId id="1548" r:id="rId33"/>
    <p:sldId id="1549" r:id="rId34"/>
    <p:sldId id="1551" r:id="rId35"/>
    <p:sldId id="1552" r:id="rId36"/>
    <p:sldId id="1554" r:id="rId37"/>
    <p:sldId id="1555" r:id="rId38"/>
    <p:sldId id="1556" r:id="rId39"/>
    <p:sldId id="1557" r:id="rId40"/>
    <p:sldId id="1598" r:id="rId41"/>
    <p:sldId id="1558" r:id="rId42"/>
    <p:sldId id="1559" r:id="rId43"/>
    <p:sldId id="1560" r:id="rId44"/>
    <p:sldId id="1561" r:id="rId45"/>
    <p:sldId id="1562" r:id="rId46"/>
    <p:sldId id="1563" r:id="rId47"/>
    <p:sldId id="1564" r:id="rId48"/>
    <p:sldId id="1565" r:id="rId49"/>
    <p:sldId id="1566" r:id="rId50"/>
    <p:sldId id="1567" r:id="rId51"/>
    <p:sldId id="1568" r:id="rId52"/>
    <p:sldId id="1569" r:id="rId53"/>
    <p:sldId id="1572" r:id="rId54"/>
    <p:sldId id="1357" r:id="rId5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3333FF"/>
    <a:srgbClr val="6666FF"/>
    <a:srgbClr val="969696"/>
    <a:srgbClr val="2B2BFF"/>
    <a:srgbClr val="FFFFFF"/>
    <a:srgbClr val="C7E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73" autoAdjust="0"/>
    <p:restoredTop sz="93807" autoAdjust="0"/>
  </p:normalViewPr>
  <p:slideViewPr>
    <p:cSldViewPr>
      <p:cViewPr varScale="1">
        <p:scale>
          <a:sx n="108" d="100"/>
          <a:sy n="108" d="100"/>
        </p:scale>
        <p:origin x="190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notesViewPr>
    <p:cSldViewPr>
      <p:cViewPr varScale="1">
        <p:scale>
          <a:sx n="56" d="100"/>
          <a:sy n="56" d="100"/>
        </p:scale>
        <p:origin x="285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61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EA380C-BE2C-4282-97A2-63FF308284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D8108A-6D14-45B9-AD48-86AFA29CEE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329B3-F25B-48AB-B184-ECF14D006430}" type="datetimeFigureOut">
              <a:rPr lang="zh-CN" altLang="en-US" smtClean="0"/>
              <a:t>2024/3/4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4173B7-E60B-473E-80B6-27B9FC1A9E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442B8-CFD7-4D5A-A40F-5330847ED2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3A003-A97D-492E-97B5-C17D5102C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236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D1E8CF-2E05-42CF-946C-A234E5F000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632EF-962B-4C32-944C-9D48ADC75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pPr>
                <a:defRPr/>
              </a:pPr>
              <a:t>2024/3/4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05BBDC4-6710-4A89-977B-5A8CCDD9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B5BEF2-2FAA-4DA0-A019-CDD72CD6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C5AE9-932A-4B24-8907-3288CEB58A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55E83-8E18-466C-948D-A1D8AB4A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FFA27-5CA2-4DFB-8D06-B9C664BB4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F04B9-6AB1-409F-90C3-976FF0BAF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05FE01-3CC2-481E-842A-EC3BCF936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854753"/>
      </p:ext>
    </p:extLst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C83651-720B-4544-B1BD-C9AE72396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CEA02A-0E2E-41CB-9FBA-094B1830C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CBE20F-77C4-4DBD-B25D-3C6A4FEDB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0984384"/>
      </p:ext>
    </p:extLst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834230-2B39-4DDE-A231-57D921031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7AA53C-2A84-42AC-8ABE-E3BCD725D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69738-E7EF-4239-9214-1338BEA22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350978"/>
      </p:ext>
    </p:extLst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A1BC0-DA59-4AE7-996B-37C7C5232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21AC6-AA19-4ACC-9723-B9CDDDC20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AA4EE-D3DA-43A0-BE88-D590F25B5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712226"/>
      </p:ext>
    </p:extLst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6C333DE-221B-451E-B3BA-71E82BEAC0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0BFB29-C645-4459-9FE3-FBD984899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C3FE80-E225-4E0E-A4D4-9ED9C5527B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0150248"/>
      </p:ext>
    </p:extLst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C59EC-2D83-4644-9FF6-91C5F0ABE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83F13-0C98-4BF3-8523-314ACE8E1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F39952-6881-490F-B284-BB0102813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0904448"/>
      </p:ext>
    </p:extLst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C9107-412D-42F2-A220-A25A218FD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C7EFD-A8E4-4F78-90B4-0E1A3F97F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CF8D3B-A421-4610-91BC-08C96EAA9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4945455"/>
      </p:ext>
    </p:extLst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130E1B-374D-48BA-A9A9-A9EB42C70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77BF4-B8D5-4759-A2CA-7E2D8DF1FF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BA1783-3E36-44DB-9B84-16EAF900E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614326"/>
      </p:ext>
    </p:extLst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C1EB74-39EF-47DA-A763-FB37F9B13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D1B4E2-FAE7-4275-B658-CF563EF22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AC064-1581-42FB-B0D3-948281D4C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8808084"/>
      </p:ext>
    </p:extLst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C77236-EEBB-4827-AD1E-537D08A338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69FFFD-5F56-4F25-B1AB-DE72DBCB4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16A906-E789-439C-BD58-729E2D76B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638746"/>
      </p:ext>
    </p:extLst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07258-1C0A-4346-809F-F31A32E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pPr>
                <a:defRPr/>
              </a:pPr>
              <a:t>2024/3/4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36BFAF-6BC0-49F0-BC8C-FB800977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401784-8F1D-4904-B603-1F47598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60701"/>
      </p:ext>
    </p:extLst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CDAD0-9D64-4314-8793-8634F4D8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2024/3/4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62A031-7B56-4E50-B06E-364E4CFB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571B-27BA-4C0A-8D4F-2B2E4019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767839"/>
      </p:ext>
    </p:extLst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347-0CA6-4EE6-8E3C-7F647BA3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B6C7-F2DA-4B00-8CA8-5826F1B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D50E1-33F5-4F04-83D7-58255901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15764"/>
      </p:ext>
    </p:extLst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55C45-E57E-45D8-8789-B08077A0B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AE40C-11D0-4D9D-B418-509A8A9A6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1C6E2B-2607-4AFD-9E50-1545AA41B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839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7F9A4D-341A-41CC-8F0F-E6924B968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33512-D5A8-47D0-B549-77A18A6ED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B7CB67-BDC6-4137-BE93-338EAA114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7281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490AF2-F810-4172-8A48-87F8D5EF7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F90D61-50CB-4D86-9EAC-B76F8A364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FA323-8AFE-4021-A977-A60222BA2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180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C019C-2D7F-4455-B3FB-C34607481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D3FD4-1623-45FB-96F8-F9285B879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823D2-B9E7-4EED-9D1E-3AB8E17E3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19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2368DA-4B1A-424E-9857-B0A678FBC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B212B3-7550-4762-8B5E-CB91D5A8BC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4B8099-34BA-4920-84A9-9BA6EE4ED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246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56705-0B6D-45BC-8340-6A1E4EFD6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7C27C-6D02-42D6-BF81-983A2FCE6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02995-3DE2-4744-8539-2A7C1876E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0010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B1FBF-7FD0-4CE2-A043-A41CE2363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B4C19-C8A8-4CF8-9D44-5BAEBA2B5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25DFB-3070-475F-98EE-8E4F3A00E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54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6855A6-453A-47B3-8A92-0F1063C79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4011F6-4D45-40E9-850B-FE8F767F9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23DB50-4002-46B4-810A-AA39BF83D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849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BFA5EF-1425-4B28-9B7A-348002BF3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5E2916-713D-417C-8CEE-972575D27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9639DA-65DE-4219-8B66-C96E3E892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288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F1D24E-58F4-416D-B9FF-CD0720AB9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16E313-3B04-41D1-A907-070FE2F11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27B489-A529-4323-A27E-40A3A99864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11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2B2289-983E-4EA7-8A84-119F4B9A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pPr>
                <a:defRPr/>
              </a:pPr>
              <a:t>2024/3/4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DA7B7F-14A2-4287-897C-E8179727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ADFC2-E3A9-4650-B34E-E842FD3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05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3E466-4F93-4E3A-A6F6-928A730F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2024/3/4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379F3-1B1D-4F43-97B0-BF8DC630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F5286-0118-4D1C-85B9-22086D08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472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DAEE5-B474-4771-8A83-AE3B97F8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21E6C-CD00-4620-991D-FDD21011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45B2-E858-4F40-8455-88DAA9C5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916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54776585"/>
      </p:ext>
    </p:extLst>
  </p:cSld>
  <p:clrMapOvr>
    <a:masterClrMapping/>
  </p:clrMapOvr>
  <p:transition spd="slow">
    <p:split orient="vert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85728393"/>
      </p:ext>
    </p:extLst>
  </p:cSld>
  <p:clrMapOvr>
    <a:masterClrMapping/>
  </p:clrMapOvr>
  <p:transition spd="slow">
    <p:split orient="vert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3468895"/>
      </p:ext>
    </p:extLst>
  </p:cSld>
  <p:clrMapOvr>
    <a:masterClrMapping/>
  </p:clrMapOvr>
  <p:transition spd="slow">
    <p:split orient="vert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36832075"/>
      </p:ext>
    </p:extLst>
  </p:cSld>
  <p:clrMapOvr>
    <a:masterClrMapping/>
  </p:clrMapOvr>
  <p:transition spd="slow">
    <p:split orient="vert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09343174"/>
      </p:ext>
    </p:extLst>
  </p:cSld>
  <p:clrMapOvr>
    <a:masterClrMapping/>
  </p:clrMapOvr>
  <p:transition spd="slow">
    <p:split orient="vert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9D38C6D0-0704-4DD7-A5D2-05D8B59DF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0390642"/>
      </p:ext>
    </p:extLst>
  </p:cSld>
  <p:clrMapOvr>
    <a:masterClrMapping/>
  </p:clrMapOvr>
  <p:transition spd="slow">
    <p:split orient="vert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17509"/>
      </p:ext>
    </p:extLst>
  </p:cSld>
  <p:clrMapOvr>
    <a:masterClrMapping/>
  </p:clrMapOvr>
  <p:transition spd="slow">
    <p:split orient="vert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8230320"/>
      </p:ext>
    </p:extLst>
  </p:cSld>
  <p:clrMapOvr>
    <a:masterClrMapping/>
  </p:clrMapOvr>
  <p:transition spd="slow">
    <p:split orient="vert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4770882"/>
      </p:ext>
    </p:extLst>
  </p:cSld>
  <p:clrMapOvr>
    <a:masterClrMapping/>
  </p:clrMapOvr>
  <p:transition spd="slow">
    <p:split orient="vert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65221748"/>
      </p:ext>
    </p:extLst>
  </p:cSld>
  <p:clrMapOvr>
    <a:masterClrMapping/>
  </p:clrMapOvr>
  <p:transition spd="slow">
    <p:split orient="vert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14940593"/>
      </p:ext>
    </p:extLst>
  </p:cSld>
  <p:clrMapOvr>
    <a:masterClrMapping/>
  </p:clrMapOvr>
  <p:transition spd="slow">
    <p:split orient="vert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DCFD248-D6E9-42A7-9A08-4B322473B87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293EF1F-B996-4BF3-8545-1F8942B7465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8EF5DC4-DA6F-46DC-9D43-273DA325F56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B1A793CB-15AC-484F-9480-5EFAC00C8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3BF66AE4-90AD-4312-BBFB-E4BA8EC12A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36EAE0C-5BF4-4600-902D-FBFA900763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BD22F033-56C7-48BA-B9B5-90236C337C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68BF0FAB-2F85-4929-AB2D-97A6311EF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7AED698-0AAA-4BB6-9480-E7C8585063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095121D7-4C0F-44D8-B004-AA4D7911F7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01E34350-5B3C-4612-8690-23E0637F8F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0559055E-3F93-4230-B16D-24149A55D5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C2B656F5-0850-4ED6-8F46-E13E0871ED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66BC7D0B-5FDB-4195-99C3-ADEC8ADF11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99D42E93-D1A7-4D68-B8E9-89C548966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922CF7F-89E3-442B-8672-5D396583F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2A8E2A3-1787-483E-8FA7-FB0A6EF2D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28980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A66C85-B574-4B8B-AE29-7E83B531F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030FC8-A8E8-4162-9EA0-532FE09A0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12FA7717-ADBA-4C62-B38A-CC9348FA09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678118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81287-8B2B-4245-9470-3CF957101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3EF4B9-8B57-4C03-A5F2-E2A17B23B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E8CF0E3-2389-4D18-BF8D-B3A042044D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016412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94E05-3896-4D04-A78C-E206AC6065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1DBE9-298F-478C-AD0B-532137C52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550F8A-6CB3-4E1C-A335-52B52D5077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53128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3769CD0-67B4-4856-9B65-2233FAA50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75BFF0B-A76A-49AB-8E76-6E5D2EFEC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5A425DD8-22B0-46CB-B651-717BE4798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1648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8219D1-EEA4-4CD4-9938-0B050D9E6E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4AD52-D808-48B6-B359-7D6F15F8C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B0461-4B86-42B0-AC4F-E591506818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129802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30C0146-A287-4A3C-ADEE-2427F18CC1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713" y="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7">
            <a:extLst>
              <a:ext uri="{FF2B5EF4-FFF2-40B4-BE49-F238E27FC236}">
                <a16:creationId xmlns:a16="http://schemas.microsoft.com/office/drawing/2014/main" id="{26716C4E-EB24-4F65-9CCF-3C8B064C45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燕尾形 16">
            <a:hlinkClick r:id="" action="ppaction://hlinkshowjump?jump=previousslide" tooltip="上一页"/>
            <a:extLst>
              <a:ext uri="{FF2B5EF4-FFF2-40B4-BE49-F238E27FC236}">
                <a16:creationId xmlns:a16="http://schemas.microsoft.com/office/drawing/2014/main" id="{E868D851-0E7F-417F-A7BA-537E73D2A6F3}"/>
              </a:ext>
            </a:extLst>
          </p:cNvPr>
          <p:cNvSpPr/>
          <p:nvPr userDrawn="1"/>
        </p:nvSpPr>
        <p:spPr>
          <a:xfrm flipH="1">
            <a:off x="8346933" y="6584238"/>
            <a:ext cx="233362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18">
            <a:hlinkClick r:id="" action="ppaction://hlinkshowjump?jump=nextslide" tooltip="下一页"/>
            <a:extLst>
              <a:ext uri="{FF2B5EF4-FFF2-40B4-BE49-F238E27FC236}">
                <a16:creationId xmlns:a16="http://schemas.microsoft.com/office/drawing/2014/main" id="{12709413-AEBF-474E-85A5-9A05A52DCD51}"/>
              </a:ext>
            </a:extLst>
          </p:cNvPr>
          <p:cNvSpPr/>
          <p:nvPr userDrawn="1"/>
        </p:nvSpPr>
        <p:spPr>
          <a:xfrm>
            <a:off x="8829533" y="6596938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页脚占位符 1">
            <a:extLst>
              <a:ext uri="{FF2B5EF4-FFF2-40B4-BE49-F238E27FC236}">
                <a16:creationId xmlns:a16="http://schemas.microsoft.com/office/drawing/2014/main" id="{3C341C7B-D148-4414-AA91-65A892CF2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D5F58521-311C-4635-AFA1-FD84A2FD2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1550D-240D-4904-938E-B973E916C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8FE20C34-27D7-4001-9CA0-97FAF94660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407819"/>
      </p:ext>
    </p:extLst>
  </p:cSld>
  <p:clrMapOvr>
    <a:masterClrMapping/>
  </p:clrMapOvr>
  <p:transition spd="slow">
    <p:split orient="vert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3765A-DB92-4FEB-8586-5083F6941B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FDF5F-9F14-49F7-82C6-42794CEB7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E2FBE0-19B5-43F0-A085-F9447004E6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689859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410B37-7628-4026-857E-D516CCF2F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7D3DD-3BAE-4A61-A547-EDCF67528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4AD834-DC92-41E8-805C-D46D15F577F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070184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BBAE87-7E54-42AD-8D4E-64447FA738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049BAC-BDEE-41A8-B375-0C74582E8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CB1ABFD-F109-4E5E-9750-C313A90A2B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1748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2F1A3-63B8-484C-A59C-FF6D582BD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D1A0B-715F-4734-BBC6-DCDD9A1A9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229AB6B-AD64-4746-9E73-A20F5E2738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45400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37CA2716-81D1-4A33-8A7E-BA6EB9C611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13" r:id="rId1"/>
    <p:sldLayoutId id="2147487314" r:id="rId2"/>
    <p:sldLayoutId id="2147487315" r:id="rId3"/>
    <p:sldLayoutId id="2147487316" r:id="rId4"/>
    <p:sldLayoutId id="2147487317" r:id="rId5"/>
    <p:sldLayoutId id="2147487318" r:id="rId6"/>
    <p:sldLayoutId id="2147487319" r:id="rId7"/>
    <p:sldLayoutId id="2147487320" r:id="rId8"/>
    <p:sldLayoutId id="2147487321" r:id="rId9"/>
    <p:sldLayoutId id="2147487322" r:id="rId10"/>
    <p:sldLayoutId id="2147487323" r:id="rId11"/>
    <p:sldLayoutId id="2147487324" r:id="rId12"/>
    <p:sldLayoutId id="2147487325" r:id="rId13"/>
  </p:sldLayoutIdLst>
  <p:transition spd="slow">
    <p:split orient="vert"/>
  </p:transition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D8CAED-9733-4696-BE55-66C0F2E5FA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6D87927-EA0E-4567-A73F-EE5B25BEB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1A3E96-2188-405F-89D7-D3A22F3D4F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32AC8B-0C35-44F7-97D8-F789CAAB87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7CA088-137C-4D05-816B-160A5F146A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FEAC0F78-C0FC-4A92-AC28-83B0375BA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26" r:id="rId1"/>
    <p:sldLayoutId id="2147487284" r:id="rId2"/>
    <p:sldLayoutId id="2147487285" r:id="rId3"/>
    <p:sldLayoutId id="2147487286" r:id="rId4"/>
    <p:sldLayoutId id="2147487287" r:id="rId5"/>
    <p:sldLayoutId id="2147487288" r:id="rId6"/>
    <p:sldLayoutId id="2147487289" r:id="rId7"/>
    <p:sldLayoutId id="2147487290" r:id="rId8"/>
    <p:sldLayoutId id="2147487291" r:id="rId9"/>
    <p:sldLayoutId id="2147487292" r:id="rId10"/>
    <p:sldLayoutId id="2147487327" r:id="rId11"/>
    <p:sldLayoutId id="2147487328" r:id="rId12"/>
    <p:sldLayoutId id="2147487329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>
            <a:extLst>
              <a:ext uri="{FF2B5EF4-FFF2-40B4-BE49-F238E27FC236}">
                <a16:creationId xmlns:a16="http://schemas.microsoft.com/office/drawing/2014/main" id="{14ECB70A-15C1-43C3-82DD-C91F52213E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>
            <a:extLst>
              <a:ext uri="{FF2B5EF4-FFF2-40B4-BE49-F238E27FC236}">
                <a16:creationId xmlns:a16="http://schemas.microsoft.com/office/drawing/2014/main" id="{23932A2F-2686-4BEE-8DF6-1CAE4DA968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>
            <a:extLst>
              <a:ext uri="{FF2B5EF4-FFF2-40B4-BE49-F238E27FC236}">
                <a16:creationId xmlns:a16="http://schemas.microsoft.com/office/drawing/2014/main" id="{7EAEED02-1A06-4CCC-B8A4-0F20CDF653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>
            <a:extLst>
              <a:ext uri="{FF2B5EF4-FFF2-40B4-BE49-F238E27FC236}">
                <a16:creationId xmlns:a16="http://schemas.microsoft.com/office/drawing/2014/main" id="{8589F783-3D42-4393-A6BE-B86E49ABF4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>
            <a:extLst>
              <a:ext uri="{FF2B5EF4-FFF2-40B4-BE49-F238E27FC236}">
                <a16:creationId xmlns:a16="http://schemas.microsoft.com/office/drawing/2014/main" id="{6F1DC48B-481E-486F-94F2-23C1AE5DC0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>
            <a:extLst>
              <a:ext uri="{FF2B5EF4-FFF2-40B4-BE49-F238E27FC236}">
                <a16:creationId xmlns:a16="http://schemas.microsoft.com/office/drawing/2014/main" id="{7E2F42E9-535D-4979-BEDB-04F4C0826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93" r:id="rId1"/>
    <p:sldLayoutId id="2147487294" r:id="rId2"/>
    <p:sldLayoutId id="2147487295" r:id="rId3"/>
    <p:sldLayoutId id="2147487296" r:id="rId4"/>
    <p:sldLayoutId id="2147487297" r:id="rId5"/>
    <p:sldLayoutId id="2147487330" r:id="rId6"/>
    <p:sldLayoutId id="2147487331" r:id="rId7"/>
    <p:sldLayoutId id="2147487298" r:id="rId8"/>
    <p:sldLayoutId id="2147487299" r:id="rId9"/>
    <p:sldLayoutId id="2147487300" r:id="rId10"/>
    <p:sldLayoutId id="2147487301" r:id="rId11"/>
  </p:sldLayoutIdLst>
  <p:transition spd="slow">
    <p:split orient="vert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FB02206-B27F-4E76-91B3-4EFD85BD4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0B8FE99-AF5C-4D4C-93CD-8759798309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C76477D-BF5D-43C9-B67A-DA3CAB6BDED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>
              <a:extLst>
                <a:ext uri="{FF2B5EF4-FFF2-40B4-BE49-F238E27FC236}">
                  <a16:creationId xmlns:a16="http://schemas.microsoft.com/office/drawing/2014/main" id="{BAB928D6-5BF9-45A2-87AC-671B3149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>
              <a:extLst>
                <a:ext uri="{FF2B5EF4-FFF2-40B4-BE49-F238E27FC236}">
                  <a16:creationId xmlns:a16="http://schemas.microsoft.com/office/drawing/2014/main" id="{0DAE07E0-4410-415E-ADB7-B8F22AA3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>
              <a:extLst>
                <a:ext uri="{FF2B5EF4-FFF2-40B4-BE49-F238E27FC236}">
                  <a16:creationId xmlns:a16="http://schemas.microsoft.com/office/drawing/2014/main" id="{F98F35F0-3851-4629-B9AC-91B836166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>
              <a:extLst>
                <a:ext uri="{FF2B5EF4-FFF2-40B4-BE49-F238E27FC236}">
                  <a16:creationId xmlns:a16="http://schemas.microsoft.com/office/drawing/2014/main" id="{8ED0044A-21CE-45E6-9C31-02E7F31A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>
              <a:extLst>
                <a:ext uri="{FF2B5EF4-FFF2-40B4-BE49-F238E27FC236}">
                  <a16:creationId xmlns:a16="http://schemas.microsoft.com/office/drawing/2014/main" id="{97BFDF85-7F81-430A-A177-C2AF6AEFD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>
              <a:extLst>
                <a:ext uri="{FF2B5EF4-FFF2-40B4-BE49-F238E27FC236}">
                  <a16:creationId xmlns:a16="http://schemas.microsoft.com/office/drawing/2014/main" id="{D23C108B-AEFE-4427-9022-F93C356E9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>
              <a:extLst>
                <a:ext uri="{FF2B5EF4-FFF2-40B4-BE49-F238E27FC236}">
                  <a16:creationId xmlns:a16="http://schemas.microsoft.com/office/drawing/2014/main" id="{C7B90104-A07F-46E6-9306-63B74F0F0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>
              <a:extLst>
                <a:ext uri="{FF2B5EF4-FFF2-40B4-BE49-F238E27FC236}">
                  <a16:creationId xmlns:a16="http://schemas.microsoft.com/office/drawing/2014/main" id="{2B4E9ABA-0A63-420D-A603-037DC96FF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>
              <a:extLst>
                <a:ext uri="{FF2B5EF4-FFF2-40B4-BE49-F238E27FC236}">
                  <a16:creationId xmlns:a16="http://schemas.microsoft.com/office/drawing/2014/main" id="{C2F95056-8353-4C51-9FDB-815AFD0F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20A37B01-1D1B-477D-9302-81A19C62F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685BA901-3641-49C6-B085-1EE89F61C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CBCD943A-D4CE-48C0-9D30-7E42EFF034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1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33" r:id="rId1"/>
    <p:sldLayoutId id="2147487334" r:id="rId2"/>
    <p:sldLayoutId id="2147487335" r:id="rId3"/>
    <p:sldLayoutId id="2147487336" r:id="rId4"/>
    <p:sldLayoutId id="2147487337" r:id="rId5"/>
    <p:sldLayoutId id="2147487338" r:id="rId6"/>
    <p:sldLayoutId id="2147487339" r:id="rId7"/>
    <p:sldLayoutId id="2147487340" r:id="rId8"/>
    <p:sldLayoutId id="2147487341" r:id="rId9"/>
    <p:sldLayoutId id="2147487342" r:id="rId10"/>
    <p:sldLayoutId id="2147487343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" Target="slide19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" Target="slide19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" Target="slide19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" Target="slide19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" Target="slide19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" Target="slide19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6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4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" Target="slide20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12.bin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19.bin"/><Relationship Id="rId2" Type="http://schemas.openxmlformats.org/officeDocument/2006/relationships/slide" Target="slide21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28.wmf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2.bin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3.wmf"/><Relationship Id="rId22" Type="http://schemas.openxmlformats.org/officeDocument/2006/relationships/image" Target="../media/image2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" Target="slide22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" Target="slide48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29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" Target="slide48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6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4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image" Target="../media/image39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0" Type="http://schemas.openxmlformats.org/officeDocument/2006/relationships/oleObject" Target="../embeddings/oleObject37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4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image" Target="../media/image44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52.bin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5" Type="http://schemas.openxmlformats.org/officeDocument/2006/relationships/image" Target="../media/image59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5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51.wmf"/><Relationship Id="rId3" Type="http://schemas.openxmlformats.org/officeDocument/2006/relationships/image" Target="../media/image60.wmf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59.bin"/><Relationship Id="rId17" Type="http://schemas.openxmlformats.org/officeDocument/2006/relationships/image" Target="../media/image65.wmf"/><Relationship Id="rId2" Type="http://schemas.openxmlformats.org/officeDocument/2006/relationships/oleObject" Target="../embeddings/oleObject54.bin"/><Relationship Id="rId16" Type="http://schemas.openxmlformats.org/officeDocument/2006/relationships/oleObject" Target="../embeddings/oleObject61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63.wmf"/><Relationship Id="rId5" Type="http://schemas.openxmlformats.org/officeDocument/2006/relationships/image" Target="../media/image61.wmf"/><Relationship Id="rId15" Type="http://schemas.openxmlformats.org/officeDocument/2006/relationships/image" Target="../media/image64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6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66.wmf"/><Relationship Id="rId7" Type="http://schemas.openxmlformats.org/officeDocument/2006/relationships/image" Target="../media/image68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64.bin"/><Relationship Id="rId5" Type="http://schemas.openxmlformats.org/officeDocument/2006/relationships/image" Target="../media/image67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9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4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image" Target="../media/image71.wmf"/><Relationship Id="rId7" Type="http://schemas.openxmlformats.org/officeDocument/2006/relationships/image" Target="../media/image73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75.wmf"/><Relationship Id="rId5" Type="http://schemas.openxmlformats.org/officeDocument/2006/relationships/image" Target="../media/image72.w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7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image" Target="../media/image76.wmf"/><Relationship Id="rId7" Type="http://schemas.openxmlformats.org/officeDocument/2006/relationships/image" Target="../media/image78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9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82.wmf"/><Relationship Id="rId4" Type="http://schemas.openxmlformats.org/officeDocument/2006/relationships/oleObject" Target="../embeddings/oleObject78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84.wmf"/><Relationship Id="rId4" Type="http://schemas.openxmlformats.org/officeDocument/2006/relationships/oleObject" Target="../embeddings/oleObject8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3" Type="http://schemas.openxmlformats.org/officeDocument/2006/relationships/image" Target="../media/image85.wmf"/><Relationship Id="rId7" Type="http://schemas.openxmlformats.org/officeDocument/2006/relationships/image" Target="../media/image87.wmf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83.bin"/><Relationship Id="rId5" Type="http://schemas.openxmlformats.org/officeDocument/2006/relationships/image" Target="../media/image86.wmf"/><Relationship Id="rId4" Type="http://schemas.openxmlformats.org/officeDocument/2006/relationships/oleObject" Target="../embeddings/oleObject82.bin"/><Relationship Id="rId9" Type="http://schemas.openxmlformats.org/officeDocument/2006/relationships/image" Target="../media/image88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90.emf"/><Relationship Id="rId4" Type="http://schemas.openxmlformats.org/officeDocument/2006/relationships/oleObject" Target="../embeddings/oleObject86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4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4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oleObject" Target="../embeddings/oleObject89.bin"/><Relationship Id="rId1" Type="http://schemas.openxmlformats.org/officeDocument/2006/relationships/slideLayout" Target="../slideLayouts/slideLayout4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5.wmf"/><Relationship Id="rId12" Type="http://schemas.openxmlformats.org/officeDocument/2006/relationships/oleObject" Target="../embeddings/oleObject95.bin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97.wmf"/><Relationship Id="rId5" Type="http://schemas.openxmlformats.org/officeDocument/2006/relationships/image" Target="../media/image94.wmf"/><Relationship Id="rId15" Type="http://schemas.openxmlformats.org/officeDocument/2006/relationships/image" Target="../media/image99.wmf"/><Relationship Id="rId10" Type="http://schemas.openxmlformats.org/officeDocument/2006/relationships/oleObject" Target="../embeddings/oleObject94.bin"/><Relationship Id="rId4" Type="http://schemas.openxmlformats.org/officeDocument/2006/relationships/oleObject" Target="../embeddings/oleObject91.bin"/><Relationship Id="rId9" Type="http://schemas.openxmlformats.org/officeDocument/2006/relationships/image" Target="../media/image96.wmf"/><Relationship Id="rId14" Type="http://schemas.openxmlformats.org/officeDocument/2006/relationships/oleObject" Target="../embeddings/oleObject96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image" Target="../media/image100.wmf"/><Relationship Id="rId7" Type="http://schemas.openxmlformats.org/officeDocument/2006/relationships/image" Target="../media/image102.w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04.wmf"/><Relationship Id="rId5" Type="http://schemas.openxmlformats.org/officeDocument/2006/relationships/image" Target="../media/image101.w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03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7" Type="http://schemas.openxmlformats.org/officeDocument/2006/relationships/image" Target="../media/image107.wmf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106.wmf"/><Relationship Id="rId4" Type="http://schemas.openxmlformats.org/officeDocument/2006/relationships/oleObject" Target="../embeddings/oleObject103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3" Type="http://schemas.openxmlformats.org/officeDocument/2006/relationships/image" Target="../media/image108.wmf"/><Relationship Id="rId7" Type="http://schemas.openxmlformats.org/officeDocument/2006/relationships/image" Target="../media/image110.wmf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107.bin"/><Relationship Id="rId5" Type="http://schemas.openxmlformats.org/officeDocument/2006/relationships/image" Target="../media/image109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11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113.wmf"/><Relationship Id="rId4" Type="http://schemas.openxmlformats.org/officeDocument/2006/relationships/oleObject" Target="../embeddings/oleObject110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19.wmf"/><Relationship Id="rId3" Type="http://schemas.openxmlformats.org/officeDocument/2006/relationships/image" Target="../media/image114.wmf"/><Relationship Id="rId7" Type="http://schemas.openxmlformats.org/officeDocument/2006/relationships/image" Target="../media/image116.wmf"/><Relationship Id="rId12" Type="http://schemas.openxmlformats.org/officeDocument/2006/relationships/oleObject" Target="../embeddings/oleObject116.bin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18.wmf"/><Relationship Id="rId5" Type="http://schemas.openxmlformats.org/officeDocument/2006/relationships/image" Target="../media/image115.w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17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645273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>
            <a:extLst>
              <a:ext uri="{FF2B5EF4-FFF2-40B4-BE49-F238E27FC236}">
                <a16:creationId xmlns:a16="http://schemas.microsoft.com/office/drawing/2014/main" id="{B23C083C-4786-427B-8023-7BCA8B81A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1FA1D84-786D-49E5-B770-BEFA554F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528" y="131293"/>
            <a:ext cx="85689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第三章  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线性方程组与向量组的线性相关性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469064-5352-42E3-BCFF-84518D4D6FFA}"/>
              </a:ext>
            </a:extLst>
          </p:cNvPr>
          <p:cNvSpPr/>
          <p:nvPr/>
        </p:nvSpPr>
        <p:spPr>
          <a:xfrm>
            <a:off x="1331640" y="1700808"/>
            <a:ext cx="634019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lang="en-US" altLang="zh-CN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§5  </a:t>
            </a:r>
            <a:r>
              <a:rPr lang="zh-CN" altLang="en-US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线性方程组的解的结构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>
            <a:extLst>
              <a:ext uri="{FF2B5EF4-FFF2-40B4-BE49-F238E27FC236}">
                <a16:creationId xmlns:a16="http://schemas.microsoft.com/office/drawing/2014/main" id="{7568BA63-4688-4AC2-A6B8-AE7344731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80" y="1052735"/>
            <a:ext cx="7560840" cy="3247427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本节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重点探讨如下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问题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学习了向量组的相关知识后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能否从向量组的角度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求解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元线性方程组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楷体_GB2312" pitchFamily="49" charset="-122"/>
            </a:endParaRPr>
          </a:p>
          <a:p>
            <a:pPr lvl="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元齐次线性方程组</a:t>
            </a:r>
            <a:r>
              <a:rPr lang="en-US" altLang="zh-CN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的解和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</a:t>
            </a:r>
            <a:r>
              <a:rPr lang="zh-CN" altLang="en-US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非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</a:t>
            </a:r>
            <a:r>
              <a:rPr lang="en-US" altLang="zh-CN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的解之间是否有内在的联系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sz="1800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769C6B4F-6DDD-0D59-4611-2C56CEB42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239200269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05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齐次线性方程组的解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向量的性质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846BA8E5-1961-25CB-A9C2-3AAB7AAA5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64704"/>
            <a:ext cx="331152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(1)</a:t>
            </a:r>
            <a:r>
              <a:rPr lang="en-US" altLang="zh-CN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解向量的定义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ED347E-96F6-AE74-B561-8E61D3E2709D}"/>
              </a:ext>
            </a:extLst>
          </p:cNvPr>
          <p:cNvSpPr/>
          <p:nvPr/>
        </p:nvSpPr>
        <p:spPr>
          <a:xfrm>
            <a:off x="971551" y="1436054"/>
            <a:ext cx="1782738" cy="522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3.10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C3EC57CC-91F1-3454-CEEC-C4C70937BD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049904"/>
              </p:ext>
            </p:extLst>
          </p:nvPr>
        </p:nvGraphicFramePr>
        <p:xfrm>
          <a:off x="1892300" y="2151062"/>
          <a:ext cx="53594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59320" imgH="1701720" progId="Equation.DSMT4">
                  <p:embed/>
                </p:oleObj>
              </mc:Choice>
              <mc:Fallback>
                <p:oleObj name="Equation" r:id="rId2" imgW="5359320" imgH="1701720" progId="Equation.DSMT4">
                  <p:embed/>
                  <p:pic>
                    <p:nvPicPr>
                      <p:cNvPr id="2" name="Object 7">
                        <a:extLst>
                          <a:ext uri="{FF2B5EF4-FFF2-40B4-BE49-F238E27FC236}">
                            <a16:creationId xmlns:a16="http://schemas.microsoft.com/office/drawing/2014/main" id="{6C85D594-611A-A66C-D0A7-FE6F6D1870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2151062"/>
                        <a:ext cx="53594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46AD7C9E-3578-DB33-7389-6108DCB2BC35}"/>
              </a:ext>
            </a:extLst>
          </p:cNvPr>
          <p:cNvSpPr/>
          <p:nvPr/>
        </p:nvSpPr>
        <p:spPr>
          <a:xfrm>
            <a:off x="2754289" y="1434467"/>
            <a:ext cx="4057406" cy="522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设有齐次线性方程组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144F94D7-7DA6-5051-A62F-C8ECEFB6F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271" y="4588511"/>
            <a:ext cx="7223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</a:t>
            </a:r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4492F78C-4689-CA7E-6316-086F164E75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544046"/>
              </p:ext>
            </p:extLst>
          </p:nvPr>
        </p:nvGraphicFramePr>
        <p:xfrm>
          <a:off x="1617394" y="4048759"/>
          <a:ext cx="51943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194080" imgH="1701720" progId="Equation.DSMT4">
                  <p:embed/>
                </p:oleObj>
              </mc:Choice>
              <mc:Fallback>
                <p:oleObj name="Equation" r:id="rId4" imgW="5194080" imgH="1701720" progId="Equation.DSMT4">
                  <p:embed/>
                  <p:pic>
                    <p:nvPicPr>
                      <p:cNvPr id="12" name="Object 8">
                        <a:extLst>
                          <a:ext uri="{FF2B5EF4-FFF2-40B4-BE49-F238E27FC236}">
                            <a16:creationId xmlns:a16="http://schemas.microsoft.com/office/drawing/2014/main" id="{E95E1991-FF4F-4BE4-3AAE-AE8F13B5E9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394" y="4048759"/>
                        <a:ext cx="51943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  <p:bldP spid="9" grpId="0"/>
      <p:bldP spid="18" grpId="0"/>
      <p:bldP spid="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" name="Rectangle 34">
            <a:extLst>
              <a:ext uri="{FF2B5EF4-FFF2-40B4-BE49-F238E27FC236}">
                <a16:creationId xmlns:a16="http://schemas.microsoft.com/office/drawing/2014/main" id="{144E3C3C-FA3F-21A9-86CF-2EFC0BC8D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095" y="1061483"/>
            <a:ext cx="50419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(3.8)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可以写成</a:t>
            </a:r>
          </a:p>
        </p:txBody>
      </p:sp>
      <p:sp>
        <p:nvSpPr>
          <p:cNvPr id="3" name="Rectangle 35">
            <a:extLst>
              <a:ext uri="{FF2B5EF4-FFF2-40B4-BE49-F238E27FC236}">
                <a16:creationId xmlns:a16="http://schemas.microsoft.com/office/drawing/2014/main" id="{1DA3E8A5-F137-C575-1725-F01924F2B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5658" y="1780621"/>
            <a:ext cx="50419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                                  (3.9)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B61734D0-7739-3E79-7F37-27D4818D3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094" y="2501346"/>
            <a:ext cx="81559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1000" b="1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</a:t>
            </a:r>
            <a:r>
              <a:rPr lang="en-US" altLang="zh-CN" b="1" i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是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(3.8)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 </a:t>
            </a:r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DA184E2D-900F-BCA5-5A2F-0DCFB3979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4" y="3930054"/>
            <a:ext cx="89775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称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itchFamily="18" charset="2"/>
            </a:endParaRPr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3736EEEA-EAF9-A1C4-5F37-2FE7E83C7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817" y="3918676"/>
            <a:ext cx="58326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(3.8)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解向量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简称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解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 </a:t>
            </a:r>
          </a:p>
        </p:txBody>
      </p:sp>
      <p:graphicFrame>
        <p:nvGraphicFramePr>
          <p:cNvPr id="14" name="Object 8">
            <a:extLst>
              <a:ext uri="{FF2B5EF4-FFF2-40B4-BE49-F238E27FC236}">
                <a16:creationId xmlns:a16="http://schemas.microsoft.com/office/drawing/2014/main" id="{9FAD23FC-623C-7D64-179F-1BE01092AE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816506"/>
              </p:ext>
            </p:extLst>
          </p:nvPr>
        </p:nvGraphicFramePr>
        <p:xfrm>
          <a:off x="1481923" y="3345060"/>
          <a:ext cx="13462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46040" imgH="1688760" progId="Equation.DSMT4">
                  <p:embed/>
                </p:oleObj>
              </mc:Choice>
              <mc:Fallback>
                <p:oleObj name="Equation" r:id="rId3" imgW="1346040" imgH="1688760" progId="Equation.DSMT4">
                  <p:embed/>
                  <p:pic>
                    <p:nvPicPr>
                      <p:cNvPr id="2" name="Object 8">
                        <a:extLst>
                          <a:ext uri="{FF2B5EF4-FFF2-40B4-BE49-F238E27FC236}">
                            <a16:creationId xmlns:a16="http://schemas.microsoft.com/office/drawing/2014/main" id="{81DF5D7D-34E9-C375-6365-7F28307803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923" y="3345060"/>
                        <a:ext cx="134620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41">
            <a:extLst>
              <a:ext uri="{FF2B5EF4-FFF2-40B4-BE49-F238E27FC236}">
                <a16:creationId xmlns:a16="http://schemas.microsoft.com/office/drawing/2014/main" id="{7945EB0A-2DB3-A9F9-A42A-C9F16075C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5" y="5225065"/>
            <a:ext cx="448558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它也是方程组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(3.9)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的解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F2AE2E84-D60F-401F-BA4B-82469A6EF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05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齐次线性方程组的解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向量的性质</a:t>
            </a:r>
          </a:p>
        </p:txBody>
      </p:sp>
    </p:spTree>
    <p:extLst>
      <p:ext uri="{BB962C8B-B14F-4D97-AF65-F5344CB8AC3E}">
        <p14:creationId xmlns:p14="http://schemas.microsoft.com/office/powerpoint/2010/main" val="257187874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2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 autoUpdateAnimBg="0"/>
      <p:bldP spid="6" grpId="0" autoUpdateAnimBg="0"/>
      <p:bldP spid="7" grpId="0" autoUpdateAnimBg="0"/>
      <p:bldP spid="1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>
            <a:extLst>
              <a:ext uri="{FF2B5EF4-FFF2-40B4-BE49-F238E27FC236}">
                <a16:creationId xmlns:a16="http://schemas.microsoft.com/office/drawing/2014/main" id="{822666D7-9194-53E0-2A06-E14E63646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1" y="1016851"/>
            <a:ext cx="345638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(2)</a:t>
            </a:r>
            <a:r>
              <a:rPr lang="en-US" altLang="zh-CN" sz="2000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解向量的性质</a:t>
            </a:r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097F9A59-A485-3EC6-A876-E3A516A2D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761114"/>
            <a:ext cx="172431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性质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1</a:t>
            </a:r>
            <a:endParaRPr lang="en-US" altLang="zh-CN" b="1" dirty="0">
              <a:solidFill>
                <a:srgbClr val="0000FF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5F5C3BFA-CE3E-2DF8-508E-FFC64A6DC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8" y="2504722"/>
            <a:ext cx="47895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则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x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sz="2000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也是它的解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E8A7C2F9-B728-D1D0-F596-B85C0F568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284984"/>
            <a:ext cx="12461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证明</a:t>
            </a:r>
          </a:p>
        </p:txBody>
      </p:sp>
      <p:sp>
        <p:nvSpPr>
          <p:cNvPr id="11" name="Rectangle 33">
            <a:extLst>
              <a:ext uri="{FF2B5EF4-FFF2-40B4-BE49-F238E27FC236}">
                <a16:creationId xmlns:a16="http://schemas.microsoft.com/office/drawing/2014/main" id="{0DD3530E-ECCF-2AAB-09B3-3521820BF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3" y="4004776"/>
            <a:ext cx="2479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</a:p>
        </p:txBody>
      </p:sp>
      <p:sp>
        <p:nvSpPr>
          <p:cNvPr id="18" name="Rectangle 39">
            <a:extLst>
              <a:ext uri="{FF2B5EF4-FFF2-40B4-BE49-F238E27FC236}">
                <a16:creationId xmlns:a16="http://schemas.microsoft.com/office/drawing/2014/main" id="{36461A91-667E-8530-4872-A6E489587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8" y="4809939"/>
            <a:ext cx="666933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也是方程组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3.9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</a:t>
            </a:r>
          </a:p>
        </p:txBody>
      </p:sp>
      <p:sp>
        <p:nvSpPr>
          <p:cNvPr id="24" name="Rectangle 41">
            <a:extLst>
              <a:ext uri="{FF2B5EF4-FFF2-40B4-BE49-F238E27FC236}">
                <a16:creationId xmlns:a16="http://schemas.microsoft.com/office/drawing/2014/main" id="{3AEB2AE0-E970-8FF3-B447-5191CE602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8" y="4004776"/>
            <a:ext cx="1876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A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A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5" name="Rectangle 42">
            <a:extLst>
              <a:ext uri="{FF2B5EF4-FFF2-40B4-BE49-F238E27FC236}">
                <a16:creationId xmlns:a16="http://schemas.microsoft.com/office/drawing/2014/main" id="{F4FF1261-49A0-9E9C-B068-962C897A0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3" y="4004776"/>
            <a:ext cx="1543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6" name="Rectangle 43">
            <a:extLst>
              <a:ext uri="{FF2B5EF4-FFF2-40B4-BE49-F238E27FC236}">
                <a16:creationId xmlns:a16="http://schemas.microsoft.com/office/drawing/2014/main" id="{22F37CB3-0BEF-4F72-1D91-CA82F5411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41" y="4004776"/>
            <a:ext cx="1054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0.</a:t>
            </a:r>
          </a:p>
        </p:txBody>
      </p:sp>
      <p:sp>
        <p:nvSpPr>
          <p:cNvPr id="34" name="Rectangle 30">
            <a:extLst>
              <a:ext uri="{FF2B5EF4-FFF2-40B4-BE49-F238E27FC236}">
                <a16:creationId xmlns:a16="http://schemas.microsoft.com/office/drawing/2014/main" id="{A44AE512-28A8-4BCC-2CE3-B7A94D26E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580" y="1761114"/>
            <a:ext cx="6048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x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x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sz="2000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方程组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(3.9)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58FAE23B-29F2-D9AE-DCF7-C96F478A0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585" y="3261599"/>
            <a:ext cx="1220509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因为</a:t>
            </a: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4A19D669-29FB-42F2-B4DF-C7CA1427D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05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齐次线性方程组的解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向量的性质</a:t>
            </a:r>
          </a:p>
        </p:txBody>
      </p:sp>
    </p:spTree>
    <p:extLst>
      <p:ext uri="{BB962C8B-B14F-4D97-AF65-F5344CB8AC3E}">
        <p14:creationId xmlns:p14="http://schemas.microsoft.com/office/powerpoint/2010/main" val="312456052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utoUpdateAnimBg="0"/>
      <p:bldP spid="9" grpId="0" autoUpdateAnimBg="0"/>
      <p:bldP spid="10" grpId="0" autoUpdateAnimBg="0"/>
      <p:bldP spid="11" grpId="0" autoUpdateAnimBg="0"/>
      <p:bldP spid="18" grpId="0" autoUpdateAnimBg="0"/>
      <p:bldP spid="24" grpId="0" autoUpdateAnimBg="0"/>
      <p:bldP spid="25" grpId="0" autoUpdateAnimBg="0"/>
      <p:bldP spid="26" grpId="0" autoUpdateAnimBg="0"/>
      <p:bldP spid="34" grpId="0" autoUpdateAnimBg="0"/>
      <p:bldP spid="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4">
            <a:extLst>
              <a:ext uri="{FF2B5EF4-FFF2-40B4-BE49-F238E27FC236}">
                <a16:creationId xmlns:a16="http://schemas.microsoft.com/office/drawing/2014/main" id="{04F4F9C7-9647-EB45-7AA3-1011F95F3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790" y="1058543"/>
            <a:ext cx="180206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性质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3.</a:t>
            </a:r>
            <a:r>
              <a:rPr lang="zh-CN" altLang="en-US" sz="1000" b="1" dirty="0">
                <a:solidFill>
                  <a:srgbClr val="C00000"/>
                </a:solidFill>
                <a:ea typeface="+mn-ea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endParaRPr lang="en-US" altLang="zh-CN" b="1" dirty="0">
              <a:solidFill>
                <a:srgbClr val="0000FF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3" name="Rectangle 35">
            <a:extLst>
              <a:ext uri="{FF2B5EF4-FFF2-40B4-BE49-F238E27FC236}">
                <a16:creationId xmlns:a16="http://schemas.microsoft.com/office/drawing/2014/main" id="{AA46BD5F-95CF-0425-BB1E-BF0D35699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93" y="1808255"/>
            <a:ext cx="43907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则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x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=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k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也是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它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.</a:t>
            </a:r>
          </a:p>
        </p:txBody>
      </p:sp>
      <p:sp>
        <p:nvSpPr>
          <p:cNvPr id="15" name="Rectangle 36">
            <a:extLst>
              <a:ext uri="{FF2B5EF4-FFF2-40B4-BE49-F238E27FC236}">
                <a16:creationId xmlns:a16="http://schemas.microsoft.com/office/drawing/2014/main" id="{08E572FA-D3D4-AF28-2631-C4249AC88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1744" y="3336023"/>
            <a:ext cx="1758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endParaRPr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charset="-122"/>
              <a:sym typeface="Symbol" pitchFamily="18" charset="2"/>
            </a:endParaRPr>
          </a:p>
        </p:txBody>
      </p:sp>
      <p:sp>
        <p:nvSpPr>
          <p:cNvPr id="27" name="Rectangle 44">
            <a:extLst>
              <a:ext uri="{FF2B5EF4-FFF2-40B4-BE49-F238E27FC236}">
                <a16:creationId xmlns:a16="http://schemas.microsoft.com/office/drawing/2014/main" id="{36828B45-3DF7-16B4-E0FC-333EA0EE3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264" y="1062816"/>
            <a:ext cx="216183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sz="1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为实数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  <a:sym typeface="Symbol" pitchFamily="18" charset="2"/>
              </a:rPr>
              <a:t> </a:t>
            </a:r>
          </a:p>
        </p:txBody>
      </p:sp>
      <p:sp>
        <p:nvSpPr>
          <p:cNvPr id="29" name="Rectangle 46">
            <a:extLst>
              <a:ext uri="{FF2B5EF4-FFF2-40B4-BE49-F238E27FC236}">
                <a16:creationId xmlns:a16="http://schemas.microsoft.com/office/drawing/2014/main" id="{33B9CE87-7E5F-DB38-25AD-D0676A969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01" y="2558900"/>
            <a:ext cx="1135709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证明</a:t>
            </a:r>
          </a:p>
        </p:txBody>
      </p:sp>
      <p:sp>
        <p:nvSpPr>
          <p:cNvPr id="31" name="Rectangle 48">
            <a:extLst>
              <a:ext uri="{FF2B5EF4-FFF2-40B4-BE49-F238E27FC236}">
                <a16:creationId xmlns:a16="http://schemas.microsoft.com/office/drawing/2014/main" id="{9FC55D29-A514-122A-840B-CB46C5C4A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4131" y="3336023"/>
            <a:ext cx="11858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0</a:t>
            </a:r>
            <a:endParaRPr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charset="-122"/>
              <a:sym typeface="Symbol" pitchFamily="18" charset="2"/>
            </a:endParaRPr>
          </a:p>
        </p:txBody>
      </p:sp>
      <p:sp>
        <p:nvSpPr>
          <p:cNvPr id="32" name="Rectangle 49">
            <a:extLst>
              <a:ext uri="{FF2B5EF4-FFF2-40B4-BE49-F238E27FC236}">
                <a16:creationId xmlns:a16="http://schemas.microsoft.com/office/drawing/2014/main" id="{4C130575-AA8F-D6EB-20FE-6826F37E8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606" y="3336023"/>
            <a:ext cx="13684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A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</a:t>
            </a:r>
            <a:endParaRPr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charset="-122"/>
              <a:sym typeface="Symbol" pitchFamily="18" charset="2"/>
            </a:endParaRPr>
          </a:p>
        </p:txBody>
      </p:sp>
      <p:sp>
        <p:nvSpPr>
          <p:cNvPr id="33" name="Rectangle 50">
            <a:extLst>
              <a:ext uri="{FF2B5EF4-FFF2-40B4-BE49-F238E27FC236}">
                <a16:creationId xmlns:a16="http://schemas.microsoft.com/office/drawing/2014/main" id="{D3E3D411-8B27-A845-71AD-0B4E06C84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731" y="3336023"/>
            <a:ext cx="990493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0,           </a:t>
            </a:r>
            <a:endParaRPr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charset="-122"/>
              <a:sym typeface="Symbol" pitchFamily="18" charset="2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9444DE-72FD-BA88-E2C3-7C88A6939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519" y="1058543"/>
            <a:ext cx="52585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若</a:t>
            </a:r>
            <a:r>
              <a:rPr lang="zh-CN" altLang="en-US" sz="1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x</a:t>
            </a:r>
            <a:r>
              <a:rPr lang="en-US" altLang="zh-CN" sz="1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=</a:t>
            </a:r>
            <a:r>
              <a:rPr lang="en-US" altLang="zh-CN" sz="1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sz="2000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方程组</a:t>
            </a:r>
            <a:r>
              <a:rPr lang="zh-CN" altLang="en-US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(3.9)</a:t>
            </a:r>
            <a:r>
              <a:rPr lang="en-US" altLang="zh-CN" sz="1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  <a:sym typeface="Symbol" pitchFamily="18" charset="2"/>
              </a:rPr>
              <a:t>, </a:t>
            </a: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A4850B4C-BB3E-9A4E-6579-57EA5C227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585" y="2589153"/>
            <a:ext cx="1220509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因为</a:t>
            </a:r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40DE8649-CC2E-89DC-270C-FC3A08014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93" y="4075508"/>
            <a:ext cx="604695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也是方程组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3.9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1B027686-C92A-4BD9-92E7-64C5CD2BF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05" y="0"/>
            <a:ext cx="67744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齐次线性方程组的解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向量的性质</a:t>
            </a:r>
          </a:p>
        </p:txBody>
      </p:sp>
    </p:spTree>
    <p:extLst>
      <p:ext uri="{BB962C8B-B14F-4D97-AF65-F5344CB8AC3E}">
        <p14:creationId xmlns:p14="http://schemas.microsoft.com/office/powerpoint/2010/main" val="148602705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2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2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 autoUpdateAnimBg="0"/>
      <p:bldP spid="15" grpId="0" autoUpdateAnimBg="0"/>
      <p:bldP spid="27" grpId="0" autoUpdateAnimBg="0"/>
      <p:bldP spid="29" grpId="0" autoUpdateAnimBg="0"/>
      <p:bldP spid="31" grpId="0" autoUpdateAnimBg="0"/>
      <p:bldP spid="32" grpId="0" autoUpdateAnimBg="0"/>
      <p:bldP spid="33" grpId="0" autoUpdateAnimBg="0"/>
      <p:bldP spid="35" grpId="0" autoUpdateAnimBg="0"/>
      <p:bldP spid="2" grpId="0" autoUpdateAnimBg="0"/>
      <p:bldP spid="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218"/>
            <a:ext cx="750992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通解与基础解系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DCFED04A-0A61-9D38-1D47-23CE2032C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5" y="1372644"/>
            <a:ext cx="85677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的全体解所组成的集合记作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6712B9BD-8E40-929F-0C0B-5D29AA7CF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30" y="2016624"/>
            <a:ext cx="84978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若能求得解集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S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的一个最大无关组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S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1000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</a:t>
            </a:r>
            <a:r>
              <a:rPr lang="en-US" altLang="zh-CN" b="1" i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t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455A042C-2C9B-EC36-6D93-CB14473DC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31" y="3317331"/>
            <a:ext cx="15113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;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72413DB4-3276-D024-6D9C-7F9E3B108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3317331"/>
            <a:ext cx="244827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与此同时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152B81A5-6B99-FC86-1AD5-85F8EBDC0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3957638"/>
            <a:ext cx="579541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最大无关组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S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2000" b="1" baseline="-25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的任何线性组合</a:t>
            </a: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02C2E42C-7409-E8A8-165A-23968B48C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26" y="4544580"/>
            <a:ext cx="82795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CN" b="1" i="1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t</a:t>
            </a:r>
            <a:r>
              <a:rPr lang="en-US" altLang="zh-CN" b="1" i="1" dirty="0" err="1">
                <a:solidFill>
                  <a:srgbClr val="0000FF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i="1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t</a:t>
            </a:r>
            <a:r>
              <a:rPr lang="en-US" altLang="zh-CN" b="1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CN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 k</a:t>
            </a:r>
            <a:r>
              <a:rPr lang="en-US" altLang="zh-CN" b="1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t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是任意常数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8" name="Text Box 10">
            <a:extLst>
              <a:ext uri="{FF2B5EF4-FFF2-40B4-BE49-F238E27FC236}">
                <a16:creationId xmlns:a16="http://schemas.microsoft.com/office/drawing/2014/main" id="{A8FB3477-EE83-2DED-9C7F-293176E16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30" y="5188994"/>
            <a:ext cx="468071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都是方程组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39" name="Rectangle 11">
            <a:extLst>
              <a:ext uri="{FF2B5EF4-FFF2-40B4-BE49-F238E27FC236}">
                <a16:creationId xmlns:a16="http://schemas.microsoft.com/office/drawing/2014/main" id="{C05B0A07-4998-6F75-3956-488F40E6D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30" y="5772650"/>
            <a:ext cx="180039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通解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40" name="Rectangle 12">
            <a:extLst>
              <a:ext uri="{FF2B5EF4-FFF2-40B4-BE49-F238E27FC236}">
                <a16:creationId xmlns:a16="http://schemas.microsoft.com/office/drawing/2014/main" id="{D4F83217-47EE-D5E9-D3F2-4A69F39E4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315" y="749277"/>
            <a:ext cx="671842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(3)</a:t>
            </a:r>
            <a:r>
              <a:rPr lang="en-US" altLang="zh-CN" sz="2000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齐次线性方程组的通解与基础解系</a:t>
            </a:r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83D6597D-DD04-02A7-8F1E-57F1982D4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30" y="2669631"/>
            <a:ext cx="871316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方程组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Ax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105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的任一解都可由最大无关组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S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0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2" name="Text Box 14">
            <a:extLst>
              <a:ext uri="{FF2B5EF4-FFF2-40B4-BE49-F238E27FC236}">
                <a16:creationId xmlns:a16="http://schemas.microsoft.com/office/drawing/2014/main" id="{328033C6-F51A-4A15-880E-81DAE47DF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825" y="3326856"/>
            <a:ext cx="60486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由齐次线性方程组的解向量的性质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43" name="Text Box 15">
            <a:extLst>
              <a:ext uri="{FF2B5EF4-FFF2-40B4-BE49-F238E27FC236}">
                <a16:creationId xmlns:a16="http://schemas.microsoft.com/office/drawing/2014/main" id="{988A3EAA-FB31-B1B5-1BB9-534DBE646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960" y="5188994"/>
            <a:ext cx="48245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因此上式就是方程组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4" name="Text Box 14">
            <a:extLst>
              <a:ext uri="{FF2B5EF4-FFF2-40B4-BE49-F238E27FC236}">
                <a16:creationId xmlns:a16="http://schemas.microsoft.com/office/drawing/2014/main" id="{51DD5EE8-46C7-2FFB-BC05-FCAEF2430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30" y="3949976"/>
            <a:ext cx="32402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和</a:t>
            </a:r>
            <a:r>
              <a:rPr lang="zh-CN" altLang="en-US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3.2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13405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250"/>
                            </p:stCondLst>
                            <p:childTnLst>
                              <p:par>
                                <p:cTn id="46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7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75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build="p" autoUpdateAnimBg="0"/>
      <p:bldP spid="6" grpId="0" build="p" autoUpdateAnimBg="0" advAuto="0"/>
      <p:bldP spid="7" grpId="0" build="p" autoUpdateAnimBg="0"/>
      <p:bldP spid="14" grpId="0" build="p" autoUpdateAnimBg="0" advAuto="0"/>
      <p:bldP spid="16" grpId="0" build="p" autoUpdateAnimBg="0"/>
      <p:bldP spid="16" grpId="1"/>
      <p:bldP spid="38" grpId="0" build="p" autoUpdateAnimBg="0" advAuto="0"/>
      <p:bldP spid="39" grpId="0" build="p" autoUpdateAnimBg="0" advAuto="0"/>
      <p:bldP spid="40" grpId="0" autoUpdateAnimBg="0"/>
      <p:bldP spid="41" grpId="0" build="p" autoUpdateAnimBg="0" advAuto="0"/>
      <p:bldP spid="42" grpId="0" build="p" autoUpdateAnimBg="0"/>
      <p:bldP spid="43" grpId="0" build="p" autoUpdateAnimBg="0" advAuto="0"/>
      <p:bldP spid="4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7">
            <a:extLst>
              <a:ext uri="{FF2B5EF4-FFF2-40B4-BE49-F238E27FC236}">
                <a16:creationId xmlns:a16="http://schemas.microsoft.com/office/drawing/2014/main" id="{2647B695-9124-3D74-C7C8-7B607B069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910694"/>
            <a:ext cx="817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齐次线性方程组的解集的最大无关组称为该齐</a:t>
            </a:r>
          </a:p>
        </p:txBody>
      </p:sp>
      <p:sp>
        <p:nvSpPr>
          <p:cNvPr id="5" name="Text Box 38">
            <a:extLst>
              <a:ext uri="{FF2B5EF4-FFF2-40B4-BE49-F238E27FC236}">
                <a16:creationId xmlns:a16="http://schemas.microsoft.com/office/drawing/2014/main" id="{48A1BF37-2C38-F5FC-91DD-9A4D6982B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57" y="1681701"/>
            <a:ext cx="51117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次线性方程组的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基础解系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  <a:endParaRPr lang="en-US" altLang="zh-CN" b="1" dirty="0">
              <a:solidFill>
                <a:srgbClr val="0000FF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" name="Text Box 39">
            <a:extLst>
              <a:ext uri="{FF2B5EF4-FFF2-40B4-BE49-F238E27FC236}">
                <a16:creationId xmlns:a16="http://schemas.microsoft.com/office/drawing/2014/main" id="{80FB09D3-C877-A75A-7CBA-665AE327C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2367689"/>
            <a:ext cx="1458466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显然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9" name="Text Box 40">
            <a:extLst>
              <a:ext uri="{FF2B5EF4-FFF2-40B4-BE49-F238E27FC236}">
                <a16:creationId xmlns:a16="http://schemas.microsoft.com/office/drawing/2014/main" id="{01602194-08D1-DE8E-A559-DBD66B1F8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3121563"/>
            <a:ext cx="6053546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即可求出齐次线性方程组的通解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1" name="Text Box 45">
            <a:extLst>
              <a:ext uri="{FF2B5EF4-FFF2-40B4-BE49-F238E27FC236}">
                <a16:creationId xmlns:a16="http://schemas.microsoft.com/office/drawing/2014/main" id="{EA3968E4-844B-E02E-F8AE-6B0080AD2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2367689"/>
            <a:ext cx="67634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只要求出齐次线性方程组的的基础解系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Text Box 42">
            <a:extLst>
              <a:ext uri="{FF2B5EF4-FFF2-40B4-BE49-F238E27FC236}">
                <a16:creationId xmlns:a16="http://schemas.microsoft.com/office/drawing/2014/main" id="{06307DBB-D1D1-85B7-E831-753D085DE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3811659"/>
            <a:ext cx="23042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</a:t>
            </a:r>
            <a:r>
              <a:rPr lang="en-US" altLang="zh-CN" sz="16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节中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Text Box 43">
            <a:extLst>
              <a:ext uri="{FF2B5EF4-FFF2-40B4-BE49-F238E27FC236}">
                <a16:creationId xmlns:a16="http://schemas.microsoft.com/office/drawing/2014/main" id="{5FBB1B14-57D7-5885-2CCD-4CACE352E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369" y="4567121"/>
            <a:ext cx="26034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程组的通解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7" name="Text Box 44">
            <a:extLst>
              <a:ext uri="{FF2B5EF4-FFF2-40B4-BE49-F238E27FC236}">
                <a16:creationId xmlns:a16="http://schemas.microsoft.com/office/drawing/2014/main" id="{961B3186-A5CD-5CE6-A7E0-FCC616A99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369" y="5286259"/>
            <a:ext cx="2315431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基础解系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8" name="Text Box 46">
            <a:extLst>
              <a:ext uri="{FF2B5EF4-FFF2-40B4-BE49-F238E27FC236}">
                <a16:creationId xmlns:a16="http://schemas.microsoft.com/office/drawing/2014/main" id="{6795DDC6-EB40-36CA-8568-848748388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4567121"/>
            <a:ext cx="63367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下面用同一方法求齐次线性方程组的</a:t>
            </a:r>
          </a:p>
        </p:txBody>
      </p:sp>
      <p:sp>
        <p:nvSpPr>
          <p:cNvPr id="23" name="Text Box 42">
            <a:extLst>
              <a:ext uri="{FF2B5EF4-FFF2-40B4-BE49-F238E27FC236}">
                <a16:creationId xmlns:a16="http://schemas.microsoft.com/office/drawing/2014/main" id="{85E7A2B7-640E-B65C-75F4-8EBFB514A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708" y="3811659"/>
            <a:ext cx="60535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我们用初等行变换的方法求线性方</a:t>
            </a:r>
          </a:p>
        </p:txBody>
      </p:sp>
      <p:sp>
        <p:nvSpPr>
          <p:cNvPr id="24" name="Rectangle 30">
            <a:extLst>
              <a:ext uri="{FF2B5EF4-FFF2-40B4-BE49-F238E27FC236}">
                <a16:creationId xmlns:a16="http://schemas.microsoft.com/office/drawing/2014/main" id="{7A895AC8-76CF-4969-B0DE-0EC3A250E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218"/>
            <a:ext cx="750992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通解与基础解系</a:t>
            </a:r>
          </a:p>
        </p:txBody>
      </p:sp>
    </p:spTree>
    <p:extLst>
      <p:ext uri="{BB962C8B-B14F-4D97-AF65-F5344CB8AC3E}">
        <p14:creationId xmlns:p14="http://schemas.microsoft.com/office/powerpoint/2010/main" val="278382153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2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build="p" autoUpdateAnimBg="0" advAuto="0"/>
      <p:bldP spid="8" grpId="0" build="p" autoUpdateAnimBg="0"/>
      <p:bldP spid="9" grpId="0" build="p" autoUpdateAnimBg="0" advAuto="0"/>
      <p:bldP spid="11" grpId="0" build="p" autoUpdateAnimBg="0" advAuto="0"/>
      <p:bldP spid="13" grpId="0" build="p" autoUpdateAnimBg="0"/>
      <p:bldP spid="15" grpId="0" build="p" autoUpdateAnimBg="0" advAuto="0"/>
      <p:bldP spid="17" grpId="0" build="p" autoUpdateAnimBg="0" advAuto="0"/>
      <p:bldP spid="18" grpId="0" build="p" autoUpdateAnimBg="0" advAuto="0"/>
      <p:bldP spid="2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24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5B973A55-DB45-8E80-E418-C2A31572C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764704"/>
            <a:ext cx="652536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的系数矩阵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的秩为</a:t>
            </a:r>
            <a:r>
              <a:rPr lang="zh-CN" altLang="en-US" sz="1000" b="1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Rectangle 33">
            <a:extLst>
              <a:ext uri="{FF2B5EF4-FFF2-40B4-BE49-F238E27FC236}">
                <a16:creationId xmlns:a16="http://schemas.microsoft.com/office/drawing/2014/main" id="{D605494F-EA1C-462B-DDA6-82790C36C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924" y="1389359"/>
            <a:ext cx="68845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行变换化系数矩阵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为行最简形矩阵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86513E1A-AA55-F528-7259-7F0883AE9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946" y="764704"/>
            <a:ext cx="17897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用初等</a:t>
            </a:r>
          </a:p>
        </p:txBody>
      </p:sp>
      <p:sp>
        <p:nvSpPr>
          <p:cNvPr id="10" name="Rectangle 33">
            <a:extLst>
              <a:ext uri="{FF2B5EF4-FFF2-40B4-BE49-F238E27FC236}">
                <a16:creationId xmlns:a16="http://schemas.microsoft.com/office/drawing/2014/main" id="{10A48410-3F03-ED60-B1B5-8E7D6C97E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8360" y="1385251"/>
            <a:ext cx="225392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并不妨设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3" name="Object 8">
            <a:extLst>
              <a:ext uri="{FF2B5EF4-FFF2-40B4-BE49-F238E27FC236}">
                <a16:creationId xmlns:a16="http://schemas.microsoft.com/office/drawing/2014/main" id="{BDDDF8E3-4B08-2224-25D2-93EA683BE5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630927"/>
              </p:ext>
            </p:extLst>
          </p:nvPr>
        </p:nvGraphicFramePr>
        <p:xfrm>
          <a:off x="1651000" y="2710668"/>
          <a:ext cx="5842000" cy="299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41720" imgH="2997000" progId="Equation.DSMT4">
                  <p:embed/>
                </p:oleObj>
              </mc:Choice>
              <mc:Fallback>
                <p:oleObj name="Equation" r:id="rId2" imgW="5841720" imgH="299700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DC797854-49BC-BB02-363B-F1B43A182A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2710668"/>
                        <a:ext cx="5842000" cy="299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33">
            <a:extLst>
              <a:ext uri="{FF2B5EF4-FFF2-40B4-BE49-F238E27FC236}">
                <a16:creationId xmlns:a16="http://schemas.microsoft.com/office/drawing/2014/main" id="{D07F9E74-C8A4-04C4-829D-68FEB7DD8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924" y="2014014"/>
            <a:ext cx="50123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的前</a:t>
            </a:r>
            <a:r>
              <a:rPr lang="zh-CN" altLang="en-US" sz="1000" b="1" i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个列向量线性无关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3" name="Rectangle 33">
            <a:extLst>
              <a:ext uri="{FF2B5EF4-FFF2-40B4-BE49-F238E27FC236}">
                <a16:creationId xmlns:a16="http://schemas.microsoft.com/office/drawing/2014/main" id="{6646278A-F9E0-54E0-31AA-7393163CC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1428" y="2014014"/>
            <a:ext cx="42892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的行最简形矩阵为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034448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7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" grpId="0" autoUpdateAnimBg="0"/>
      <p:bldP spid="7" grpId="0" autoUpdateAnimBg="0"/>
      <p:bldP spid="10" grpId="0" autoUpdateAnimBg="0"/>
      <p:bldP spid="18" grpId="0" autoUpdateAnimBg="0"/>
      <p:bldP spid="2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  <p:sp>
        <p:nvSpPr>
          <p:cNvPr id="14" name="Rectangle 31">
            <a:extLst>
              <a:ext uri="{FF2B5EF4-FFF2-40B4-BE49-F238E27FC236}">
                <a16:creationId xmlns:a16="http://schemas.microsoft.com/office/drawing/2014/main" id="{AD53B26B-5E74-F03A-557F-E3EB052C4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874" y="891644"/>
            <a:ext cx="20208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由此可得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 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5" name="Rectangle 31">
            <a:extLst>
              <a:ext uri="{FF2B5EF4-FFF2-40B4-BE49-F238E27FC236}">
                <a16:creationId xmlns:a16="http://schemas.microsoft.com/office/drawing/2014/main" id="{7D27A26E-B493-1289-07E4-DC78E4681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537" y="891644"/>
            <a:ext cx="46805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对应的同解方程组为</a:t>
            </a:r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26557135-031F-C7AA-0956-1F86B90C9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393197"/>
              </p:ext>
            </p:extLst>
          </p:nvPr>
        </p:nvGraphicFramePr>
        <p:xfrm>
          <a:off x="1475656" y="1555659"/>
          <a:ext cx="53721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71920" imgH="2108160" progId="Equation.DSMT4">
                  <p:embed/>
                </p:oleObj>
              </mc:Choice>
              <mc:Fallback>
                <p:oleObj name="Equation" r:id="rId3" imgW="5371920" imgH="2108160" progId="Equation.DSMT4">
                  <p:embed/>
                  <p:pic>
                    <p:nvPicPr>
                      <p:cNvPr id="13" name="Object 8">
                        <a:extLst>
                          <a:ext uri="{FF2B5EF4-FFF2-40B4-BE49-F238E27FC236}">
                            <a16:creationId xmlns:a16="http://schemas.microsoft.com/office/drawing/2014/main" id="{BDDDF8E3-4B08-2224-25D2-93EA683BE5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555659"/>
                        <a:ext cx="5372100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0">
            <a:extLst>
              <a:ext uri="{FF2B5EF4-FFF2-40B4-BE49-F238E27FC236}">
                <a16:creationId xmlns:a16="http://schemas.microsoft.com/office/drawing/2014/main" id="{F2F96843-7477-ACD8-5F56-8C55783C8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460" y="2348149"/>
            <a:ext cx="14323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3.10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8EB771F2-8398-83CA-24E1-C4650E1B2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874" y="3885758"/>
            <a:ext cx="56073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取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+1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+2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2000" b="1" i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为自由未知量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905A38B2-F220-603E-D048-3A8A33B02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8184" y="3888911"/>
            <a:ext cx="28083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并令它们依次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4D53F36E-50BC-6D58-3D0D-A68B04130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4583259"/>
            <a:ext cx="36724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等于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r>
              <a:rPr lang="en-US" altLang="zh-CN" b="1" i="1" baseline="-25000" dirty="0" err="1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anose="05050102010706020507" pitchFamily="18" charset="2"/>
                <a:cs typeface="Times New Roman" pitchFamily="18" charset="0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27" name="Rectangle 35">
            <a:extLst>
              <a:ext uri="{FF2B5EF4-FFF2-40B4-BE49-F238E27FC236}">
                <a16:creationId xmlns:a16="http://schemas.microsoft.com/office/drawing/2014/main" id="{58893060-7FF5-E99B-2B4B-D2369319F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911" y="4584040"/>
            <a:ext cx="51466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即可得方程组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Ax</a:t>
            </a:r>
            <a:r>
              <a:rPr lang="en-US" altLang="zh-CN" sz="18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9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的通解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为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978828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7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2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utoUpdateAnimBg="0"/>
      <p:bldP spid="5" grpId="0" autoUpdateAnimBg="0"/>
      <p:bldP spid="5" grpId="1"/>
      <p:bldP spid="5" grpId="2"/>
      <p:bldP spid="8" grpId="0" build="p" autoUpdateAnimBg="0"/>
      <p:bldP spid="24" grpId="0" build="p" autoUpdateAnimBg="0"/>
      <p:bldP spid="26" grpId="0" build="p" autoUpdateAnimBg="0"/>
      <p:bldP spid="2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8">
            <a:extLst>
              <a:ext uri="{FF2B5EF4-FFF2-40B4-BE49-F238E27FC236}">
                <a16:creationId xmlns:a16="http://schemas.microsoft.com/office/drawing/2014/main" id="{26557135-031F-C7AA-0956-1F86B90C9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552089"/>
              </p:ext>
            </p:extLst>
          </p:nvPr>
        </p:nvGraphicFramePr>
        <p:xfrm>
          <a:off x="787400" y="806450"/>
          <a:ext cx="7569200" cy="337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569000" imgH="3377880" progId="Equation.DSMT4">
                  <p:embed/>
                </p:oleObj>
              </mc:Choice>
              <mc:Fallback>
                <p:oleObj name="Equation" r:id="rId3" imgW="7569000" imgH="3377880" progId="Equation.DSMT4">
                  <p:embed/>
                  <p:pic>
                    <p:nvPicPr>
                      <p:cNvPr id="4" name="Object 8">
                        <a:extLst>
                          <a:ext uri="{FF2B5EF4-FFF2-40B4-BE49-F238E27FC236}">
                            <a16:creationId xmlns:a16="http://schemas.microsoft.com/office/drawing/2014/main" id="{26557135-031F-C7AA-0956-1F86B90C9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" y="806450"/>
                        <a:ext cx="7569200" cy="337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4">
            <a:extLst>
              <a:ext uri="{FF2B5EF4-FFF2-40B4-BE49-F238E27FC236}">
                <a16:creationId xmlns:a16="http://schemas.microsoft.com/office/drawing/2014/main" id="{9930A6B9-C38A-26DB-724C-0C1982307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922" y="4314118"/>
            <a:ext cx="7322256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把上式记作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+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c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  <a:sym typeface="Symbol" pitchFamily="18" charset="2"/>
              </a:rPr>
              <a:t>-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  <a:sym typeface="Symbol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2EEA75AB-25BB-DA85-50A6-9CA093E1F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981278"/>
            <a:ext cx="835292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可知解集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S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中的任一向量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能由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6663BBB1-374E-5105-0A27-F319064C5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5645262"/>
            <a:ext cx="151249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表示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85564298-3E32-4EE7-A00C-385BA34AD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239488994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build="p" autoUpdateAnimBg="0"/>
      <p:bldP spid="6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A511A8DA-875C-736E-A412-17C704EFE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238" y="1699418"/>
            <a:ext cx="2552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</a:rPr>
              <a:t>–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r</a:t>
            </a:r>
            <a:r>
              <a:rPr lang="en-US" altLang="zh-CN" sz="2000" b="1" i="1" baseline="-25000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FF781DEC-EAEC-9B20-B802-7A3453724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825" y="2420143"/>
            <a:ext cx="532732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从而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  <a:sym typeface="Symbol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 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FAD2EC1D-5CE4-AD29-5E5C-19F505F96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978693"/>
            <a:ext cx="720079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中有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–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r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阶子式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B8934556-BCEE-2955-65F3-29FA8E842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800" y="1699418"/>
            <a:ext cx="54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所以</a:t>
            </a:r>
            <a:r>
              <a:rPr lang="zh-CN" altLang="en-US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–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r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EBBD353E-2F0A-3C0F-FBA6-C2F6FFA04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088" y="2420143"/>
            <a:ext cx="352913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3.14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7">
            <a:extLst>
              <a:ext uri="{FF2B5EF4-FFF2-40B4-BE49-F238E27FC236}">
                <a16:creationId xmlns:a16="http://schemas.microsoft.com/office/drawing/2014/main" id="{203F0F0F-7750-9760-5C57-DA4B34E60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239" y="3139281"/>
            <a:ext cx="72731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是解集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S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的一个最大无关组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4" name="Text Box 8">
            <a:extLst>
              <a:ext uri="{FF2B5EF4-FFF2-40B4-BE49-F238E27FC236}">
                <a16:creationId xmlns:a16="http://schemas.microsoft.com/office/drawing/2014/main" id="{C8AA4B73-97EA-2090-F4CB-C0EB54D4B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54" y="3874293"/>
            <a:ext cx="758294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故</a:t>
            </a:r>
            <a:r>
              <a:rPr lang="zh-CN" altLang="en-US" sz="2000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 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  <a:sym typeface="Symbol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是方程组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的基础解系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5C88608D-C48A-4CAB-A9F4-BF4755B0E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35135124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utoUpdateAnimBg="0" advAuto="0"/>
      <p:bldP spid="13" grpId="0" build="p" autoUpdateAnimBg="0"/>
      <p:bldP spid="14" grpId="0" build="p" autoUpdateAnimBg="0"/>
      <p:bldP spid="15" grpId="0" build="p" autoUpdateAnimBg="0" advAuto="0"/>
      <p:bldP spid="16" grpId="0" build="p" autoUpdateAnimBg="0"/>
      <p:bldP spid="23" grpId="0" build="p" autoUpdateAnimBg="0" advAuto="0"/>
      <p:bldP spid="24" grpId="0" build="p" autoUpdateAnimBg="0" advAuto="0"/>
      <p:bldP spid="2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995A5B3B-EEC3-5592-0513-C6AB812C9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745" y="2289094"/>
            <a:ext cx="37444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3.10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18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中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5829CB3A-4C28-21CE-4AA0-C952FB3F7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039" y="2996952"/>
            <a:ext cx="51525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并令它们取下列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–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组数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5CCFFFEB-621C-C8E0-B5A9-88D4312FF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869420"/>
            <a:ext cx="79928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求齐次线性方程组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的通解的另一种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常用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B3D51DCB-316A-A5ED-8B9B-F50E5DC31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733" y="1577844"/>
            <a:ext cx="4529339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方法是先求出基础解系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0D579EE2-6E5E-026E-5227-547E464FD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008" y="1581311"/>
            <a:ext cx="2932139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再求出通解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8D545481-7073-07C4-A0AC-CDF68BB3D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2289094"/>
            <a:ext cx="48270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取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i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+1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x</a:t>
            </a:r>
            <a:r>
              <a:rPr lang="en-US" altLang="zh-CN" b="1" i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+2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n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为自由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graphicFrame>
        <p:nvGraphicFramePr>
          <p:cNvPr id="25" name="Object 13">
            <a:extLst>
              <a:ext uri="{FF2B5EF4-FFF2-40B4-BE49-F238E27FC236}">
                <a16:creationId xmlns:a16="http://schemas.microsoft.com/office/drawing/2014/main" id="{DA5585E7-D45E-C5CF-1D33-DE021131FC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069139"/>
              </p:ext>
            </p:extLst>
          </p:nvPr>
        </p:nvGraphicFramePr>
        <p:xfrm>
          <a:off x="2698750" y="3717032"/>
          <a:ext cx="37465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46500" imgH="1689100" progId="Equation.DSMT4">
                  <p:embed/>
                </p:oleObj>
              </mc:Choice>
              <mc:Fallback>
                <p:oleObj name="Equation" r:id="rId3" imgW="3746500" imgH="1689100" progId="Equation.DSMT4">
                  <p:embed/>
                  <p:pic>
                    <p:nvPicPr>
                      <p:cNvPr id="8" name="Object 13">
                        <a:extLst>
                          <a:ext uri="{FF2B5EF4-FFF2-40B4-BE49-F238E27FC236}">
                            <a16:creationId xmlns:a16="http://schemas.microsoft.com/office/drawing/2014/main" id="{B95CB0AD-C5C5-D0A1-F4C3-F6CF5F74D4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3717032"/>
                        <a:ext cx="374650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1">
            <a:extLst>
              <a:ext uri="{FF2B5EF4-FFF2-40B4-BE49-F238E27FC236}">
                <a16:creationId xmlns:a16="http://schemas.microsoft.com/office/drawing/2014/main" id="{060D8D7F-E2E8-5EBE-D68B-898B0E0E4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98" y="2996952"/>
            <a:ext cx="19006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未知量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8C9C0C10-2C0C-3515-C5A0-F50909FFE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8263" y="1577508"/>
            <a:ext cx="23357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具体如下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C0FD5624-908C-4C51-8BBC-A15E2D453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10324562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7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7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9" grpId="0" build="p" autoUpdateAnimBg="0" advAuto="0"/>
      <p:bldP spid="10" grpId="0" build="p" autoUpdateAnimBg="0"/>
      <p:bldP spid="11" grpId="0" build="p" autoUpdateAnimBg="0" advAuto="0"/>
      <p:bldP spid="17" grpId="0" build="p" autoUpdateAnimBg="0" advAuto="0"/>
      <p:bldP spid="18" grpId="0" build="p" autoUpdateAnimBg="0" advAuto="0"/>
      <p:bldP spid="34" grpId="0" build="p" autoUpdateAnimBg="0" advAuto="0"/>
      <p:bldP spid="2" grpId="0" build="p" autoUpdateAnimBg="0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C80127D-75E3-CA6F-2572-9D3A434813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06523"/>
              </p:ext>
            </p:extLst>
          </p:nvPr>
        </p:nvGraphicFramePr>
        <p:xfrm>
          <a:off x="2028214" y="3242477"/>
          <a:ext cx="5092142" cy="2770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210000" imgH="3377880" progId="Equation.DSMT4">
                  <p:embed/>
                </p:oleObj>
              </mc:Choice>
              <mc:Fallback>
                <p:oleObj name="Equation" r:id="rId3" imgW="6210000" imgH="337788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C80127D-75E3-CA6F-2572-9D3A434813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214" y="3242477"/>
                        <a:ext cx="5092142" cy="2770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1">
            <a:extLst>
              <a:ext uri="{FF2B5EF4-FFF2-40B4-BE49-F238E27FC236}">
                <a16:creationId xmlns:a16="http://schemas.microsoft.com/office/drawing/2014/main" id="{5044BF90-6F30-040A-A9A0-B00171CE3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481358"/>
            <a:ext cx="63367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则代入方程组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(3.10)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的右端依次得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86053F04-4701-F02B-498D-5C30D49915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821499"/>
              </p:ext>
            </p:extLst>
          </p:nvPr>
        </p:nvGraphicFramePr>
        <p:xfrm>
          <a:off x="2193467" y="995643"/>
          <a:ext cx="4761635" cy="1698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54400" imgH="1803240" progId="Equation.DSMT4">
                  <p:embed/>
                </p:oleObj>
              </mc:Choice>
              <mc:Fallback>
                <p:oleObj name="Equation" r:id="rId5" imgW="5054400" imgH="18032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C80127D-75E3-CA6F-2572-9D3A434813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467" y="995643"/>
                        <a:ext cx="4761635" cy="1698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0">
            <a:extLst>
              <a:ext uri="{FF2B5EF4-FFF2-40B4-BE49-F238E27FC236}">
                <a16:creationId xmlns:a16="http://schemas.microsoft.com/office/drawing/2014/main" id="{735F38B1-FB3B-C6EF-2383-DAF07B87D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45" y="2746387"/>
            <a:ext cx="63367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于是得到方程组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(3.10)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Symbol" pitchFamily="18" charset="2"/>
                <a:ea typeface="+mn-ea"/>
                <a:cs typeface="Times New Roman" pitchFamily="18" charset="0"/>
              </a:rPr>
              <a:t>-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个解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C6763D87-9B7E-EBDD-F022-C050EFFC4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45" y="5944637"/>
            <a:ext cx="66104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这就是方程组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(3.10)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的一个基础解系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1F4FDF2D-3536-423F-9344-3C9AE674E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353559840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utoUpdateAnimBg="0"/>
      <p:bldP spid="3" grpId="0" build="p" autoUpdateAnimBg="0"/>
      <p:bldP spid="4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C80127D-75E3-CA6F-2572-9D3A434813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831051"/>
              </p:ext>
            </p:extLst>
          </p:nvPr>
        </p:nvGraphicFramePr>
        <p:xfrm>
          <a:off x="2500607" y="3219450"/>
          <a:ext cx="416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65560" imgH="419040" progId="Equation.DSMT4">
                  <p:embed/>
                </p:oleObj>
              </mc:Choice>
              <mc:Fallback>
                <p:oleObj name="Equation" r:id="rId3" imgW="4165560" imgH="4190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C80127D-75E3-CA6F-2572-9D3A434813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607" y="3219450"/>
                        <a:ext cx="4165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>
            <a:extLst>
              <a:ext uri="{FF2B5EF4-FFF2-40B4-BE49-F238E27FC236}">
                <a16:creationId xmlns:a16="http://schemas.microsoft.com/office/drawing/2014/main" id="{B3632175-C8C4-2685-A642-A6CE12E28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946010"/>
            <a:ext cx="79904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如果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  <a:sym typeface="Symbol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是齐次线性方程组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(3.8)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9DF3D951-39CC-A681-A679-DC8873CCF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552" y="1699108"/>
            <a:ext cx="254028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个基础解系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D121B0-403B-3F27-B25B-796A26A8ECFE}"/>
              </a:ext>
            </a:extLst>
          </p:cNvPr>
          <p:cNvSpPr txBox="1"/>
          <p:nvPr/>
        </p:nvSpPr>
        <p:spPr>
          <a:xfrm>
            <a:off x="2851150" y="1701013"/>
            <a:ext cx="61853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zh-CN" dirty="0"/>
              <a:t>那么</a:t>
            </a:r>
            <a:r>
              <a:rPr lang="zh-CN" altLang="en-US" dirty="0"/>
              <a:t>该方程组</a:t>
            </a:r>
            <a:r>
              <a:rPr lang="zh-CN" altLang="zh-CN" dirty="0"/>
              <a:t>的任意一个解</a:t>
            </a:r>
            <a:r>
              <a:rPr lang="en-US" altLang="zh-CN" sz="2000" dirty="0"/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dirty="0"/>
              <a:t>都可 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948A230B-737A-C6B2-417C-6C3F1D436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871" y="3906080"/>
            <a:ext cx="53285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其中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  <a:sym typeface="Symbol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是任意实数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A336BD08-9BCA-D26F-9CC5-25E711A60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416" y="3906080"/>
            <a:ext cx="33740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此即为齐次线性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488B1BB9-DB7B-9480-ACBD-4C7BD2B79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785" y="4659178"/>
            <a:ext cx="39543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(3.8)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的通解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1584358-0138-7034-1482-09A1519FCA2B}"/>
              </a:ext>
            </a:extLst>
          </p:cNvPr>
          <p:cNvSpPr txBox="1"/>
          <p:nvPr/>
        </p:nvSpPr>
        <p:spPr>
          <a:xfrm>
            <a:off x="531367" y="2405401"/>
            <a:ext cx="18803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zh-CN" dirty="0"/>
              <a:t>表示为 </a:t>
            </a:r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2F551804-4882-4741-8983-32B9FD790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59214542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7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build="p" autoUpdateAnimBg="0"/>
      <p:bldP spid="9" grpId="0"/>
      <p:bldP spid="10" grpId="0" build="p" autoUpdateAnimBg="0"/>
      <p:bldP spid="11" grpId="0" build="p" autoUpdateAnimBg="0"/>
      <p:bldP spid="12" grpId="0" build="p" autoUpdateAnimBg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669CFA50-6D28-C71A-BC95-22D0CC6E3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828" y="971765"/>
            <a:ext cx="50352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由上述讨论可得如下定理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279603AE-B079-98B6-449F-08528AA2B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827" y="1690903"/>
            <a:ext cx="186398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</a:t>
            </a:r>
            <a:r>
              <a:rPr lang="zh-CN" altLang="en-US" sz="10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3.16</a:t>
            </a:r>
            <a:endParaRPr lang="zh-CN" altLang="en-US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72FA0143-834B-23FE-5FE1-D123A89F4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4" y="2410696"/>
            <a:ext cx="83740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Ax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0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的解集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S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S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  <a:r>
              <a:rPr lang="en-US" altLang="zh-CN" sz="2000" b="1" i="1" baseline="-25000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=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Symbol" panose="05050102010706020507" pitchFamily="18" charset="2"/>
              </a:rPr>
              <a:t>-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r</a:t>
            </a:r>
            <a:r>
              <a:rPr lang="en-US" altLang="zh-CN" b="1" dirty="0">
                <a:solidFill>
                  <a:srgbClr val="0000FF"/>
                </a:solidFill>
              </a:rPr>
              <a:t>.</a:t>
            </a:r>
            <a:endParaRPr lang="zh-CN" altLang="en-US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53C862F9-EBE3-EE7F-2C7F-D8E2E044C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792" y="1690903"/>
            <a:ext cx="504056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zh-CN" altLang="en-US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 err="1">
                <a:solidFill>
                  <a:srgbClr val="0000FF"/>
                </a:solidFill>
                <a:ea typeface="宋体" charset="-122"/>
              </a:rPr>
              <a:t>m</a:t>
            </a:r>
            <a:r>
              <a:rPr lang="en-US" altLang="zh-CN" b="1" dirty="0" err="1">
                <a:solidFill>
                  <a:srgbClr val="0000FF"/>
                </a:solidFill>
                <a:ea typeface="宋体" charset="-122"/>
              </a:rPr>
              <a:t>×</a:t>
            </a:r>
            <a:r>
              <a:rPr lang="en-US" altLang="zh-CN" b="1" i="1" dirty="0" err="1">
                <a:solidFill>
                  <a:srgbClr val="0000FF"/>
                </a:solidFill>
                <a:ea typeface="宋体" charset="-122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zh-CN" altLang="en-US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</a:t>
            </a:r>
            <a:r>
              <a:rPr lang="en-US" altLang="zh-CN" sz="16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</a:t>
            </a:r>
            <a:r>
              <a:rPr lang="zh-CN" altLang="en-US" sz="14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r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 </a:t>
            </a:r>
            <a:endParaRPr lang="zh-CN" altLang="en-US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487105F5-8DE7-8EC0-3252-86B0BBE82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321" y="1691558"/>
            <a:ext cx="17281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</a:t>
            </a: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E0CA06AE-5F55-416B-80E7-7AF90DE35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144953405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8" grpId="0" build="p" autoUpdateAnimBg="0" advAuto="0"/>
      <p:bldP spid="18" grpId="0" autoUpdateAnimBg="0"/>
      <p:bldP spid="5" grpId="0" build="p" autoUpdateAnimBg="0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5A1E4F05-FEC0-CA5F-1361-33ECC05DB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864" y="1628800"/>
            <a:ext cx="3384376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(1)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当</a:t>
            </a:r>
            <a:r>
              <a:rPr lang="zh-CN" altLang="en-US" sz="105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ABA3DD34-8D89-2F19-38D8-5E5398DD4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88" y="2344763"/>
            <a:ext cx="393355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说明它没有基础解系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; </a:t>
            </a:r>
            <a:endParaRPr lang="en-US" altLang="zh-CN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E87FA4D5-9E44-CC9A-F2C2-E8A507237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88" y="3069446"/>
            <a:ext cx="3933559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(2)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当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3" name="Text Box 46">
            <a:extLst>
              <a:ext uri="{FF2B5EF4-FFF2-40B4-BE49-F238E27FC236}">
                <a16:creationId xmlns:a16="http://schemas.microsoft.com/office/drawing/2014/main" id="{563EBA65-078B-4E2F-7B6F-F3B3269C0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989" y="4561726"/>
            <a:ext cx="75819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(3)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cs typeface="Times New Roman" pitchFamily="18" charset="0"/>
              </a:rPr>
              <a:t>Ax</a:t>
            </a:r>
            <a:r>
              <a:rPr lang="en-US" altLang="zh-CN" sz="2000" b="1" i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0</a:t>
            </a:r>
            <a:r>
              <a:rPr lang="en-US" altLang="zh-CN" sz="16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的基础解系不唯一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endParaRPr lang="zh-CN" altLang="en-US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4" name="Text Box 47">
            <a:extLst>
              <a:ext uri="{FF2B5EF4-FFF2-40B4-BE49-F238E27FC236}">
                <a16:creationId xmlns:a16="http://schemas.microsoft.com/office/drawing/2014/main" id="{567E0D0B-1425-17F3-D216-2EA2D4AD9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64" y="5298135"/>
            <a:ext cx="501724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它的通解的形式也不唯一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63580D0C-71A6-D15A-F946-624132249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7485" y="1625625"/>
            <a:ext cx="562233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</a:t>
            </a:r>
            <a:r>
              <a:rPr lang="zh-CN" altLang="en-US" sz="8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Ax</a:t>
            </a:r>
            <a:r>
              <a:rPr lang="en-US" altLang="zh-CN" sz="1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1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1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只有零解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7" name="Rectangle 32">
            <a:extLst>
              <a:ext uri="{FF2B5EF4-FFF2-40B4-BE49-F238E27FC236}">
                <a16:creationId xmlns:a16="http://schemas.microsoft.com/office/drawing/2014/main" id="{4A3F5E8B-7115-1EFC-5B3D-BFA329F4D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251" y="3069446"/>
            <a:ext cx="34035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3.16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id="{028FBBE7-20C2-6547-8BA2-6D062172F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007" y="932593"/>
            <a:ext cx="761059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关于齐次线性方程组的基础解系的几点说明</a:t>
            </a:r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DB998C76-E194-82A9-F096-77A5F95CD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88" y="3825317"/>
            <a:ext cx="81005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方程组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cs typeface="Times New Roman" pitchFamily="18" charset="0"/>
              </a:rPr>
              <a:t>Ax</a:t>
            </a:r>
            <a:r>
              <a:rPr lang="en-US" altLang="zh-CN" sz="2000" b="1" i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的基础解系中含有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Symbol" pitchFamily="18" charset="2"/>
                <a:ea typeface="+mn-ea"/>
                <a:cs typeface="Times New Roman" pitchFamily="18" charset="0"/>
              </a:rPr>
              <a:t>-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r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个向量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;</a:t>
            </a:r>
            <a:endParaRPr lang="zh-CN" altLang="en-US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CE543E70-23AF-B22F-364A-7BA9C36F3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255" y="3063751"/>
            <a:ext cx="213455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33" name="Text Box 47">
            <a:extLst>
              <a:ext uri="{FF2B5EF4-FFF2-40B4-BE49-F238E27FC236}">
                <a16:creationId xmlns:a16="http://schemas.microsoft.com/office/drawing/2014/main" id="{3AE6D5B1-2BE3-A646-B28A-1A8AE4821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0651" y="4562659"/>
            <a:ext cx="1368152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因此</a:t>
            </a:r>
            <a:endParaRPr lang="en-US" altLang="zh-CN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4CD0E413-F6B6-400E-92BC-3E2D3D835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421716080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2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7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build="p" autoUpdateAnimBg="0" advAuto="0"/>
      <p:bldP spid="7" grpId="0" build="p" autoUpdateAnimBg="0"/>
      <p:bldP spid="23" grpId="0"/>
      <p:bldP spid="24" grpId="0"/>
      <p:bldP spid="26" grpId="0" build="p" autoUpdateAnimBg="0"/>
      <p:bldP spid="27" grpId="0" build="p" autoUpdateAnimBg="0"/>
      <p:bldP spid="30" grpId="0"/>
      <p:bldP spid="31" grpId="0" build="p" autoUpdateAnimBg="0"/>
      <p:bldP spid="32" grpId="0" build="p" autoUpdateAnimBg="0"/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id="{028FBBE7-20C2-6547-8BA2-6D062172F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256" y="825500"/>
            <a:ext cx="16771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实例</a:t>
            </a:r>
          </a:p>
        </p:txBody>
      </p:sp>
      <p:sp>
        <p:nvSpPr>
          <p:cNvPr id="2" name="Text Box 11">
            <a:extLst>
              <a:ext uri="{FF2B5EF4-FFF2-40B4-BE49-F238E27FC236}">
                <a16:creationId xmlns:a16="http://schemas.microsoft.com/office/drawing/2014/main" id="{B63EC1D2-36A4-CE01-5B22-AB433A5EE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256" y="1490871"/>
            <a:ext cx="1677129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zh-CN" altLang="en-US" sz="10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3.17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3" name="Rectangle 43">
            <a:extLst>
              <a:ext uri="{FF2B5EF4-FFF2-40B4-BE49-F238E27FC236}">
                <a16:creationId xmlns:a16="http://schemas.microsoft.com/office/drawing/2014/main" id="{4C6CBDC2-9C70-4EC4-C777-823CB9BE2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867" y="4929308"/>
            <a:ext cx="7921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E728523D-2AB1-762D-0A80-894D0803CB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710888"/>
              </p:ext>
            </p:extLst>
          </p:nvPr>
        </p:nvGraphicFramePr>
        <p:xfrm>
          <a:off x="2129535" y="2183839"/>
          <a:ext cx="48895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89160" imgH="1841400" progId="Equation.DSMT4">
                  <p:embed/>
                </p:oleObj>
              </mc:Choice>
              <mc:Fallback>
                <p:oleObj name="Equation" r:id="rId3" imgW="4889160" imgH="1841400" progId="Equation.DSMT4">
                  <p:embed/>
                  <p:pic>
                    <p:nvPicPr>
                      <p:cNvPr id="21508" name="Object 5">
                        <a:extLst>
                          <a:ext uri="{FF2B5EF4-FFF2-40B4-BE49-F238E27FC236}">
                            <a16:creationId xmlns:a16="http://schemas.microsoft.com/office/drawing/2014/main" id="{B46359A4-4449-FDB6-59C5-3C77019730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9535" y="2183839"/>
                        <a:ext cx="48895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2">
            <a:extLst>
              <a:ext uri="{FF2B5EF4-FFF2-40B4-BE49-F238E27FC236}">
                <a16:creationId xmlns:a16="http://schemas.microsoft.com/office/drawing/2014/main" id="{692FEB66-24FA-F7E4-1EAB-5F9CDC63D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267" y="4221915"/>
            <a:ext cx="383083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的基础解系与通解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79A6DE3D-E858-7949-EA07-D72C5A478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937366"/>
            <a:ext cx="60233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对系数矩阵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有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E446F33A-65C5-0C31-098C-BDE9F18FB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768" y="1477932"/>
            <a:ext cx="363801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求齐次线性方程组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19119533-D3E6-46CF-BF94-D9312A7C7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159106286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" grpId="0"/>
      <p:bldP spid="3" grpId="0" build="p" autoUpdateAnimBg="0"/>
      <p:bldP spid="8" grpId="0"/>
      <p:bldP spid="10" grpId="0" autoUpdateAnimBg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F628BD14-2532-B7BA-AFCA-BD4A0835B0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928365"/>
              </p:ext>
            </p:extLst>
          </p:nvPr>
        </p:nvGraphicFramePr>
        <p:xfrm>
          <a:off x="831328" y="692696"/>
          <a:ext cx="34544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54200" imgH="1752480" progId="Equation.DSMT4">
                  <p:embed/>
                </p:oleObj>
              </mc:Choice>
              <mc:Fallback>
                <p:oleObj name="Equation" r:id="rId3" imgW="3454200" imgH="1752480" progId="Equation.DSMT4">
                  <p:embed/>
                  <p:pic>
                    <p:nvPicPr>
                      <p:cNvPr id="11" name="Object 2">
                        <a:extLst>
                          <a:ext uri="{FF2B5EF4-FFF2-40B4-BE49-F238E27FC236}">
                            <a16:creationId xmlns:a16="http://schemas.microsoft.com/office/drawing/2014/main" id="{F628BD14-2532-B7BA-AFCA-BD4A0835B0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328" y="692696"/>
                        <a:ext cx="34544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>
            <a:extLst>
              <a:ext uri="{FF2B5EF4-FFF2-40B4-BE49-F238E27FC236}">
                <a16:creationId xmlns:a16="http://schemas.microsoft.com/office/drawing/2014/main" id="{6AF6B5E7-9EB7-882A-A58E-CB44FAE821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765739"/>
              </p:ext>
            </p:extLst>
          </p:nvPr>
        </p:nvGraphicFramePr>
        <p:xfrm>
          <a:off x="5318947" y="692696"/>
          <a:ext cx="32131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13000" imgH="1752480" progId="Equation.DSMT4">
                  <p:embed/>
                </p:oleObj>
              </mc:Choice>
              <mc:Fallback>
                <p:oleObj name="Equation" r:id="rId5" imgW="3213000" imgH="1752480" progId="Equation.DSMT4">
                  <p:embed/>
                  <p:pic>
                    <p:nvPicPr>
                      <p:cNvPr id="12" name="Object 22">
                        <a:extLst>
                          <a:ext uri="{FF2B5EF4-FFF2-40B4-BE49-F238E27FC236}">
                            <a16:creationId xmlns:a16="http://schemas.microsoft.com/office/drawing/2014/main" id="{6AF6B5E7-9EB7-882A-A58E-CB44FAE821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947" y="692696"/>
                        <a:ext cx="32131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3">
            <a:extLst>
              <a:ext uri="{FF2B5EF4-FFF2-40B4-BE49-F238E27FC236}">
                <a16:creationId xmlns:a16="http://schemas.microsoft.com/office/drawing/2014/main" id="{F18BC817-2A37-7B38-0344-96600FD7D1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914216"/>
              </p:ext>
            </p:extLst>
          </p:nvPr>
        </p:nvGraphicFramePr>
        <p:xfrm>
          <a:off x="463090" y="3043326"/>
          <a:ext cx="99536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9160" imgH="812520" progId="Equation.DSMT4">
                  <p:embed/>
                </p:oleObj>
              </mc:Choice>
              <mc:Fallback>
                <p:oleObj name="Equation" r:id="rId7" imgW="749160" imgH="812520" progId="Equation.DSMT4">
                  <p:embed/>
                  <p:pic>
                    <p:nvPicPr>
                      <p:cNvPr id="17" name="Object 23">
                        <a:extLst>
                          <a:ext uri="{FF2B5EF4-FFF2-40B4-BE49-F238E27FC236}">
                            <a16:creationId xmlns:a16="http://schemas.microsoft.com/office/drawing/2014/main" id="{F18BC817-2A37-7B38-0344-96600FD7D1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90" y="3043326"/>
                        <a:ext cx="99536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3">
            <a:extLst>
              <a:ext uri="{FF2B5EF4-FFF2-40B4-BE49-F238E27FC236}">
                <a16:creationId xmlns:a16="http://schemas.microsoft.com/office/drawing/2014/main" id="{42814506-76B2-6380-FA9E-C5A508677C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531053"/>
              </p:ext>
            </p:extLst>
          </p:nvPr>
        </p:nvGraphicFramePr>
        <p:xfrm>
          <a:off x="4377793" y="794773"/>
          <a:ext cx="828675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22080" imgH="1384200" progId="Equation.DSMT4">
                  <p:embed/>
                </p:oleObj>
              </mc:Choice>
              <mc:Fallback>
                <p:oleObj name="Equation" r:id="rId9" imgW="622080" imgH="1384200" progId="Equation.DSMT4">
                  <p:embed/>
                  <p:pic>
                    <p:nvPicPr>
                      <p:cNvPr id="18" name="Object 23">
                        <a:extLst>
                          <a:ext uri="{FF2B5EF4-FFF2-40B4-BE49-F238E27FC236}">
                            <a16:creationId xmlns:a16="http://schemas.microsoft.com/office/drawing/2014/main" id="{42814506-76B2-6380-FA9E-C5A508677C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7793" y="794773"/>
                        <a:ext cx="828675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>
            <a:extLst>
              <a:ext uri="{FF2B5EF4-FFF2-40B4-BE49-F238E27FC236}">
                <a16:creationId xmlns:a16="http://schemas.microsoft.com/office/drawing/2014/main" id="{DD828315-12AE-B0C2-7DA2-6977FD4860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21826"/>
              </p:ext>
            </p:extLst>
          </p:nvPr>
        </p:nvGraphicFramePr>
        <p:xfrm>
          <a:off x="1484232" y="2601619"/>
          <a:ext cx="32131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213000" imgH="1752480" progId="Equation.DSMT4">
                  <p:embed/>
                </p:oleObj>
              </mc:Choice>
              <mc:Fallback>
                <p:oleObj name="Equation" r:id="rId11" imgW="3213000" imgH="1752480" progId="Equation.DSMT4">
                  <p:embed/>
                  <p:pic>
                    <p:nvPicPr>
                      <p:cNvPr id="12" name="Object 22">
                        <a:extLst>
                          <a:ext uri="{FF2B5EF4-FFF2-40B4-BE49-F238E27FC236}">
                            <a16:creationId xmlns:a16="http://schemas.microsoft.com/office/drawing/2014/main" id="{6AF6B5E7-9EB7-882A-A58E-CB44FAE821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232" y="2601619"/>
                        <a:ext cx="32131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3">
            <a:extLst>
              <a:ext uri="{FF2B5EF4-FFF2-40B4-BE49-F238E27FC236}">
                <a16:creationId xmlns:a16="http://schemas.microsoft.com/office/drawing/2014/main" id="{B3A23354-C700-AA0D-4680-B67C09EAC9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954316"/>
              </p:ext>
            </p:extLst>
          </p:nvPr>
        </p:nvGraphicFramePr>
        <p:xfrm>
          <a:off x="4758694" y="2904831"/>
          <a:ext cx="842963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34680" imgH="863280" progId="Equation.DSMT4">
                  <p:embed/>
                </p:oleObj>
              </mc:Choice>
              <mc:Fallback>
                <p:oleObj name="Equation" r:id="rId13" imgW="634680" imgH="863280" progId="Equation.DSMT4">
                  <p:embed/>
                  <p:pic>
                    <p:nvPicPr>
                      <p:cNvPr id="17" name="Object 23">
                        <a:extLst>
                          <a:ext uri="{FF2B5EF4-FFF2-40B4-BE49-F238E27FC236}">
                            <a16:creationId xmlns:a16="http://schemas.microsoft.com/office/drawing/2014/main" id="{F18BC817-2A37-7B38-0344-96600FD7D1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8694" y="2904831"/>
                        <a:ext cx="842963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>
            <a:extLst>
              <a:ext uri="{FF2B5EF4-FFF2-40B4-BE49-F238E27FC236}">
                <a16:creationId xmlns:a16="http://schemas.microsoft.com/office/drawing/2014/main" id="{A1023CEB-D1B3-B113-F27B-5D18E69150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524915"/>
              </p:ext>
            </p:extLst>
          </p:nvPr>
        </p:nvGraphicFramePr>
        <p:xfrm>
          <a:off x="5663019" y="2591821"/>
          <a:ext cx="28194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19160" imgH="1752480" progId="Equation.DSMT4">
                  <p:embed/>
                </p:oleObj>
              </mc:Choice>
              <mc:Fallback>
                <p:oleObj name="Equation" r:id="rId15" imgW="2819160" imgH="1752480" progId="Equation.DSMT4">
                  <p:embed/>
                  <p:pic>
                    <p:nvPicPr>
                      <p:cNvPr id="5" name="Object 22">
                        <a:extLst>
                          <a:ext uri="{FF2B5EF4-FFF2-40B4-BE49-F238E27FC236}">
                            <a16:creationId xmlns:a16="http://schemas.microsoft.com/office/drawing/2014/main" id="{DD828315-12AE-B0C2-7DA2-6977FD4860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019" y="2591821"/>
                        <a:ext cx="28194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3">
            <a:extLst>
              <a:ext uri="{FF2B5EF4-FFF2-40B4-BE49-F238E27FC236}">
                <a16:creationId xmlns:a16="http://schemas.microsoft.com/office/drawing/2014/main" id="{C71C8506-989C-9767-6A5A-06E111BDB0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871859"/>
              </p:ext>
            </p:extLst>
          </p:nvPr>
        </p:nvGraphicFramePr>
        <p:xfrm>
          <a:off x="602195" y="4421194"/>
          <a:ext cx="827088" cy="188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22080" imgH="1422360" progId="Equation.DSMT4">
                  <p:embed/>
                </p:oleObj>
              </mc:Choice>
              <mc:Fallback>
                <p:oleObj name="Equation" r:id="rId17" imgW="622080" imgH="1422360" progId="Equation.DSMT4">
                  <p:embed/>
                  <p:pic>
                    <p:nvPicPr>
                      <p:cNvPr id="17" name="Object 23">
                        <a:extLst>
                          <a:ext uri="{FF2B5EF4-FFF2-40B4-BE49-F238E27FC236}">
                            <a16:creationId xmlns:a16="http://schemas.microsoft.com/office/drawing/2014/main" id="{F18BC817-2A37-7B38-0344-96600FD7D1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195" y="4421194"/>
                        <a:ext cx="827088" cy="188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2">
            <a:extLst>
              <a:ext uri="{FF2B5EF4-FFF2-40B4-BE49-F238E27FC236}">
                <a16:creationId xmlns:a16="http://schemas.microsoft.com/office/drawing/2014/main" id="{18323668-C849-4853-2835-BEF17725FF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326052"/>
              </p:ext>
            </p:extLst>
          </p:nvPr>
        </p:nvGraphicFramePr>
        <p:xfrm>
          <a:off x="1485924" y="4500745"/>
          <a:ext cx="29972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997000" imgH="1752480" progId="Equation.DSMT4">
                  <p:embed/>
                </p:oleObj>
              </mc:Choice>
              <mc:Fallback>
                <p:oleObj name="Equation" r:id="rId19" imgW="2997000" imgH="1752480" progId="Equation.DSMT4">
                  <p:embed/>
                  <p:pic>
                    <p:nvPicPr>
                      <p:cNvPr id="5" name="Object 22">
                        <a:extLst>
                          <a:ext uri="{FF2B5EF4-FFF2-40B4-BE49-F238E27FC236}">
                            <a16:creationId xmlns:a16="http://schemas.microsoft.com/office/drawing/2014/main" id="{DD828315-12AE-B0C2-7DA2-6977FD4860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24" y="4500745"/>
                        <a:ext cx="29972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3">
            <a:extLst>
              <a:ext uri="{FF2B5EF4-FFF2-40B4-BE49-F238E27FC236}">
                <a16:creationId xmlns:a16="http://schemas.microsoft.com/office/drawing/2014/main" id="{FE4654DA-1D56-3F3C-839F-4EA52AA34E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387596"/>
              </p:ext>
            </p:extLst>
          </p:nvPr>
        </p:nvGraphicFramePr>
        <p:xfrm>
          <a:off x="4534159" y="4820905"/>
          <a:ext cx="658812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95000" imgH="799920" progId="Equation.DSMT4">
                  <p:embed/>
                </p:oleObj>
              </mc:Choice>
              <mc:Fallback>
                <p:oleObj name="Equation" r:id="rId21" imgW="495000" imgH="799920" progId="Equation.DSMT4">
                  <p:embed/>
                  <p:pic>
                    <p:nvPicPr>
                      <p:cNvPr id="13" name="Object 23">
                        <a:extLst>
                          <a:ext uri="{FF2B5EF4-FFF2-40B4-BE49-F238E27FC236}">
                            <a16:creationId xmlns:a16="http://schemas.microsoft.com/office/drawing/2014/main" id="{C71C8506-989C-9767-6A5A-06E111BDB0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4159" y="4820905"/>
                        <a:ext cx="658812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2">
            <a:extLst>
              <a:ext uri="{FF2B5EF4-FFF2-40B4-BE49-F238E27FC236}">
                <a16:creationId xmlns:a16="http://schemas.microsoft.com/office/drawing/2014/main" id="{83D3EA86-7CB1-DD70-D82B-FCAC28F713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956819"/>
              </p:ext>
            </p:extLst>
          </p:nvPr>
        </p:nvGraphicFramePr>
        <p:xfrm>
          <a:off x="5227747" y="4490947"/>
          <a:ext cx="29972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997000" imgH="1752480" progId="Equation.DSMT4">
                  <p:embed/>
                </p:oleObj>
              </mc:Choice>
              <mc:Fallback>
                <p:oleObj name="Equation" r:id="rId23" imgW="2997000" imgH="1752480" progId="Equation.DSMT4">
                  <p:embed/>
                  <p:pic>
                    <p:nvPicPr>
                      <p:cNvPr id="14" name="Object 22">
                        <a:extLst>
                          <a:ext uri="{FF2B5EF4-FFF2-40B4-BE49-F238E27FC236}">
                            <a16:creationId xmlns:a16="http://schemas.microsoft.com/office/drawing/2014/main" id="{18323668-C849-4853-2835-BEF17725FF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7747" y="4490947"/>
                        <a:ext cx="29972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DCD79E27-5FBE-2FAC-0C0E-22BE4A70BB00}"/>
              </a:ext>
            </a:extLst>
          </p:cNvPr>
          <p:cNvGrpSpPr/>
          <p:nvPr/>
        </p:nvGrpSpPr>
        <p:grpSpPr>
          <a:xfrm>
            <a:off x="5357105" y="4907711"/>
            <a:ext cx="2641751" cy="864096"/>
            <a:chOff x="1630844" y="3736380"/>
            <a:chExt cx="2641751" cy="864096"/>
          </a:xfrm>
        </p:grpSpPr>
        <p:grpSp>
          <p:nvGrpSpPr>
            <p:cNvPr id="8" name="组合 22">
              <a:extLst>
                <a:ext uri="{FF2B5EF4-FFF2-40B4-BE49-F238E27FC236}">
                  <a16:creationId xmlns:a16="http://schemas.microsoft.com/office/drawing/2014/main" id="{DE632AE5-FB28-C888-B32F-D580E8F50B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0844" y="3736380"/>
              <a:ext cx="2641751" cy="864096"/>
              <a:chOff x="2051720" y="5157192"/>
              <a:chExt cx="2289150" cy="865501"/>
            </a:xfrm>
          </p:grpSpPr>
          <p:cxnSp>
            <p:nvCxnSpPr>
              <p:cNvPr id="15" name="直接连接符 17">
                <a:extLst>
                  <a:ext uri="{FF2B5EF4-FFF2-40B4-BE49-F238E27FC236}">
                    <a16:creationId xmlns:a16="http://schemas.microsoft.com/office/drawing/2014/main" id="{45240133-8E98-3492-262D-BF218377C23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51720" y="5157192"/>
                <a:ext cx="432048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直接连接符 19">
                <a:extLst>
                  <a:ext uri="{FF2B5EF4-FFF2-40B4-BE49-F238E27FC236}">
                    <a16:creationId xmlns:a16="http://schemas.microsoft.com/office/drawing/2014/main" id="{E5A17D44-2128-2ADD-882C-F19D8E4F39D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83768" y="5157192"/>
                <a:ext cx="0" cy="448179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47023F8D-D9E4-2404-8B8B-26F0747FC6F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431220" y="6022693"/>
                <a:ext cx="909650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9" name="直接连接符 19">
              <a:extLst>
                <a:ext uri="{FF2B5EF4-FFF2-40B4-BE49-F238E27FC236}">
                  <a16:creationId xmlns:a16="http://schemas.microsoft.com/office/drawing/2014/main" id="{07A9B606-F96C-F427-DB24-2EE379C54E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22830" y="4183831"/>
              <a:ext cx="0" cy="416645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直接连接符 17">
              <a:extLst>
                <a:ext uri="{FF2B5EF4-FFF2-40B4-BE49-F238E27FC236}">
                  <a16:creationId xmlns:a16="http://schemas.microsoft.com/office/drawing/2014/main" id="{11521DEE-45E9-C161-B3FD-0BA4A1C2CD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29441" y="4183833"/>
              <a:ext cx="1095344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" name="Rectangle 30">
            <a:extLst>
              <a:ext uri="{FF2B5EF4-FFF2-40B4-BE49-F238E27FC236}">
                <a16:creationId xmlns:a16="http://schemas.microsoft.com/office/drawing/2014/main" id="{8B854986-57A3-4782-B189-2EF781E53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259864133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3">
            <a:extLst>
              <a:ext uri="{FF2B5EF4-FFF2-40B4-BE49-F238E27FC236}">
                <a16:creationId xmlns:a16="http://schemas.microsoft.com/office/drawing/2014/main" id="{F459D854-4122-877F-7265-E19D8D00DB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619238"/>
              </p:ext>
            </p:extLst>
          </p:nvPr>
        </p:nvGraphicFramePr>
        <p:xfrm>
          <a:off x="1387027" y="2410395"/>
          <a:ext cx="27686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68400" imgH="1409400" progId="Equation.DSMT4">
                  <p:embed/>
                </p:oleObj>
              </mc:Choice>
              <mc:Fallback>
                <p:oleObj name="Equation" r:id="rId3" imgW="2768400" imgH="1409400" progId="Equation.DSMT4">
                  <p:embed/>
                  <p:pic>
                    <p:nvPicPr>
                      <p:cNvPr id="26" name="Object 13">
                        <a:extLst>
                          <a:ext uri="{FF2B5EF4-FFF2-40B4-BE49-F238E27FC236}">
                            <a16:creationId xmlns:a16="http://schemas.microsoft.com/office/drawing/2014/main" id="{850D2002-0145-D040-1C7E-4200D277DB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027" y="2410395"/>
                        <a:ext cx="27686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9">
            <a:extLst>
              <a:ext uri="{FF2B5EF4-FFF2-40B4-BE49-F238E27FC236}">
                <a16:creationId xmlns:a16="http://schemas.microsoft.com/office/drawing/2014/main" id="{AD53FD44-1CE1-018A-F734-9239D7164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25" y="4749920"/>
            <a:ext cx="41195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则此方程组的通解为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3510669B-03DB-3D81-EFDD-D3163D693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438" y="928296"/>
            <a:ext cx="339407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可见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5, </a:t>
            </a:r>
            <a:endParaRPr lang="zh-CN" altLang="en-US" b="1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C9A0535-0D7F-5F8C-C8B6-7C88F7DE9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187" y="928296"/>
            <a:ext cx="4373109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故方程组有无穷多组解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ABF61587-64DB-7E92-6824-73BB4F1B6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25" y="4023912"/>
            <a:ext cx="446405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5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为自由未知量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5" name="Text Box 23">
            <a:extLst>
              <a:ext uri="{FF2B5EF4-FFF2-40B4-BE49-F238E27FC236}">
                <a16:creationId xmlns:a16="http://schemas.microsoft.com/office/drawing/2014/main" id="{B14EBAA2-FC15-7C7D-22F7-52F80FEDB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0786" y="4024116"/>
            <a:ext cx="341947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令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5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 </a:t>
            </a:r>
            <a:endParaRPr lang="en-US" altLang="zh-CN" b="1" baseline="-25000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graphicFrame>
        <p:nvGraphicFramePr>
          <p:cNvPr id="32" name="Object 21">
            <a:extLst>
              <a:ext uri="{FF2B5EF4-FFF2-40B4-BE49-F238E27FC236}">
                <a16:creationId xmlns:a16="http://schemas.microsoft.com/office/drawing/2014/main" id="{F07DFA48-83FF-C89C-00E9-90845CDBC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887982"/>
              </p:ext>
            </p:extLst>
          </p:nvPr>
        </p:nvGraphicFramePr>
        <p:xfrm>
          <a:off x="7052760" y="4114604"/>
          <a:ext cx="162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25400" imgH="431640" progId="Equation.DSMT4">
                  <p:embed/>
                </p:oleObj>
              </mc:Choice>
              <mc:Fallback>
                <p:oleObj name="Equation" r:id="rId5" imgW="1625400" imgH="431640" progId="Equation.DSMT4">
                  <p:embed/>
                  <p:pic>
                    <p:nvPicPr>
                      <p:cNvPr id="41" name="Object 21">
                        <a:extLst>
                          <a:ext uri="{FF2B5EF4-FFF2-40B4-BE49-F238E27FC236}">
                            <a16:creationId xmlns:a16="http://schemas.microsoft.com/office/drawing/2014/main" id="{CB2AE6D1-CDD8-470C-2542-E90167B469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2760" y="4114604"/>
                        <a:ext cx="162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4">
            <a:extLst>
              <a:ext uri="{FF2B5EF4-FFF2-40B4-BE49-F238E27FC236}">
                <a16:creationId xmlns:a16="http://schemas.microsoft.com/office/drawing/2014/main" id="{44281BD5-D493-C162-A6BF-47887A0FC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96" y="1636426"/>
            <a:ext cx="3759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由上述最简形矩阵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713C5F74-4B0A-1A95-EACB-AAEAEFCAA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04" y="1644970"/>
            <a:ext cx="5248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可得此方程组的同解方程组为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6" name="Text Box 11">
            <a:extLst>
              <a:ext uri="{FF2B5EF4-FFF2-40B4-BE49-F238E27FC236}">
                <a16:creationId xmlns:a16="http://schemas.microsoft.com/office/drawing/2014/main" id="{837446C1-E153-3DA5-3A4C-D0D0E7A06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334" y="2847405"/>
            <a:ext cx="800969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37" name="Object 13">
            <a:extLst>
              <a:ext uri="{FF2B5EF4-FFF2-40B4-BE49-F238E27FC236}">
                <a16:creationId xmlns:a16="http://schemas.microsoft.com/office/drawing/2014/main" id="{0C729982-101B-29FA-7811-2E1FDB035E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596557"/>
              </p:ext>
            </p:extLst>
          </p:nvPr>
        </p:nvGraphicFramePr>
        <p:xfrm>
          <a:off x="5006675" y="2434097"/>
          <a:ext cx="24003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00120" imgH="1409400" progId="Equation.DSMT4">
                  <p:embed/>
                </p:oleObj>
              </mc:Choice>
              <mc:Fallback>
                <p:oleObj name="Equation" r:id="rId7" imgW="2400120" imgH="1409400" progId="Equation.DSMT4">
                  <p:embed/>
                  <p:pic>
                    <p:nvPicPr>
                      <p:cNvPr id="2" name="Object 13">
                        <a:extLst>
                          <a:ext uri="{FF2B5EF4-FFF2-40B4-BE49-F238E27FC236}">
                            <a16:creationId xmlns:a16="http://schemas.microsoft.com/office/drawing/2014/main" id="{F459D854-4122-877F-7265-E19D8D00DB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6675" y="2434097"/>
                        <a:ext cx="24003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30">
            <a:extLst>
              <a:ext uri="{FF2B5EF4-FFF2-40B4-BE49-F238E27FC236}">
                <a16:creationId xmlns:a16="http://schemas.microsoft.com/office/drawing/2014/main" id="{C33C4F2C-16BC-4F73-93DD-31EC73C05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106311948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75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 build="p" autoUpdateAnimBg="0" advAuto="0"/>
      <p:bldP spid="15" grpId="0" build="p" autoUpdateAnimBg="0"/>
      <p:bldP spid="34" grpId="0"/>
      <p:bldP spid="35" grpId="0"/>
      <p:bldP spid="36" grpId="0" build="p" autoUpdateAnimBg="0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C381FA0F-4397-5CD3-B477-C43D80FAE8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419104"/>
              </p:ext>
            </p:extLst>
          </p:nvPr>
        </p:nvGraphicFramePr>
        <p:xfrm>
          <a:off x="3416300" y="895544"/>
          <a:ext cx="231140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11200" imgH="2273040" progId="Equation.DSMT4">
                  <p:embed/>
                </p:oleObj>
              </mc:Choice>
              <mc:Fallback>
                <p:oleObj name="Equation" r:id="rId3" imgW="2311200" imgH="2273040" progId="Equation.DSMT4">
                  <p:embed/>
                  <p:pic>
                    <p:nvPicPr>
                      <p:cNvPr id="16" name="Object 17">
                        <a:extLst>
                          <a:ext uri="{FF2B5EF4-FFF2-40B4-BE49-F238E27FC236}">
                            <a16:creationId xmlns:a16="http://schemas.microsoft.com/office/drawing/2014/main" id="{C381FA0F-4397-5CD3-B477-C43D80FAE8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895544"/>
                        <a:ext cx="231140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8">
            <a:extLst>
              <a:ext uri="{FF2B5EF4-FFF2-40B4-BE49-F238E27FC236}">
                <a16:creationId xmlns:a16="http://schemas.microsoft.com/office/drawing/2014/main" id="{ED56363B-A814-9D2A-60FD-7B99519BA4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205568"/>
              </p:ext>
            </p:extLst>
          </p:nvPr>
        </p:nvGraphicFramePr>
        <p:xfrm>
          <a:off x="1819477" y="3546118"/>
          <a:ext cx="105410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080" imgH="2273040" progId="Equation.DSMT4">
                  <p:embed/>
                </p:oleObj>
              </mc:Choice>
              <mc:Fallback>
                <p:oleObj name="Equation" r:id="rId5" imgW="1054080" imgH="2273040" progId="Equation.DSMT4">
                  <p:embed/>
                  <p:pic>
                    <p:nvPicPr>
                      <p:cNvPr id="30" name="Object 18">
                        <a:extLst>
                          <a:ext uri="{FF2B5EF4-FFF2-40B4-BE49-F238E27FC236}">
                            <a16:creationId xmlns:a16="http://schemas.microsoft.com/office/drawing/2014/main" id="{ED56363B-A814-9D2A-60FD-7B99519BA4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477" y="3546118"/>
                        <a:ext cx="105410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9">
            <a:extLst>
              <a:ext uri="{FF2B5EF4-FFF2-40B4-BE49-F238E27FC236}">
                <a16:creationId xmlns:a16="http://schemas.microsoft.com/office/drawing/2014/main" id="{DE67C925-0705-B47B-5A43-C36E63ADA4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898576"/>
              </p:ext>
            </p:extLst>
          </p:nvPr>
        </p:nvGraphicFramePr>
        <p:xfrm>
          <a:off x="2925897" y="3546118"/>
          <a:ext cx="152400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3880" imgH="2273040" progId="Equation.DSMT4">
                  <p:embed/>
                </p:oleObj>
              </mc:Choice>
              <mc:Fallback>
                <p:oleObj name="Equation" r:id="rId7" imgW="1523880" imgH="2273040" progId="Equation.DSMT4">
                  <p:embed/>
                  <p:pic>
                    <p:nvPicPr>
                      <p:cNvPr id="31" name="Object 19">
                        <a:extLst>
                          <a:ext uri="{FF2B5EF4-FFF2-40B4-BE49-F238E27FC236}">
                            <a16:creationId xmlns:a16="http://schemas.microsoft.com/office/drawing/2014/main" id="{DE67C925-0705-B47B-5A43-C36E63ADA4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897" y="3546118"/>
                        <a:ext cx="152400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1">
            <a:extLst>
              <a:ext uri="{FF2B5EF4-FFF2-40B4-BE49-F238E27FC236}">
                <a16:creationId xmlns:a16="http://schemas.microsoft.com/office/drawing/2014/main" id="{8D03CA83-8459-F0DB-9F39-35755AD2E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030" y="4269567"/>
            <a:ext cx="800969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Object 19">
            <a:extLst>
              <a:ext uri="{FF2B5EF4-FFF2-40B4-BE49-F238E27FC236}">
                <a16:creationId xmlns:a16="http://schemas.microsoft.com/office/drawing/2014/main" id="{6E2AB1F0-6ADE-0355-8F59-F4FEEDC1BB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651237"/>
              </p:ext>
            </p:extLst>
          </p:nvPr>
        </p:nvGraphicFramePr>
        <p:xfrm>
          <a:off x="4502217" y="3586692"/>
          <a:ext cx="2921000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20680" imgH="2171520" progId="Equation.DSMT4">
                  <p:embed/>
                </p:oleObj>
              </mc:Choice>
              <mc:Fallback>
                <p:oleObj name="Equation" r:id="rId9" imgW="2920680" imgH="2171520" progId="Equation.DSMT4">
                  <p:embed/>
                  <p:pic>
                    <p:nvPicPr>
                      <p:cNvPr id="31" name="Object 19">
                        <a:extLst>
                          <a:ext uri="{FF2B5EF4-FFF2-40B4-BE49-F238E27FC236}">
                            <a16:creationId xmlns:a16="http://schemas.microsoft.com/office/drawing/2014/main" id="{DE67C925-0705-B47B-5A43-C36E63ADA4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217" y="3586692"/>
                        <a:ext cx="2921000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0">
            <a:extLst>
              <a:ext uri="{FF2B5EF4-FFF2-40B4-BE49-F238E27FC236}">
                <a16:creationId xmlns:a16="http://schemas.microsoft.com/office/drawing/2014/main" id="{89C9D339-D760-4706-854B-55E784F0D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321828234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" name="Text Box 9">
            <a:extLst>
              <a:ext uri="{FF2B5EF4-FFF2-40B4-BE49-F238E27FC236}">
                <a16:creationId xmlns:a16="http://schemas.microsoft.com/office/drawing/2014/main" id="{DB9D46D7-FDA2-A31C-8E94-7BC8A7B37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426" y="957262"/>
            <a:ext cx="446467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此方程组的基础解系为</a:t>
            </a:r>
          </a:p>
        </p:txBody>
      </p:sp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AE945829-FBC4-0FE8-9916-67640AC4E1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255502"/>
              </p:ext>
            </p:extLst>
          </p:nvPr>
        </p:nvGraphicFramePr>
        <p:xfrm>
          <a:off x="2772668" y="1693577"/>
          <a:ext cx="1447800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47560" imgH="2171520" progId="Equation.DSMT4">
                  <p:embed/>
                </p:oleObj>
              </mc:Choice>
              <mc:Fallback>
                <p:oleObj name="Equation" r:id="rId3" imgW="1447560" imgH="2171520" progId="Equation.DSMT4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id="{3654D025-10CE-CD51-775E-18DD2A69A6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668" y="1693577"/>
                        <a:ext cx="1447800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3A38344F-48E0-0D78-205E-041276A410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409564"/>
              </p:ext>
            </p:extLst>
          </p:nvPr>
        </p:nvGraphicFramePr>
        <p:xfrm>
          <a:off x="4283968" y="1693577"/>
          <a:ext cx="1473200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73120" imgH="2171520" progId="Equation.DSMT4">
                  <p:embed/>
                </p:oleObj>
              </mc:Choice>
              <mc:Fallback>
                <p:oleObj name="Equation" r:id="rId5" imgW="1473120" imgH="2171520" progId="Equation.DSMT4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1179FA1D-2487-7F28-1A01-6F36FBB9F3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1693577"/>
                        <a:ext cx="1473200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0">
            <a:extLst>
              <a:ext uri="{FF2B5EF4-FFF2-40B4-BE49-F238E27FC236}">
                <a16:creationId xmlns:a16="http://schemas.microsoft.com/office/drawing/2014/main" id="{C4B2EA88-F8FA-427E-A9D9-0A1C0F60A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190450237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5B5D030B-0D03-C834-8C2F-EA2E72C12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3018" y="620688"/>
            <a:ext cx="62921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b="1" i="1" dirty="0" err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</a:t>
            </a:r>
          </a:p>
        </p:txBody>
      </p:sp>
      <p:sp>
        <p:nvSpPr>
          <p:cNvPr id="8" name="Rectangle 46">
            <a:extLst>
              <a:ext uri="{FF2B5EF4-FFF2-40B4-BE49-F238E27FC236}">
                <a16:creationId xmlns:a16="http://schemas.microsoft.com/office/drawing/2014/main" id="{D95706F3-FD34-F17A-F703-CA3D0BD66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356" y="1845164"/>
            <a:ext cx="13566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证明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5BE6E92-5532-DAF4-2371-DFF4B83D9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031" y="1841482"/>
            <a:ext cx="83827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5ADC58C7-E3B6-5BB5-B91A-AD3A92A9F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86" y="3031371"/>
            <a:ext cx="685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9138B232-EEB1-572E-6EEE-3B06AFF1D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5022" y="3031371"/>
            <a:ext cx="375500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i</a:t>
            </a:r>
            <a:r>
              <a:rPr lang="en-US" altLang="zh-CN" b="1" dirty="0">
                <a:solidFill>
                  <a:schemeClr val="tx1"/>
                </a:solidFill>
              </a:rPr>
              <a:t> 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1,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2,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…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l</a:t>
            </a:r>
            <a:r>
              <a:rPr lang="en-US" altLang="zh-CN" b="1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B65FBAA4-14D2-88B8-4253-5D21254ED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356" y="3623054"/>
            <a:ext cx="81734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上式表明矩阵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sz="8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l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个列向量都是齐次线性方程组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7E8D4CCF-970A-B116-74D6-5631C7527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0370" y="4208489"/>
            <a:ext cx="396044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的解集记作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CDBDD994-3D85-8E6C-0AA0-68243C65F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93" y="4793452"/>
            <a:ext cx="42939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…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l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S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DC780D10-D79C-C829-5978-F1D7AEC0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93" y="5366574"/>
            <a:ext cx="53278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3.16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S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sz="1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D35A6779-7DB3-9B13-0DAE-35C77AA7E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043" y="4210371"/>
            <a:ext cx="2949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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S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</p:txBody>
      </p:sp>
      <p:sp>
        <p:nvSpPr>
          <p:cNvPr id="23" name="Text Box 16">
            <a:extLst>
              <a:ext uri="{FF2B5EF4-FFF2-40B4-BE49-F238E27FC236}">
                <a16:creationId xmlns:a16="http://schemas.microsoft.com/office/drawing/2014/main" id="{81BE3918-F32E-AFE2-62EB-FA497498C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4793452"/>
            <a:ext cx="304728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即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S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 </a:t>
            </a:r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333F1FC6-281D-1F93-8E39-90972736D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7942" y="5366574"/>
            <a:ext cx="335855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故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sz="1000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sz="1000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 </a:t>
            </a:r>
          </a:p>
        </p:txBody>
      </p:sp>
      <p:sp>
        <p:nvSpPr>
          <p:cNvPr id="26" name="Text Box 11">
            <a:extLst>
              <a:ext uri="{FF2B5EF4-FFF2-40B4-BE49-F238E27FC236}">
                <a16:creationId xmlns:a16="http://schemas.microsoft.com/office/drawing/2014/main" id="{646A9683-7A91-D19E-7F16-548FB286A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356" y="621154"/>
            <a:ext cx="162352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zh-CN" altLang="en-US" sz="10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3.18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27" name="Text Box 2">
            <a:extLst>
              <a:ext uri="{FF2B5EF4-FFF2-40B4-BE49-F238E27FC236}">
                <a16:creationId xmlns:a16="http://schemas.microsoft.com/office/drawing/2014/main" id="{7C5C23E4-EA4B-55D7-E64F-E28918BBA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53" y="1239169"/>
            <a:ext cx="53092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AB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O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.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9" name="Text Box 7">
            <a:extLst>
              <a:ext uri="{FF2B5EF4-FFF2-40B4-BE49-F238E27FC236}">
                <a16:creationId xmlns:a16="http://schemas.microsoft.com/office/drawing/2014/main" id="{C46AEB3A-AB02-162D-4240-D78D1F1DE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1846245"/>
            <a:ext cx="43924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记矩阵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l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2" name="Text Box 2">
            <a:extLst>
              <a:ext uri="{FF2B5EF4-FFF2-40B4-BE49-F238E27FC236}">
                <a16:creationId xmlns:a16="http://schemas.microsoft.com/office/drawing/2014/main" id="{F0D6A90F-1383-B214-1763-125AE86C7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774" y="2444648"/>
            <a:ext cx="37550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AB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l 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Text Box 8">
            <a:extLst>
              <a:ext uri="{FF2B5EF4-FFF2-40B4-BE49-F238E27FC236}">
                <a16:creationId xmlns:a16="http://schemas.microsoft.com/office/drawing/2014/main" id="{754EB4E6-5039-B767-B926-45782B446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1718" y="2442119"/>
            <a:ext cx="3492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…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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l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4" name="Text Box 8">
            <a:extLst>
              <a:ext uri="{FF2B5EF4-FFF2-40B4-BE49-F238E27FC236}">
                <a16:creationId xmlns:a16="http://schemas.microsoft.com/office/drawing/2014/main" id="{FEAF75FF-5030-F017-1CDC-0083B53EA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8062" y="2435750"/>
            <a:ext cx="231260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(0,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0,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…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0),</a:t>
            </a:r>
          </a:p>
        </p:txBody>
      </p:sp>
      <p:sp>
        <p:nvSpPr>
          <p:cNvPr id="35" name="Text Box 12">
            <a:extLst>
              <a:ext uri="{FF2B5EF4-FFF2-40B4-BE49-F238E27FC236}">
                <a16:creationId xmlns:a16="http://schemas.microsoft.com/office/drawing/2014/main" id="{9053AB1A-26F2-B27D-B235-CB4D5296C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93" y="4209144"/>
            <a:ext cx="27262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36" name="Text Box 20">
            <a:extLst>
              <a:ext uri="{FF2B5EF4-FFF2-40B4-BE49-F238E27FC236}">
                <a16:creationId xmlns:a16="http://schemas.microsoft.com/office/drawing/2014/main" id="{7381C829-DA50-2EA9-C4B5-834D0EF9F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93" y="5940027"/>
            <a:ext cx="422191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从而有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 </a:t>
            </a:r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0A698378-162B-4704-A691-6F56732E1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143297646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7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75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25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7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7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utoUpdateAnimBg="0"/>
      <p:bldP spid="9" grpId="0" build="p" autoUpdateAnimBg="0"/>
      <p:bldP spid="11" grpId="0" build="p" autoUpdateAnimBg="0"/>
      <p:bldP spid="12" grpId="0" build="p" autoUpdateAnimBg="0" advAuto="0"/>
      <p:bldP spid="13" grpId="0" build="p" autoUpdateAnimBg="0"/>
      <p:bldP spid="14" grpId="0" build="p" autoUpdateAnimBg="0"/>
      <p:bldP spid="15" grpId="0" build="p" autoUpdateAnimBg="0" advAuto="0"/>
      <p:bldP spid="16" grpId="0" build="p" autoUpdateAnimBg="0"/>
      <p:bldP spid="18" grpId="0" build="p" autoUpdateAnimBg="0"/>
      <p:bldP spid="23" grpId="0" build="p" autoUpdateAnimBg="0" advAuto="0"/>
      <p:bldP spid="24" grpId="0" build="p" autoUpdateAnimBg="0" advAuto="0"/>
      <p:bldP spid="26" grpId="0"/>
      <p:bldP spid="27" grpId="0"/>
      <p:bldP spid="29" grpId="0" build="p" autoUpdateAnimBg="0"/>
      <p:bldP spid="32" grpId="0"/>
      <p:bldP spid="33" grpId="0" build="p" autoUpdateAnimBg="0"/>
      <p:bldP spid="34" grpId="0" build="p" autoUpdateAnimBg="0"/>
      <p:bldP spid="35" grpId="0" build="p" autoUpdateAnimBg="0"/>
      <p:bldP spid="36" grpId="0" build="p" autoUpdateAnimBg="0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11">
            <a:extLst>
              <a:ext uri="{FF2B5EF4-FFF2-40B4-BE49-F238E27FC236}">
                <a16:creationId xmlns:a16="http://schemas.microsoft.com/office/drawing/2014/main" id="{646A9683-7A91-D19E-7F16-548FB286A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534" y="867862"/>
            <a:ext cx="162352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zh-CN" altLang="en-US" sz="10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3.19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A7C396D-ED29-63AA-537D-2A932AF2F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534" y="4839299"/>
            <a:ext cx="937170" cy="51911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221A8B9B-31B8-E88B-B10B-5867751902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011203"/>
              </p:ext>
            </p:extLst>
          </p:nvPr>
        </p:nvGraphicFramePr>
        <p:xfrm>
          <a:off x="2336800" y="1574800"/>
          <a:ext cx="44704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70120" imgH="1714320" progId="Equation.DSMT4">
                  <p:embed/>
                </p:oleObj>
              </mc:Choice>
              <mc:Fallback>
                <p:oleObj name="Equation" r:id="rId2" imgW="4470120" imgH="1714320" progId="Equation.DSMT4">
                  <p:embed/>
                  <p:pic>
                    <p:nvPicPr>
                      <p:cNvPr id="25603" name="Object 5">
                        <a:extLst>
                          <a:ext uri="{FF2B5EF4-FFF2-40B4-BE49-F238E27FC236}">
                            <a16:creationId xmlns:a16="http://schemas.microsoft.com/office/drawing/2014/main" id="{ADF6D788-DEBB-901C-9903-4B18BFB78A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1574800"/>
                        <a:ext cx="4470400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8">
            <a:extLst>
              <a:ext uri="{FF2B5EF4-FFF2-40B4-BE49-F238E27FC236}">
                <a16:creationId xmlns:a16="http://schemas.microsoft.com/office/drawing/2014/main" id="{01D85D0E-8FBD-14DA-D509-DAE1037F6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745" y="867862"/>
            <a:ext cx="4320480" cy="52228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设有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562EFA7-9272-9753-A0AF-4860D256F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534" y="5553674"/>
            <a:ext cx="5329658" cy="51911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齐次线性方程组的系数行列式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E6955C6-CC0A-7DA8-CE1C-A95716414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42" y="3472462"/>
            <a:ext cx="8496300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试问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000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取何值时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此方程组有非零解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?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并在有非零解</a:t>
            </a:r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ADC85E6E-F4B6-3CA7-5A5D-955207BE5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42" y="4121749"/>
            <a:ext cx="4824412" cy="52228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时求其通解及基础解系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72001333-66C7-48E5-B227-2EEF05B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335106736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" grpId="0"/>
      <p:bldP spid="5" grpId="0"/>
      <p:bldP spid="6" grpId="0"/>
      <p:bldP spid="7" grpId="0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5301288B-FDCB-6891-D252-C4A6D981CA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922878"/>
              </p:ext>
            </p:extLst>
          </p:nvPr>
        </p:nvGraphicFramePr>
        <p:xfrm>
          <a:off x="1719511" y="1556420"/>
          <a:ext cx="762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669" imgH="355446" progId="Equation.DSMT4">
                  <p:embed/>
                </p:oleObj>
              </mc:Choice>
              <mc:Fallback>
                <p:oleObj name="Equation" r:id="rId2" imgW="761669" imgH="355446" progId="Equation.DSMT4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23EF4ED2-A92D-244E-F2C7-3C3F74E6C9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511" y="1556420"/>
                        <a:ext cx="762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5C85932E-0B18-F8F4-8C74-197F1669AB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004143"/>
              </p:ext>
            </p:extLst>
          </p:nvPr>
        </p:nvGraphicFramePr>
        <p:xfrm>
          <a:off x="2583111" y="908720"/>
          <a:ext cx="36449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44900" imgH="1625600" progId="Equation.DSMT4">
                  <p:embed/>
                </p:oleObj>
              </mc:Choice>
              <mc:Fallback>
                <p:oleObj name="Equation" r:id="rId4" imgW="3644900" imgH="1625600" progId="Equation.DSMT4">
                  <p:embed/>
                  <p:pic>
                    <p:nvPicPr>
                      <p:cNvPr id="5" name="Object 11">
                        <a:extLst>
                          <a:ext uri="{FF2B5EF4-FFF2-40B4-BE49-F238E27FC236}">
                            <a16:creationId xmlns:a16="http://schemas.microsoft.com/office/drawing/2014/main" id="{433226DD-D4B1-8C7C-42EF-8B1157F321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3111" y="908720"/>
                        <a:ext cx="36449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4392BF33-B315-DAE6-A026-73A6E6FAB5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943292"/>
              </p:ext>
            </p:extLst>
          </p:nvPr>
        </p:nvGraphicFramePr>
        <p:xfrm>
          <a:off x="2583111" y="2637507"/>
          <a:ext cx="42545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254500" imgH="1625600" progId="Equation.DSMT4">
                  <p:embed/>
                </p:oleObj>
              </mc:Choice>
              <mc:Fallback>
                <p:oleObj name="Equation" r:id="rId6" imgW="4254500" imgH="1625600" progId="Equation.DSMT4">
                  <p:embed/>
                  <p:pic>
                    <p:nvPicPr>
                      <p:cNvPr id="13" name="Object 8">
                        <a:extLst>
                          <a:ext uri="{FF2B5EF4-FFF2-40B4-BE49-F238E27FC236}">
                            <a16:creationId xmlns:a16="http://schemas.microsoft.com/office/drawing/2014/main" id="{EC5C7F7F-E153-10DF-18AB-1576AB7983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3111" y="2637507"/>
                        <a:ext cx="42545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13215E3F-503F-4064-55BD-B1BE22F5C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272938"/>
              </p:ext>
            </p:extLst>
          </p:nvPr>
        </p:nvGraphicFramePr>
        <p:xfrm>
          <a:off x="2100511" y="4366294"/>
          <a:ext cx="44831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83100" imgH="1625600" progId="Equation.DSMT4">
                  <p:embed/>
                </p:oleObj>
              </mc:Choice>
              <mc:Fallback>
                <p:oleObj name="Equation" r:id="rId8" imgW="4483100" imgH="1625600" progId="Equation.DSMT4">
                  <p:embed/>
                  <p:pic>
                    <p:nvPicPr>
                      <p:cNvPr id="9" name="Object 10">
                        <a:extLst>
                          <a:ext uri="{FF2B5EF4-FFF2-40B4-BE49-F238E27FC236}">
                            <a16:creationId xmlns:a16="http://schemas.microsoft.com/office/drawing/2014/main" id="{ABB65AE2-124E-4BF1-C124-6B5AA5742E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511" y="4366294"/>
                        <a:ext cx="44831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D94A2620-BAA8-A7CD-BB5C-63A4470289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4714"/>
              </p:ext>
            </p:extLst>
          </p:nvPr>
        </p:nvGraphicFramePr>
        <p:xfrm>
          <a:off x="1608606" y="2731947"/>
          <a:ext cx="8382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8080" imgH="1752480" progId="Equation.DSMT4">
                  <p:embed/>
                </p:oleObj>
              </mc:Choice>
              <mc:Fallback>
                <p:oleObj name="Equation" r:id="rId10" imgW="838080" imgH="1752480" progId="Equation.DSMT4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5301288B-FDCB-6891-D252-C4A6D981CA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606" y="2731947"/>
                        <a:ext cx="8382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0">
            <a:extLst>
              <a:ext uri="{FF2B5EF4-FFF2-40B4-BE49-F238E27FC236}">
                <a16:creationId xmlns:a16="http://schemas.microsoft.com/office/drawing/2014/main" id="{DD60F880-5B0E-470D-9906-21BAA3AB3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249721690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58957DAE-4DE3-DCA4-EC73-837F36571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1802817"/>
              </p:ext>
            </p:extLst>
          </p:nvPr>
        </p:nvGraphicFramePr>
        <p:xfrm>
          <a:off x="1187624" y="3058793"/>
          <a:ext cx="1968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495000" progId="Equation.DSMT4">
                  <p:embed/>
                </p:oleObj>
              </mc:Choice>
              <mc:Fallback>
                <p:oleObj name="Equation" r:id="rId2" imgW="1968480" imgH="4950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8000DF0-90AC-3195-723A-0D5D7A8E1F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058793"/>
                        <a:ext cx="19685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412C44C-01C2-F46D-C9D1-E9B825159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991779"/>
              </p:ext>
            </p:extLst>
          </p:nvPr>
        </p:nvGraphicFramePr>
        <p:xfrm>
          <a:off x="2387130" y="1194601"/>
          <a:ext cx="28194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19160" imgH="1625400" progId="Equation.DSMT4">
                  <p:embed/>
                </p:oleObj>
              </mc:Choice>
              <mc:Fallback>
                <p:oleObj name="Equation" r:id="rId4" imgW="2819160" imgH="1625400" progId="Equation.DSMT4">
                  <p:embed/>
                  <p:pic>
                    <p:nvPicPr>
                      <p:cNvPr id="2" name="Object 5">
                        <a:extLst>
                          <a:ext uri="{FF2B5EF4-FFF2-40B4-BE49-F238E27FC236}">
                            <a16:creationId xmlns:a16="http://schemas.microsoft.com/office/drawing/2014/main" id="{398DB26F-D36C-FA44-FB14-08D1D75288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130" y="1194601"/>
                        <a:ext cx="28194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6">
            <a:extLst>
              <a:ext uri="{FF2B5EF4-FFF2-40B4-BE49-F238E27FC236}">
                <a16:creationId xmlns:a16="http://schemas.microsoft.com/office/drawing/2014/main" id="{F7473148-2680-200C-5AAF-596FAF27E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24" y="3914996"/>
            <a:ext cx="4305352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由于此方程组有非零解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8DA1A9AE-D043-5A09-3FF0-8D88266BB3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319607"/>
              </p:ext>
            </p:extLst>
          </p:nvPr>
        </p:nvGraphicFramePr>
        <p:xfrm>
          <a:off x="5828531" y="4003008"/>
          <a:ext cx="1079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79032" imgH="355446" progId="Equation.DSMT4">
                  <p:embed/>
                </p:oleObj>
              </mc:Choice>
              <mc:Fallback>
                <p:oleObj name="Equation" r:id="rId6" imgW="1079032" imgH="355446" progId="Equation.DSMT4">
                  <p:embed/>
                  <p:pic>
                    <p:nvPicPr>
                      <p:cNvPr id="12" name="Object 2">
                        <a:extLst>
                          <a:ext uri="{FF2B5EF4-FFF2-40B4-BE49-F238E27FC236}">
                            <a16:creationId xmlns:a16="http://schemas.microsoft.com/office/drawing/2014/main" id="{D96215FA-F533-C25A-8515-D5F1001023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8531" y="4003008"/>
                        <a:ext cx="1079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6">
            <a:extLst>
              <a:ext uri="{FF2B5EF4-FFF2-40B4-BE49-F238E27FC236}">
                <a16:creationId xmlns:a16="http://schemas.microsoft.com/office/drawing/2014/main" id="{77B11315-8096-415D-CAD0-A6F76EF00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737" y="4634600"/>
            <a:ext cx="8353425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故当且仅当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latin typeface="Symbol" pitchFamily="18" charset="2"/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latin typeface="Symbol" pitchFamily="18" charset="2"/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latin typeface="Symbol" pitchFamily="18" charset="2"/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latin typeface="Symbol" pitchFamily="18" charset="2"/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itchFamily="18" charset="2"/>
              </a:rPr>
              <a:t>–</a:t>
            </a:r>
            <a:r>
              <a:rPr lang="en-US" altLang="zh-CN" sz="2000" b="1" i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10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此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方程组有非零解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24" name="Object 2">
            <a:extLst>
              <a:ext uri="{FF2B5EF4-FFF2-40B4-BE49-F238E27FC236}">
                <a16:creationId xmlns:a16="http://schemas.microsoft.com/office/drawing/2014/main" id="{5B0B9D99-71C7-E615-6CD3-437382255C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277802"/>
              </p:ext>
            </p:extLst>
          </p:nvPr>
        </p:nvGraphicFramePr>
        <p:xfrm>
          <a:off x="1322388" y="1208088"/>
          <a:ext cx="10033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960" imgH="1752480" progId="Equation.DSMT4">
                  <p:embed/>
                </p:oleObj>
              </mc:Choice>
              <mc:Fallback>
                <p:oleObj name="Equation" r:id="rId8" imgW="1002960" imgH="1752480" progId="Equation.DSMT4">
                  <p:embed/>
                  <p:pic>
                    <p:nvPicPr>
                      <p:cNvPr id="14" name="Object 2">
                        <a:extLst>
                          <a:ext uri="{FF2B5EF4-FFF2-40B4-BE49-F238E27FC236}">
                            <a16:creationId xmlns:a16="http://schemas.microsoft.com/office/drawing/2014/main" id="{D94A2620-BAA8-A7CD-BB5C-63A4470289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1208088"/>
                        <a:ext cx="10033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6">
            <a:extLst>
              <a:ext uri="{FF2B5EF4-FFF2-40B4-BE49-F238E27FC236}">
                <a16:creationId xmlns:a16="http://schemas.microsoft.com/office/drawing/2014/main" id="{023386E3-11DF-9D74-1161-424DFB40E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2" y="3914996"/>
            <a:ext cx="1405584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因此</a:t>
            </a:r>
            <a:endParaRPr lang="en-US" altLang="zh-CN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0A23153C-2994-4530-B257-E652DC057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328490956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359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4C8C166-8FA8-6705-6C07-CEF2422B3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01" y="874292"/>
            <a:ext cx="2592388" cy="52228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当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latin typeface="Symbol" pitchFamily="18" charset="2"/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latin typeface="Symbol" pitchFamily="18" charset="2"/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F14E399-5E9C-7EFF-E2BB-7AA8586CD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251" y="874292"/>
            <a:ext cx="5975350" cy="52228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对系数矩阵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707365DF-38CD-6298-76C2-2AFAEAD997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802569"/>
              </p:ext>
            </p:extLst>
          </p:nvPr>
        </p:nvGraphicFramePr>
        <p:xfrm>
          <a:off x="1462208" y="2168119"/>
          <a:ext cx="635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725" imgH="355446" progId="Equation.DSMT4">
                  <p:embed/>
                </p:oleObj>
              </mc:Choice>
              <mc:Fallback>
                <p:oleObj name="Equation" r:id="rId2" imgW="634725" imgH="355446" progId="Equation.DSMT4">
                  <p:embed/>
                  <p:pic>
                    <p:nvPicPr>
                      <p:cNvPr id="12" name="Object 7">
                        <a:extLst>
                          <a:ext uri="{FF2B5EF4-FFF2-40B4-BE49-F238E27FC236}">
                            <a16:creationId xmlns:a16="http://schemas.microsoft.com/office/drawing/2014/main" id="{827259F1-A38F-A153-6CE2-3DB2E18A75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208" y="2168119"/>
                        <a:ext cx="635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301F3243-97F6-6ABE-E604-DA4F7BF0B0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474127"/>
              </p:ext>
            </p:extLst>
          </p:nvPr>
        </p:nvGraphicFramePr>
        <p:xfrm>
          <a:off x="2097208" y="1538548"/>
          <a:ext cx="19685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500" imgH="1625600" progId="Equation.DSMT4">
                  <p:embed/>
                </p:oleObj>
              </mc:Choice>
              <mc:Fallback>
                <p:oleObj name="Equation" r:id="rId4" imgW="1968500" imgH="1625600" progId="Equation.DSMT4">
                  <p:embed/>
                  <p:pic>
                    <p:nvPicPr>
                      <p:cNvPr id="13" name="Object 8">
                        <a:extLst>
                          <a:ext uri="{FF2B5EF4-FFF2-40B4-BE49-F238E27FC236}">
                            <a16:creationId xmlns:a16="http://schemas.microsoft.com/office/drawing/2014/main" id="{30BF9032-BE0B-2F83-E6BA-CA0C743C52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208" y="1538548"/>
                        <a:ext cx="19685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>
            <a:extLst>
              <a:ext uri="{FF2B5EF4-FFF2-40B4-BE49-F238E27FC236}">
                <a16:creationId xmlns:a16="http://schemas.microsoft.com/office/drawing/2014/main" id="{A195639F-1E1F-1888-E8F7-DD97CA2C83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632299"/>
              </p:ext>
            </p:extLst>
          </p:nvPr>
        </p:nvGraphicFramePr>
        <p:xfrm>
          <a:off x="5097583" y="1545673"/>
          <a:ext cx="19431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43100" imgH="1625600" progId="Equation.DSMT4">
                  <p:embed/>
                </p:oleObj>
              </mc:Choice>
              <mc:Fallback>
                <p:oleObj name="Equation" r:id="rId6" imgW="1943100" imgH="1625600" progId="Equation.DSMT4">
                  <p:embed/>
                  <p:pic>
                    <p:nvPicPr>
                      <p:cNvPr id="19" name="Object 12">
                        <a:extLst>
                          <a:ext uri="{FF2B5EF4-FFF2-40B4-BE49-F238E27FC236}">
                            <a16:creationId xmlns:a16="http://schemas.microsoft.com/office/drawing/2014/main" id="{89C3F46D-A841-5D1D-EB71-9DE277ABDC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7583" y="1545673"/>
                        <a:ext cx="19431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6">
            <a:extLst>
              <a:ext uri="{FF2B5EF4-FFF2-40B4-BE49-F238E27FC236}">
                <a16:creationId xmlns:a16="http://schemas.microsoft.com/office/drawing/2014/main" id="{66B9ECA0-2B4B-80BF-7191-CDF58D162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60" y="3309964"/>
            <a:ext cx="7512340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由此可得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与原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方程组同解的线性方程组为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</a:p>
        </p:txBody>
      </p:sp>
      <p:sp>
        <p:nvSpPr>
          <p:cNvPr id="27" name="Text Box 23">
            <a:extLst>
              <a:ext uri="{FF2B5EF4-FFF2-40B4-BE49-F238E27FC236}">
                <a16:creationId xmlns:a16="http://schemas.microsoft.com/office/drawing/2014/main" id="{C304B160-4796-561D-C32A-A1507119A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71" y="3923010"/>
            <a:ext cx="3817346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–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–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–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4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 </a:t>
            </a:r>
            <a:endParaRPr lang="en-US" altLang="zh-CN" b="1" baseline="-250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7B215BF3-6711-EE2C-9608-7DB0E6266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60" y="4587305"/>
            <a:ext cx="5034219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取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4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为自由未知量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30" name="Text Box 23">
            <a:extLst>
              <a:ext uri="{FF2B5EF4-FFF2-40B4-BE49-F238E27FC236}">
                <a16:creationId xmlns:a16="http://schemas.microsoft.com/office/drawing/2014/main" id="{9FD8DE66-E9AB-0E06-2A89-931CE44CB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032" y="4581973"/>
            <a:ext cx="410616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令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4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 </a:t>
            </a:r>
            <a:endParaRPr lang="en-US" altLang="zh-CN" b="1" baseline="-25000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31" name="Line 47">
            <a:extLst>
              <a:ext uri="{FF2B5EF4-FFF2-40B4-BE49-F238E27FC236}">
                <a16:creationId xmlns:a16="http://schemas.microsoft.com/office/drawing/2014/main" id="{68E71CD4-5AB2-84F0-F371-F5C3CF90DE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3301" y="1921284"/>
            <a:ext cx="1871663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ash"/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zh-CN" altLang="en-US" b="1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2" name="Object 23">
            <a:extLst>
              <a:ext uri="{FF2B5EF4-FFF2-40B4-BE49-F238E27FC236}">
                <a16:creationId xmlns:a16="http://schemas.microsoft.com/office/drawing/2014/main" id="{8929DC54-1ABE-3C8C-66A7-41588ECF3F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367266"/>
              </p:ext>
            </p:extLst>
          </p:nvPr>
        </p:nvGraphicFramePr>
        <p:xfrm>
          <a:off x="4182413" y="1600459"/>
          <a:ext cx="82550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1384200" progId="Equation.DSMT4">
                  <p:embed/>
                </p:oleObj>
              </mc:Choice>
              <mc:Fallback>
                <p:oleObj name="Equation" r:id="rId8" imgW="622080" imgH="1384200" progId="Equation.DSMT4">
                  <p:embed/>
                  <p:pic>
                    <p:nvPicPr>
                      <p:cNvPr id="14" name="Object 23">
                        <a:extLst>
                          <a:ext uri="{FF2B5EF4-FFF2-40B4-BE49-F238E27FC236}">
                            <a16:creationId xmlns:a16="http://schemas.microsoft.com/office/drawing/2014/main" id="{4F675547-DC49-45CF-E27C-4C7DD37B87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2413" y="1600459"/>
                        <a:ext cx="825500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1">
            <a:extLst>
              <a:ext uri="{FF2B5EF4-FFF2-40B4-BE49-F238E27FC236}">
                <a16:creationId xmlns:a16="http://schemas.microsoft.com/office/drawing/2014/main" id="{35182A96-FBDA-B652-58BF-33BDD8261F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519099"/>
              </p:ext>
            </p:extLst>
          </p:nvPr>
        </p:nvGraphicFramePr>
        <p:xfrm>
          <a:off x="724001" y="5348404"/>
          <a:ext cx="2057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57400" imgH="431640" progId="Equation.DSMT4">
                  <p:embed/>
                </p:oleObj>
              </mc:Choice>
              <mc:Fallback>
                <p:oleObj name="Equation" r:id="rId10" imgW="2057400" imgH="431640" progId="Equation.DSMT4">
                  <p:embed/>
                  <p:pic>
                    <p:nvPicPr>
                      <p:cNvPr id="41" name="Object 21">
                        <a:extLst>
                          <a:ext uri="{FF2B5EF4-FFF2-40B4-BE49-F238E27FC236}">
                            <a16:creationId xmlns:a16="http://schemas.microsoft.com/office/drawing/2014/main" id="{B4AA98E9-7342-8E54-336C-4B0BFAD957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001" y="5348404"/>
                        <a:ext cx="2057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6">
            <a:extLst>
              <a:ext uri="{FF2B5EF4-FFF2-40B4-BE49-F238E27FC236}">
                <a16:creationId xmlns:a16="http://schemas.microsoft.com/office/drawing/2014/main" id="{FB75C324-CB9C-B631-3402-F0F28718E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1841" y="5257916"/>
            <a:ext cx="4176463" cy="52228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则此方程组的通解为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917222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7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75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7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1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6" grpId="0"/>
      <p:bldP spid="27" grpId="0" build="p" autoUpdateAnimBg="0"/>
      <p:bldP spid="28" grpId="0" build="p" autoUpdateAnimBg="0" advAuto="0"/>
      <p:bldP spid="30" grpId="0" build="p" autoUpdateAnimBg="0"/>
      <p:bldP spid="3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7">
            <a:extLst>
              <a:ext uri="{FF2B5EF4-FFF2-40B4-BE49-F238E27FC236}">
                <a16:creationId xmlns:a16="http://schemas.microsoft.com/office/drawing/2014/main" id="{BEE4A8BD-9ECC-684E-D1A5-6C0908A1A4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206549"/>
              </p:ext>
            </p:extLst>
          </p:nvPr>
        </p:nvGraphicFramePr>
        <p:xfrm>
          <a:off x="3168650" y="735013"/>
          <a:ext cx="28067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1841400" progId="Equation.DSMT4">
                  <p:embed/>
                </p:oleObj>
              </mc:Choice>
              <mc:Fallback>
                <p:oleObj name="Equation" r:id="rId2" imgW="2806560" imgH="1841400" progId="Equation.DSMT4">
                  <p:embed/>
                  <p:pic>
                    <p:nvPicPr>
                      <p:cNvPr id="8" name="Object 17">
                        <a:extLst>
                          <a:ext uri="{FF2B5EF4-FFF2-40B4-BE49-F238E27FC236}">
                            <a16:creationId xmlns:a16="http://schemas.microsoft.com/office/drawing/2014/main" id="{46B24B69-47CC-C6BF-4F7C-8E434F8390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735013"/>
                        <a:ext cx="28067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>
            <a:extLst>
              <a:ext uri="{FF2B5EF4-FFF2-40B4-BE49-F238E27FC236}">
                <a16:creationId xmlns:a16="http://schemas.microsoft.com/office/drawing/2014/main" id="{DA6A236C-D96C-90BA-4448-EB9365980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1" y="3436560"/>
            <a:ext cx="87957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graphicFrame>
        <p:nvGraphicFramePr>
          <p:cNvPr id="10" name="Object 18">
            <a:extLst>
              <a:ext uri="{FF2B5EF4-FFF2-40B4-BE49-F238E27FC236}">
                <a16:creationId xmlns:a16="http://schemas.microsoft.com/office/drawing/2014/main" id="{0EB0EF4C-D4E2-1AEA-9F31-F3E18A01E7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852054"/>
              </p:ext>
            </p:extLst>
          </p:nvPr>
        </p:nvGraphicFramePr>
        <p:xfrm>
          <a:off x="1243079" y="2755138"/>
          <a:ext cx="10541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100" imgH="1841500" progId="Equation.DSMT4">
                  <p:embed/>
                </p:oleObj>
              </mc:Choice>
              <mc:Fallback>
                <p:oleObj name="Equation" r:id="rId4" imgW="1054100" imgH="1841500" progId="Equation.DSMT4">
                  <p:embed/>
                  <p:pic>
                    <p:nvPicPr>
                      <p:cNvPr id="38" name="Object 18">
                        <a:extLst>
                          <a:ext uri="{FF2B5EF4-FFF2-40B4-BE49-F238E27FC236}">
                            <a16:creationId xmlns:a16="http://schemas.microsoft.com/office/drawing/2014/main" id="{75C68B55-15A8-1A61-FCA2-486932D781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79" y="2755138"/>
                        <a:ext cx="10541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9">
            <a:extLst>
              <a:ext uri="{FF2B5EF4-FFF2-40B4-BE49-F238E27FC236}">
                <a16:creationId xmlns:a16="http://schemas.microsoft.com/office/drawing/2014/main" id="{2C8EE84D-26F7-F72C-3400-A476C0361B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90275"/>
              </p:ext>
            </p:extLst>
          </p:nvPr>
        </p:nvGraphicFramePr>
        <p:xfrm>
          <a:off x="2338504" y="2792761"/>
          <a:ext cx="40259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25900" imgH="1752600" progId="Equation.DSMT4">
                  <p:embed/>
                </p:oleObj>
              </mc:Choice>
              <mc:Fallback>
                <p:oleObj name="Equation" r:id="rId6" imgW="4025900" imgH="1752600" progId="Equation.DSMT4">
                  <p:embed/>
                  <p:pic>
                    <p:nvPicPr>
                      <p:cNvPr id="39" name="Object 19">
                        <a:extLst>
                          <a:ext uri="{FF2B5EF4-FFF2-40B4-BE49-F238E27FC236}">
                            <a16:creationId xmlns:a16="http://schemas.microsoft.com/office/drawing/2014/main" id="{81BAC00B-A202-430B-C756-C3A971CB50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504" y="2792761"/>
                        <a:ext cx="40259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1">
            <a:extLst>
              <a:ext uri="{FF2B5EF4-FFF2-40B4-BE49-F238E27FC236}">
                <a16:creationId xmlns:a16="http://schemas.microsoft.com/office/drawing/2014/main" id="{18ABFAB0-599B-5FF9-7988-4D70DDB5BF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271852"/>
              </p:ext>
            </p:extLst>
          </p:nvPr>
        </p:nvGraphicFramePr>
        <p:xfrm>
          <a:off x="6552122" y="3453161"/>
          <a:ext cx="2057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57400" imgH="431640" progId="Equation.DSMT4">
                  <p:embed/>
                </p:oleObj>
              </mc:Choice>
              <mc:Fallback>
                <p:oleObj name="Equation" r:id="rId8" imgW="2057400" imgH="431640" progId="Equation.DSMT4">
                  <p:embed/>
                  <p:pic>
                    <p:nvPicPr>
                      <p:cNvPr id="41" name="Object 21">
                        <a:extLst>
                          <a:ext uri="{FF2B5EF4-FFF2-40B4-BE49-F238E27FC236}">
                            <a16:creationId xmlns:a16="http://schemas.microsoft.com/office/drawing/2014/main" id="{B4AA98E9-7342-8E54-336C-4B0BFAD957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2122" y="3453161"/>
                        <a:ext cx="2057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6">
            <a:extLst>
              <a:ext uri="{FF2B5EF4-FFF2-40B4-BE49-F238E27FC236}">
                <a16:creationId xmlns:a16="http://schemas.microsoft.com/office/drawing/2014/main" id="{952CF397-87FF-0C76-0D29-F35100269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74" y="5254589"/>
            <a:ext cx="4722466" cy="52228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此方程组的基础解系为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33" name="Object 8">
            <a:extLst>
              <a:ext uri="{FF2B5EF4-FFF2-40B4-BE49-F238E27FC236}">
                <a16:creationId xmlns:a16="http://schemas.microsoft.com/office/drawing/2014/main" id="{220951B8-9441-04B9-3C2F-8733867A07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2443356"/>
              </p:ext>
            </p:extLst>
          </p:nvPr>
        </p:nvGraphicFramePr>
        <p:xfrm>
          <a:off x="4063652" y="4645756"/>
          <a:ext cx="15494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49400" imgH="1752600" progId="Equation.DSMT4">
                  <p:embed/>
                </p:oleObj>
              </mc:Choice>
              <mc:Fallback>
                <p:oleObj name="Equation" r:id="rId10" imgW="1549400" imgH="1752600" progId="Equation.DSMT4">
                  <p:embed/>
                  <p:pic>
                    <p:nvPicPr>
                      <p:cNvPr id="15" name="Object 8">
                        <a:extLst>
                          <a:ext uri="{FF2B5EF4-FFF2-40B4-BE49-F238E27FC236}">
                            <a16:creationId xmlns:a16="http://schemas.microsoft.com/office/drawing/2014/main" id="{11A18C68-18D4-8A35-2DFF-D758BED6BF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3652" y="4645756"/>
                        <a:ext cx="15494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9">
            <a:extLst>
              <a:ext uri="{FF2B5EF4-FFF2-40B4-BE49-F238E27FC236}">
                <a16:creationId xmlns:a16="http://schemas.microsoft.com/office/drawing/2014/main" id="{3011873E-FA32-8EDE-F5D1-6D8421CBC6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999793"/>
              </p:ext>
            </p:extLst>
          </p:nvPr>
        </p:nvGraphicFramePr>
        <p:xfrm>
          <a:off x="5708677" y="4645756"/>
          <a:ext cx="15748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74800" imgH="1752600" progId="Equation.DSMT4">
                  <p:embed/>
                </p:oleObj>
              </mc:Choice>
              <mc:Fallback>
                <p:oleObj name="Equation" r:id="rId12" imgW="1574800" imgH="1752600" progId="Equation.DSMT4">
                  <p:embed/>
                  <p:pic>
                    <p:nvPicPr>
                      <p:cNvPr id="16" name="Object 9">
                        <a:extLst>
                          <a:ext uri="{FF2B5EF4-FFF2-40B4-BE49-F238E27FC236}">
                            <a16:creationId xmlns:a16="http://schemas.microsoft.com/office/drawing/2014/main" id="{6A784E76-FEA7-2429-50FB-5BFAAF2D40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677" y="4645756"/>
                        <a:ext cx="15748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0">
            <a:extLst>
              <a:ext uri="{FF2B5EF4-FFF2-40B4-BE49-F238E27FC236}">
                <a16:creationId xmlns:a16="http://schemas.microsoft.com/office/drawing/2014/main" id="{A562C3A4-C256-CD2A-0F96-081A33D98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914686"/>
              </p:ext>
            </p:extLst>
          </p:nvPr>
        </p:nvGraphicFramePr>
        <p:xfrm>
          <a:off x="7352041" y="4645756"/>
          <a:ext cx="15621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62100" imgH="1752600" progId="Equation.DSMT4">
                  <p:embed/>
                </p:oleObj>
              </mc:Choice>
              <mc:Fallback>
                <p:oleObj name="Equation" r:id="rId14" imgW="1562100" imgH="1752600" progId="Equation.DSMT4">
                  <p:embed/>
                  <p:pic>
                    <p:nvPicPr>
                      <p:cNvPr id="17" name="Object 10">
                        <a:extLst>
                          <a:ext uri="{FF2B5EF4-FFF2-40B4-BE49-F238E27FC236}">
                            <a16:creationId xmlns:a16="http://schemas.microsoft.com/office/drawing/2014/main" id="{C5FA2A15-4ED3-1C65-7CC4-C7D41C5C91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2041" y="4645756"/>
                        <a:ext cx="15621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0">
            <a:extLst>
              <a:ext uri="{FF2B5EF4-FFF2-40B4-BE49-F238E27FC236}">
                <a16:creationId xmlns:a16="http://schemas.microsoft.com/office/drawing/2014/main" id="{33183FE8-F6BD-43D9-B477-ED17D22FE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221239349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7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>
            <a:extLst>
              <a:ext uri="{FF2B5EF4-FFF2-40B4-BE49-F238E27FC236}">
                <a16:creationId xmlns:a16="http://schemas.microsoft.com/office/drawing/2014/main" id="{35070028-A1FE-2F90-473F-C21B580F0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4" y="950358"/>
            <a:ext cx="2808287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当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itchFamily="18" charset="2"/>
              </a:rPr>
              <a:t>–</a:t>
            </a:r>
            <a:r>
              <a:rPr lang="en-US" altLang="zh-CN" sz="2000" b="1" i="1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10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C89A779-71FD-5719-1CC9-A48111FA2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1926" y="950358"/>
            <a:ext cx="5767573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对系数矩阵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6B4F8A4F-5894-8F55-AE63-E00A1F830C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826215"/>
              </p:ext>
            </p:extLst>
          </p:nvPr>
        </p:nvGraphicFramePr>
        <p:xfrm>
          <a:off x="1441505" y="1709871"/>
          <a:ext cx="27178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800" imgH="1625600" progId="Equation.DSMT4">
                  <p:embed/>
                </p:oleObj>
              </mc:Choice>
              <mc:Fallback>
                <p:oleObj name="Equation" r:id="rId2" imgW="2717800" imgH="1625600" progId="Equation.DSMT4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EFE9AE11-40C3-F2F7-6D14-139575286F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505" y="1709871"/>
                        <a:ext cx="27178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54580EE2-8092-084E-EE77-423A7192AB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777869"/>
              </p:ext>
            </p:extLst>
          </p:nvPr>
        </p:nvGraphicFramePr>
        <p:xfrm>
          <a:off x="5058319" y="1709871"/>
          <a:ext cx="32004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00400" imgH="1625600" progId="Equation.DSMT4">
                  <p:embed/>
                </p:oleObj>
              </mc:Choice>
              <mc:Fallback>
                <p:oleObj name="Equation" r:id="rId4" imgW="3200400" imgH="162560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A4BDBF08-B195-B051-0A24-256E1FF3D7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8319" y="1709871"/>
                        <a:ext cx="32004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>
            <a:extLst>
              <a:ext uri="{FF2B5EF4-FFF2-40B4-BE49-F238E27FC236}">
                <a16:creationId xmlns:a16="http://schemas.microsoft.com/office/drawing/2014/main" id="{34393D6C-2602-325C-4A06-6449BF0CDE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477042"/>
              </p:ext>
            </p:extLst>
          </p:nvPr>
        </p:nvGraphicFramePr>
        <p:xfrm>
          <a:off x="739371" y="2371334"/>
          <a:ext cx="635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725" imgH="355446" progId="Equation.DSMT4">
                  <p:embed/>
                </p:oleObj>
              </mc:Choice>
              <mc:Fallback>
                <p:oleObj name="Equation" r:id="rId6" imgW="634725" imgH="355446" progId="Equation.DSMT4">
                  <p:embed/>
                  <p:pic>
                    <p:nvPicPr>
                      <p:cNvPr id="16" name="Object 8">
                        <a:extLst>
                          <a:ext uri="{FF2B5EF4-FFF2-40B4-BE49-F238E27FC236}">
                            <a16:creationId xmlns:a16="http://schemas.microsoft.com/office/drawing/2014/main" id="{86B7FD7B-5A39-709D-E683-4A41710FDD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371" y="2371334"/>
                        <a:ext cx="635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1">
            <a:extLst>
              <a:ext uri="{FF2B5EF4-FFF2-40B4-BE49-F238E27FC236}">
                <a16:creationId xmlns:a16="http://schemas.microsoft.com/office/drawing/2014/main" id="{8D3E7CD1-39AA-3C29-7521-C312C505D4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318059"/>
              </p:ext>
            </p:extLst>
          </p:nvPr>
        </p:nvGraphicFramePr>
        <p:xfrm>
          <a:off x="2016131" y="3571109"/>
          <a:ext cx="21336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33600" imgH="1625600" progId="Equation.DSMT4">
                  <p:embed/>
                </p:oleObj>
              </mc:Choice>
              <mc:Fallback>
                <p:oleObj name="Equation" r:id="rId8" imgW="2133600" imgH="1625600" progId="Equation.DSMT4">
                  <p:embed/>
                  <p:pic>
                    <p:nvPicPr>
                      <p:cNvPr id="21" name="Object 11">
                        <a:extLst>
                          <a:ext uri="{FF2B5EF4-FFF2-40B4-BE49-F238E27FC236}">
                            <a16:creationId xmlns:a16="http://schemas.microsoft.com/office/drawing/2014/main" id="{809A1ACE-A6B0-DADD-775E-17EA556FF3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1" y="3571109"/>
                        <a:ext cx="21336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9">
            <a:extLst>
              <a:ext uri="{FF2B5EF4-FFF2-40B4-BE49-F238E27FC236}">
                <a16:creationId xmlns:a16="http://schemas.microsoft.com/office/drawing/2014/main" id="{D450D9C6-DA90-9729-4AB6-3D650DE2E2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355187"/>
              </p:ext>
            </p:extLst>
          </p:nvPr>
        </p:nvGraphicFramePr>
        <p:xfrm>
          <a:off x="4933860" y="3574297"/>
          <a:ext cx="21336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33600" imgH="1625600" progId="Equation.DSMT4">
                  <p:embed/>
                </p:oleObj>
              </mc:Choice>
              <mc:Fallback>
                <p:oleObj name="Equation" r:id="rId10" imgW="2133600" imgH="1625600" progId="Equation.DSMT4">
                  <p:embed/>
                  <p:pic>
                    <p:nvPicPr>
                      <p:cNvPr id="36" name="Object 19">
                        <a:extLst>
                          <a:ext uri="{FF2B5EF4-FFF2-40B4-BE49-F238E27FC236}">
                            <a16:creationId xmlns:a16="http://schemas.microsoft.com/office/drawing/2014/main" id="{BA9ABE6F-FCEC-DEBF-097E-837415B9A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3860" y="3574297"/>
                        <a:ext cx="21336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6">
            <a:extLst>
              <a:ext uri="{FF2B5EF4-FFF2-40B4-BE49-F238E27FC236}">
                <a16:creationId xmlns:a16="http://schemas.microsoft.com/office/drawing/2014/main" id="{60CB4B1F-695A-8745-C650-A1A467EA1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64" y="5373022"/>
            <a:ext cx="3895142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由此可知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R(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4,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39" name="Text Box 11">
            <a:extLst>
              <a:ext uri="{FF2B5EF4-FFF2-40B4-BE49-F238E27FC236}">
                <a16:creationId xmlns:a16="http://schemas.microsoft.com/office/drawing/2014/main" id="{93148B35-AB9E-024A-64AB-61F188A90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192" y="5372695"/>
            <a:ext cx="44033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故方程组有无穷多组解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pSp>
        <p:nvGrpSpPr>
          <p:cNvPr id="41" name="组合 33">
            <a:extLst>
              <a:ext uri="{FF2B5EF4-FFF2-40B4-BE49-F238E27FC236}">
                <a16:creationId xmlns:a16="http://schemas.microsoft.com/office/drawing/2014/main" id="{A471F1D0-E1E5-6B63-FC9E-2944B5B0ACFC}"/>
              </a:ext>
            </a:extLst>
          </p:cNvPr>
          <p:cNvGrpSpPr>
            <a:grpSpLocks/>
          </p:cNvGrpSpPr>
          <p:nvPr/>
        </p:nvGrpSpPr>
        <p:grpSpPr bwMode="auto">
          <a:xfrm>
            <a:off x="5149760" y="4006097"/>
            <a:ext cx="1871662" cy="719138"/>
            <a:chOff x="3203848" y="1268760"/>
            <a:chExt cx="1872208" cy="720080"/>
          </a:xfrm>
        </p:grpSpPr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EB82A362-0C49-DA4B-4C4B-C16629F52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3848" y="1268760"/>
              <a:ext cx="88453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14">
              <a:extLst>
                <a:ext uri="{FF2B5EF4-FFF2-40B4-BE49-F238E27FC236}">
                  <a16:creationId xmlns:a16="http://schemas.microsoft.com/office/drawing/2014/main" id="{7CFBD300-8549-2AA3-5B46-FA386647F3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7944" y="1268760"/>
              <a:ext cx="0" cy="3600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15">
              <a:extLst>
                <a:ext uri="{FF2B5EF4-FFF2-40B4-BE49-F238E27FC236}">
                  <a16:creationId xmlns:a16="http://schemas.microsoft.com/office/drawing/2014/main" id="{ADBECE39-BF63-F409-D8C6-14242F00A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7944" y="1628800"/>
              <a:ext cx="56119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6">
              <a:extLst>
                <a:ext uri="{FF2B5EF4-FFF2-40B4-BE49-F238E27FC236}">
                  <a16:creationId xmlns:a16="http://schemas.microsoft.com/office/drawing/2014/main" id="{2A589861-6C2B-7F2A-976A-A666947A5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4008" y="1628800"/>
              <a:ext cx="0" cy="3600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17">
              <a:extLst>
                <a:ext uri="{FF2B5EF4-FFF2-40B4-BE49-F238E27FC236}">
                  <a16:creationId xmlns:a16="http://schemas.microsoft.com/office/drawing/2014/main" id="{46F5E4EB-62D9-3385-6171-BE9A14B87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4008" y="1988840"/>
              <a:ext cx="43204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7" name="Object 23">
            <a:extLst>
              <a:ext uri="{FF2B5EF4-FFF2-40B4-BE49-F238E27FC236}">
                <a16:creationId xmlns:a16="http://schemas.microsoft.com/office/drawing/2014/main" id="{E6B9EE91-8B9C-0829-8640-D0E0E63C26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2641"/>
              </p:ext>
            </p:extLst>
          </p:nvPr>
        </p:nvGraphicFramePr>
        <p:xfrm>
          <a:off x="4171104" y="1716320"/>
          <a:ext cx="82550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22080" imgH="1384200" progId="Equation.DSMT4">
                  <p:embed/>
                </p:oleObj>
              </mc:Choice>
              <mc:Fallback>
                <p:oleObj name="Equation" r:id="rId12" imgW="622080" imgH="1384200" progId="Equation.DSMT4">
                  <p:embed/>
                  <p:pic>
                    <p:nvPicPr>
                      <p:cNvPr id="32" name="Object 23">
                        <a:extLst>
                          <a:ext uri="{FF2B5EF4-FFF2-40B4-BE49-F238E27FC236}">
                            <a16:creationId xmlns:a16="http://schemas.microsoft.com/office/drawing/2014/main" id="{8929DC54-1ABE-3C8C-66A7-41588ECF3F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104" y="1716320"/>
                        <a:ext cx="825500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3">
            <a:extLst>
              <a:ext uri="{FF2B5EF4-FFF2-40B4-BE49-F238E27FC236}">
                <a16:creationId xmlns:a16="http://schemas.microsoft.com/office/drawing/2014/main" id="{8966E1C4-7766-569D-C332-0D08DD1A0A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620664"/>
              </p:ext>
            </p:extLst>
          </p:nvPr>
        </p:nvGraphicFramePr>
        <p:xfrm>
          <a:off x="899650" y="3594695"/>
          <a:ext cx="1062037" cy="190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99920" imgH="1434960" progId="Equation.DSMT4">
                  <p:embed/>
                </p:oleObj>
              </mc:Choice>
              <mc:Fallback>
                <p:oleObj name="Equation" r:id="rId14" imgW="799920" imgH="1434960" progId="Equation.DSMT4">
                  <p:embed/>
                  <p:pic>
                    <p:nvPicPr>
                      <p:cNvPr id="47" name="Object 23">
                        <a:extLst>
                          <a:ext uri="{FF2B5EF4-FFF2-40B4-BE49-F238E27FC236}">
                            <a16:creationId xmlns:a16="http://schemas.microsoft.com/office/drawing/2014/main" id="{E6B9EE91-8B9C-0829-8640-D0E0E63C26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650" y="3594695"/>
                        <a:ext cx="1062037" cy="190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23">
            <a:extLst>
              <a:ext uri="{FF2B5EF4-FFF2-40B4-BE49-F238E27FC236}">
                <a16:creationId xmlns:a16="http://schemas.microsoft.com/office/drawing/2014/main" id="{C1DB2FA9-EA7C-2F31-DE1F-247C94D4A1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123834"/>
              </p:ext>
            </p:extLst>
          </p:nvPr>
        </p:nvGraphicFramePr>
        <p:xfrm>
          <a:off x="4222191" y="3592281"/>
          <a:ext cx="657225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95000" imgH="1384200" progId="Equation.DSMT4">
                  <p:embed/>
                </p:oleObj>
              </mc:Choice>
              <mc:Fallback>
                <p:oleObj name="Equation" r:id="rId16" imgW="495000" imgH="1384200" progId="Equation.DSMT4">
                  <p:embed/>
                  <p:pic>
                    <p:nvPicPr>
                      <p:cNvPr id="48" name="Object 23">
                        <a:extLst>
                          <a:ext uri="{FF2B5EF4-FFF2-40B4-BE49-F238E27FC236}">
                            <a16:creationId xmlns:a16="http://schemas.microsoft.com/office/drawing/2014/main" id="{8966E1C4-7766-569D-C332-0D08DD1A0A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191" y="3592281"/>
                        <a:ext cx="657225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0">
            <a:extLst>
              <a:ext uri="{FF2B5EF4-FFF2-40B4-BE49-F238E27FC236}">
                <a16:creationId xmlns:a16="http://schemas.microsoft.com/office/drawing/2014/main" id="{4AE21CD9-1C0E-4553-9B49-C239C9AAE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85380089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75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8" grpId="0"/>
      <p:bldP spid="39" grpId="0" build="p" autoUpdateAnimBg="0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A49779DA-897E-2975-A009-0216B2DD6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261" y="1993100"/>
            <a:ext cx="3711739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选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为自由未知量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6" name="Text Box 23">
            <a:extLst>
              <a:ext uri="{FF2B5EF4-FFF2-40B4-BE49-F238E27FC236}">
                <a16:creationId xmlns:a16="http://schemas.microsoft.com/office/drawing/2014/main" id="{BB27D883-3D4A-3ECF-F9E4-640FEE893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013" y="1999872"/>
            <a:ext cx="1945163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令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c </a:t>
            </a:r>
            <a:endParaRPr lang="en-US" altLang="zh-CN" b="1" baseline="-25000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5C171DED-0024-0923-AD61-9142CD1AF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261" y="3264698"/>
            <a:ext cx="4296941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故此方程组的通解为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ED1C9B93-207D-601D-6205-2B4B7C778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261" y="5050681"/>
            <a:ext cx="975435" cy="52228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即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23" name="Object 18">
            <a:extLst>
              <a:ext uri="{FF2B5EF4-FFF2-40B4-BE49-F238E27FC236}">
                <a16:creationId xmlns:a16="http://schemas.microsoft.com/office/drawing/2014/main" id="{DB5FE7F6-4113-B72D-9CB5-3CBEA24231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9294399"/>
              </p:ext>
            </p:extLst>
          </p:nvPr>
        </p:nvGraphicFramePr>
        <p:xfrm>
          <a:off x="3861802" y="4581128"/>
          <a:ext cx="19939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1841400" progId="Equation.DSMT4">
                  <p:embed/>
                </p:oleObj>
              </mc:Choice>
              <mc:Fallback>
                <p:oleObj name="Equation" r:id="rId2" imgW="1993680" imgH="1841400" progId="Equation.DSMT4">
                  <p:embed/>
                  <p:pic>
                    <p:nvPicPr>
                      <p:cNvPr id="12" name="Object 18">
                        <a:extLst>
                          <a:ext uri="{FF2B5EF4-FFF2-40B4-BE49-F238E27FC236}">
                            <a16:creationId xmlns:a16="http://schemas.microsoft.com/office/drawing/2014/main" id="{B2E378FB-CDD3-A834-5442-5011A411E1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1802" y="4581128"/>
                        <a:ext cx="19939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1">
            <a:extLst>
              <a:ext uri="{FF2B5EF4-FFF2-40B4-BE49-F238E27FC236}">
                <a16:creationId xmlns:a16="http://schemas.microsoft.com/office/drawing/2014/main" id="{A0A68CE9-B51A-AFF8-4938-3C006F597D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923032"/>
              </p:ext>
            </p:extLst>
          </p:nvPr>
        </p:nvGraphicFramePr>
        <p:xfrm>
          <a:off x="5766763" y="2107707"/>
          <a:ext cx="115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600" imgH="393480" progId="Equation.DSMT4">
                  <p:embed/>
                </p:oleObj>
              </mc:Choice>
              <mc:Fallback>
                <p:oleObj name="Equation" r:id="rId4" imgW="1155600" imgH="393480" progId="Equation.DSMT4">
                  <p:embed/>
                  <p:pic>
                    <p:nvPicPr>
                      <p:cNvPr id="14" name="Object 21">
                        <a:extLst>
                          <a:ext uri="{FF2B5EF4-FFF2-40B4-BE49-F238E27FC236}">
                            <a16:creationId xmlns:a16="http://schemas.microsoft.com/office/drawing/2014/main" id="{B853551A-7D4C-1617-ED02-5F9367BFB2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6763" y="2107707"/>
                        <a:ext cx="1155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7">
            <a:extLst>
              <a:ext uri="{FF2B5EF4-FFF2-40B4-BE49-F238E27FC236}">
                <a16:creationId xmlns:a16="http://schemas.microsoft.com/office/drawing/2014/main" id="{E2468B2B-ACB7-28A9-585A-BFA666C242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452447"/>
              </p:ext>
            </p:extLst>
          </p:nvPr>
        </p:nvGraphicFramePr>
        <p:xfrm>
          <a:off x="3784600" y="476672"/>
          <a:ext cx="15748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640" imgH="1396800" progId="Equation.DSMT4">
                  <p:embed/>
                </p:oleObj>
              </mc:Choice>
              <mc:Fallback>
                <p:oleObj name="Equation" r:id="rId6" imgW="1574640" imgH="1396800" progId="Equation.DSMT4">
                  <p:embed/>
                  <p:pic>
                    <p:nvPicPr>
                      <p:cNvPr id="16" name="Object 17">
                        <a:extLst>
                          <a:ext uri="{FF2B5EF4-FFF2-40B4-BE49-F238E27FC236}">
                            <a16:creationId xmlns:a16="http://schemas.microsoft.com/office/drawing/2014/main" id="{DD1384CF-B497-855C-82A7-7F2F5AE968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0" y="476672"/>
                        <a:ext cx="15748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1">
            <a:extLst>
              <a:ext uri="{FF2B5EF4-FFF2-40B4-BE49-F238E27FC236}">
                <a16:creationId xmlns:a16="http://schemas.microsoft.com/office/drawing/2014/main" id="{1D328A1B-6D15-6DE6-064B-AF6A59A05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261" y="883403"/>
            <a:ext cx="8855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30" name="Object 17">
            <a:extLst>
              <a:ext uri="{FF2B5EF4-FFF2-40B4-BE49-F238E27FC236}">
                <a16:creationId xmlns:a16="http://schemas.microsoft.com/office/drawing/2014/main" id="{8BFF3614-120F-FBBD-95CD-8FF9DB5D77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047852"/>
              </p:ext>
            </p:extLst>
          </p:nvPr>
        </p:nvGraphicFramePr>
        <p:xfrm>
          <a:off x="4458702" y="2627946"/>
          <a:ext cx="13970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0" imgH="1841400" progId="Equation.DSMT4">
                  <p:embed/>
                </p:oleObj>
              </mc:Choice>
              <mc:Fallback>
                <p:oleObj name="Equation" r:id="rId8" imgW="1396800" imgH="1841400" progId="Equation.DSMT4">
                  <p:embed/>
                  <p:pic>
                    <p:nvPicPr>
                      <p:cNvPr id="37" name="Object 17">
                        <a:extLst>
                          <a:ext uri="{FF2B5EF4-FFF2-40B4-BE49-F238E27FC236}">
                            <a16:creationId xmlns:a16="http://schemas.microsoft.com/office/drawing/2014/main" id="{CF50A995-00AB-D188-8000-B8E66B5EDB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702" y="2627946"/>
                        <a:ext cx="139700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0">
            <a:extLst>
              <a:ext uri="{FF2B5EF4-FFF2-40B4-BE49-F238E27FC236}">
                <a16:creationId xmlns:a16="http://schemas.microsoft.com/office/drawing/2014/main" id="{23684CE7-4440-459B-BFCF-BBB251EB1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235923566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2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6" grpId="0"/>
      <p:bldP spid="10" grpId="0"/>
      <p:bldP spid="17" grpId="0"/>
      <p:bldP spid="29" grpId="0" build="p" autoUpdateAnimBg="0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E7F461DE-D25A-D1C7-1217-E6B5E380A416}"/>
              </a:ext>
            </a:extLst>
          </p:cNvPr>
          <p:cNvSpPr txBox="1"/>
          <p:nvPr/>
        </p:nvSpPr>
        <p:spPr>
          <a:xfrm>
            <a:off x="571860" y="2889052"/>
            <a:ext cx="8000280" cy="3247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在例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3.19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= –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对应的齐次线性方程组求解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过程中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取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自由未知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量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的方法与前面介绍的方法略有不同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因此求出的方程组的基础解系与常规做法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所得的结果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不同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从另一个侧面验证了齐次线性方程组的基础解系不唯一这个事实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6" name="Object 7">
            <a:extLst>
              <a:ext uri="{FF2B5EF4-FFF2-40B4-BE49-F238E27FC236}">
                <a16:creationId xmlns:a16="http://schemas.microsoft.com/office/drawing/2014/main" id="{A78CF767-A555-960C-50CD-2B104FF79E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263404"/>
              </p:ext>
            </p:extLst>
          </p:nvPr>
        </p:nvGraphicFramePr>
        <p:xfrm>
          <a:off x="4761930" y="725612"/>
          <a:ext cx="12573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120" imgH="1752480" progId="Equation.DSMT4">
                  <p:embed/>
                </p:oleObj>
              </mc:Choice>
              <mc:Fallback>
                <p:oleObj name="Equation" r:id="rId2" imgW="1257120" imgH="1752480" progId="Equation.DSMT4">
                  <p:embed/>
                  <p:pic>
                    <p:nvPicPr>
                      <p:cNvPr id="26" name="Object 7">
                        <a:extLst>
                          <a:ext uri="{FF2B5EF4-FFF2-40B4-BE49-F238E27FC236}">
                            <a16:creationId xmlns:a16="http://schemas.microsoft.com/office/drawing/2014/main" id="{A78CF767-A555-960C-50CD-2B104FF79E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1930" y="725612"/>
                        <a:ext cx="12573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6">
            <a:extLst>
              <a:ext uri="{FF2B5EF4-FFF2-40B4-BE49-F238E27FC236}">
                <a16:creationId xmlns:a16="http://schemas.microsoft.com/office/drawing/2014/main" id="{684CC9CF-70C2-FD24-909E-8F886F1D6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340768"/>
            <a:ext cx="4608512" cy="52228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此方程组的基础解系为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A0A223B-5608-7E6E-A60D-A0401CDC6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230" y="2258418"/>
            <a:ext cx="936104" cy="5847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sz="32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注</a:t>
            </a:r>
            <a:endParaRPr lang="en-US" altLang="zh-CN" sz="32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B25999-DA9C-CB15-C5C1-3CC7137D6514}"/>
              </a:ext>
            </a:extLst>
          </p:cNvPr>
          <p:cNvSpPr txBox="1"/>
          <p:nvPr/>
        </p:nvSpPr>
        <p:spPr>
          <a:xfrm>
            <a:off x="2286000" y="27092974"/>
            <a:ext cx="4572000" cy="1308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l">
              <a:lnSpc>
                <a:spcPct val="150000"/>
              </a:lnSpc>
            </a:pP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– 10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对应的齐次线性方程组求解时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5E9EBDB8-0C50-4827-BB0E-3155B5745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202298028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77C4950A-A008-BF11-AC63-EC3860C6F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736466"/>
            <a:ext cx="151216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zh-CN" altLang="en-US" sz="10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3.20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869BDEF-6AE4-53DA-0311-52FFDE524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47" y="3216517"/>
            <a:ext cx="738689" cy="52200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C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1BD73AE1-9BB1-2C54-F05F-3D0492A2B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529954"/>
              </p:ext>
            </p:extLst>
          </p:nvPr>
        </p:nvGraphicFramePr>
        <p:xfrm>
          <a:off x="3289300" y="1431050"/>
          <a:ext cx="25654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65360" imgH="1625400" progId="Equation.DSMT4">
                  <p:embed/>
                </p:oleObj>
              </mc:Choice>
              <mc:Fallback>
                <p:oleObj name="Equation" r:id="rId2" imgW="2565360" imgH="162540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221A8B9B-31B8-E88B-B10B-5867751902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1431050"/>
                        <a:ext cx="25654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>
            <a:extLst>
              <a:ext uri="{FF2B5EF4-FFF2-40B4-BE49-F238E27FC236}">
                <a16:creationId xmlns:a16="http://schemas.microsoft.com/office/drawing/2014/main" id="{BDFC5002-1C70-0E12-D34B-CD8AAA315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735534"/>
            <a:ext cx="7056784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求一个齐次线性方程组</a:t>
            </a:r>
            <a:r>
              <a:rPr lang="en-US" altLang="zh-CN" b="1" dirty="0"/>
              <a:t>,</a:t>
            </a:r>
            <a:r>
              <a:rPr lang="en-US" altLang="zh-CN" sz="1000" b="1" dirty="0"/>
              <a:t> </a:t>
            </a:r>
            <a:r>
              <a:rPr lang="zh-CN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使它的基础解系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90C6E5C-0071-F987-F1E6-0EE5234C8E13}"/>
              </a:ext>
            </a:extLst>
          </p:cNvPr>
          <p:cNvSpPr txBox="1"/>
          <p:nvPr/>
        </p:nvSpPr>
        <p:spPr>
          <a:xfrm>
            <a:off x="1051992" y="3228706"/>
            <a:ext cx="5976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设所求的齐次线性方程组为</a:t>
            </a:r>
            <a:r>
              <a:rPr lang="en-US" altLang="zh-CN" sz="16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Ax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45A4161-F490-FF3B-A6CE-6E1AE97D5B46}"/>
              </a:ext>
            </a:extLst>
          </p:cNvPr>
          <p:cNvSpPr txBox="1"/>
          <p:nvPr/>
        </p:nvSpPr>
        <p:spPr>
          <a:xfrm>
            <a:off x="6689704" y="3228706"/>
            <a:ext cx="22697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且矩阵</a:t>
            </a:r>
            <a:r>
              <a:rPr lang="en-US" altLang="zh-CN" sz="16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16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49BB06-0FFC-6889-0D3C-FFDBC40FC642}"/>
              </a:ext>
            </a:extLst>
          </p:cNvPr>
          <p:cNvSpPr txBox="1"/>
          <p:nvPr/>
        </p:nvSpPr>
        <p:spPr>
          <a:xfrm>
            <a:off x="518464" y="3923982"/>
            <a:ext cx="2770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行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向量形如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4" name="Object 7">
            <a:extLst>
              <a:ext uri="{FF2B5EF4-FFF2-40B4-BE49-F238E27FC236}">
                <a16:creationId xmlns:a16="http://schemas.microsoft.com/office/drawing/2014/main" id="{A85C36C1-7C20-4290-6315-BD7953BABA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263842"/>
              </p:ext>
            </p:extLst>
          </p:nvPr>
        </p:nvGraphicFramePr>
        <p:xfrm>
          <a:off x="2691639" y="3931592"/>
          <a:ext cx="284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44720" imgH="507960" progId="Equation.DSMT4">
                  <p:embed/>
                </p:oleObj>
              </mc:Choice>
              <mc:Fallback>
                <p:oleObj name="Equation" r:id="rId4" imgW="2844720" imgH="507960" progId="Equation.DSMT4">
                  <p:embed/>
                  <p:pic>
                    <p:nvPicPr>
                      <p:cNvPr id="26" name="Object 7">
                        <a:extLst>
                          <a:ext uri="{FF2B5EF4-FFF2-40B4-BE49-F238E27FC236}">
                            <a16:creationId xmlns:a16="http://schemas.microsoft.com/office/drawing/2014/main" id="{A78CF767-A555-960C-50CD-2B104FF79E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1639" y="3931592"/>
                        <a:ext cx="2844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8B33106E-6957-0723-4C98-E7AEAE0CDF25}"/>
              </a:ext>
            </a:extLst>
          </p:cNvPr>
          <p:cNvSpPr txBox="1"/>
          <p:nvPr/>
        </p:nvSpPr>
        <p:spPr>
          <a:xfrm>
            <a:off x="526848" y="4633332"/>
            <a:ext cx="2649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由题意可知</a:t>
            </a:r>
            <a:r>
              <a:rPr lang="en-US" altLang="zh-CN" sz="2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zh-CN" altLang="en-US" b="1" dirty="0"/>
          </a:p>
        </p:txBody>
      </p:sp>
      <p:graphicFrame>
        <p:nvGraphicFramePr>
          <p:cNvPr id="28" name="Object 7">
            <a:extLst>
              <a:ext uri="{FF2B5EF4-FFF2-40B4-BE49-F238E27FC236}">
                <a16:creationId xmlns:a16="http://schemas.microsoft.com/office/drawing/2014/main" id="{9BD807B9-5C99-F127-3666-8F35308E2D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220048"/>
              </p:ext>
            </p:extLst>
          </p:nvPr>
        </p:nvGraphicFramePr>
        <p:xfrm>
          <a:off x="3111040" y="4630307"/>
          <a:ext cx="1384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507960" progId="Equation.DSMT4">
                  <p:embed/>
                </p:oleObj>
              </mc:Choice>
              <mc:Fallback>
                <p:oleObj name="Equation" r:id="rId6" imgW="1384200" imgH="507960" progId="Equation.DSMT4">
                  <p:embed/>
                  <p:pic>
                    <p:nvPicPr>
                      <p:cNvPr id="24" name="Object 7">
                        <a:extLst>
                          <a:ext uri="{FF2B5EF4-FFF2-40B4-BE49-F238E27FC236}">
                            <a16:creationId xmlns:a16="http://schemas.microsoft.com/office/drawing/2014/main" id="{A85C36C1-7C20-4290-6315-BD7953BABA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040" y="4630307"/>
                        <a:ext cx="1384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7">
            <a:extLst>
              <a:ext uri="{FF2B5EF4-FFF2-40B4-BE49-F238E27FC236}">
                <a16:creationId xmlns:a16="http://schemas.microsoft.com/office/drawing/2014/main" id="{85D777DA-43F1-00D6-AA78-993250D14F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599437"/>
              </p:ext>
            </p:extLst>
          </p:nvPr>
        </p:nvGraphicFramePr>
        <p:xfrm>
          <a:off x="4622602" y="4630307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0" imgH="507960" progId="Equation.DSMT4">
                  <p:embed/>
                </p:oleObj>
              </mc:Choice>
              <mc:Fallback>
                <p:oleObj name="Equation" r:id="rId8" imgW="1396800" imgH="507960" progId="Equation.DSMT4">
                  <p:embed/>
                  <p:pic>
                    <p:nvPicPr>
                      <p:cNvPr id="28" name="Object 7">
                        <a:extLst>
                          <a:ext uri="{FF2B5EF4-FFF2-40B4-BE49-F238E27FC236}">
                            <a16:creationId xmlns:a16="http://schemas.microsoft.com/office/drawing/2014/main" id="{9BD807B9-5C99-F127-3666-8F35308E2D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602" y="4630307"/>
                        <a:ext cx="1397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16A3A02E-9781-BDAF-6679-3B1AE7D78C7E}"/>
              </a:ext>
            </a:extLst>
          </p:cNvPr>
          <p:cNvSpPr txBox="1"/>
          <p:nvPr/>
        </p:nvSpPr>
        <p:spPr>
          <a:xfrm>
            <a:off x="527050" y="5393327"/>
            <a:ext cx="948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即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32" name="Object 7">
            <a:extLst>
              <a:ext uri="{FF2B5EF4-FFF2-40B4-BE49-F238E27FC236}">
                <a16:creationId xmlns:a16="http://schemas.microsoft.com/office/drawing/2014/main" id="{4C9BDDCA-BE61-6266-EFF3-E41E774E9B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064363"/>
              </p:ext>
            </p:extLst>
          </p:nvPr>
        </p:nvGraphicFramePr>
        <p:xfrm>
          <a:off x="2717800" y="5317973"/>
          <a:ext cx="3708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08360" imgH="952200" progId="Equation.DSMT4">
                  <p:embed/>
                </p:oleObj>
              </mc:Choice>
              <mc:Fallback>
                <p:oleObj name="Equation" r:id="rId10" imgW="3708360" imgH="952200" progId="Equation.DSMT4">
                  <p:embed/>
                  <p:pic>
                    <p:nvPicPr>
                      <p:cNvPr id="29" name="Object 7">
                        <a:extLst>
                          <a:ext uri="{FF2B5EF4-FFF2-40B4-BE49-F238E27FC236}">
                            <a16:creationId xmlns:a16="http://schemas.microsoft.com/office/drawing/2014/main" id="{85D777DA-43F1-00D6-AA78-993250D14F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5317973"/>
                        <a:ext cx="3708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30">
            <a:extLst>
              <a:ext uri="{FF2B5EF4-FFF2-40B4-BE49-F238E27FC236}">
                <a16:creationId xmlns:a16="http://schemas.microsoft.com/office/drawing/2014/main" id="{C5EB55D6-6F77-44D3-9509-EFBB8CE2D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365249642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14" grpId="0"/>
      <p:bldP spid="16" grpId="0"/>
      <p:bldP spid="17" grpId="0"/>
      <p:bldP spid="27" grpId="0"/>
      <p:bldP spid="3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BC2E08F-FA20-9740-059F-8CA899C9A94E}"/>
              </a:ext>
            </a:extLst>
          </p:cNvPr>
          <p:cNvSpPr txBox="1"/>
          <p:nvPr/>
        </p:nvSpPr>
        <p:spPr>
          <a:xfrm>
            <a:off x="755576" y="836712"/>
            <a:ext cx="6264696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设此齐次线性方程组的系数矩阵为</a:t>
            </a:r>
            <a:r>
              <a:rPr lang="en-US" altLang="zh-CN" sz="1600" dirty="0"/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E8F44B-A56B-C359-56E5-EE8965E3C067}"/>
              </a:ext>
            </a:extLst>
          </p:cNvPr>
          <p:cNvSpPr txBox="1"/>
          <p:nvPr/>
        </p:nvSpPr>
        <p:spPr>
          <a:xfrm>
            <a:off x="6804248" y="834881"/>
            <a:ext cx="20882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对</a:t>
            </a:r>
            <a:r>
              <a:rPr lang="en-US" altLang="zh-CN" sz="1600" dirty="0"/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sz="2000" i="1" dirty="0">
                <a:latin typeface="Times New Roman" panose="02020603050405020304" pitchFamily="18" charset="0"/>
              </a:rPr>
              <a:t> </a:t>
            </a:r>
            <a:r>
              <a:rPr lang="zh-CN" altLang="zh-CN" dirty="0"/>
              <a:t>施行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3954A60-7E6A-8E29-17A2-4AB8B2B3A0E4}"/>
              </a:ext>
            </a:extLst>
          </p:cNvPr>
          <p:cNvSpPr txBox="1"/>
          <p:nvPr/>
        </p:nvSpPr>
        <p:spPr>
          <a:xfrm>
            <a:off x="572170" y="1565397"/>
            <a:ext cx="3135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初等</a:t>
            </a:r>
            <a:r>
              <a:rPr lang="zh-CN" altLang="en-US" dirty="0"/>
              <a:t>行</a:t>
            </a:r>
            <a:r>
              <a:rPr lang="zh-CN" altLang="zh-CN" dirty="0"/>
              <a:t>变换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zh-CN" altLang="en-US" dirty="0"/>
              <a:t>有</a:t>
            </a:r>
            <a:endParaRPr lang="zh-CN" altLang="zh-CN" dirty="0"/>
          </a:p>
        </p:txBody>
      </p:sp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FA6D1F4E-924D-F3F3-C305-357E22B940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031425"/>
              </p:ext>
            </p:extLst>
          </p:nvPr>
        </p:nvGraphicFramePr>
        <p:xfrm>
          <a:off x="1911292" y="2331021"/>
          <a:ext cx="2730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30240" imgH="901440" progId="Equation.DSMT4">
                  <p:embed/>
                </p:oleObj>
              </mc:Choice>
              <mc:Fallback>
                <p:oleObj name="Equation" r:id="rId2" imgW="2730240" imgH="901440" progId="Equation.DSMT4">
                  <p:embed/>
                  <p:pic>
                    <p:nvPicPr>
                      <p:cNvPr id="32" name="Object 7">
                        <a:extLst>
                          <a:ext uri="{FF2B5EF4-FFF2-40B4-BE49-F238E27FC236}">
                            <a16:creationId xmlns:a16="http://schemas.microsoft.com/office/drawing/2014/main" id="{4C9BDDCA-BE61-6266-EFF3-E41E774E9B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292" y="2331021"/>
                        <a:ext cx="27305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3">
            <a:extLst>
              <a:ext uri="{FF2B5EF4-FFF2-40B4-BE49-F238E27FC236}">
                <a16:creationId xmlns:a16="http://schemas.microsoft.com/office/drawing/2014/main" id="{B4F56D28-2F6E-9A8C-522C-D0AFB7AA2B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054430"/>
              </p:ext>
            </p:extLst>
          </p:nvPr>
        </p:nvGraphicFramePr>
        <p:xfrm>
          <a:off x="1597819" y="3621344"/>
          <a:ext cx="8255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799920" progId="Equation.DSMT4">
                  <p:embed/>
                </p:oleObj>
              </mc:Choice>
              <mc:Fallback>
                <p:oleObj name="Equation" r:id="rId4" imgW="622080" imgH="799920" progId="Equation.DSMT4">
                  <p:embed/>
                  <p:pic>
                    <p:nvPicPr>
                      <p:cNvPr id="47" name="Object 23">
                        <a:extLst>
                          <a:ext uri="{FF2B5EF4-FFF2-40B4-BE49-F238E27FC236}">
                            <a16:creationId xmlns:a16="http://schemas.microsoft.com/office/drawing/2014/main" id="{E6B9EE91-8B9C-0829-8640-D0E0E63C26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819" y="3621344"/>
                        <a:ext cx="825500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566BA921-38B0-6E51-89BF-FB7953CF4B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785794"/>
              </p:ext>
            </p:extLst>
          </p:nvPr>
        </p:nvGraphicFramePr>
        <p:xfrm>
          <a:off x="2508541" y="3574451"/>
          <a:ext cx="3060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60360" imgH="901440" progId="Equation.DSMT4">
                  <p:embed/>
                </p:oleObj>
              </mc:Choice>
              <mc:Fallback>
                <p:oleObj name="Equation" r:id="rId6" imgW="3060360" imgH="901440" progId="Equation.DSMT4">
                  <p:embed/>
                  <p:pic>
                    <p:nvPicPr>
                      <p:cNvPr id="11" name="Object 7">
                        <a:extLst>
                          <a:ext uri="{FF2B5EF4-FFF2-40B4-BE49-F238E27FC236}">
                            <a16:creationId xmlns:a16="http://schemas.microsoft.com/office/drawing/2014/main" id="{FA6D1F4E-924D-F3F3-C305-357E22B940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541" y="3574451"/>
                        <a:ext cx="30607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3">
            <a:extLst>
              <a:ext uri="{FF2B5EF4-FFF2-40B4-BE49-F238E27FC236}">
                <a16:creationId xmlns:a16="http://schemas.microsoft.com/office/drawing/2014/main" id="{7110747C-9211-A623-E628-DA4AB05186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683191"/>
              </p:ext>
            </p:extLst>
          </p:nvPr>
        </p:nvGraphicFramePr>
        <p:xfrm>
          <a:off x="1522413" y="4733326"/>
          <a:ext cx="976312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888840" progId="Equation.DSMT4">
                  <p:embed/>
                </p:oleObj>
              </mc:Choice>
              <mc:Fallback>
                <p:oleObj name="Equation" r:id="rId8" imgW="736560" imgH="888840" progId="Equation.DSMT4">
                  <p:embed/>
                  <p:pic>
                    <p:nvPicPr>
                      <p:cNvPr id="13" name="Object 23">
                        <a:extLst>
                          <a:ext uri="{FF2B5EF4-FFF2-40B4-BE49-F238E27FC236}">
                            <a16:creationId xmlns:a16="http://schemas.microsoft.com/office/drawing/2014/main" id="{B4F56D28-2F6E-9A8C-522C-D0AFB7AA2B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413" y="4733326"/>
                        <a:ext cx="976312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7">
            <a:extLst>
              <a:ext uri="{FF2B5EF4-FFF2-40B4-BE49-F238E27FC236}">
                <a16:creationId xmlns:a16="http://schemas.microsoft.com/office/drawing/2014/main" id="{1C5587FB-FBCE-BDAB-95B5-C7E9B95AF0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378209"/>
              </p:ext>
            </p:extLst>
          </p:nvPr>
        </p:nvGraphicFramePr>
        <p:xfrm>
          <a:off x="2576446" y="4784341"/>
          <a:ext cx="2489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89040" imgH="901440" progId="Equation.DSMT4">
                  <p:embed/>
                </p:oleObj>
              </mc:Choice>
              <mc:Fallback>
                <p:oleObj name="Equation" r:id="rId10" imgW="2489040" imgH="901440" progId="Equation.DSMT4">
                  <p:embed/>
                  <p:pic>
                    <p:nvPicPr>
                      <p:cNvPr id="15" name="Object 7">
                        <a:extLst>
                          <a:ext uri="{FF2B5EF4-FFF2-40B4-BE49-F238E27FC236}">
                            <a16:creationId xmlns:a16="http://schemas.microsoft.com/office/drawing/2014/main" id="{566BA921-38B0-6E51-89BF-FB7953CF4B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446" y="4784341"/>
                        <a:ext cx="2489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0">
            <a:extLst>
              <a:ext uri="{FF2B5EF4-FFF2-40B4-BE49-F238E27FC236}">
                <a16:creationId xmlns:a16="http://schemas.microsoft.com/office/drawing/2014/main" id="{8C22A747-4822-4389-BF24-8C79647AB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295248459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1A958744-F899-3B46-D6E9-B32DAF585FBF}"/>
              </a:ext>
            </a:extLst>
          </p:cNvPr>
          <p:cNvSpPr txBox="1"/>
          <p:nvPr/>
        </p:nvSpPr>
        <p:spPr>
          <a:xfrm>
            <a:off x="577956" y="2394771"/>
            <a:ext cx="46381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则此</a:t>
            </a:r>
            <a:r>
              <a:rPr lang="zh-CN" altLang="zh-CN" dirty="0"/>
              <a:t>方程组的基础解系为</a:t>
            </a:r>
          </a:p>
        </p:txBody>
      </p:sp>
      <p:graphicFrame>
        <p:nvGraphicFramePr>
          <p:cNvPr id="34" name="Object 7">
            <a:extLst>
              <a:ext uri="{FF2B5EF4-FFF2-40B4-BE49-F238E27FC236}">
                <a16:creationId xmlns:a16="http://schemas.microsoft.com/office/drawing/2014/main" id="{96DDB6E4-715C-6750-2B0D-38E4154C5B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96034"/>
              </p:ext>
            </p:extLst>
          </p:nvPr>
        </p:nvGraphicFramePr>
        <p:xfrm>
          <a:off x="2952750" y="3068960"/>
          <a:ext cx="32385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38200" imgH="1752480" progId="Equation.DSMT4">
                  <p:embed/>
                </p:oleObj>
              </mc:Choice>
              <mc:Fallback>
                <p:oleObj name="Equation" r:id="rId2" imgW="3238200" imgH="1752480" progId="Equation.DSMT4">
                  <p:embed/>
                  <p:pic>
                    <p:nvPicPr>
                      <p:cNvPr id="34" name="Object 7">
                        <a:extLst>
                          <a:ext uri="{FF2B5EF4-FFF2-40B4-BE49-F238E27FC236}">
                            <a16:creationId xmlns:a16="http://schemas.microsoft.com/office/drawing/2014/main" id="{96DDB6E4-715C-6750-2B0D-38E4154C5B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3068960"/>
                        <a:ext cx="32385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1">
            <a:extLst>
              <a:ext uri="{FF2B5EF4-FFF2-40B4-BE49-F238E27FC236}">
                <a16:creationId xmlns:a16="http://schemas.microsoft.com/office/drawing/2014/main" id="{6C39466C-F73B-56C9-BDA2-4158A3757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956" y="729041"/>
            <a:ext cx="4527484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取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4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为自由未知量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8" name="Text Box 23">
            <a:extLst>
              <a:ext uri="{FF2B5EF4-FFF2-40B4-BE49-F238E27FC236}">
                <a16:creationId xmlns:a16="http://schemas.microsoft.com/office/drawing/2014/main" id="{A50F6C3D-C6DF-333C-80BA-90D084D79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5359" y="730758"/>
            <a:ext cx="33123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并令它们分别取</a:t>
            </a:r>
            <a:endParaRPr lang="en-US" altLang="zh-CN" b="1" baseline="-25000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graphicFrame>
        <p:nvGraphicFramePr>
          <p:cNvPr id="9" name="Object 13">
            <a:extLst>
              <a:ext uri="{FF2B5EF4-FFF2-40B4-BE49-F238E27FC236}">
                <a16:creationId xmlns:a16="http://schemas.microsoft.com/office/drawing/2014/main" id="{C80B40DB-1A9B-3B70-E076-7272B96F68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728193"/>
              </p:ext>
            </p:extLst>
          </p:nvPr>
        </p:nvGraphicFramePr>
        <p:xfrm>
          <a:off x="3905250" y="1405602"/>
          <a:ext cx="1333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838080" progId="Equation.DSMT4">
                  <p:embed/>
                </p:oleObj>
              </mc:Choice>
              <mc:Fallback>
                <p:oleObj name="Equation" r:id="rId4" imgW="1333440" imgH="838080" progId="Equation.DSMT4">
                  <p:embed/>
                  <p:pic>
                    <p:nvPicPr>
                      <p:cNvPr id="8" name="Object 13">
                        <a:extLst>
                          <a:ext uri="{FF2B5EF4-FFF2-40B4-BE49-F238E27FC236}">
                            <a16:creationId xmlns:a16="http://schemas.microsoft.com/office/drawing/2014/main" id="{8714C922-E91D-71CA-75A3-AC9EDEBE8B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1405602"/>
                        <a:ext cx="1333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7DBA9B9C-E488-9379-729A-5020F72ABEAE}"/>
              </a:ext>
            </a:extLst>
          </p:cNvPr>
          <p:cNvSpPr txBox="1"/>
          <p:nvPr/>
        </p:nvSpPr>
        <p:spPr>
          <a:xfrm>
            <a:off x="552261" y="4959440"/>
            <a:ext cx="86211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以</a:t>
            </a:r>
            <a:r>
              <a:rPr lang="zh-CN" altLang="en-US" sz="1600" b="1" kern="100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sz="2000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(1,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2,1,0),</a:t>
            </a:r>
            <a:r>
              <a:rPr lang="zh-CN" altLang="en-US" sz="14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T</a:t>
            </a:r>
            <a:r>
              <a:rPr lang="en-US" altLang="zh-CN" sz="2000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(2,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3,0,1)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作为所求齐次线性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47CD611-9677-3882-E81C-14F7196493ED}"/>
              </a:ext>
            </a:extLst>
          </p:cNvPr>
          <p:cNvSpPr txBox="1"/>
          <p:nvPr/>
        </p:nvSpPr>
        <p:spPr>
          <a:xfrm>
            <a:off x="577955" y="5575080"/>
            <a:ext cx="5217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方程组的系数矩阵的行向量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9587BFE-BEE5-D8EB-A977-B63ACF6932B9}"/>
              </a:ext>
            </a:extLst>
          </p:cNvPr>
          <p:cNvSpPr txBox="1"/>
          <p:nvPr/>
        </p:nvSpPr>
        <p:spPr>
          <a:xfrm>
            <a:off x="5278318" y="5575080"/>
            <a:ext cx="2131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构造矩阵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70A1BAB1-7DC1-44AD-9BC3-6671125BF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240027756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7" grpId="0" build="p" autoUpdateAnimBg="0" advAuto="0"/>
      <p:bldP spid="8" grpId="0" build="p" autoUpdateAnimBg="0"/>
      <p:bldP spid="12" grpId="0"/>
      <p:bldP spid="24" grpId="0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7">
            <a:extLst>
              <a:ext uri="{FF2B5EF4-FFF2-40B4-BE49-F238E27FC236}">
                <a16:creationId xmlns:a16="http://schemas.microsoft.com/office/drawing/2014/main" id="{1C5587FB-FBCE-BDAB-95B5-C7E9B95AF0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25481"/>
              </p:ext>
            </p:extLst>
          </p:nvPr>
        </p:nvGraphicFramePr>
        <p:xfrm>
          <a:off x="3048000" y="982552"/>
          <a:ext cx="3048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7760" imgH="901440" progId="Equation.DSMT4">
                  <p:embed/>
                </p:oleObj>
              </mc:Choice>
              <mc:Fallback>
                <p:oleObj name="Equation" r:id="rId2" imgW="3047760" imgH="901440" progId="Equation.DSMT4">
                  <p:embed/>
                  <p:pic>
                    <p:nvPicPr>
                      <p:cNvPr id="23" name="Object 7">
                        <a:extLst>
                          <a:ext uri="{FF2B5EF4-FFF2-40B4-BE49-F238E27FC236}">
                            <a16:creationId xmlns:a16="http://schemas.microsoft.com/office/drawing/2014/main" id="{1C5587FB-FBCE-BDAB-95B5-C7E9B95AF0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982552"/>
                        <a:ext cx="30480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06EE937-7925-220E-131F-C923AA30F6E9}"/>
              </a:ext>
            </a:extLst>
          </p:cNvPr>
          <p:cNvSpPr txBox="1"/>
          <p:nvPr/>
        </p:nvSpPr>
        <p:spPr>
          <a:xfrm>
            <a:off x="1619672" y="2095312"/>
            <a:ext cx="6264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则可得</a:t>
            </a:r>
            <a:r>
              <a:rPr lang="zh-CN" altLang="zh-CN" dirty="0"/>
              <a:t>所求的齐次线性方程组为</a:t>
            </a: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BA9FC7CC-C3B8-3C14-5D93-6D85A65B22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745264"/>
              </p:ext>
            </p:extLst>
          </p:nvPr>
        </p:nvGraphicFramePr>
        <p:xfrm>
          <a:off x="3092450" y="2829592"/>
          <a:ext cx="2959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58840" imgH="952200" progId="Equation.DSMT4">
                  <p:embed/>
                </p:oleObj>
              </mc:Choice>
              <mc:Fallback>
                <p:oleObj name="Equation" r:id="rId4" imgW="2958840" imgH="952200" progId="Equation.DSMT4">
                  <p:embed/>
                  <p:pic>
                    <p:nvPicPr>
                      <p:cNvPr id="23" name="Object 7">
                        <a:extLst>
                          <a:ext uri="{FF2B5EF4-FFF2-40B4-BE49-F238E27FC236}">
                            <a16:creationId xmlns:a16="http://schemas.microsoft.com/office/drawing/2014/main" id="{1C5587FB-FBCE-BDAB-95B5-C7E9B95AF0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2829592"/>
                        <a:ext cx="2959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0">
            <a:extLst>
              <a:ext uri="{FF2B5EF4-FFF2-40B4-BE49-F238E27FC236}">
                <a16:creationId xmlns:a16="http://schemas.microsoft.com/office/drawing/2014/main" id="{751B4F4D-2930-442E-8149-152578A9C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747"/>
            <a:ext cx="820643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基础解系与通解的求法</a:t>
            </a:r>
          </a:p>
        </p:txBody>
      </p:sp>
    </p:spTree>
    <p:extLst>
      <p:ext uri="{BB962C8B-B14F-4D97-AF65-F5344CB8AC3E}">
        <p14:creationId xmlns:p14="http://schemas.microsoft.com/office/powerpoint/2010/main" val="264144842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0">
            <a:extLst>
              <a:ext uri="{FF2B5EF4-FFF2-40B4-BE49-F238E27FC236}">
                <a16:creationId xmlns:a16="http://schemas.microsoft.com/office/drawing/2014/main" id="{06D6B6D8-A269-47CD-B703-3AB26CF6C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51D845-6201-98BE-F93D-663772E5B75A}"/>
              </a:ext>
            </a:extLst>
          </p:cNvPr>
          <p:cNvSpPr/>
          <p:nvPr/>
        </p:nvSpPr>
        <p:spPr>
          <a:xfrm>
            <a:off x="971600" y="1394903"/>
            <a:ext cx="20171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3.11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E32DD157-2F08-E2C1-D76E-3C0566EE22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179921"/>
              </p:ext>
            </p:extLst>
          </p:nvPr>
        </p:nvGraphicFramePr>
        <p:xfrm>
          <a:off x="1606550" y="2111182"/>
          <a:ext cx="59309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30640" imgH="1701720" progId="Equation.DSMT4">
                  <p:embed/>
                </p:oleObj>
              </mc:Choice>
              <mc:Fallback>
                <p:oleObj name="Equation" r:id="rId2" imgW="5930640" imgH="170172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E32DD157-2F08-E2C1-D76E-3C0566EE22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2111182"/>
                        <a:ext cx="59309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9">
            <a:extLst>
              <a:ext uri="{FF2B5EF4-FFF2-40B4-BE49-F238E27FC236}">
                <a16:creationId xmlns:a16="http://schemas.microsoft.com/office/drawing/2014/main" id="{BB894108-F192-1345-D3D9-7055F0618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467" y="4578809"/>
            <a:ext cx="100843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8D5B77-1CCF-A038-6497-7F5FE513F285}"/>
              </a:ext>
            </a:extLst>
          </p:cNvPr>
          <p:cNvSpPr/>
          <p:nvPr/>
        </p:nvSpPr>
        <p:spPr>
          <a:xfrm>
            <a:off x="2811695" y="1394903"/>
            <a:ext cx="4536505" cy="522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设有非齐次线性方程组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81A82A81-5C16-B35C-D84D-C6570B3C5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684866"/>
            <a:ext cx="341817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(1)</a:t>
            </a:r>
            <a:r>
              <a:rPr lang="en-US" altLang="zh-CN" sz="2000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解向量的定义</a:t>
            </a:r>
          </a:p>
        </p:txBody>
      </p:sp>
      <p:graphicFrame>
        <p:nvGraphicFramePr>
          <p:cNvPr id="13" name="Object 7">
            <a:extLst>
              <a:ext uri="{FF2B5EF4-FFF2-40B4-BE49-F238E27FC236}">
                <a16:creationId xmlns:a16="http://schemas.microsoft.com/office/drawing/2014/main" id="{DB87BCE4-CC12-63DF-207A-420926A9AE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588582"/>
              </p:ext>
            </p:extLst>
          </p:nvPr>
        </p:nvGraphicFramePr>
        <p:xfrm>
          <a:off x="1213858" y="3998211"/>
          <a:ext cx="37719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71720" imgH="1701720" progId="Equation.DSMT4">
                  <p:embed/>
                </p:oleObj>
              </mc:Choice>
              <mc:Fallback>
                <p:oleObj name="Equation" r:id="rId4" imgW="3771720" imgH="1701720" progId="Equation.DSMT4">
                  <p:embed/>
                  <p:pic>
                    <p:nvPicPr>
                      <p:cNvPr id="13" name="Object 7">
                        <a:extLst>
                          <a:ext uri="{FF2B5EF4-FFF2-40B4-BE49-F238E27FC236}">
                            <a16:creationId xmlns:a16="http://schemas.microsoft.com/office/drawing/2014/main" id="{DB87BCE4-CC12-63DF-207A-420926A9AE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3858" y="3998211"/>
                        <a:ext cx="37719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>
            <a:extLst>
              <a:ext uri="{FF2B5EF4-FFF2-40B4-BE49-F238E27FC236}">
                <a16:creationId xmlns:a16="http://schemas.microsoft.com/office/drawing/2014/main" id="{CAA9DD10-E87D-B629-504C-B2B911F775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461996"/>
              </p:ext>
            </p:extLst>
          </p:nvPr>
        </p:nvGraphicFramePr>
        <p:xfrm>
          <a:off x="5004931" y="4004561"/>
          <a:ext cx="13843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200" imgH="1688760" progId="Equation.DSMT4">
                  <p:embed/>
                </p:oleObj>
              </mc:Choice>
              <mc:Fallback>
                <p:oleObj name="Equation" r:id="rId6" imgW="1384200" imgH="1688760" progId="Equation.DSMT4">
                  <p:embed/>
                  <p:pic>
                    <p:nvPicPr>
                      <p:cNvPr id="17" name="Object 7">
                        <a:extLst>
                          <a:ext uri="{FF2B5EF4-FFF2-40B4-BE49-F238E27FC236}">
                            <a16:creationId xmlns:a16="http://schemas.microsoft.com/office/drawing/2014/main" id="{CAA9DD10-E87D-B629-504C-B2B911F775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931" y="4004561"/>
                        <a:ext cx="138430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>
            <a:extLst>
              <a:ext uri="{FF2B5EF4-FFF2-40B4-BE49-F238E27FC236}">
                <a16:creationId xmlns:a16="http://schemas.microsoft.com/office/drawing/2014/main" id="{6F8C483C-9407-4726-767E-5A2CAD4299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868836"/>
              </p:ext>
            </p:extLst>
          </p:nvPr>
        </p:nvGraphicFramePr>
        <p:xfrm>
          <a:off x="6401931" y="3998211"/>
          <a:ext cx="12954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95280" imgH="1688760" progId="Equation.DSMT4">
                  <p:embed/>
                </p:oleObj>
              </mc:Choice>
              <mc:Fallback>
                <p:oleObj name="Equation" r:id="rId8" imgW="1295280" imgH="1688760" progId="Equation.DSMT4">
                  <p:embed/>
                  <p:pic>
                    <p:nvPicPr>
                      <p:cNvPr id="18" name="Object 7">
                        <a:extLst>
                          <a:ext uri="{FF2B5EF4-FFF2-40B4-BE49-F238E27FC236}">
                            <a16:creationId xmlns:a16="http://schemas.microsoft.com/office/drawing/2014/main" id="{6F8C483C-9407-4726-767E-5A2CAD4299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1931" y="3998211"/>
                        <a:ext cx="1295400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062737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utoUpdateAnimBg="0"/>
      <p:bldP spid="11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0">
            <a:extLst>
              <a:ext uri="{FF2B5EF4-FFF2-40B4-BE49-F238E27FC236}">
                <a16:creationId xmlns:a16="http://schemas.microsoft.com/office/drawing/2014/main" id="{7D5E42AF-3707-19CA-7432-2F478D244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201" y="1711733"/>
            <a:ext cx="56165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                                (3.12)</a:t>
            </a:r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E70E8DC2-322A-7DD0-B476-93D0ECA2C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277" y="897927"/>
            <a:ext cx="489686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(3.11)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可以写成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Rectangle 31">
            <a:extLst>
              <a:ext uri="{FF2B5EF4-FFF2-40B4-BE49-F238E27FC236}">
                <a16:creationId xmlns:a16="http://schemas.microsoft.com/office/drawing/2014/main" id="{A4D0342E-75F3-A300-EBCA-5E714F903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525539"/>
            <a:ext cx="83529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(3.12)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的解也就是方程组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(3.11)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的解向量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76A79C06-DED9-4BD2-AD62-94DADA656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18378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4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8" grpId="1"/>
      <p:bldP spid="5" grpId="0" autoUpdateAnimBg="0"/>
      <p:bldP spid="1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D51D845-6201-98BE-F93D-663772E5B75A}"/>
              </a:ext>
            </a:extLst>
          </p:cNvPr>
          <p:cNvSpPr/>
          <p:nvPr/>
        </p:nvSpPr>
        <p:spPr>
          <a:xfrm>
            <a:off x="902752" y="1464834"/>
            <a:ext cx="20171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性质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3.3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81A82A81-5C16-B35C-D84D-C6570B3C5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815594"/>
            <a:ext cx="353060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(2)</a:t>
            </a:r>
            <a:r>
              <a:rPr lang="en-US" altLang="zh-CN" sz="2000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解向量的性质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B1AC9D8-CB37-53F7-131A-6B75DC168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960" y="4718149"/>
            <a:ext cx="39811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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</a:rPr>
              <a:t>-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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A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</a:rPr>
              <a:t>-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</a:t>
            </a:r>
            <a:r>
              <a:rPr lang="en-US" altLang="zh-CN" b="1" baseline="-250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597FE5-441D-05AC-0B9C-FDDBAA513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487386"/>
            <a:ext cx="633670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所以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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 </a:t>
            </a:r>
            <a:r>
              <a:rPr lang="en-US" altLang="zh-CN" b="1" dirty="0">
                <a:solidFill>
                  <a:schemeClr val="tx1"/>
                </a:solidFill>
                <a:latin typeface="Symbol" pitchFamily="18" charset="2"/>
                <a:ea typeface="宋体" charset="-122"/>
              </a:rPr>
              <a:t>-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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是方程组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3.13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6E7EA8D-F232-CE13-9592-7586FA97C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873" y="4730849"/>
            <a:ext cx="1438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B169F4F-272A-4756-B6E6-7E7E75D82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4811" y="4730849"/>
            <a:ext cx="1100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0,</a:t>
            </a:r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41B9DCB7-E1E0-1FFC-12CF-2E478E6BC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786" y="1470859"/>
            <a:ext cx="66722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zh-CN" altLang="en-US" sz="1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x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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及</a:t>
            </a:r>
            <a:r>
              <a:rPr lang="zh-CN" altLang="en-US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x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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都是方程组</a:t>
            </a:r>
            <a:r>
              <a:rPr lang="zh-CN" altLang="en-US" sz="1000" b="1" dirty="0">
                <a:solidFill>
                  <a:srgbClr val="0000FF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(3.12)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  <a:sym typeface="Symbol" pitchFamily="18" charset="2"/>
              </a:rPr>
              <a:t>, 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6" name="Rectangle 34">
            <a:extLst>
              <a:ext uri="{FF2B5EF4-FFF2-40B4-BE49-F238E27FC236}">
                <a16:creationId xmlns:a16="http://schemas.microsoft.com/office/drawing/2014/main" id="{A3FC7989-B275-485B-90ED-0BD8C6C2C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121634"/>
            <a:ext cx="676875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1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x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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1 </a:t>
            </a:r>
            <a:r>
              <a:rPr lang="en-US" altLang="zh-CN" b="1" dirty="0">
                <a:solidFill>
                  <a:srgbClr val="0000FF"/>
                </a:solidFill>
                <a:latin typeface="Symbol" pitchFamily="18" charset="2"/>
                <a:ea typeface="宋体" charset="-122"/>
              </a:rPr>
              <a:t>-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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是对应的齐次线性方程组</a:t>
            </a:r>
          </a:p>
        </p:txBody>
      </p:sp>
      <p:sp>
        <p:nvSpPr>
          <p:cNvPr id="19" name="Rectangle 35">
            <a:extLst>
              <a:ext uri="{FF2B5EF4-FFF2-40B4-BE49-F238E27FC236}">
                <a16:creationId xmlns:a16="http://schemas.microsoft.com/office/drawing/2014/main" id="{A9801A40-9E3D-1643-520D-82F2554E6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2592" y="2791756"/>
            <a:ext cx="444209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Ax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0                         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(3.13) </a:t>
            </a:r>
            <a:endParaRPr lang="en-US" altLang="zh-CN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55151064-6127-2A56-40A8-69180E744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3419891"/>
            <a:ext cx="165861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19738423-41E8-318F-6148-614929E94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4037511"/>
            <a:ext cx="137058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证明</a:t>
            </a:r>
          </a:p>
        </p:txBody>
      </p:sp>
      <p:sp>
        <p:nvSpPr>
          <p:cNvPr id="24" name="Rectangle 36">
            <a:extLst>
              <a:ext uri="{FF2B5EF4-FFF2-40B4-BE49-F238E27FC236}">
                <a16:creationId xmlns:a16="http://schemas.microsoft.com/office/drawing/2014/main" id="{ECADC09C-390E-C47B-543F-326500E36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926" y="4048623"/>
            <a:ext cx="158417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因为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0BD00E5E-C7BF-4A78-9818-1D5D5B1F9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96958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2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75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2" grpId="0" build="p" autoUpdateAnimBg="0"/>
      <p:bldP spid="5" grpId="0" build="p" autoUpdateAnimBg="0" advAuto="0"/>
      <p:bldP spid="10" grpId="0" build="p" autoUpdateAnimBg="0"/>
      <p:bldP spid="14" grpId="0" build="p" autoUpdateAnimBg="0"/>
      <p:bldP spid="15" grpId="0"/>
      <p:bldP spid="16" grpId="0"/>
      <p:bldP spid="19" grpId="0"/>
      <p:bldP spid="20" grpId="0"/>
      <p:bldP spid="22" grpId="0" build="p" autoUpdateAnimBg="0"/>
      <p:bldP spid="2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D51D845-6201-98BE-F93D-663772E5B75A}"/>
              </a:ext>
            </a:extLst>
          </p:cNvPr>
          <p:cNvSpPr/>
          <p:nvPr/>
        </p:nvSpPr>
        <p:spPr>
          <a:xfrm>
            <a:off x="957018" y="865223"/>
            <a:ext cx="20171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性质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3.4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597FE5-441D-05AC-0B9C-FDDBAA513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97" y="4450487"/>
            <a:ext cx="632856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所以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+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是方程组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3.12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</a:t>
            </a: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19738423-41E8-318F-6148-614929E94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841" y="2965722"/>
            <a:ext cx="12985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证明</a:t>
            </a:r>
          </a:p>
        </p:txBody>
      </p:sp>
      <p:sp>
        <p:nvSpPr>
          <p:cNvPr id="24" name="Rectangle 36">
            <a:extLst>
              <a:ext uri="{FF2B5EF4-FFF2-40B4-BE49-F238E27FC236}">
                <a16:creationId xmlns:a16="http://schemas.microsoft.com/office/drawing/2014/main" id="{ECADC09C-390E-C47B-543F-326500E36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271" y="2964134"/>
            <a:ext cx="158417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因为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8528388F-DA75-352B-9685-D272734B6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4610" y="861953"/>
            <a:ext cx="504056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zh-CN" altLang="en-US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x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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是方程组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3.12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  <a:sym typeface="Symbol" pitchFamily="18" charset="2"/>
              </a:rPr>
              <a:t>, 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4585817D-8661-BEDB-AAF3-67B32F737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98" y="1578250"/>
            <a:ext cx="61125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是对应齐次线性方程组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3.13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  <a:sym typeface="Symbol" pitchFamily="18" charset="2"/>
              </a:rPr>
              <a:t>, 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BB35964A-5D9A-73BB-D2BD-E9706AE9B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6297" y="865223"/>
            <a:ext cx="11521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x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</a:t>
            </a:r>
            <a:endParaRPr lang="zh-CN" altLang="en-US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itchFamily="18" charset="2"/>
            </a:endParaRP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1861DDA8-D06E-8DEA-4591-A6CC1E213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00" y="1581987"/>
            <a:ext cx="25829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则</a:t>
            </a:r>
            <a:r>
              <a:rPr lang="zh-CN" altLang="en-US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x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+</a:t>
            </a:r>
            <a:r>
              <a:rPr lang="en-US" altLang="zh-CN" sz="8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</a:t>
            </a:r>
            <a:endParaRPr lang="en-US" altLang="zh-CN" b="1" dirty="0">
              <a:solidFill>
                <a:srgbClr val="0000FF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9BF4DF44-C0D0-1541-F308-32DF45EA6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46" y="3677531"/>
            <a:ext cx="34066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+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A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A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0E949CA2-FCFD-6EC0-69C8-5A60F7E67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025" y="3674356"/>
            <a:ext cx="151216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613512A5-F059-9F96-0C90-6F3D55ACF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60" y="3674356"/>
            <a:ext cx="11204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</a:p>
        </p:txBody>
      </p:sp>
      <p:sp>
        <p:nvSpPr>
          <p:cNvPr id="2" name="Rectangle 15">
            <a:extLst>
              <a:ext uri="{FF2B5EF4-FFF2-40B4-BE49-F238E27FC236}">
                <a16:creationId xmlns:a16="http://schemas.microsoft.com/office/drawing/2014/main" id="{C04B4475-A952-4BF0-ABB7-BCF66028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924" y="2274671"/>
            <a:ext cx="43801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仍是方程组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(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3.12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19" name="Rectangle 30">
            <a:extLst>
              <a:ext uri="{FF2B5EF4-FFF2-40B4-BE49-F238E27FC236}">
                <a16:creationId xmlns:a16="http://schemas.microsoft.com/office/drawing/2014/main" id="{ECEA5D7F-C9EB-4228-8B81-7A446D075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40362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7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2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 autoUpdateAnimBg="0" advAuto="0"/>
      <p:bldP spid="22" grpId="0" build="p" autoUpdateAnimBg="0"/>
      <p:bldP spid="24" grpId="0"/>
      <p:bldP spid="3" grpId="0"/>
      <p:bldP spid="6" grpId="0"/>
      <p:bldP spid="7" grpId="0"/>
      <p:bldP spid="8" grpId="0"/>
      <p:bldP spid="11" grpId="0" autoUpdateAnimBg="0"/>
      <p:bldP spid="17" grpId="0" autoUpdateAnimBg="0"/>
      <p:bldP spid="18" grpId="0" autoUpdateAnimBg="0"/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E231C6EC-C9EA-6755-9601-116C77DE6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19" y="692696"/>
            <a:ext cx="304672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由性质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3.3</a:t>
            </a:r>
            <a:r>
              <a:rPr lang="en-US" altLang="zh-CN" sz="8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 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136B908F-9A2C-7EDD-8B35-E37997871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4655" y="1930485"/>
            <a:ext cx="2447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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-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</a:t>
            </a:r>
            <a:r>
              <a:rPr lang="en-US" altLang="zh-CN" b="1" baseline="30000" dirty="0">
                <a:solidFill>
                  <a:schemeClr val="tx1"/>
                </a:solidFill>
                <a:sym typeface="Symbol" panose="05050102010706020507" pitchFamily="18" charset="2"/>
              </a:rPr>
              <a:t>*</a:t>
            </a:r>
            <a:endParaRPr lang="en-US" altLang="zh-CN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DF53F43C-FF93-11E8-C33C-18FF1C747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483" y="3145680"/>
            <a:ext cx="63771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故方程组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</a:t>
            </a:r>
            <a:r>
              <a:rPr lang="zh-CN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任一解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可表示为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2DB3D2ED-348D-CCAD-689F-D590082A4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27" y="1330887"/>
            <a:ext cx="517097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为方程组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的任一解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  <a:sym typeface="Symbol" pitchFamily="18" charset="2"/>
              </a:rPr>
              <a:t>,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5DE8F9AF-A6BB-5B59-9987-DC030D2D8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4042" y="1476981"/>
            <a:ext cx="108879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则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85C5BA3-D1C4-FEBE-2AE5-820DAEEB8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019" y="692696"/>
            <a:ext cx="54166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若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</a:t>
            </a:r>
            <a:r>
              <a:rPr lang="zh-CN" altLang="en-US" b="1" baseline="30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*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是方程组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的一个解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 </a:t>
            </a:r>
          </a:p>
        </p:txBody>
      </p:sp>
      <p:sp>
        <p:nvSpPr>
          <p:cNvPr id="40" name="Rectangle 11">
            <a:extLst>
              <a:ext uri="{FF2B5EF4-FFF2-40B4-BE49-F238E27FC236}">
                <a16:creationId xmlns:a16="http://schemas.microsoft.com/office/drawing/2014/main" id="{1668582F-45F7-EFDC-49DF-E530DF112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58" y="2530738"/>
            <a:ext cx="44297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是方程组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0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41" name="Rectangle 8">
            <a:extLst>
              <a:ext uri="{FF2B5EF4-FFF2-40B4-BE49-F238E27FC236}">
                <a16:creationId xmlns:a16="http://schemas.microsoft.com/office/drawing/2014/main" id="{AB1FF9F5-7D6E-E40D-ED26-440FFEAAF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4655" y="3765222"/>
            <a:ext cx="2447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=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sym typeface="Symbol" panose="05050102010706020507" pitchFamily="18" charset="2"/>
              </a:rPr>
              <a:t>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b="1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sym typeface="Symbol" panose="05050102010706020507" pitchFamily="18" charset="2"/>
              </a:rPr>
              <a:t></a:t>
            </a:r>
            <a:r>
              <a:rPr lang="en-US" altLang="zh-CN" b="1" baseline="30000" dirty="0">
                <a:solidFill>
                  <a:srgbClr val="C00000"/>
                </a:solidFill>
                <a:sym typeface="Symbol" panose="05050102010706020507" pitchFamily="18" charset="2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sym typeface="Symbol" panose="05050102010706020507" pitchFamily="18" charset="2"/>
              </a:rPr>
              <a:t>.</a:t>
            </a:r>
          </a:p>
        </p:txBody>
      </p:sp>
      <p:sp>
        <p:nvSpPr>
          <p:cNvPr id="43" name="Rectangle 12">
            <a:extLst>
              <a:ext uri="{FF2B5EF4-FFF2-40B4-BE49-F238E27FC236}">
                <a16:creationId xmlns:a16="http://schemas.microsoft.com/office/drawing/2014/main" id="{974944A2-6C54-247A-D01E-2F4FD45859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93" y="4362284"/>
            <a:ext cx="54281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如果方程组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的通解为</a:t>
            </a:r>
          </a:p>
        </p:txBody>
      </p:sp>
      <p:graphicFrame>
        <p:nvGraphicFramePr>
          <p:cNvPr id="44" name="Object 2">
            <a:extLst>
              <a:ext uri="{FF2B5EF4-FFF2-40B4-BE49-F238E27FC236}">
                <a16:creationId xmlns:a16="http://schemas.microsoft.com/office/drawing/2014/main" id="{6FAEDDF0-AF6A-4359-4264-61E486E4BF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828907"/>
              </p:ext>
            </p:extLst>
          </p:nvPr>
        </p:nvGraphicFramePr>
        <p:xfrm>
          <a:off x="5030881" y="4422902"/>
          <a:ext cx="3492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92360" imgH="431640" progId="Equation.DSMT4">
                  <p:embed/>
                </p:oleObj>
              </mc:Choice>
              <mc:Fallback>
                <p:oleObj name="Equation" r:id="rId2" imgW="3492360" imgH="431640" progId="Equation.DSMT4">
                  <p:embed/>
                  <p:pic>
                    <p:nvPicPr>
                      <p:cNvPr id="38" name="Object 2">
                        <a:extLst>
                          <a:ext uri="{FF2B5EF4-FFF2-40B4-BE49-F238E27FC236}">
                            <a16:creationId xmlns:a16="http://schemas.microsoft.com/office/drawing/2014/main" id="{53CB3A15-6C85-2D47-FE62-5CDEC014ED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0881" y="4422902"/>
                        <a:ext cx="3492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6">
            <a:extLst>
              <a:ext uri="{FF2B5EF4-FFF2-40B4-BE49-F238E27FC236}">
                <a16:creationId xmlns:a16="http://schemas.microsoft.com/office/drawing/2014/main" id="{1B3992F2-9CF9-2727-6544-B82AB743D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013" y="4982445"/>
            <a:ext cx="53407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</a:t>
            </a:r>
            <a:r>
              <a:rPr lang="zh-CN" altLang="en-US" b="1" baseline="30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*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为方程组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的一个解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 </a:t>
            </a:r>
          </a:p>
        </p:txBody>
      </p:sp>
      <p:graphicFrame>
        <p:nvGraphicFramePr>
          <p:cNvPr id="46" name="Object 3">
            <a:extLst>
              <a:ext uri="{FF2B5EF4-FFF2-40B4-BE49-F238E27FC236}">
                <a16:creationId xmlns:a16="http://schemas.microsoft.com/office/drawing/2014/main" id="{E7D523F4-2A48-CFBD-1FC2-A7ADE0446D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824781"/>
              </p:ext>
            </p:extLst>
          </p:nvPr>
        </p:nvGraphicFramePr>
        <p:xfrm>
          <a:off x="3392457" y="5639712"/>
          <a:ext cx="4178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33713" imgH="457354" progId="Equation.DSMT4">
                  <p:embed/>
                </p:oleObj>
              </mc:Choice>
              <mc:Fallback>
                <p:oleObj name="Equation" r:id="rId4" imgW="4133713" imgH="457354" progId="Equation.DSMT4">
                  <p:embed/>
                  <p:pic>
                    <p:nvPicPr>
                      <p:cNvPr id="39" name="Object 3">
                        <a:extLst>
                          <a:ext uri="{FF2B5EF4-FFF2-40B4-BE49-F238E27FC236}">
                            <a16:creationId xmlns:a16="http://schemas.microsoft.com/office/drawing/2014/main" id="{CAF9B01E-1ECB-47AF-96D5-C01890D741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57" y="5639712"/>
                        <a:ext cx="4178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6">
            <a:extLst>
              <a:ext uri="{FF2B5EF4-FFF2-40B4-BE49-F238E27FC236}">
                <a16:creationId xmlns:a16="http://schemas.microsoft.com/office/drawing/2014/main" id="{92860438-745D-B64C-FAE5-253F9FB4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1879" y="4980621"/>
            <a:ext cx="35421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则方程组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</a:t>
            </a:r>
            <a:endParaRPr lang="en-US" altLang="zh-CN" b="1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48" name="Rectangle 6">
            <a:extLst>
              <a:ext uri="{FF2B5EF4-FFF2-40B4-BE49-F238E27FC236}">
                <a16:creationId xmlns:a16="http://schemas.microsoft.com/office/drawing/2014/main" id="{6C4009D5-6777-FFFE-7E11-7E896523D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483" y="5660179"/>
            <a:ext cx="34471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任一解可表示为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</a:p>
        </p:txBody>
      </p:sp>
      <p:sp>
        <p:nvSpPr>
          <p:cNvPr id="49" name="Rectangle 30">
            <a:extLst>
              <a:ext uri="{FF2B5EF4-FFF2-40B4-BE49-F238E27FC236}">
                <a16:creationId xmlns:a16="http://schemas.microsoft.com/office/drawing/2014/main" id="{AC252BFD-2A79-FE02-B7CA-5617C5EF6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0647" y="5660657"/>
            <a:ext cx="146493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</a:rPr>
              <a:t> (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3.14</a:t>
            </a:r>
            <a:r>
              <a:rPr lang="en-US" altLang="zh-CN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AEAE1194-1391-40EF-880E-DDBB54A68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81001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750"/>
                            </p:stCondLst>
                            <p:childTnLst>
                              <p:par>
                                <p:cTn id="21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7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25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50"/>
                            </p:stCondLst>
                            <p:childTnLst>
                              <p:par>
                                <p:cTn id="64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2" grpId="1"/>
      <p:bldP spid="14" grpId="0"/>
      <p:bldP spid="15" grpId="0"/>
      <p:bldP spid="20" grpId="0"/>
      <p:bldP spid="23" grpId="0"/>
      <p:bldP spid="40" grpId="0"/>
      <p:bldP spid="41" grpId="0"/>
      <p:bldP spid="41" grpId="1"/>
      <p:bldP spid="43" grpId="0"/>
      <p:bldP spid="45" grpId="0"/>
      <p:bldP spid="47" grpId="0"/>
      <p:bldP spid="48" grpId="0"/>
      <p:bldP spid="49" grpId="0" autoUpdateAnimBg="0"/>
      <p:bldP spid="49" grpId="1"/>
      <p:bldP spid="49" grpId="2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E231C6EC-C9EA-6755-9601-116C77DE6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950841"/>
            <a:ext cx="295232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由性质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3.4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 </a:t>
            </a: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2DB3D2ED-348D-CCAD-689F-D590082A4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99" y="1638367"/>
            <a:ext cx="42484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都是方程组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  <a:sym typeface="Symbol" pitchFamily="18" charset="2"/>
              </a:rPr>
              <a:t>,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5DE8F9AF-A6BB-5B59-9987-DC030D2D8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6" y="1632072"/>
            <a:ext cx="45389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故方程组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Ax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的通解为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itchFamily="18" charset="2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1A05EB8F-7E48-3284-FBBD-7DF37EA29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905" y="936005"/>
            <a:ext cx="424847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对任何实数</a:t>
            </a:r>
            <a:r>
              <a:rPr lang="zh-CN" altLang="en-US" sz="1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…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  <a:sym typeface="Symbol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 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FD30D42-2421-850F-BBF1-9A665D1F2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09" y="2353062"/>
            <a:ext cx="429599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b="1" i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…</a:t>
            </a:r>
            <a:r>
              <a:rPr lang="en-US" altLang="zh-CN" sz="2000" b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, </a:t>
            </a:r>
            <a:r>
              <a:rPr lang="en-US" altLang="zh-CN" b="1" i="1" dirty="0" err="1">
                <a:solidFill>
                  <a:srgbClr val="C00000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b="1" i="1" baseline="-25000" dirty="0" err="1">
                <a:solidFill>
                  <a:srgbClr val="C00000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rgbClr val="C00000"/>
                </a:solidFill>
                <a:latin typeface="Symbol" pitchFamily="18" charset="2"/>
                <a:ea typeface="宋体" charset="-122"/>
                <a:sym typeface="Symbol" pitchFamily="18" charset="2"/>
              </a:rPr>
              <a:t>-</a:t>
            </a:r>
            <a:r>
              <a:rPr lang="en-US" altLang="zh-CN" b="1" i="1" baseline="-25000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sz="2000" b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为任意实数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n-US" altLang="zh-CN" b="1" dirty="0">
                <a:solidFill>
                  <a:srgbClr val="C00000"/>
                </a:solidFill>
                <a:ea typeface="宋体" charset="-122"/>
                <a:sym typeface="Symbol" pitchFamily="18" charset="2"/>
              </a:rPr>
              <a:t>, </a:t>
            </a:r>
            <a:endParaRPr lang="zh-CN" altLang="en-US" b="1" dirty="0">
              <a:solidFill>
                <a:srgbClr val="C00000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3B262C0-473D-3A57-5B27-4CDE72225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83" y="3835750"/>
            <a:ext cx="229215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基础解系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CE7DFD86-59FC-221B-4FE9-6605663DB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83" y="3109476"/>
            <a:ext cx="867785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这里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  <a:sym typeface="Symbol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是对应齐次线性方程组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3.13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的一个</a:t>
            </a:r>
          </a:p>
        </p:txBody>
      </p:sp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0658DD18-58EF-536D-8E19-EFFBEEFCF2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018015"/>
              </p:ext>
            </p:extLst>
          </p:nvPr>
        </p:nvGraphicFramePr>
        <p:xfrm>
          <a:off x="641350" y="2363788"/>
          <a:ext cx="416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14974" imgH="457354" progId="Equation.DSMT4">
                  <p:embed/>
                </p:oleObj>
              </mc:Choice>
              <mc:Fallback>
                <p:oleObj name="Equation" r:id="rId2" imgW="4114974" imgH="457354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B89482C-A1BA-014A-05FE-F9B75281D3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" y="2363788"/>
                        <a:ext cx="4165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1">
            <a:extLst>
              <a:ext uri="{FF2B5EF4-FFF2-40B4-BE49-F238E27FC236}">
                <a16:creationId xmlns:a16="http://schemas.microsoft.com/office/drawing/2014/main" id="{009A145E-580A-869D-B9C1-A6AE609F4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0641" y="942689"/>
            <a:ext cx="182236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式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3.14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221792BF-02AE-4F7A-AFB7-40FBBEA20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98710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25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0" grpId="0"/>
      <p:bldP spid="34" grpId="0"/>
      <p:bldP spid="11" grpId="0" build="p" autoUpdateAnimBg="0" advAuto="0"/>
      <p:bldP spid="11" grpId="1"/>
      <p:bldP spid="13" grpId="0" build="p" autoUpdateAnimBg="0" advAuto="0"/>
      <p:bldP spid="17" grpId="0" build="p" autoUpdateAnimBg="0" advAuto="0"/>
      <p:bldP spid="1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2">
            <a:extLst>
              <a:ext uri="{FF2B5EF4-FFF2-40B4-BE49-F238E27FC236}">
                <a16:creationId xmlns:a16="http://schemas.microsoft.com/office/drawing/2014/main" id="{BAB40B67-3B0D-2ECB-77E0-2C6F0969A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425" y="908720"/>
            <a:ext cx="35945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由前面的讨论可知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dirty="0">
                <a:latin typeface="+mn-ea"/>
                <a:ea typeface="+mn-ea"/>
                <a:sym typeface="Symbol" pitchFamily="18" charset="2"/>
              </a:rPr>
              <a:t> </a:t>
            </a:r>
            <a:endParaRPr lang="zh-CN" altLang="en-US" b="1" dirty="0">
              <a:solidFill>
                <a:srgbClr val="0000FF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38955411-88DD-F172-3D02-4389E108F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477" y="1516304"/>
            <a:ext cx="87086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于它所对应的齐次线性方程组的通解加上该非齐次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9C0762C-98DC-9259-36AD-26AD5AE3D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94" y="3333254"/>
            <a:ext cx="5327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其中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…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  <a:sym typeface="Symbol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为任意实数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512D4A2F-FF24-D103-EE67-95591E335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94" y="3952947"/>
            <a:ext cx="768313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的齐次线性方程组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(3.13)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的一个基础解系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7E3590E4-9BFC-F299-1BBB-ECECF7CED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968" y="908720"/>
            <a:ext cx="46085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非齐次线性方程组的解等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27D2E26-8E56-4D03-A35D-CA9BF887E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695" y="3333254"/>
            <a:ext cx="36573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zh-CN" altLang="en-US" sz="1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…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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  <a:sym typeface="Symbol" pitchFamily="18" charset="2"/>
              </a:rPr>
              <a:t>-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是对应</a:t>
            </a:r>
          </a:p>
        </p:txBody>
      </p:sp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72DB1254-F979-0EA9-ACCD-EA3403033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968479"/>
              </p:ext>
            </p:extLst>
          </p:nvPr>
        </p:nvGraphicFramePr>
        <p:xfrm>
          <a:off x="2498725" y="2731465"/>
          <a:ext cx="416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14974" imgH="457354" progId="Equation.DSMT4">
                  <p:embed/>
                </p:oleObj>
              </mc:Choice>
              <mc:Fallback>
                <p:oleObj name="Equation" r:id="rId2" imgW="4114974" imgH="457354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B89482C-A1BA-014A-05FE-F9B75281D3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25" y="2731465"/>
                        <a:ext cx="4165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5">
            <a:extLst>
              <a:ext uri="{FF2B5EF4-FFF2-40B4-BE49-F238E27FC236}">
                <a16:creationId xmlns:a16="http://schemas.microsoft.com/office/drawing/2014/main" id="{152EE30A-0468-F597-3777-32706DAF6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425" y="4581942"/>
            <a:ext cx="816064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这种形式的通解称为非齐次线性方程组的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结构式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22" name="Text Box 15">
            <a:extLst>
              <a:ext uri="{FF2B5EF4-FFF2-40B4-BE49-F238E27FC236}">
                <a16:creationId xmlns:a16="http://schemas.microsoft.com/office/drawing/2014/main" id="{EC495AC4-4F97-068A-EE2E-CDECCBA14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20" y="5221676"/>
            <a:ext cx="15128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通解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5D90C1EC-3906-1396-F6E5-5A2D4911F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568" y="5221676"/>
            <a:ext cx="3048401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简称为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结构解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4ACCA5-E316-C405-D762-1236C9031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476" y="2126228"/>
            <a:ext cx="46095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线性方程组的一个特解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A50BADB3-30E4-5846-D015-F452E4E26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992" y="2126228"/>
            <a:ext cx="93556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即</a:t>
            </a:r>
            <a:endParaRPr lang="en-US" altLang="zh-CN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B40EADEE-5028-49D2-98C0-ED7842F49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18924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500"/>
                            </p:stCondLst>
                            <p:childTnLst>
                              <p:par>
                                <p:cTn id="2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7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7" grpId="0" build="p" autoUpdateAnimBg="0" advAuto="0"/>
      <p:bldP spid="8" grpId="0" build="p" autoUpdateAnimBg="0" advAuto="0"/>
      <p:bldP spid="10" grpId="0" build="p" autoUpdateAnimBg="0" advAuto="0"/>
      <p:bldP spid="12" grpId="0" build="p" autoUpdateAnimBg="0"/>
      <p:bldP spid="14" grpId="0" build="p" autoUpdateAnimBg="0" advAuto="0"/>
      <p:bldP spid="21" grpId="0" build="p" autoUpdateAnimBg="0" advAuto="0"/>
      <p:bldP spid="22" grpId="0" build="p" autoUpdateAnimBg="0" advAuto="0"/>
      <p:bldP spid="23" grpId="0" build="p" autoUpdateAnimBg="0" advAuto="0"/>
      <p:bldP spid="24" grpId="0" build="p" autoUpdateAnimBg="0" advAuto="0"/>
      <p:bldP spid="25" grpId="0" build="p" autoUpdateAnimBg="0" advAuto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B11EB8FB-253A-5F5F-80FA-8BFD91CA9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804340"/>
            <a:ext cx="165618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B14A7C-C25A-EC50-E35C-26F8E8DF876D}"/>
              </a:ext>
            </a:extLst>
          </p:cNvPr>
          <p:cNvSpPr/>
          <p:nvPr/>
        </p:nvSpPr>
        <p:spPr>
          <a:xfrm>
            <a:off x="970220" y="1464611"/>
            <a:ext cx="16575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3.21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15B494-5773-C6D0-0A26-80FA768FA4BA}"/>
              </a:ext>
            </a:extLst>
          </p:cNvPr>
          <p:cNvSpPr/>
          <p:nvPr/>
        </p:nvSpPr>
        <p:spPr>
          <a:xfrm>
            <a:off x="2483769" y="1464611"/>
            <a:ext cx="4248472" cy="5222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求非齐次线性方程组</a:t>
            </a: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02051CE6-0B36-5A30-36C7-65F7B407E2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310233"/>
              </p:ext>
            </p:extLst>
          </p:nvPr>
        </p:nvGraphicFramePr>
        <p:xfrm>
          <a:off x="2118805" y="2126089"/>
          <a:ext cx="49784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78080" imgH="2095200" progId="Equation.DSMT4">
                  <p:embed/>
                </p:oleObj>
              </mc:Choice>
              <mc:Fallback>
                <p:oleObj name="Equation" r:id="rId2" imgW="4978080" imgH="2095200" progId="Equation.DSMT4">
                  <p:embed/>
                  <p:pic>
                    <p:nvPicPr>
                      <p:cNvPr id="22" name="Object 6">
                        <a:extLst>
                          <a:ext uri="{FF2B5EF4-FFF2-40B4-BE49-F238E27FC236}">
                            <a16:creationId xmlns:a16="http://schemas.microsoft.com/office/drawing/2014/main" id="{FC4590E1-33C3-B581-9DF8-B9EE45C05E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805" y="2126089"/>
                        <a:ext cx="49784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8F884921-503B-FAA4-5B51-BE3F2C6425BD}"/>
              </a:ext>
            </a:extLst>
          </p:cNvPr>
          <p:cNvSpPr txBox="1"/>
          <p:nvPr/>
        </p:nvSpPr>
        <p:spPr>
          <a:xfrm>
            <a:off x="395536" y="4359899"/>
            <a:ext cx="8640960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zh-CN" dirty="0"/>
              <a:t>的通解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dirty="0"/>
              <a:t>并求出它对应的齐次线性方程组的基础解系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CAA5EAE0-9666-C5D6-7BB9-E8C4E2722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63" y="5159740"/>
            <a:ext cx="73172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对方程组的增广矩阵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施行初等行变换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3A855BAC-D716-67D9-E991-70A5F41295BC}"/>
              </a:ext>
            </a:extLst>
          </p:cNvPr>
          <p:cNvSpPr txBox="1"/>
          <p:nvPr/>
        </p:nvSpPr>
        <p:spPr>
          <a:xfrm>
            <a:off x="1022350" y="5159740"/>
            <a:ext cx="696913" cy="522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DDFB60C9-AF48-4542-8E3F-DF0D6D276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49350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5" grpId="0"/>
      <p:bldP spid="17" grpId="0" autoUpdateAnimBg="0"/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651E2923-60DB-BFD7-BA23-D1D8A015CA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564799"/>
              </p:ext>
            </p:extLst>
          </p:nvPr>
        </p:nvGraphicFramePr>
        <p:xfrm>
          <a:off x="293691" y="980245"/>
          <a:ext cx="3895701" cy="1953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27400" imgH="2070000" progId="Equation.DSMT4">
                  <p:embed/>
                </p:oleObj>
              </mc:Choice>
              <mc:Fallback>
                <p:oleObj name="Equation" r:id="rId2" imgW="4127400" imgH="207000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02051CE6-0B36-5A30-36C7-65F7B407E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91" y="980245"/>
                        <a:ext cx="3895701" cy="1953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608AB817-650C-1A78-9326-08A484B93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048472"/>
              </p:ext>
            </p:extLst>
          </p:nvPr>
        </p:nvGraphicFramePr>
        <p:xfrm>
          <a:off x="1090882" y="3276954"/>
          <a:ext cx="3703913" cy="1953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24000" imgH="2070000" progId="Equation.DSMT4">
                  <p:embed/>
                </p:oleObj>
              </mc:Choice>
              <mc:Fallback>
                <p:oleObj name="Equation" r:id="rId4" imgW="3924000" imgH="207000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02051CE6-0B36-5A30-36C7-65F7B407E2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882" y="3276954"/>
                        <a:ext cx="3703913" cy="1953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86F1BEE5-F986-4EFD-ED44-BD0F432A03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267393"/>
              </p:ext>
            </p:extLst>
          </p:nvPr>
        </p:nvGraphicFramePr>
        <p:xfrm>
          <a:off x="4294878" y="1286622"/>
          <a:ext cx="6223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1409400" progId="Equation.DSMT4">
                  <p:embed/>
                </p:oleObj>
              </mc:Choice>
              <mc:Fallback>
                <p:oleObj name="Equation" r:id="rId6" imgW="622080" imgH="1409400" progId="Equation.DSMT4">
                  <p:embed/>
                  <p:pic>
                    <p:nvPicPr>
                      <p:cNvPr id="13" name="Object 6">
                        <a:extLst>
                          <a:ext uri="{FF2B5EF4-FFF2-40B4-BE49-F238E27FC236}">
                            <a16:creationId xmlns:a16="http://schemas.microsoft.com/office/drawing/2014/main" id="{608AB817-650C-1A78-9326-08A484B93F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878" y="1286622"/>
                        <a:ext cx="6223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3F312A09-B533-969A-B7BA-3B1B05F706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029946"/>
              </p:ext>
            </p:extLst>
          </p:nvPr>
        </p:nvGraphicFramePr>
        <p:xfrm>
          <a:off x="4954610" y="983112"/>
          <a:ext cx="3727886" cy="1953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49560" imgH="2070000" progId="Equation.DSMT4">
                  <p:embed/>
                </p:oleObj>
              </mc:Choice>
              <mc:Fallback>
                <p:oleObj name="Equation" r:id="rId8" imgW="3949560" imgH="2070000" progId="Equation.DSMT4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651E2923-60DB-BFD7-BA23-D1D8A015CA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610" y="983112"/>
                        <a:ext cx="3727886" cy="1953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>
            <a:extLst>
              <a:ext uri="{FF2B5EF4-FFF2-40B4-BE49-F238E27FC236}">
                <a16:creationId xmlns:a16="http://schemas.microsoft.com/office/drawing/2014/main" id="{5EA3A2D8-D89D-5753-E0B1-CFC9821ADF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421643"/>
              </p:ext>
            </p:extLst>
          </p:nvPr>
        </p:nvGraphicFramePr>
        <p:xfrm>
          <a:off x="326742" y="3841514"/>
          <a:ext cx="762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1760" imgH="1015920" progId="Equation.DSMT4">
                  <p:embed/>
                </p:oleObj>
              </mc:Choice>
              <mc:Fallback>
                <p:oleObj name="Equation" r:id="rId10" imgW="761760" imgH="1015920" progId="Equation.DSMT4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86F1BEE5-F986-4EFD-ED44-BD0F432A03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42" y="3841514"/>
                        <a:ext cx="762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">
            <a:extLst>
              <a:ext uri="{FF2B5EF4-FFF2-40B4-BE49-F238E27FC236}">
                <a16:creationId xmlns:a16="http://schemas.microsoft.com/office/drawing/2014/main" id="{4D39B72F-9FAA-2E7C-52A2-87AB7C14E0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835665"/>
              </p:ext>
            </p:extLst>
          </p:nvPr>
        </p:nvGraphicFramePr>
        <p:xfrm>
          <a:off x="4820678" y="3826580"/>
          <a:ext cx="635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34680" imgH="838080" progId="Equation.DSMT4">
                  <p:embed/>
                </p:oleObj>
              </mc:Choice>
              <mc:Fallback>
                <p:oleObj name="Equation" r:id="rId12" imgW="634680" imgH="838080" progId="Equation.DSMT4">
                  <p:embed/>
                  <p:pic>
                    <p:nvPicPr>
                      <p:cNvPr id="19" name="Object 6">
                        <a:extLst>
                          <a:ext uri="{FF2B5EF4-FFF2-40B4-BE49-F238E27FC236}">
                            <a16:creationId xmlns:a16="http://schemas.microsoft.com/office/drawing/2014/main" id="{5EA3A2D8-D89D-5753-E0B1-CFC9821ADF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0678" y="3826580"/>
                        <a:ext cx="635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">
            <a:extLst>
              <a:ext uri="{FF2B5EF4-FFF2-40B4-BE49-F238E27FC236}">
                <a16:creationId xmlns:a16="http://schemas.microsoft.com/office/drawing/2014/main" id="{E65E2F9E-1AB5-84FB-D486-ED37D0D486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43009"/>
              </p:ext>
            </p:extLst>
          </p:nvPr>
        </p:nvGraphicFramePr>
        <p:xfrm>
          <a:off x="5435560" y="3276954"/>
          <a:ext cx="3164508" cy="1953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52680" imgH="2070000" progId="Equation.DSMT4">
                  <p:embed/>
                </p:oleObj>
              </mc:Choice>
              <mc:Fallback>
                <p:oleObj name="Equation" r:id="rId14" imgW="3352680" imgH="2070000" progId="Equation.DSMT4">
                  <p:embed/>
                  <p:pic>
                    <p:nvPicPr>
                      <p:cNvPr id="20" name="Object 6">
                        <a:extLst>
                          <a:ext uri="{FF2B5EF4-FFF2-40B4-BE49-F238E27FC236}">
                            <a16:creationId xmlns:a16="http://schemas.microsoft.com/office/drawing/2014/main" id="{4D39B72F-9FAA-2E7C-52A2-87AB7C14E0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560" y="3276954"/>
                        <a:ext cx="3164508" cy="1953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0">
            <a:extLst>
              <a:ext uri="{FF2B5EF4-FFF2-40B4-BE49-F238E27FC236}">
                <a16:creationId xmlns:a16="http://schemas.microsoft.com/office/drawing/2014/main" id="{5C7F055B-260A-48B3-B2AD-22252018E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9990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651E2923-60DB-BFD7-BA23-D1D8A015CA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151711"/>
              </p:ext>
            </p:extLst>
          </p:nvPr>
        </p:nvGraphicFramePr>
        <p:xfrm>
          <a:off x="1195388" y="1031875"/>
          <a:ext cx="3489325" cy="195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95400" imgH="2070000" progId="Equation.DSMT4">
                  <p:embed/>
                </p:oleObj>
              </mc:Choice>
              <mc:Fallback>
                <p:oleObj name="Equation" r:id="rId2" imgW="3695400" imgH="2070000" progId="Equation.DSMT4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651E2923-60DB-BFD7-BA23-D1D8A015CA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388" y="1031875"/>
                        <a:ext cx="3489325" cy="195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86F1BEE5-F986-4EFD-ED44-BD0F432A03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645565"/>
              </p:ext>
            </p:extLst>
          </p:nvPr>
        </p:nvGraphicFramePr>
        <p:xfrm>
          <a:off x="465981" y="1069087"/>
          <a:ext cx="622300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1917360" progId="Equation.DSMT4">
                  <p:embed/>
                </p:oleObj>
              </mc:Choice>
              <mc:Fallback>
                <p:oleObj name="Equation" r:id="rId4" imgW="622080" imgH="1917360" progId="Equation.DSMT4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86F1BEE5-F986-4EFD-ED44-BD0F432A03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81" y="1069087"/>
                        <a:ext cx="622300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23">
            <a:extLst>
              <a:ext uri="{FF2B5EF4-FFF2-40B4-BE49-F238E27FC236}">
                <a16:creationId xmlns:a16="http://schemas.microsoft.com/office/drawing/2014/main" id="{8C7E0F8E-C087-7A7F-6810-DB6CA7391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48" y="3244547"/>
            <a:ext cx="500538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由此可见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5,</a:t>
            </a:r>
            <a:endParaRPr lang="zh-CN" altLang="en-US" b="1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9" name="TextBox 29">
            <a:extLst>
              <a:ext uri="{FF2B5EF4-FFF2-40B4-BE49-F238E27FC236}">
                <a16:creationId xmlns:a16="http://schemas.microsoft.com/office/drawing/2014/main" id="{4DF9B7A9-096E-1514-AF35-5926E201B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3239785"/>
            <a:ext cx="413995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故方程组有无穷多组解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02562C70-EDB9-FECA-9953-4629D3C65E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722553"/>
              </p:ext>
            </p:extLst>
          </p:nvPr>
        </p:nvGraphicFramePr>
        <p:xfrm>
          <a:off x="5303442" y="1031876"/>
          <a:ext cx="3500438" cy="195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08360" imgH="2070000" progId="Equation.DSMT4">
                  <p:embed/>
                </p:oleObj>
              </mc:Choice>
              <mc:Fallback>
                <p:oleObj name="Equation" r:id="rId6" imgW="3708360" imgH="2070000" progId="Equation.DSMT4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651E2923-60DB-BFD7-BA23-D1D8A015CA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442" y="1031876"/>
                        <a:ext cx="3500438" cy="195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">
            <a:extLst>
              <a:ext uri="{FF2B5EF4-FFF2-40B4-BE49-F238E27FC236}">
                <a16:creationId xmlns:a16="http://schemas.microsoft.com/office/drawing/2014/main" id="{6ECF3CBB-8A23-D61F-8980-C4102A892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737547"/>
              </p:ext>
            </p:extLst>
          </p:nvPr>
        </p:nvGraphicFramePr>
        <p:xfrm>
          <a:off x="4756729" y="1338712"/>
          <a:ext cx="4953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000" imgH="1091880" progId="Equation.DSMT4">
                  <p:embed/>
                </p:oleObj>
              </mc:Choice>
              <mc:Fallback>
                <p:oleObj name="Equation" r:id="rId8" imgW="495000" imgH="1091880" progId="Equation.DSMT4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86F1BEE5-F986-4EFD-ED44-BD0F432A03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729" y="1338712"/>
                        <a:ext cx="4953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33">
            <a:extLst>
              <a:ext uri="{FF2B5EF4-FFF2-40B4-BE49-F238E27FC236}">
                <a16:creationId xmlns:a16="http://schemas.microsoft.com/office/drawing/2014/main" id="{DB2B9F1C-419A-8056-41BA-00EAFD13764F}"/>
              </a:ext>
            </a:extLst>
          </p:cNvPr>
          <p:cNvGrpSpPr>
            <a:grpSpLocks/>
          </p:cNvGrpSpPr>
          <p:nvPr/>
        </p:nvGrpSpPr>
        <p:grpSpPr bwMode="auto">
          <a:xfrm>
            <a:off x="5375458" y="1559186"/>
            <a:ext cx="3264028" cy="936103"/>
            <a:chOff x="3563993" y="1268759"/>
            <a:chExt cx="3264980" cy="937329"/>
          </a:xfrm>
        </p:grpSpPr>
        <p:sp>
          <p:nvSpPr>
            <p:cNvPr id="30" name="Line 13">
              <a:extLst>
                <a:ext uri="{FF2B5EF4-FFF2-40B4-BE49-F238E27FC236}">
                  <a16:creationId xmlns:a16="http://schemas.microsoft.com/office/drawing/2014/main" id="{C608949B-35CA-06DD-B2F4-62461E818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993" y="1268760"/>
              <a:ext cx="52439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4">
              <a:extLst>
                <a:ext uri="{FF2B5EF4-FFF2-40B4-BE49-F238E27FC236}">
                  <a16:creationId xmlns:a16="http://schemas.microsoft.com/office/drawing/2014/main" id="{D5D878F0-6229-E58A-017C-28623FCF6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7944" y="1268759"/>
              <a:ext cx="0" cy="4527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15">
              <a:extLst>
                <a:ext uri="{FF2B5EF4-FFF2-40B4-BE49-F238E27FC236}">
                  <a16:creationId xmlns:a16="http://schemas.microsoft.com/office/drawing/2014/main" id="{855E93B2-5C21-8E1C-AFFF-47D9FEF7D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7943" y="1704041"/>
              <a:ext cx="1080678" cy="175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16">
              <a:extLst>
                <a:ext uri="{FF2B5EF4-FFF2-40B4-BE49-F238E27FC236}">
                  <a16:creationId xmlns:a16="http://schemas.microsoft.com/office/drawing/2014/main" id="{2AE37D87-AC66-5F73-ABFB-4867FC733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623" y="1737424"/>
              <a:ext cx="0" cy="46866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17">
              <a:extLst>
                <a:ext uri="{FF2B5EF4-FFF2-40B4-BE49-F238E27FC236}">
                  <a16:creationId xmlns:a16="http://schemas.microsoft.com/office/drawing/2014/main" id="{AE6FF00D-B4BA-BA6B-4C8E-54E6E7BED8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8623" y="2188589"/>
              <a:ext cx="1680350" cy="1749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Rectangle 11">
            <a:extLst>
              <a:ext uri="{FF2B5EF4-FFF2-40B4-BE49-F238E27FC236}">
                <a16:creationId xmlns:a16="http://schemas.microsoft.com/office/drawing/2014/main" id="{C8F54DB7-B9AF-27B3-54DC-6C7E7318F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07" y="3921871"/>
            <a:ext cx="418133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由上述行最简形矩阵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A30933-6CD5-7A10-D40D-9908445EF9CE}"/>
              </a:ext>
            </a:extLst>
          </p:cNvPr>
          <p:cNvSpPr txBox="1"/>
          <p:nvPr/>
        </p:nvSpPr>
        <p:spPr>
          <a:xfrm>
            <a:off x="3743881" y="3917109"/>
            <a:ext cx="52942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可</a:t>
            </a:r>
            <a:r>
              <a:rPr lang="zh-CN" altLang="zh-CN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得</a:t>
            </a: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该</a:t>
            </a:r>
            <a:r>
              <a:rPr lang="zh-CN" altLang="zh-CN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方程组的同解方程组为</a:t>
            </a:r>
            <a:r>
              <a:rPr lang="en-US" altLang="zh-CN" sz="2800" b="1" kern="100" dirty="0">
                <a:solidFill>
                  <a:srgbClr val="000000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zh-CN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3">
            <a:extLst>
              <a:ext uri="{FF2B5EF4-FFF2-40B4-BE49-F238E27FC236}">
                <a16:creationId xmlns:a16="http://schemas.microsoft.com/office/drawing/2014/main" id="{CCB84A33-CA61-C73E-FA22-AB98ED7B2C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8835700"/>
              </p:ext>
            </p:extLst>
          </p:nvPr>
        </p:nvGraphicFramePr>
        <p:xfrm>
          <a:off x="3086100" y="4593963"/>
          <a:ext cx="29718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71800" imgH="1409400" progId="Equation.DSMT4">
                  <p:embed/>
                </p:oleObj>
              </mc:Choice>
              <mc:Fallback>
                <p:oleObj name="Equation" r:id="rId10" imgW="2971800" imgH="1409400" progId="Equation.DSMT4">
                  <p:embed/>
                  <p:pic>
                    <p:nvPicPr>
                      <p:cNvPr id="15" name="Object 13">
                        <a:extLst>
                          <a:ext uri="{FF2B5EF4-FFF2-40B4-BE49-F238E27FC236}">
                            <a16:creationId xmlns:a16="http://schemas.microsoft.com/office/drawing/2014/main" id="{42FA701F-35A6-098F-D23A-FFE1115976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4593963"/>
                        <a:ext cx="29718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30">
            <a:extLst>
              <a:ext uri="{FF2B5EF4-FFF2-40B4-BE49-F238E27FC236}">
                <a16:creationId xmlns:a16="http://schemas.microsoft.com/office/drawing/2014/main" id="{33B928F3-64D0-4FC6-BEB6-F7B99B6AD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91857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7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75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 autoUpdateAnimBg="0"/>
      <p:bldP spid="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9">
            <a:extLst>
              <a:ext uri="{FF2B5EF4-FFF2-40B4-BE49-F238E27FC236}">
                <a16:creationId xmlns:a16="http://schemas.microsoft.com/office/drawing/2014/main" id="{2274746A-863B-638E-C79E-FCCBEDBA2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42" y="712484"/>
            <a:ext cx="13223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id="{6A1A2BCC-0D98-9D83-8AB0-3A59A2235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75" y="3289989"/>
            <a:ext cx="40535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则此方程组的通解为</a:t>
            </a:r>
          </a:p>
        </p:txBody>
      </p:sp>
      <p:sp>
        <p:nvSpPr>
          <p:cNvPr id="22" name="Text Box 11">
            <a:extLst>
              <a:ext uri="{FF2B5EF4-FFF2-40B4-BE49-F238E27FC236}">
                <a16:creationId xmlns:a16="http://schemas.microsoft.com/office/drawing/2014/main" id="{9C576FCE-8E8C-C0D9-0662-F3112267F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99" y="2542383"/>
            <a:ext cx="396044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取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5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为自由未知量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6117819D-9DD9-6D75-99C9-D4BE9CE4C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2206" y="2550031"/>
            <a:ext cx="308653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令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5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c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 </a:t>
            </a:r>
            <a:endParaRPr lang="en-US" altLang="zh-CN" b="1" baseline="-25000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graphicFrame>
        <p:nvGraphicFramePr>
          <p:cNvPr id="19" name="Object 13">
            <a:extLst>
              <a:ext uri="{FF2B5EF4-FFF2-40B4-BE49-F238E27FC236}">
                <a16:creationId xmlns:a16="http://schemas.microsoft.com/office/drawing/2014/main" id="{3CBA3CDB-90D2-6025-CD0F-DD6D4AD861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753783"/>
              </p:ext>
            </p:extLst>
          </p:nvPr>
        </p:nvGraphicFramePr>
        <p:xfrm>
          <a:off x="3124200" y="908720"/>
          <a:ext cx="28956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95480" imgH="1409400" progId="Equation.DSMT4">
                  <p:embed/>
                </p:oleObj>
              </mc:Choice>
              <mc:Fallback>
                <p:oleObj name="Equation" r:id="rId2" imgW="2895480" imgH="1409400" progId="Equation.DSMT4">
                  <p:embed/>
                  <p:pic>
                    <p:nvPicPr>
                      <p:cNvPr id="15" name="Object 13">
                        <a:extLst>
                          <a:ext uri="{FF2B5EF4-FFF2-40B4-BE49-F238E27FC236}">
                            <a16:creationId xmlns:a16="http://schemas.microsoft.com/office/drawing/2014/main" id="{42FA701F-35A6-098F-D23A-FFE1115976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908720"/>
                        <a:ext cx="28956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1">
            <a:extLst>
              <a:ext uri="{FF2B5EF4-FFF2-40B4-BE49-F238E27FC236}">
                <a16:creationId xmlns:a16="http://schemas.microsoft.com/office/drawing/2014/main" id="{220F36C3-42B7-F4DA-2000-F0C012E747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312589"/>
              </p:ext>
            </p:extLst>
          </p:nvPr>
        </p:nvGraphicFramePr>
        <p:xfrm>
          <a:off x="7105841" y="2632870"/>
          <a:ext cx="162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400" imgH="431640" progId="Equation.DSMT4">
                  <p:embed/>
                </p:oleObj>
              </mc:Choice>
              <mc:Fallback>
                <p:oleObj name="Equation" r:id="rId4" imgW="1625400" imgH="431640" progId="Equation.DSMT4">
                  <p:embed/>
                  <p:pic>
                    <p:nvPicPr>
                      <p:cNvPr id="34" name="Object 21">
                        <a:extLst>
                          <a:ext uri="{FF2B5EF4-FFF2-40B4-BE49-F238E27FC236}">
                            <a16:creationId xmlns:a16="http://schemas.microsoft.com/office/drawing/2014/main" id="{35182A96-FBDA-B652-58BF-33BDD8261F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5841" y="2632870"/>
                        <a:ext cx="162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3">
            <a:extLst>
              <a:ext uri="{FF2B5EF4-FFF2-40B4-BE49-F238E27FC236}">
                <a16:creationId xmlns:a16="http://schemas.microsoft.com/office/drawing/2014/main" id="{658822B1-7576-73D9-76DF-D3A688D51D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967319"/>
              </p:ext>
            </p:extLst>
          </p:nvPr>
        </p:nvGraphicFramePr>
        <p:xfrm>
          <a:off x="3175000" y="4026262"/>
          <a:ext cx="279400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3960" imgH="2273040" progId="Equation.DSMT4">
                  <p:embed/>
                </p:oleObj>
              </mc:Choice>
              <mc:Fallback>
                <p:oleObj name="Equation" r:id="rId6" imgW="2793960" imgH="2273040" progId="Equation.DSMT4">
                  <p:embed/>
                  <p:pic>
                    <p:nvPicPr>
                      <p:cNvPr id="19" name="Object 13">
                        <a:extLst>
                          <a:ext uri="{FF2B5EF4-FFF2-40B4-BE49-F238E27FC236}">
                            <a16:creationId xmlns:a16="http://schemas.microsoft.com/office/drawing/2014/main" id="{3CBA3CDB-90D2-6025-CD0F-DD6D4AD861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4026262"/>
                        <a:ext cx="279400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0">
            <a:extLst>
              <a:ext uri="{FF2B5EF4-FFF2-40B4-BE49-F238E27FC236}">
                <a16:creationId xmlns:a16="http://schemas.microsoft.com/office/drawing/2014/main" id="{1D69003C-1E20-44FF-B0F1-0429B76EF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84560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22" grpId="0" build="p" autoUpdateAnimBg="0" advAuto="0"/>
      <p:bldP spid="23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11">
            <a:extLst>
              <a:ext uri="{FF2B5EF4-FFF2-40B4-BE49-F238E27FC236}">
                <a16:creationId xmlns:a16="http://schemas.microsoft.com/office/drawing/2014/main" id="{9C576FCE-8E8C-C0D9-0662-F3112267F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063" y="639255"/>
            <a:ext cx="885173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3" name="Object 13">
            <a:extLst>
              <a:ext uri="{FF2B5EF4-FFF2-40B4-BE49-F238E27FC236}">
                <a16:creationId xmlns:a16="http://schemas.microsoft.com/office/drawing/2014/main" id="{6DE23AAB-665B-35FB-2588-8C31E6473B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567104"/>
              </p:ext>
            </p:extLst>
          </p:nvPr>
        </p:nvGraphicFramePr>
        <p:xfrm>
          <a:off x="1315678" y="1096754"/>
          <a:ext cx="311150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11480" imgH="2273040" progId="Equation.DSMT4">
                  <p:embed/>
                </p:oleObj>
              </mc:Choice>
              <mc:Fallback>
                <p:oleObj name="Equation" r:id="rId2" imgW="3111480" imgH="2273040" progId="Equation.DSMT4">
                  <p:embed/>
                  <p:pic>
                    <p:nvPicPr>
                      <p:cNvPr id="2" name="Object 13">
                        <a:extLst>
                          <a:ext uri="{FF2B5EF4-FFF2-40B4-BE49-F238E27FC236}">
                            <a16:creationId xmlns:a16="http://schemas.microsoft.com/office/drawing/2014/main" id="{51B98111-A976-AD5B-A940-42D9A83EF7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678" y="1096754"/>
                        <a:ext cx="311150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>
            <a:extLst>
              <a:ext uri="{FF2B5EF4-FFF2-40B4-BE49-F238E27FC236}">
                <a16:creationId xmlns:a16="http://schemas.microsoft.com/office/drawing/2014/main" id="{BC8107FA-15BE-E878-673D-CA48E25E5C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499601"/>
              </p:ext>
            </p:extLst>
          </p:nvPr>
        </p:nvGraphicFramePr>
        <p:xfrm>
          <a:off x="4433776" y="1147554"/>
          <a:ext cx="4000500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00320" imgH="2171520" progId="Equation.DSMT4">
                  <p:embed/>
                </p:oleObj>
              </mc:Choice>
              <mc:Fallback>
                <p:oleObj name="Equation" r:id="rId4" imgW="4000320" imgH="2171520" progId="Equation.DSMT4">
                  <p:embed/>
                  <p:pic>
                    <p:nvPicPr>
                      <p:cNvPr id="3" name="Object 13">
                        <a:extLst>
                          <a:ext uri="{FF2B5EF4-FFF2-40B4-BE49-F238E27FC236}">
                            <a16:creationId xmlns:a16="http://schemas.microsoft.com/office/drawing/2014/main" id="{6DE23AAB-665B-35FB-2588-8C31E6473B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776" y="1147554"/>
                        <a:ext cx="4000500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0">
            <a:extLst>
              <a:ext uri="{FF2B5EF4-FFF2-40B4-BE49-F238E27FC236}">
                <a16:creationId xmlns:a16="http://schemas.microsoft.com/office/drawing/2014/main" id="{5D512F1B-61D7-82E0-75BA-E89C8C78B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063" y="3538746"/>
            <a:ext cx="681126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对应的齐次线性方程组的基础解系为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F45EE338-ED6E-F833-FCC6-D21F01593E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566289"/>
              </p:ext>
            </p:extLst>
          </p:nvPr>
        </p:nvGraphicFramePr>
        <p:xfrm>
          <a:off x="3054350" y="4175173"/>
          <a:ext cx="1447800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7560" imgH="2171520" progId="Equation.DSMT4">
                  <p:embed/>
                </p:oleObj>
              </mc:Choice>
              <mc:Fallback>
                <p:oleObj name="Equation" r:id="rId6" imgW="1447560" imgH="2171520" progId="Equation.DSMT4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5DB7D303-7DC8-B68C-3D54-C872059AE0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4175173"/>
                        <a:ext cx="1447800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04576AE8-842E-522A-D9F6-15F973411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117600"/>
              </p:ext>
            </p:extLst>
          </p:nvPr>
        </p:nvGraphicFramePr>
        <p:xfrm>
          <a:off x="4572000" y="4175173"/>
          <a:ext cx="1460500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60160" imgH="2171520" progId="Equation.DSMT4">
                  <p:embed/>
                </p:oleObj>
              </mc:Choice>
              <mc:Fallback>
                <p:oleObj name="Equation" r:id="rId8" imgW="1460160" imgH="2171520" progId="Equation.DSMT4">
                  <p:embed/>
                  <p:pic>
                    <p:nvPicPr>
                      <p:cNvPr id="8" name="Object 10">
                        <a:extLst>
                          <a:ext uri="{FF2B5EF4-FFF2-40B4-BE49-F238E27FC236}">
                            <a16:creationId xmlns:a16="http://schemas.microsoft.com/office/drawing/2014/main" id="{EF504F16-A315-62D9-5832-9FD1ADF94A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175173"/>
                        <a:ext cx="1460500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0">
            <a:extLst>
              <a:ext uri="{FF2B5EF4-FFF2-40B4-BE49-F238E27FC236}">
                <a16:creationId xmlns:a16="http://schemas.microsoft.com/office/drawing/2014/main" id="{6E94FF8B-058E-4799-A092-1F977DAAD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77661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 autoUpdateAnimBg="0" advAuto="0"/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E03FA8-9AE3-7791-819C-D8E35331D001}"/>
              </a:ext>
            </a:extLst>
          </p:cNvPr>
          <p:cNvSpPr/>
          <p:nvPr/>
        </p:nvSpPr>
        <p:spPr>
          <a:xfrm>
            <a:off x="954561" y="692696"/>
            <a:ext cx="16575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3.22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60BDF457-2EA6-9181-47B9-4A789AD88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754" y="687855"/>
            <a:ext cx="6358823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设四元非齐次线性方程组的系数矩阵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FE9F9054-53E0-76AE-6662-6B945DEAD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887" y="1331247"/>
            <a:ext cx="6205349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已知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η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l-GR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η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η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3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是它的</a:t>
            </a:r>
            <a:r>
              <a:rPr lang="zh-CN" altLang="en-US" sz="1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个解向量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642CA72D-0082-98D9-3D3E-ECDC6D710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45" y="3822997"/>
            <a:ext cx="372151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求该方程组的通解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2BC11968-FB18-FFFA-183B-D62497CA2B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715234"/>
              </p:ext>
            </p:extLst>
          </p:nvPr>
        </p:nvGraphicFramePr>
        <p:xfrm>
          <a:off x="3072640" y="1965876"/>
          <a:ext cx="12700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1752480" progId="Equation.DSMT4">
                  <p:embed/>
                </p:oleObj>
              </mc:Choice>
              <mc:Fallback>
                <p:oleObj name="Equation" r:id="rId2" imgW="1269720" imgH="1752480" progId="Equation.DSMT4">
                  <p:embed/>
                  <p:pic>
                    <p:nvPicPr>
                      <p:cNvPr id="45061" name="Object 9">
                        <a:extLst>
                          <a:ext uri="{FF2B5EF4-FFF2-40B4-BE49-F238E27FC236}">
                            <a16:creationId xmlns:a16="http://schemas.microsoft.com/office/drawing/2014/main" id="{2FC37350-98CB-5F62-F775-7022CEDE31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2640" y="1965876"/>
                        <a:ext cx="12700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0D0E0D27-731F-BDFB-A437-13AB0911D4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337937"/>
              </p:ext>
            </p:extLst>
          </p:nvPr>
        </p:nvGraphicFramePr>
        <p:xfrm>
          <a:off x="4412514" y="1965694"/>
          <a:ext cx="18669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66600" imgH="1752480" progId="Equation.DSMT4">
                  <p:embed/>
                </p:oleObj>
              </mc:Choice>
              <mc:Fallback>
                <p:oleObj name="Equation" r:id="rId4" imgW="1866600" imgH="1752480" progId="Equation.DSMT4">
                  <p:embed/>
                  <p:pic>
                    <p:nvPicPr>
                      <p:cNvPr id="45062" name="Object 10">
                        <a:extLst>
                          <a:ext uri="{FF2B5EF4-FFF2-40B4-BE49-F238E27FC236}">
                            <a16:creationId xmlns:a16="http://schemas.microsoft.com/office/drawing/2014/main" id="{59A3D55E-1A56-FA2E-B07E-502813CE16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2514" y="1965694"/>
                        <a:ext cx="18669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7">
            <a:extLst>
              <a:ext uri="{FF2B5EF4-FFF2-40B4-BE49-F238E27FC236}">
                <a16:creationId xmlns:a16="http://schemas.microsoft.com/office/drawing/2014/main" id="{4AC3C9F8-6F6F-8792-45E2-C86D648A736A}"/>
              </a:ext>
            </a:extLst>
          </p:cNvPr>
          <p:cNvSpPr txBox="1"/>
          <p:nvPr/>
        </p:nvSpPr>
        <p:spPr>
          <a:xfrm>
            <a:off x="494445" y="4457444"/>
            <a:ext cx="696913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54488AA9-44CC-52A8-CF0C-1D2AFA35F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618" y="4455856"/>
            <a:ext cx="802838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因为四元非齐次线性方程组的系数矩阵的秩为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5C0A4AA0-206D-9AB5-8286-9B181FA14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45" y="5089508"/>
            <a:ext cx="861806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所以它所对应的齐次线性方程组的基础解系只含有一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53AF75A7-7123-C803-9CED-B7A7B22BB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45" y="5723160"/>
            <a:ext cx="213734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个解向量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BB57078A-1BFF-C3C1-9EB4-F2B7976F4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45" y="1332042"/>
            <a:ext cx="199332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的秩为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866B7678-2778-4FCE-8CC3-386BBB3F4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55201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2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9" grpId="0"/>
      <p:bldP spid="10" grpId="0"/>
      <p:bldP spid="13" grpId="0"/>
      <p:bldP spid="14" grpId="0"/>
      <p:bldP spid="15" grpId="0"/>
      <p:bldP spid="16" grpId="0"/>
      <p:bldP spid="1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">
            <a:extLst>
              <a:ext uri="{FF2B5EF4-FFF2-40B4-BE49-F238E27FC236}">
                <a16:creationId xmlns:a16="http://schemas.microsoft.com/office/drawing/2014/main" id="{9EAAD82F-8A5B-D34D-D942-ADD7D04A0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92696"/>
            <a:ext cx="1782383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又因为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0098F74D-13C2-ED21-135F-AFBCB5604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50" y="3189229"/>
            <a:ext cx="7102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所以由非齐次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线性方程组的解的结构可知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180CF299-807A-4A36-1964-BCC43E30D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1046" y="3189228"/>
            <a:ext cx="136815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此非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7">
            <a:extLst>
              <a:ext uri="{FF2B5EF4-FFF2-40B4-BE49-F238E27FC236}">
                <a16:creationId xmlns:a16="http://schemas.microsoft.com/office/drawing/2014/main" id="{EBF36461-B738-5165-A626-38E67C0578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185681"/>
              </p:ext>
            </p:extLst>
          </p:nvPr>
        </p:nvGraphicFramePr>
        <p:xfrm>
          <a:off x="996845" y="1908199"/>
          <a:ext cx="2374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74560" imgH="431640" progId="Equation.DSMT4">
                  <p:embed/>
                </p:oleObj>
              </mc:Choice>
              <mc:Fallback>
                <p:oleObj name="Equation" r:id="rId2" imgW="2374560" imgH="431640" progId="Equation.DSMT4">
                  <p:embed/>
                  <p:pic>
                    <p:nvPicPr>
                      <p:cNvPr id="18" name="Object 7">
                        <a:extLst>
                          <a:ext uri="{FF2B5EF4-FFF2-40B4-BE49-F238E27FC236}">
                            <a16:creationId xmlns:a16="http://schemas.microsoft.com/office/drawing/2014/main" id="{EBF36461-B738-5165-A626-38E67C0578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845" y="1908199"/>
                        <a:ext cx="2374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CF939F8B-3239-6C46-5CF7-17F4AC3B07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919580"/>
              </p:ext>
            </p:extLst>
          </p:nvPr>
        </p:nvGraphicFramePr>
        <p:xfrm>
          <a:off x="3416665" y="1258669"/>
          <a:ext cx="16637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700" imgH="1752600" progId="Equation.DSMT4">
                  <p:embed/>
                </p:oleObj>
              </mc:Choice>
              <mc:Fallback>
                <p:oleObj name="Equation" r:id="rId4" imgW="1663700" imgH="1752600" progId="Equation.DSMT4">
                  <p:embed/>
                  <p:pic>
                    <p:nvPicPr>
                      <p:cNvPr id="21" name="Object 5">
                        <a:extLst>
                          <a:ext uri="{FF2B5EF4-FFF2-40B4-BE49-F238E27FC236}">
                            <a16:creationId xmlns:a16="http://schemas.microsoft.com/office/drawing/2014/main" id="{CF939F8B-3239-6C46-5CF7-17F4AC3B07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665" y="1258669"/>
                        <a:ext cx="16637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CBAC361F-B163-82F6-59F3-9ADA428E9E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086382"/>
              </p:ext>
            </p:extLst>
          </p:nvPr>
        </p:nvGraphicFramePr>
        <p:xfrm>
          <a:off x="5145453" y="1258669"/>
          <a:ext cx="18542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200" imgH="1752600" progId="Equation.DSMT4">
                  <p:embed/>
                </p:oleObj>
              </mc:Choice>
              <mc:Fallback>
                <p:oleObj name="Equation" r:id="rId6" imgW="1854200" imgH="1752600" progId="Equation.DSMT4">
                  <p:embed/>
                  <p:pic>
                    <p:nvPicPr>
                      <p:cNvPr id="22" name="Object 6">
                        <a:extLst>
                          <a:ext uri="{FF2B5EF4-FFF2-40B4-BE49-F238E27FC236}">
                            <a16:creationId xmlns:a16="http://schemas.microsoft.com/office/drawing/2014/main" id="{CBAC361F-B163-82F6-59F3-9ADA428E9E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5453" y="1258669"/>
                        <a:ext cx="18542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7">
            <a:extLst>
              <a:ext uri="{FF2B5EF4-FFF2-40B4-BE49-F238E27FC236}">
                <a16:creationId xmlns:a16="http://schemas.microsoft.com/office/drawing/2014/main" id="{B1B7D912-7E38-3FDF-505E-F2DFC796D2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084812"/>
              </p:ext>
            </p:extLst>
          </p:nvPr>
        </p:nvGraphicFramePr>
        <p:xfrm>
          <a:off x="7018703" y="1258669"/>
          <a:ext cx="9398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39800" imgH="1752600" progId="Equation.DSMT4">
                  <p:embed/>
                </p:oleObj>
              </mc:Choice>
              <mc:Fallback>
                <p:oleObj name="Equation" r:id="rId8" imgW="939800" imgH="1752600" progId="Equation.DSMT4">
                  <p:embed/>
                  <p:pic>
                    <p:nvPicPr>
                      <p:cNvPr id="23" name="Object 7">
                        <a:extLst>
                          <a:ext uri="{FF2B5EF4-FFF2-40B4-BE49-F238E27FC236}">
                            <a16:creationId xmlns:a16="http://schemas.microsoft.com/office/drawing/2014/main" id="{B1B7D912-7E38-3FDF-505E-F2DFC796D2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8703" y="1258669"/>
                        <a:ext cx="9398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0">
            <a:extLst>
              <a:ext uri="{FF2B5EF4-FFF2-40B4-BE49-F238E27FC236}">
                <a16:creationId xmlns:a16="http://schemas.microsoft.com/office/drawing/2014/main" id="{0A2D5634-FE28-5719-86E4-E3F1DDEF6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50" y="3874155"/>
            <a:ext cx="491708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齐次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线性方程组的通解为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D860A837-881E-16A5-D058-555AB1B728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438388"/>
              </p:ext>
            </p:extLst>
          </p:nvPr>
        </p:nvGraphicFramePr>
        <p:xfrm>
          <a:off x="976257" y="5133889"/>
          <a:ext cx="374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46160" imgH="431640" progId="Equation.DSMT4">
                  <p:embed/>
                </p:oleObj>
              </mc:Choice>
              <mc:Fallback>
                <p:oleObj name="Equation" r:id="rId10" imgW="3746160" imgH="431640" progId="Equation.DSMT4">
                  <p:embed/>
                  <p:pic>
                    <p:nvPicPr>
                      <p:cNvPr id="19" name="Object 9">
                        <a:extLst>
                          <a:ext uri="{FF2B5EF4-FFF2-40B4-BE49-F238E27FC236}">
                            <a16:creationId xmlns:a16="http://schemas.microsoft.com/office/drawing/2014/main" id="{58D98EB2-41D3-BDB9-DC3B-4263622F83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257" y="5133889"/>
                        <a:ext cx="3746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2F20C38B-EAA6-295B-09F8-29AC4CFE14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080593"/>
              </p:ext>
            </p:extLst>
          </p:nvPr>
        </p:nvGraphicFramePr>
        <p:xfrm>
          <a:off x="4813195" y="4473489"/>
          <a:ext cx="32512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51160" imgH="1752480" progId="Equation.DSMT4">
                  <p:embed/>
                </p:oleObj>
              </mc:Choice>
              <mc:Fallback>
                <p:oleObj name="Equation" r:id="rId12" imgW="3251160" imgH="1752480" progId="Equation.DSMT4">
                  <p:embed/>
                  <p:pic>
                    <p:nvPicPr>
                      <p:cNvPr id="4" name="Object 9">
                        <a:extLst>
                          <a:ext uri="{FF2B5EF4-FFF2-40B4-BE49-F238E27FC236}">
                            <a16:creationId xmlns:a16="http://schemas.microsoft.com/office/drawing/2014/main" id="{D860A837-881E-16A5-D058-555AB1B728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195" y="4473489"/>
                        <a:ext cx="32512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30">
            <a:extLst>
              <a:ext uri="{FF2B5EF4-FFF2-40B4-BE49-F238E27FC236}">
                <a16:creationId xmlns:a16="http://schemas.microsoft.com/office/drawing/2014/main" id="{69FF2778-4BD4-4F62-AF2D-6EB58BB07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96" y="0"/>
            <a:ext cx="7437802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难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齐次线性方程组的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解的结构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85596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7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2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BF13833-45B6-4AAA-B73B-C5518CFEB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65" y="1125885"/>
            <a:ext cx="82324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齐次线性方程组和非齐次线性方程组的解向量有</a:t>
            </a:r>
          </a:p>
        </p:txBody>
      </p:sp>
      <p:sp>
        <p:nvSpPr>
          <p:cNvPr id="44035" name="Line 12">
            <a:extLst>
              <a:ext uri="{FF2B5EF4-FFF2-40B4-BE49-F238E27FC236}">
                <a16:creationId xmlns:a16="http://schemas.microsoft.com/office/drawing/2014/main" id="{80982FA9-26BC-4A95-9851-2F2FC5A77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7" name="Text Box 2">
            <a:extLst>
              <a:ext uri="{FF2B5EF4-FFF2-40B4-BE49-F238E27FC236}">
                <a16:creationId xmlns:a16="http://schemas.microsoft.com/office/drawing/2014/main" id="{EA77B2B6-8A95-4258-8CFE-AE1C4CC4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66" y="31989"/>
            <a:ext cx="5616623" cy="63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线性方程组的解的结构小结</a:t>
            </a:r>
          </a:p>
        </p:txBody>
      </p:sp>
      <p:sp>
        <p:nvSpPr>
          <p:cNvPr id="2" name="爆炸形: 8 pt  1">
            <a:extLst>
              <a:ext uri="{FF2B5EF4-FFF2-40B4-BE49-F238E27FC236}">
                <a16:creationId xmlns:a16="http://schemas.microsoft.com/office/drawing/2014/main" id="{53382267-904B-4FCD-A0F5-4D7098E0F9EF}"/>
              </a:ext>
            </a:extLst>
          </p:cNvPr>
          <p:cNvSpPr/>
          <p:nvPr/>
        </p:nvSpPr>
        <p:spPr bwMode="auto">
          <a:xfrm>
            <a:off x="416370" y="1277392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185E265-DE75-4DB9-8ED5-2F0295195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50" y="2350829"/>
            <a:ext cx="68797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齐次线性方程组的解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结构是什么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" name="爆炸形: 8 pt  27">
            <a:extLst>
              <a:ext uri="{FF2B5EF4-FFF2-40B4-BE49-F238E27FC236}">
                <a16:creationId xmlns:a16="http://schemas.microsoft.com/office/drawing/2014/main" id="{248C877F-9883-4098-8C1C-B2D41EE58B18}"/>
              </a:ext>
            </a:extLst>
          </p:cNvPr>
          <p:cNvSpPr/>
          <p:nvPr/>
        </p:nvSpPr>
        <p:spPr bwMode="auto">
          <a:xfrm>
            <a:off x="415414" y="2487090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D45D5E3B-7792-41DB-B7B3-A7C01A97E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85" y="3583842"/>
            <a:ext cx="8446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齐次线性方程组的解和非齐次线性方程组的解之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爆炸形: 8 pt  33">
            <a:extLst>
              <a:ext uri="{FF2B5EF4-FFF2-40B4-BE49-F238E27FC236}">
                <a16:creationId xmlns:a16="http://schemas.microsoft.com/office/drawing/2014/main" id="{B23A7B6D-0423-4C9B-B3FA-23D5B0DAEF34}"/>
              </a:ext>
            </a:extLst>
          </p:cNvPr>
          <p:cNvSpPr/>
          <p:nvPr/>
        </p:nvSpPr>
        <p:spPr bwMode="auto">
          <a:xfrm>
            <a:off x="412264" y="367925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7FAD9148-9271-4382-ACAF-806CF34C9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85" y="4871420"/>
            <a:ext cx="594368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线性方程组有哪些实际应用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en-US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爆炸形: 8 pt  25">
            <a:extLst>
              <a:ext uri="{FF2B5EF4-FFF2-40B4-BE49-F238E27FC236}">
                <a16:creationId xmlns:a16="http://schemas.microsoft.com/office/drawing/2014/main" id="{082BB6DD-8C1D-41CE-AA78-9834A7F65212}"/>
              </a:ext>
            </a:extLst>
          </p:cNvPr>
          <p:cNvSpPr/>
          <p:nvPr/>
        </p:nvSpPr>
        <p:spPr bwMode="auto">
          <a:xfrm>
            <a:off x="409843" y="5641130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910E4721-4835-429B-A2A3-E5E18CA7B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440" y="5510040"/>
            <a:ext cx="84465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何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从向量组的角度解释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线性方程组的解的结构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en-US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爆炸形: 8 pt  29">
            <a:extLst>
              <a:ext uri="{FF2B5EF4-FFF2-40B4-BE49-F238E27FC236}">
                <a16:creationId xmlns:a16="http://schemas.microsoft.com/office/drawing/2014/main" id="{FBB8E06C-C25A-473E-91F8-3070EDFE2E38}"/>
              </a:ext>
            </a:extLst>
          </p:cNvPr>
          <p:cNvSpPr/>
          <p:nvPr/>
        </p:nvSpPr>
        <p:spPr bwMode="auto">
          <a:xfrm>
            <a:off x="407812" y="5006495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4059" name="Picture 11">
            <a:extLst>
              <a:ext uri="{FF2B5EF4-FFF2-40B4-BE49-F238E27FC236}">
                <a16:creationId xmlns:a16="http://schemas.microsoft.com/office/drawing/2014/main" id="{F6B0C0DB-4097-40EC-AC71-84AE9EC490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CD994356-B386-4856-8731-892828B0A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115" y="2350828"/>
            <a:ext cx="21293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非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95CAB06-33A9-208B-D9BA-FA6375736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45" y="1713361"/>
            <a:ext cx="27406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哪些基本性质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FD77B70-14AC-0F49-50B2-8732FA203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414" y="2927719"/>
            <a:ext cx="41957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方程组的解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结构是什么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9D9D1FB-83DF-6F67-59BD-303ADF287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415" y="4230978"/>
            <a:ext cx="29716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间有何内在联系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B29DFC-5A79-2CCA-C46B-739ECB015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8795" y="4871420"/>
            <a:ext cx="33843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请给出几种实际应用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78603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75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29" grpId="0"/>
      <p:bldP spid="24" grpId="0"/>
      <p:bldP spid="27" grpId="0"/>
      <p:bldP spid="18" grpId="0"/>
      <p:bldP spid="3" grpId="0"/>
      <p:bldP spid="8" grpId="0"/>
      <p:bldP spid="10" grpId="0"/>
      <p:bldP spid="4" grpId="0"/>
    </p:bldLst>
  </p:timing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24573</TotalTime>
  <Words>3043</Words>
  <Application>Microsoft Office PowerPoint</Application>
  <PresentationFormat>全屏显示(4:3)</PresentationFormat>
  <Paragraphs>353</Paragraphs>
  <Slides>51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5" baseType="lpstr">
      <vt:lpstr>黑体</vt:lpstr>
      <vt:lpstr>华文中宋</vt:lpstr>
      <vt:lpstr>宋体</vt:lpstr>
      <vt:lpstr>Arial</vt:lpstr>
      <vt:lpstr>Arial Black</vt:lpstr>
      <vt:lpstr>Calibri</vt:lpstr>
      <vt:lpstr>Symbol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rong jiang</cp:lastModifiedBy>
  <cp:revision>1157</cp:revision>
  <dcterms:created xsi:type="dcterms:W3CDTF">2012-06-17T01:12:18Z</dcterms:created>
  <dcterms:modified xsi:type="dcterms:W3CDTF">2024-03-04T10:10:39Z</dcterms:modified>
</cp:coreProperties>
</file>
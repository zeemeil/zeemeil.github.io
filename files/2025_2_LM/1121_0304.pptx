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5166" r:id="rId1"/>
    <p:sldMasterId id="2147485255" r:id="rId2"/>
    <p:sldMasterId id="2147485458" r:id="rId3"/>
    <p:sldMasterId id="2147487332" r:id="rId4"/>
  </p:sldMasterIdLst>
  <p:notesMasterIdLst>
    <p:notesMasterId r:id="rId29"/>
  </p:notesMasterIdLst>
  <p:handoutMasterIdLst>
    <p:handoutMasterId r:id="rId30"/>
  </p:handoutMasterIdLst>
  <p:sldIdLst>
    <p:sldId id="1519" r:id="rId5"/>
    <p:sldId id="1129" r:id="rId6"/>
    <p:sldId id="1438" r:id="rId7"/>
    <p:sldId id="1358" r:id="rId8"/>
    <p:sldId id="1359" r:id="rId9"/>
    <p:sldId id="1498" r:id="rId10"/>
    <p:sldId id="1499" r:id="rId11"/>
    <p:sldId id="1500" r:id="rId12"/>
    <p:sldId id="1501" r:id="rId13"/>
    <p:sldId id="1502" r:id="rId14"/>
    <p:sldId id="1504" r:id="rId15"/>
    <p:sldId id="1452" r:id="rId16"/>
    <p:sldId id="1506" r:id="rId17"/>
    <p:sldId id="1507" r:id="rId18"/>
    <p:sldId id="1509" r:id="rId19"/>
    <p:sldId id="1510" r:id="rId20"/>
    <p:sldId id="1511" r:id="rId21"/>
    <p:sldId id="1512" r:id="rId22"/>
    <p:sldId id="1513" r:id="rId23"/>
    <p:sldId id="1508" r:id="rId24"/>
    <p:sldId id="1516" r:id="rId25"/>
    <p:sldId id="1517" r:id="rId26"/>
    <p:sldId id="1518" r:id="rId27"/>
    <p:sldId id="1357" r:id="rId2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3333FF"/>
    <a:srgbClr val="6666FF"/>
    <a:srgbClr val="969696"/>
    <a:srgbClr val="2B2BFF"/>
    <a:srgbClr val="FFFFFF"/>
    <a:srgbClr val="C7E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1" autoAdjust="0"/>
    <p:restoredTop sz="93807" autoAdjust="0"/>
  </p:normalViewPr>
  <p:slideViewPr>
    <p:cSldViewPr>
      <p:cViewPr varScale="1">
        <p:scale>
          <a:sx n="109" d="100"/>
          <a:sy n="109" d="100"/>
        </p:scale>
        <p:origin x="142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notesViewPr>
    <p:cSldViewPr>
      <p:cViewPr varScale="1">
        <p:scale>
          <a:sx n="56" d="100"/>
          <a:sy n="56" d="100"/>
        </p:scale>
        <p:origin x="285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7EA380C-BE2C-4282-97A2-63FF308284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D8108A-6D14-45B9-AD48-86AFA29CEE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329B3-F25B-48AB-B184-ECF14D006430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4173B7-E60B-473E-80B6-27B9FC1A9E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7442B8-CFD7-4D5A-A40F-5330847ED2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3A003-A97D-492E-97B5-C17D5102C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236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8D1E8CF-2E05-42CF-946C-A234E5F000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632EF-962B-4C32-944C-9D48ADC75C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05BBDC4-6710-4A89-977B-5A8CCDD9C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7B5BEF2-2FAA-4DA0-A019-CDD72CD60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9C5AE9-932A-4B24-8907-3288CEB58A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55E83-8E18-466C-948D-A1D8AB4AD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4FFA27-5CA2-4DFB-8D06-B9C664BB4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F04B9-6AB1-409F-90C3-976FF0BAF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05FE01-3CC2-481E-842A-EC3BCF9364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854753"/>
      </p:ext>
    </p:extLst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C83651-720B-4544-B1BD-C9AE72396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CEA02A-0E2E-41CB-9FBA-094B1830C8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CBE20F-77C4-4DBD-B25D-3C6A4FEDB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0984384"/>
      </p:ext>
    </p:extLst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834230-2B39-4DDE-A231-57D9210317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7AA53C-2A84-42AC-8ABE-E3BCD725D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69738-E7EF-4239-9214-1338BEA229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8350978"/>
      </p:ext>
    </p:extLst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CA1BC0-DA59-4AE7-996B-37C7C52327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721AC6-AA19-4ACC-9723-B9CDDDC20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AA4EE-D3DA-43A0-BE88-D590F25B5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2712226"/>
      </p:ext>
    </p:extLst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6C333DE-221B-451E-B3BA-71E82BEAC0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0BFB29-C645-4459-9FE3-FBD984899A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C3FE80-E225-4E0E-A4D4-9ED9C5527B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0150248"/>
      </p:ext>
    </p:extLst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C59EC-2D83-4644-9FF6-91C5F0ABE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83F13-0C98-4BF3-8523-314ACE8E1F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F39952-6881-490F-B284-BB0102813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0904448"/>
      </p:ext>
    </p:extLst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C9107-412D-42F2-A220-A25A218FDA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C7EFD-A8E4-4F78-90B4-0E1A3F97F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CF8D3B-A421-4610-91BC-08C96EAA9A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4945455"/>
      </p:ext>
    </p:extLst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130E1B-374D-48BA-A9A9-A9EB42C70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D77BF4-B8D5-4759-A2CA-7E2D8DF1FF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BA1783-3E36-44DB-9B84-16EAF900E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614326"/>
      </p:ext>
    </p:extLst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C1EB74-39EF-47DA-A763-FB37F9B131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D1B4E2-FAE7-4275-B658-CF563EF22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4AC064-1581-42FB-B0D3-948281D4C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8808084"/>
      </p:ext>
    </p:extLst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C77236-EEBB-4827-AD1E-537D08A338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69FFFD-5F56-4F25-B1AB-DE72DBCB4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16A906-E789-439C-BD58-729E2D76B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638746"/>
      </p:ext>
    </p:extLst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907258-1C0A-4346-809F-F31A32E6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36BFAF-6BC0-49F0-BC8C-FB800977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401784-8F1D-4904-B603-1F475985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60701"/>
      </p:ext>
    </p:extLst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CDAD0-9D64-4314-8793-8634F4D8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62A031-7B56-4E50-B06E-364E4CFB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A571B-27BA-4C0A-8D4F-2B2E4019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767839"/>
      </p:ext>
    </p:extLst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B3347-0CA6-4EE6-8E3C-7F647BA3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8B6C7-F2DA-4B00-8CA8-5826F1BE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D50E1-33F5-4F04-83D7-58255901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815764"/>
      </p:ext>
    </p:extLst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855C45-E57E-45D8-8789-B08077A0B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2AE40C-11D0-4D9D-B418-509A8A9A6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1C6E2B-2607-4AFD-9E50-1545AA41B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839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7F9A4D-341A-41CC-8F0F-E6924B9684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E33512-D5A8-47D0-B549-77A18A6ED8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B7CB67-BDC6-4137-BE93-338EAA114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7281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490AF2-F810-4172-8A48-87F8D5EF7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F90D61-50CB-4D86-9EAC-B76F8A364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FA323-8AFE-4021-A977-A60222BA28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180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C019C-2D7F-4455-B3FB-C34607481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D3FD4-1623-45FB-96F8-F9285B879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823D2-B9E7-4EED-9D1E-3AB8E17E3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19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12368DA-4B1A-424E-9857-B0A678FBC6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B212B3-7550-4762-8B5E-CB91D5A8BC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4B8099-34BA-4920-84A9-9BA6EE4ED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246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56705-0B6D-45BC-8340-6A1E4EFD65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7C27C-6D02-42D6-BF81-983A2FCE65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02995-3DE2-4744-8539-2A7C1876E8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20010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B1FBF-7FD0-4CE2-A043-A41CE23630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B4C19-C8A8-4CF8-9D44-5BAEBA2B52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25DFB-3070-475F-98EE-8E4F3A00E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54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6855A6-453A-47B3-8A92-0F1063C79A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4011F6-4D45-40E9-850B-FE8F767F9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23DB50-4002-46B4-810A-AA39BF83D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849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BFA5EF-1425-4B28-9B7A-348002BF3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5E2916-713D-417C-8CEE-972575D27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9639DA-65DE-4219-8B66-C96E3E8929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2887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F1D24E-58F4-416D-B9FF-CD0720AB9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16E313-3B04-41D1-A907-070FE2F11D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27B489-A529-4323-A27E-40A3A99864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113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2B2289-983E-4EA7-8A84-119F4B9A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DA7B7F-14A2-4287-897C-E8179727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2ADFC2-E3A9-4650-B34E-E842FD3D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605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3E466-4F93-4E3A-A6F6-928A730F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379F3-1B1D-4F43-97B0-BF8DC630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F5286-0118-4D1C-85B9-22086D08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472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DAEE5-B474-4771-8A83-AE3B97F8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21E6C-CD00-4620-991D-FDD21011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845B2-E858-4F40-8455-88DAA9C5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916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54776585"/>
      </p:ext>
    </p:extLst>
  </p:cSld>
  <p:clrMapOvr>
    <a:masterClrMapping/>
  </p:clrMapOvr>
  <p:transition spd="slow">
    <p:split orient="vert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85728393"/>
      </p:ext>
    </p:extLst>
  </p:cSld>
  <p:clrMapOvr>
    <a:masterClrMapping/>
  </p:clrMapOvr>
  <p:transition spd="slow">
    <p:split orient="vert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3468895"/>
      </p:ext>
    </p:extLst>
  </p:cSld>
  <p:clrMapOvr>
    <a:masterClrMapping/>
  </p:clrMapOvr>
  <p:transition spd="slow">
    <p:split orient="vert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36832075"/>
      </p:ext>
    </p:extLst>
  </p:cSld>
  <p:clrMapOvr>
    <a:masterClrMapping/>
  </p:clrMapOvr>
  <p:transition spd="slow">
    <p:split orient="vert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09343174"/>
      </p:ext>
    </p:extLst>
  </p:cSld>
  <p:clrMapOvr>
    <a:masterClrMapping/>
  </p:clrMapOvr>
  <p:transition spd="slow">
    <p:split orient="vert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9D38C6D0-0704-4DD7-A5D2-05D8B59DF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10390642"/>
      </p:ext>
    </p:extLst>
  </p:cSld>
  <p:clrMapOvr>
    <a:masterClrMapping/>
  </p:clrMapOvr>
  <p:transition spd="slow">
    <p:split orient="vert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17509"/>
      </p:ext>
    </p:extLst>
  </p:cSld>
  <p:clrMapOvr>
    <a:masterClrMapping/>
  </p:clrMapOvr>
  <p:transition spd="slow">
    <p:split orient="vert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18230320"/>
      </p:ext>
    </p:extLst>
  </p:cSld>
  <p:clrMapOvr>
    <a:masterClrMapping/>
  </p:clrMapOvr>
  <p:transition spd="slow">
    <p:split orient="vert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14770882"/>
      </p:ext>
    </p:extLst>
  </p:cSld>
  <p:clrMapOvr>
    <a:masterClrMapping/>
  </p:clrMapOvr>
  <p:transition spd="slow">
    <p:split orient="vert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65221748"/>
      </p:ext>
    </p:extLst>
  </p:cSld>
  <p:clrMapOvr>
    <a:masterClrMapping/>
  </p:clrMapOvr>
  <p:transition spd="slow">
    <p:split orient="vert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14940593"/>
      </p:ext>
    </p:extLst>
  </p:cSld>
  <p:clrMapOvr>
    <a:masterClrMapping/>
  </p:clrMapOvr>
  <p:transition spd="slow">
    <p:split orient="vert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DCFD248-D6E9-42A7-9A08-4B322473B87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293EF1F-B996-4BF3-8545-1F8942B7465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8EF5DC4-DA6F-46DC-9D43-273DA325F56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B1A793CB-15AC-484F-9480-5EFAC00C87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3BF66AE4-90AD-4312-BBFB-E4BA8EC12A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36EAE0C-5BF4-4600-902D-FBFA900763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BD22F033-56C7-48BA-B9B5-90236C337C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68BF0FAB-2F85-4929-AB2D-97A6311EFA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7AED698-0AAA-4BB6-9480-E7C8585063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095121D7-4C0F-44D8-B004-AA4D7911F7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01E34350-5B3C-4612-8690-23E0637F8F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0559055E-3F93-4230-B16D-24149A55D5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C2B656F5-0850-4ED6-8F46-E13E0871ED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66BC7D0B-5FDB-4195-99C3-ADEC8ADF11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99D42E93-D1A7-4D68-B8E9-89C548966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7922CF7F-89E3-442B-8672-5D396583FC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2A8E2A3-1787-483E-8FA7-FB0A6EF2DC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289805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A66C85-B574-4B8B-AE29-7E83B531F4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030FC8-A8E8-4162-9EA0-532FE09A0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12FA7717-ADBA-4C62-B38A-CC9348FA09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2678118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81287-8B2B-4245-9470-3CF9571014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3EF4B9-8B57-4C03-A5F2-E2A17B23BB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6E8CF0E3-2389-4D18-BF8D-B3A042044D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016412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94E05-3896-4D04-A78C-E206AC6065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1DBE9-298F-478C-AD0B-532137C528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550F8A-6CB3-4E1C-A335-52B52D5077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953128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F3769CD0-67B4-4856-9B65-2233FAA50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75BFF0B-A76A-49AB-8E76-6E5D2EFEC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5A425DD8-22B0-46CB-B651-717BE4798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11648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8219D1-EEA4-4CD4-9938-0B050D9E6E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4AD52-D808-48B6-B359-7D6F15F8C8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B0461-4B86-42B0-AC4F-E5915068182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129802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30C0146-A287-4A3C-ADEE-2427F18CC1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713" y="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7">
            <a:extLst>
              <a:ext uri="{FF2B5EF4-FFF2-40B4-BE49-F238E27FC236}">
                <a16:creationId xmlns:a16="http://schemas.microsoft.com/office/drawing/2014/main" id="{26716C4E-EB24-4F65-9CCF-3C8B064C45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燕尾形 16">
            <a:hlinkClick r:id="" action="ppaction://hlinkshowjump?jump=previousslide" tooltip="上一页"/>
            <a:extLst>
              <a:ext uri="{FF2B5EF4-FFF2-40B4-BE49-F238E27FC236}">
                <a16:creationId xmlns:a16="http://schemas.microsoft.com/office/drawing/2014/main" id="{E868D851-0E7F-417F-A7BA-537E73D2A6F3}"/>
              </a:ext>
            </a:extLst>
          </p:cNvPr>
          <p:cNvSpPr/>
          <p:nvPr userDrawn="1"/>
        </p:nvSpPr>
        <p:spPr>
          <a:xfrm flipH="1">
            <a:off x="8346933" y="6584238"/>
            <a:ext cx="233362" cy="23495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18">
            <a:hlinkClick r:id="" action="ppaction://hlinkshowjump?jump=nextslide" tooltip="下一页"/>
            <a:extLst>
              <a:ext uri="{FF2B5EF4-FFF2-40B4-BE49-F238E27FC236}">
                <a16:creationId xmlns:a16="http://schemas.microsoft.com/office/drawing/2014/main" id="{12709413-AEBF-474E-85A5-9A05A52DCD51}"/>
              </a:ext>
            </a:extLst>
          </p:cNvPr>
          <p:cNvSpPr/>
          <p:nvPr userDrawn="1"/>
        </p:nvSpPr>
        <p:spPr>
          <a:xfrm>
            <a:off x="8829533" y="6596938"/>
            <a:ext cx="190500" cy="2286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页脚占位符 1">
            <a:extLst>
              <a:ext uri="{FF2B5EF4-FFF2-40B4-BE49-F238E27FC236}">
                <a16:creationId xmlns:a16="http://schemas.microsoft.com/office/drawing/2014/main" id="{3C341C7B-D148-4414-AA91-65A892CF2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D5F58521-311C-4635-AFA1-FD84A2FD2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1550D-240D-4904-938E-B973E916CC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8FE20C34-27D7-4001-9CA0-97FAF94660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407819"/>
      </p:ext>
    </p:extLst>
  </p:cSld>
  <p:clrMapOvr>
    <a:masterClrMapping/>
  </p:clrMapOvr>
  <p:transition spd="slow">
    <p:split orient="vert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3765A-DB92-4FEB-8586-5083F6941B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FDF5F-9F14-49F7-82C6-42794CEB7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E2FBE0-19B5-43F0-A085-F9447004E6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689859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410B37-7628-4026-857E-D516CCF2FE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7D3DD-3BAE-4A61-A547-EDCF67528B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4AD834-DC92-41E8-805C-D46D15F577F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070184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BBAE87-7E54-42AD-8D4E-64447FA738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049BAC-BDEE-41A8-B375-0C74582E8A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CB1ABFD-F109-4E5E-9750-C313A90A2B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1748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52F1A3-63B8-484C-A59C-FF6D582BD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D1A0B-715F-4734-BBC6-DCDD9A1A9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229AB6B-AD64-4746-9E73-A20F5E2738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45400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37CA2716-81D1-4A33-8A7E-BA6EB9C611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13" r:id="rId1"/>
    <p:sldLayoutId id="2147487314" r:id="rId2"/>
    <p:sldLayoutId id="2147487315" r:id="rId3"/>
    <p:sldLayoutId id="2147487316" r:id="rId4"/>
    <p:sldLayoutId id="2147487317" r:id="rId5"/>
    <p:sldLayoutId id="2147487318" r:id="rId6"/>
    <p:sldLayoutId id="2147487319" r:id="rId7"/>
    <p:sldLayoutId id="2147487320" r:id="rId8"/>
    <p:sldLayoutId id="2147487321" r:id="rId9"/>
    <p:sldLayoutId id="2147487322" r:id="rId10"/>
    <p:sldLayoutId id="2147487323" r:id="rId11"/>
    <p:sldLayoutId id="2147487324" r:id="rId12"/>
    <p:sldLayoutId id="2147487325" r:id="rId13"/>
  </p:sldLayoutIdLst>
  <p:transition spd="slow">
    <p:split orient="vert"/>
  </p:transition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D8CAED-9733-4696-BE55-66C0F2E5FA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6D87927-EA0E-4567-A73F-EE5B25BEB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1A3E96-2188-405F-89D7-D3A22F3D4F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32AC8B-0C35-44F7-97D8-F789CAAB87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7CA088-137C-4D05-816B-160A5F146A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FEAC0F78-C0FC-4A92-AC28-83B0375BAE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26" r:id="rId1"/>
    <p:sldLayoutId id="2147487284" r:id="rId2"/>
    <p:sldLayoutId id="2147487285" r:id="rId3"/>
    <p:sldLayoutId id="2147487286" r:id="rId4"/>
    <p:sldLayoutId id="2147487287" r:id="rId5"/>
    <p:sldLayoutId id="2147487288" r:id="rId6"/>
    <p:sldLayoutId id="2147487289" r:id="rId7"/>
    <p:sldLayoutId id="2147487290" r:id="rId8"/>
    <p:sldLayoutId id="2147487291" r:id="rId9"/>
    <p:sldLayoutId id="2147487292" r:id="rId10"/>
    <p:sldLayoutId id="2147487327" r:id="rId11"/>
    <p:sldLayoutId id="2147487328" r:id="rId12"/>
    <p:sldLayoutId id="2147487329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>
            <a:extLst>
              <a:ext uri="{FF2B5EF4-FFF2-40B4-BE49-F238E27FC236}">
                <a16:creationId xmlns:a16="http://schemas.microsoft.com/office/drawing/2014/main" id="{14ECB70A-15C1-43C3-82DD-C91F52213E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AutoShape 27">
            <a:extLst>
              <a:ext uri="{FF2B5EF4-FFF2-40B4-BE49-F238E27FC236}">
                <a16:creationId xmlns:a16="http://schemas.microsoft.com/office/drawing/2014/main" id="{23932A2F-2686-4BEE-8DF6-1CAE4DA968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8" name="AutoShape 8">
            <a:extLst>
              <a:ext uri="{FF2B5EF4-FFF2-40B4-BE49-F238E27FC236}">
                <a16:creationId xmlns:a16="http://schemas.microsoft.com/office/drawing/2014/main" id="{7EAEED02-1A06-4CCC-B8A4-0F20CDF653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AutoShape 10">
            <a:extLst>
              <a:ext uri="{FF2B5EF4-FFF2-40B4-BE49-F238E27FC236}">
                <a16:creationId xmlns:a16="http://schemas.microsoft.com/office/drawing/2014/main" id="{8589F783-3D42-4393-A6BE-B86E49ABF4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AutoShape 24">
            <a:extLst>
              <a:ext uri="{FF2B5EF4-FFF2-40B4-BE49-F238E27FC236}">
                <a16:creationId xmlns:a16="http://schemas.microsoft.com/office/drawing/2014/main" id="{6F1DC48B-481E-486F-94F2-23C1AE5DC0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AutoShape 26">
            <a:extLst>
              <a:ext uri="{FF2B5EF4-FFF2-40B4-BE49-F238E27FC236}">
                <a16:creationId xmlns:a16="http://schemas.microsoft.com/office/drawing/2014/main" id="{7E2F42E9-535D-4979-BEDB-04F4C08263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93" r:id="rId1"/>
    <p:sldLayoutId id="2147487294" r:id="rId2"/>
    <p:sldLayoutId id="2147487295" r:id="rId3"/>
    <p:sldLayoutId id="2147487296" r:id="rId4"/>
    <p:sldLayoutId id="2147487297" r:id="rId5"/>
    <p:sldLayoutId id="2147487330" r:id="rId6"/>
    <p:sldLayoutId id="2147487331" r:id="rId7"/>
    <p:sldLayoutId id="2147487298" r:id="rId8"/>
    <p:sldLayoutId id="2147487299" r:id="rId9"/>
    <p:sldLayoutId id="2147487300" r:id="rId10"/>
    <p:sldLayoutId id="2147487301" r:id="rId11"/>
  </p:sldLayoutIdLst>
  <p:transition spd="slow">
    <p:split orient="vert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FB02206-B27F-4E76-91B3-4EFD85BD43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0B8FE99-AF5C-4D4C-93CD-8759798309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FC76477D-BF5D-43C9-B67A-DA3CAB6BDED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>
              <a:extLst>
                <a:ext uri="{FF2B5EF4-FFF2-40B4-BE49-F238E27FC236}">
                  <a16:creationId xmlns:a16="http://schemas.microsoft.com/office/drawing/2014/main" id="{BAB928D6-5BF9-45A2-87AC-671B31498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7" name="Rectangle 6">
              <a:extLst>
                <a:ext uri="{FF2B5EF4-FFF2-40B4-BE49-F238E27FC236}">
                  <a16:creationId xmlns:a16="http://schemas.microsoft.com/office/drawing/2014/main" id="{0DAE07E0-4410-415E-ADB7-B8F22AA3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8" name="Rectangle 7">
              <a:extLst>
                <a:ext uri="{FF2B5EF4-FFF2-40B4-BE49-F238E27FC236}">
                  <a16:creationId xmlns:a16="http://schemas.microsoft.com/office/drawing/2014/main" id="{F98F35F0-3851-4629-B9AC-91B836166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9" name="Rectangle 8">
              <a:extLst>
                <a:ext uri="{FF2B5EF4-FFF2-40B4-BE49-F238E27FC236}">
                  <a16:creationId xmlns:a16="http://schemas.microsoft.com/office/drawing/2014/main" id="{8ED0044A-21CE-45E6-9C31-02E7F31A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0" name="Rectangle 9">
              <a:extLst>
                <a:ext uri="{FF2B5EF4-FFF2-40B4-BE49-F238E27FC236}">
                  <a16:creationId xmlns:a16="http://schemas.microsoft.com/office/drawing/2014/main" id="{97BFDF85-7F81-430A-A177-C2AF6AEFD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1" name="Rectangle 10">
              <a:extLst>
                <a:ext uri="{FF2B5EF4-FFF2-40B4-BE49-F238E27FC236}">
                  <a16:creationId xmlns:a16="http://schemas.microsoft.com/office/drawing/2014/main" id="{D23C108B-AEFE-4427-9022-F93C356E9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2" name="Rectangle 11">
              <a:extLst>
                <a:ext uri="{FF2B5EF4-FFF2-40B4-BE49-F238E27FC236}">
                  <a16:creationId xmlns:a16="http://schemas.microsoft.com/office/drawing/2014/main" id="{C7B90104-A07F-46E6-9306-63B74F0F0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63" name="Rectangle 12">
              <a:extLst>
                <a:ext uri="{FF2B5EF4-FFF2-40B4-BE49-F238E27FC236}">
                  <a16:creationId xmlns:a16="http://schemas.microsoft.com/office/drawing/2014/main" id="{2B4E9ABA-0A63-420D-A603-037DC96FF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4" name="Rectangle 13">
              <a:extLst>
                <a:ext uri="{FF2B5EF4-FFF2-40B4-BE49-F238E27FC236}">
                  <a16:creationId xmlns:a16="http://schemas.microsoft.com/office/drawing/2014/main" id="{C2F95056-8353-4C51-9FDB-815AFD0FE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20A37B01-1D1B-477D-9302-81A19C62F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685BA901-3641-49C6-B085-1EE89F61C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CBCD943A-D4CE-48C0-9D30-7E42EFF034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19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333" r:id="rId1"/>
    <p:sldLayoutId id="2147487334" r:id="rId2"/>
    <p:sldLayoutId id="2147487335" r:id="rId3"/>
    <p:sldLayoutId id="2147487336" r:id="rId4"/>
    <p:sldLayoutId id="2147487337" r:id="rId5"/>
    <p:sldLayoutId id="2147487338" r:id="rId6"/>
    <p:sldLayoutId id="2147487339" r:id="rId7"/>
    <p:sldLayoutId id="2147487340" r:id="rId8"/>
    <p:sldLayoutId id="2147487341" r:id="rId9"/>
    <p:sldLayoutId id="2147487342" r:id="rId10"/>
    <p:sldLayoutId id="2147487343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8.bin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1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4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5.bin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8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3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474381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41FA1D84-786D-49E5-B770-BEFA554F4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528" y="131293"/>
            <a:ext cx="85689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第三章  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线性方程组与向量组的线性相关性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785D5E-7E81-4FBD-8D88-19F263A134AE}"/>
              </a:ext>
            </a:extLst>
          </p:cNvPr>
          <p:cNvSpPr/>
          <p:nvPr/>
        </p:nvSpPr>
        <p:spPr>
          <a:xfrm>
            <a:off x="2411760" y="1556792"/>
            <a:ext cx="37753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  <a:defRPr/>
            </a:pPr>
            <a:r>
              <a:rPr lang="en-US" altLang="zh-CN" sz="4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§4  </a:t>
            </a:r>
            <a:r>
              <a:rPr lang="zh-CN" altLang="en-US" sz="4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向量组的秩</a:t>
            </a:r>
          </a:p>
        </p:txBody>
      </p:sp>
    </p:spTree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>
            <a:extLst>
              <a:ext uri="{FF2B5EF4-FFF2-40B4-BE49-F238E27FC236}">
                <a16:creationId xmlns:a16="http://schemas.microsoft.com/office/drawing/2014/main" id="{7568BA63-4688-4AC2-A6B8-AE7344731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580" y="1003418"/>
            <a:ext cx="7560840" cy="4540089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本节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重点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解决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以下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问题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对于一个非零向量组</a:t>
            </a:r>
            <a:r>
              <a:rPr lang="en-US" altLang="zh-CN" sz="1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能否从向量组</a:t>
            </a:r>
            <a:r>
              <a:rPr lang="en-US" altLang="zh-CN" sz="1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中挑选出若干个线性无关的向量构成的部分组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而这个部分组与原向量组</a:t>
            </a:r>
            <a:r>
              <a:rPr lang="en-US" altLang="zh-CN" sz="1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等价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若存在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如何求出这种特殊的向量组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向量组的秩和矩阵的秩有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何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内在的联系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向量组的秩有哪些重要的应用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zh-CN" sz="28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769C6B4F-6DDD-0D59-4611-2C56CEB42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239200269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30">
            <a:extLst>
              <a:ext uri="{FF2B5EF4-FFF2-40B4-BE49-F238E27FC236}">
                <a16:creationId xmlns:a16="http://schemas.microsoft.com/office/drawing/2014/main" id="{57F6D9E5-9903-4D13-A782-3A0F8BD98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42" y="-15619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向量组的最大无关组的定义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2EB1B99-16D3-4D11-81EC-CC8A15FDF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836712"/>
            <a:ext cx="16785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定义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3.8</a:t>
            </a:r>
            <a:endParaRPr lang="zh-CN" altLang="en-US" b="1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Rectangle 14">
            <a:extLst>
              <a:ext uri="{FF2B5EF4-FFF2-40B4-BE49-F238E27FC236}">
                <a16:creationId xmlns:a16="http://schemas.microsoft.com/office/drawing/2014/main" id="{BA04DCF5-2969-0B12-8021-89A28FBD8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80" y="4594977"/>
            <a:ext cx="1802018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en-US" altLang="zh-CN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90D869E1-E381-9EBE-7F11-40F7DC647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904" y="3367745"/>
            <a:ext cx="257664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都线性相关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 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DD19BFB-81D0-23FE-32C6-E4B9EE65E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904" y="2713839"/>
            <a:ext cx="84987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(2)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9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9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中任意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+1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个向量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9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16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中有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+1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个向量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11AEF769-3907-0091-7BB5-630B7F727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904" y="2086747"/>
            <a:ext cx="64801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(1)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6" name="Rectangle 21">
            <a:extLst>
              <a:ext uri="{FF2B5EF4-FFF2-40B4-BE49-F238E27FC236}">
                <a16:creationId xmlns:a16="http://schemas.microsoft.com/office/drawing/2014/main" id="{9A75343C-410A-F867-04E1-9C7AF7865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904" y="1460310"/>
            <a:ext cx="34962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0053153E-0DD1-613E-B48B-20F07120B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904" y="3988843"/>
            <a:ext cx="84248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则称向量组</a:t>
            </a:r>
            <a:r>
              <a:rPr lang="zh-CN" altLang="en-US" sz="1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是向量组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1000" b="1" i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极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大线性无关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FD0839E-7364-FF42-136F-006CF5F5C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7" y="836712"/>
            <a:ext cx="285993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设有向量组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460E749D-87CB-4754-DC6C-86658362A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049" y="836712"/>
            <a:ext cx="405861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如果在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中能选出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6624790C-580D-AC1B-CCF1-FF7475A00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1" y="4591899"/>
            <a:ext cx="4104456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简称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极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大无关组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9" name="Rectangle 21">
            <a:extLst>
              <a:ext uri="{FF2B5EF4-FFF2-40B4-BE49-F238E27FC236}">
                <a16:creationId xmlns:a16="http://schemas.microsoft.com/office/drawing/2014/main" id="{64F19679-9A2A-C72C-5E72-99BB901F9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8102" y="1464159"/>
            <a:ext cx="15199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满足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2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7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  <p:bldP spid="2" grpId="0" build="p" autoUpdateAnimBg="0" advAuto="0"/>
      <p:bldP spid="3" grpId="0" build="p" autoUpdateAnimBg="0" advAuto="0"/>
      <p:bldP spid="4" grpId="0" build="p" autoUpdateAnimBg="0"/>
      <p:bldP spid="5" grpId="0" build="p" autoUpdateAnimBg="0"/>
      <p:bldP spid="6" grpId="0" build="p" autoUpdateAnimBg="0" advAuto="0"/>
      <p:bldP spid="7" grpId="0" build="p" autoUpdateAnimBg="0" advAuto="0"/>
      <p:bldP spid="14" grpId="0" build="p" autoUpdateAnimBg="0"/>
      <p:bldP spid="16" grpId="0" build="p" autoUpdateAnimBg="0"/>
      <p:bldP spid="17" grpId="0" build="p" autoUpdateAnimBg="0" advAuto="0"/>
      <p:bldP spid="9" grpId="0" build="p" autoUpdateAnimBg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14B67545-EDC4-FF80-16E7-DAD5F4F17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1" y="820083"/>
            <a:ext cx="554461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向量组与其最大无关组的关系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D3FB3CDB-3D1D-BD85-5D9E-990F89EAC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621" y="1432288"/>
            <a:ext cx="751875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900" b="1" i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和它自身的最大无关组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2000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等价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9B3BCCC-83F6-3DA3-BEA3-2C723DDAB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5381" y="2054219"/>
            <a:ext cx="66640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: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6EC4E47E-1AE5-ADE2-D9D8-E93FB3949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652" y="2730995"/>
            <a:ext cx="47525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  <a:r>
              <a:rPr lang="zh-CN" altLang="en-US" sz="9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8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总能由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800" b="1" i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D156C31-0A66-D999-BC4D-202FB7AB0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7247" y="2729103"/>
            <a:ext cx="146352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07853441-551F-1CCA-0602-9B71C81E6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927" y="3383458"/>
            <a:ext cx="466316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由定义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3.8</a:t>
            </a:r>
            <a:r>
              <a:rPr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的条件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(2)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可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知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E11CE3BB-3B09-6867-916E-8784867DE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87" y="4021658"/>
            <a:ext cx="37996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</a:t>
            </a:r>
            <a:r>
              <a:rPr lang="zh-CN" altLang="en-US" sz="9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9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中任一向量</a:t>
            </a:r>
            <a:r>
              <a:rPr lang="zh-CN" altLang="en-US" sz="8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zh-CN" altLang="en-US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</a:rPr>
              <a:t> 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0A36B0D3-FA34-4960-7100-0940C0F82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2999" y="4640751"/>
            <a:ext cx="46492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而</a:t>
            </a:r>
            <a:r>
              <a:rPr lang="zh-CN" altLang="en-US" sz="9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en-US" altLang="zh-CN" b="1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A6BF07B6-1DE2-C061-1C89-74D1B16F1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231" y="4021658"/>
            <a:ext cx="508297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r</a:t>
            </a:r>
            <a:r>
              <a:rPr lang="en-US" altLang="zh-CN" sz="1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个向量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zh-CN" altLang="en-US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</a:t>
            </a:r>
            <a:endParaRPr lang="en-US" altLang="zh-CN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BB0F5648-654F-88F8-14A6-2F7217D49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916" y="4652692"/>
            <a:ext cx="375217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根据定理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3.12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4BCE3331-F5D1-7A22-3848-A9B79AD76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08" y="5953989"/>
            <a:ext cx="300759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r>
              <a:rPr lang="zh-CN" altLang="en-US" sz="9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900" b="1" i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lang="zh-CN" altLang="en-US" sz="9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等价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E7BB5FB4-D03C-417E-9AF0-911053360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86" y="5288104"/>
            <a:ext cx="495127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en-US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能由</a:t>
            </a:r>
            <a:r>
              <a:rPr lang="zh-CN" altLang="en-US" sz="9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 </a:t>
            </a: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2C3551EA-11ED-7742-1506-EAC069415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2991" y="5288104"/>
            <a:ext cx="395421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即</a:t>
            </a:r>
            <a:r>
              <a:rPr lang="zh-CN" altLang="en-US" sz="8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8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能由</a:t>
            </a:r>
            <a:r>
              <a:rPr lang="zh-CN" altLang="en-US" sz="9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1000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7" name="Rectangle 22">
            <a:extLst>
              <a:ext uri="{FF2B5EF4-FFF2-40B4-BE49-F238E27FC236}">
                <a16:creationId xmlns:a16="http://schemas.microsoft.com/office/drawing/2014/main" id="{17E2A7B8-D7B0-5786-3FA1-D7C069CB7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357" y="2054218"/>
            <a:ext cx="162141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事实上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41" name="Rectangle 8">
            <a:extLst>
              <a:ext uri="{FF2B5EF4-FFF2-40B4-BE49-F238E27FC236}">
                <a16:creationId xmlns:a16="http://schemas.microsoft.com/office/drawing/2014/main" id="{B118A778-F53C-E152-A0A9-8E60BC676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87" y="2723927"/>
            <a:ext cx="293558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的一个部分组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137F496B-7F83-A3F3-BFB3-55491B706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08" y="3389381"/>
            <a:ext cx="443986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每个向量都能由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9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表示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).</a:t>
            </a:r>
          </a:p>
        </p:txBody>
      </p:sp>
      <p:sp>
        <p:nvSpPr>
          <p:cNvPr id="44" name="Rectangle 17">
            <a:extLst>
              <a:ext uri="{FF2B5EF4-FFF2-40B4-BE49-F238E27FC236}">
                <a16:creationId xmlns:a16="http://schemas.microsoft.com/office/drawing/2014/main" id="{B0B2ED1E-CFC7-3AB7-5019-568EAE23D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87" y="4640751"/>
            <a:ext cx="138050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24" name="Rectangle 30">
            <a:extLst>
              <a:ext uri="{FF2B5EF4-FFF2-40B4-BE49-F238E27FC236}">
                <a16:creationId xmlns:a16="http://schemas.microsoft.com/office/drawing/2014/main" id="{B43283FA-BD24-4216-BB07-3CF5BC2D9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42" y="-15619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向量组的最大无关组的定义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2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2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7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7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75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7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2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7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utoUpdateAnimBg="0"/>
      <p:bldP spid="4" grpId="0" build="p" autoUpdateAnimBg="0" advAuto="0"/>
      <p:bldP spid="6" grpId="0" build="p" autoUpdateAnimBg="0" advAuto="0"/>
      <p:bldP spid="9" grpId="0" build="p" autoUpdateAnimBg="0" advAuto="0"/>
      <p:bldP spid="10" grpId="0" build="p" autoUpdateAnimBg="0" advAuto="0"/>
      <p:bldP spid="12" grpId="0" build="p" autoUpdateAnimBg="0" advAuto="0"/>
      <p:bldP spid="15" grpId="0" build="p" autoUpdateAnimBg="0" advAuto="0"/>
      <p:bldP spid="16" grpId="0" build="p" autoUpdateAnimBg="0" advAuto="0"/>
      <p:bldP spid="17" grpId="0" build="p" autoUpdateAnimBg="0" advAuto="0"/>
      <p:bldP spid="18" grpId="0" build="p" autoUpdateAnimBg="0"/>
      <p:bldP spid="18" grpId="1"/>
      <p:bldP spid="19" grpId="0" build="p" autoUpdateAnimBg="0" advAuto="0"/>
      <p:bldP spid="21" grpId="0" build="p" autoUpdateAnimBg="0" advAuto="0"/>
      <p:bldP spid="37" grpId="0" build="p" autoUpdateAnimBg="0" advAuto="0"/>
      <p:bldP spid="41" grpId="0" build="p" autoUpdateAnimBg="0" advAuto="0"/>
      <p:bldP spid="43" grpId="0" build="p" autoUpdateAnimBg="0" advAuto="0"/>
      <p:bldP spid="44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14B67545-EDC4-FF80-16E7-DAD5F4F17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379" y="946734"/>
            <a:ext cx="509078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向量组的最大无关组的等价</a:t>
            </a:r>
            <a:endParaRPr lang="zh-CN" altLang="en-US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A96CB2EC-597B-C37A-5077-CFA2FAE11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378" y="1624566"/>
            <a:ext cx="19915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14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5F8A4C30-8DDB-0179-48D8-4DC47A412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4944" y="1623911"/>
            <a:ext cx="604867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设向量组</a:t>
            </a:r>
            <a:r>
              <a:rPr lang="zh-CN" altLang="en-US" sz="1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2000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cs typeface="Times New Roman" pitchFamily="18" charset="0"/>
              </a:rPr>
              <a:t>r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是向量组</a:t>
            </a: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FC6B156C-46B6-7487-4BA6-DF9E2E8CA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90" y="2297635"/>
            <a:ext cx="31894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的一个部分组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982FFEB5-FF69-99A4-1638-AD0659790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92" y="3016772"/>
            <a:ext cx="405749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(1)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8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1000" b="1" baseline="-250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4" name="Text Box 7">
            <a:extLst>
              <a:ext uri="{FF2B5EF4-FFF2-40B4-BE49-F238E27FC236}">
                <a16:creationId xmlns:a16="http://schemas.microsoft.com/office/drawing/2014/main" id="{D5A69564-CC2B-4A3F-C248-F4E41972D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92" y="3737497"/>
            <a:ext cx="88060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(2)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8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800" b="1" baseline="-250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中任意一个向量都能由向量组</a:t>
            </a:r>
            <a:r>
              <a:rPr lang="zh-CN" altLang="en-US" sz="1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1000" b="1" baseline="-250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5" name="Text Box 9">
            <a:extLst>
              <a:ext uri="{FF2B5EF4-FFF2-40B4-BE49-F238E27FC236}">
                <a16:creationId xmlns:a16="http://schemas.microsoft.com/office/drawing/2014/main" id="{CD1D557D-1486-9C0D-F179-8BA9CF27A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493" y="4458222"/>
            <a:ext cx="729785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则向量组</a:t>
            </a:r>
            <a:r>
              <a:rPr lang="zh-CN" altLang="en-US" sz="1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1000" b="1" baseline="-250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是向量组</a:t>
            </a:r>
            <a:r>
              <a:rPr lang="zh-CN" altLang="en-US" sz="1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的一个最大无关组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30" name="Text Box 15">
            <a:extLst>
              <a:ext uri="{FF2B5EF4-FFF2-40B4-BE49-F238E27FC236}">
                <a16:creationId xmlns:a16="http://schemas.microsoft.com/office/drawing/2014/main" id="{1FDE8165-EB64-D2EB-A22C-64C6C9B63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6992" y="2301743"/>
            <a:ext cx="1935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且满足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30">
            <a:extLst>
              <a:ext uri="{FF2B5EF4-FFF2-40B4-BE49-F238E27FC236}">
                <a16:creationId xmlns:a16="http://schemas.microsoft.com/office/drawing/2014/main" id="{0EA7F8C1-3D48-4035-9CF1-48696BCDF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42" y="-15619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向量组的最大无关组的定义</a:t>
            </a:r>
          </a:p>
        </p:txBody>
      </p:sp>
    </p:spTree>
    <p:extLst>
      <p:ext uri="{BB962C8B-B14F-4D97-AF65-F5344CB8AC3E}">
        <p14:creationId xmlns:p14="http://schemas.microsoft.com/office/powerpoint/2010/main" val="40780827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7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2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4" grpId="0" build="p" autoUpdateAnimBg="0"/>
      <p:bldP spid="22" grpId="0" build="p" autoUpdateAnimBg="0" advAuto="0"/>
      <p:bldP spid="23" grpId="0" build="p" autoUpdateAnimBg="0"/>
      <p:bldP spid="24" grpId="0" build="p" autoUpdateAnimBg="0"/>
      <p:bldP spid="25" grpId="0" build="p" autoUpdateAnimBg="0"/>
      <p:bldP spid="30" grpId="0" build="p" autoUpdateAnimBg="0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:a16="http://schemas.microsoft.com/office/drawing/2014/main" id="{E3797D2C-5910-E9FC-9C8B-16031D19E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285" y="798429"/>
            <a:ext cx="1246188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F85534FB-347D-4CBA-F0FD-83DFC3B01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2432" y="798429"/>
            <a:ext cx="660199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只需证明向量组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中任意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个向量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B920353-00B1-50B4-9F59-AD1B97268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363" y="1498573"/>
            <a:ext cx="21542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9546753B-2EFD-4D52-8D92-34A7AEB29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5588" y="1498573"/>
            <a:ext cx="6553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r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中任意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C06DCA78-0F52-CE4B-7E13-00E08EFFF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363" y="2219298"/>
            <a:ext cx="30243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如果存在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FBB71A89-3927-A59B-5622-7CAC6280C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363" y="2940023"/>
            <a:ext cx="46957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能由向量组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0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967A10F8-2F65-EE3C-5F22-20392161D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43" y="4378486"/>
            <a:ext cx="78481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因为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r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能由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8" name="Text Box 25">
            <a:extLst>
              <a:ext uri="{FF2B5EF4-FFF2-40B4-BE49-F238E27FC236}">
                <a16:creationId xmlns:a16="http://schemas.microsoft.com/office/drawing/2014/main" id="{A1CB8D9A-2EAB-9E4D-22FD-99C22CCF3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75" y="2219298"/>
            <a:ext cx="55451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由条件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(2)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可知这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+</a:t>
            </a:r>
            <a:r>
              <a:rPr lang="en-US" altLang="zh-CN" sz="16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1</a:t>
            </a:r>
            <a:r>
              <a:rPr lang="en-US" altLang="zh-CN" sz="16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个向量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Text Box 26">
            <a:extLst>
              <a:ext uri="{FF2B5EF4-FFF2-40B4-BE49-F238E27FC236}">
                <a16:creationId xmlns:a16="http://schemas.microsoft.com/office/drawing/2014/main" id="{F53E2E71-2E62-92BA-122E-85EF01254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6728" y="5037567"/>
            <a:ext cx="37957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从而根据定理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3.9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0F5BC1F8-B8C9-39AA-AEC9-C5A5E224A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285" y="3672797"/>
            <a:ext cx="77041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记矩阵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0</a:t>
            </a:r>
            <a:r>
              <a:rPr lang="en-US" altLang="zh-CN" sz="2000" b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r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sz="18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r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</p:txBody>
      </p:sp>
      <p:sp>
        <p:nvSpPr>
          <p:cNvPr id="34" name="Text Box 13">
            <a:extLst>
              <a:ext uri="{FF2B5EF4-FFF2-40B4-BE49-F238E27FC236}">
                <a16:creationId xmlns:a16="http://schemas.microsoft.com/office/drawing/2014/main" id="{E8079C5A-2202-99C1-1E0B-05A6F8409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2961" y="5729583"/>
            <a:ext cx="33580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</a:rPr>
              <a:t>R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 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6" name="Text Box 13">
            <a:extLst>
              <a:ext uri="{FF2B5EF4-FFF2-40B4-BE49-F238E27FC236}">
                <a16:creationId xmlns:a16="http://schemas.microsoft.com/office/drawing/2014/main" id="{DEAA0D3C-47A0-61F4-4040-F264ACC03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133" y="5039812"/>
            <a:ext cx="43204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</a:t>
            </a:r>
            <a:r>
              <a:rPr lang="zh-CN" altLang="en-US" sz="1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D45F1DA6-0B4F-4C36-A3A9-6F0E0BB3D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42" y="-15619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向量组的最大无关组的定义</a:t>
            </a:r>
          </a:p>
        </p:txBody>
      </p:sp>
    </p:spTree>
    <p:extLst>
      <p:ext uri="{BB962C8B-B14F-4D97-AF65-F5344CB8AC3E}">
        <p14:creationId xmlns:p14="http://schemas.microsoft.com/office/powerpoint/2010/main" val="71470621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2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7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7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build="p" autoUpdateAnimBg="0" advAuto="0"/>
      <p:bldP spid="8" grpId="0" build="p" autoUpdateAnimBg="0"/>
      <p:bldP spid="9" grpId="0" build="p" autoUpdateAnimBg="0" advAuto="0"/>
      <p:bldP spid="10" grpId="0" build="p" autoUpdateAnimBg="0" advAuto="0"/>
      <p:bldP spid="11" grpId="0" build="p" autoUpdateAnimBg="0"/>
      <p:bldP spid="18" grpId="0" build="p" autoUpdateAnimBg="0" advAuto="0"/>
      <p:bldP spid="19" grpId="0" build="p" autoUpdateAnimBg="0" advAuto="0"/>
      <p:bldP spid="26" grpId="0" build="p" autoUpdateAnimBg="0" advAuto="0"/>
      <p:bldP spid="34" grpId="0" build="p" autoUpdateAnimBg="0"/>
      <p:bldP spid="36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7">
            <a:extLst>
              <a:ext uri="{FF2B5EF4-FFF2-40B4-BE49-F238E27FC236}">
                <a16:creationId xmlns:a16="http://schemas.microsoft.com/office/drawing/2014/main" id="{FED87C59-39EF-213D-4F5A-F55F4EAB1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1646279"/>
            <a:ext cx="66247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个向量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r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r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6A13482E-B998-D820-D9C6-F95241A93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349345"/>
            <a:ext cx="83529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满足最大无关组的定义所规定的条件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37" name="Text Box 26">
            <a:extLst>
              <a:ext uri="{FF2B5EF4-FFF2-40B4-BE49-F238E27FC236}">
                <a16:creationId xmlns:a16="http://schemas.microsoft.com/office/drawing/2014/main" id="{3A93A81C-D3A9-4178-AA9E-222395C20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963379"/>
            <a:ext cx="41764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再根据定理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3.10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Box 19">
            <a:extLst>
              <a:ext uri="{FF2B5EF4-FFF2-40B4-BE49-F238E27FC236}">
                <a16:creationId xmlns:a16="http://schemas.microsoft.com/office/drawing/2014/main" id="{04F0E72F-2DBB-76E3-7A7A-C284DD258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7" y="3097480"/>
            <a:ext cx="755601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因此向量组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的一个最大无关组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7AF27030-B21C-4CC1-8F0A-E4E2551F3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42" y="-15619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向量组的最大无关组的定义</a:t>
            </a:r>
          </a:p>
        </p:txBody>
      </p:sp>
    </p:spTree>
    <p:extLst>
      <p:ext uri="{BB962C8B-B14F-4D97-AF65-F5344CB8AC3E}">
        <p14:creationId xmlns:p14="http://schemas.microsoft.com/office/powerpoint/2010/main" val="299266257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6" grpId="0" build="p" autoUpdateAnimBg="0"/>
      <p:bldP spid="16" grpId="1"/>
      <p:bldP spid="37" grpId="0" build="p" autoUpdateAnimBg="0" advAuto="0"/>
      <p:bldP spid="2" grpId="0" build="p" autoUpdateAnimBg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:a16="http://schemas.microsoft.com/office/drawing/2014/main" id="{2B3530CB-44F7-EE95-340A-EAE288796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238" y="1667128"/>
            <a:ext cx="7417146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(1)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只含有零向量的向量组没有最大无关组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;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BC26F456-9BE5-1B86-044F-DDDB79708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947990"/>
            <a:ext cx="54006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关于最大无关组的几点说明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068CE3-BE67-E98E-A30A-1DEB0E9C5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72" y="2345670"/>
            <a:ext cx="66262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(2)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一个向量组的最大无关组未必唯一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698830B7-E3CD-9D7B-573B-A03B7B7B9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5772" y="2345670"/>
            <a:ext cx="19446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但是各个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D0B68A9-9FB7-A5A7-ED92-12B8157B8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72" y="3024213"/>
            <a:ext cx="713598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最大无关组中所含向量的个数是相同的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062B13CB-A612-448C-8091-6A0730A4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42" y="-15619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向量组的最大无关组的定义</a:t>
            </a:r>
          </a:p>
        </p:txBody>
      </p:sp>
    </p:spTree>
    <p:extLst>
      <p:ext uri="{BB962C8B-B14F-4D97-AF65-F5344CB8AC3E}">
        <p14:creationId xmlns:p14="http://schemas.microsoft.com/office/powerpoint/2010/main" val="13590543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7" grpId="0" build="p" autoUpdateAnimBg="0"/>
      <p:bldP spid="7" grpId="1"/>
      <p:bldP spid="8" grpId="0" build="p" autoUpdateAnimBg="0"/>
      <p:bldP spid="9" grpId="0" build="p" autoUpdateAnimBg="0"/>
      <p:bldP spid="10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5">
            <a:extLst>
              <a:ext uri="{FF2B5EF4-FFF2-40B4-BE49-F238E27FC236}">
                <a16:creationId xmlns:a16="http://schemas.microsoft.com/office/drawing/2014/main" id="{9A37BFAE-6A76-F25F-91F1-0FB8E4C33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9730" y="697808"/>
            <a:ext cx="41704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设有向量组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</a:p>
        </p:txBody>
      </p:sp>
      <p:sp>
        <p:nvSpPr>
          <p:cNvPr id="19" name="Text Box 7">
            <a:extLst>
              <a:ext uri="{FF2B5EF4-FFF2-40B4-BE49-F238E27FC236}">
                <a16:creationId xmlns:a16="http://schemas.microsoft.com/office/drawing/2014/main" id="{EFEB7F84-738B-DDDF-D55F-5DD020BA4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017" y="697808"/>
            <a:ext cx="130230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其中</a:t>
            </a:r>
          </a:p>
        </p:txBody>
      </p:sp>
      <p:graphicFrame>
        <p:nvGraphicFramePr>
          <p:cNvPr id="20" name="Object 10">
            <a:extLst>
              <a:ext uri="{FF2B5EF4-FFF2-40B4-BE49-F238E27FC236}">
                <a16:creationId xmlns:a16="http://schemas.microsoft.com/office/drawing/2014/main" id="{A23E9CF4-BA11-3E5A-6818-A6FCDC7291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154262"/>
              </p:ext>
            </p:extLst>
          </p:nvPr>
        </p:nvGraphicFramePr>
        <p:xfrm>
          <a:off x="2483929" y="1339417"/>
          <a:ext cx="4170462" cy="160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67080" imgH="1562040" progId="Equation.DSMT4">
                  <p:embed/>
                </p:oleObj>
              </mc:Choice>
              <mc:Fallback>
                <p:oleObj name="Equation" r:id="rId2" imgW="4267080" imgH="1562040" progId="Equation.DSMT4">
                  <p:embed/>
                  <p:pic>
                    <p:nvPicPr>
                      <p:cNvPr id="20" name="Object 10">
                        <a:extLst>
                          <a:ext uri="{FF2B5EF4-FFF2-40B4-BE49-F238E27FC236}">
                            <a16:creationId xmlns:a16="http://schemas.microsoft.com/office/drawing/2014/main" id="{A23E9CF4-BA11-3E5A-6818-A6FCDC7291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929" y="1339417"/>
                        <a:ext cx="4170462" cy="160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6">
            <a:extLst>
              <a:ext uri="{FF2B5EF4-FFF2-40B4-BE49-F238E27FC236}">
                <a16:creationId xmlns:a16="http://schemas.microsoft.com/office/drawing/2014/main" id="{C5856B12-E369-4A6C-F5A2-D5790A5F8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3058993"/>
            <a:ext cx="37444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显然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A01B3BFF-979E-A6AA-0938-A85942E01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043" y="3058993"/>
            <a:ext cx="39593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而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sz="2000" b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19DC486D-AD18-DE39-65EC-A8C30EA81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7" y="4368581"/>
            <a:ext cx="75107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是向量组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的一个最大线性无关组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986C9BEE-EF99-D6EC-DFAD-779773617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7" y="5089306"/>
            <a:ext cx="43204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又因为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 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Rectangle 24">
            <a:extLst>
              <a:ext uri="{FF2B5EF4-FFF2-40B4-BE49-F238E27FC236}">
                <a16:creationId xmlns:a16="http://schemas.microsoft.com/office/drawing/2014/main" id="{B8090F19-621B-AD52-2BAC-DBBC23896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7" y="5808577"/>
            <a:ext cx="812635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也是向量组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的一个最大线性无关组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graphicFrame>
        <p:nvGraphicFramePr>
          <p:cNvPr id="22" name="Object 6">
            <a:extLst>
              <a:ext uri="{FF2B5EF4-FFF2-40B4-BE49-F238E27FC236}">
                <a16:creationId xmlns:a16="http://schemas.microsoft.com/office/drawing/2014/main" id="{FC4590E1-33C3-B581-9DF8-B9EE45C05E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762724"/>
              </p:ext>
            </p:extLst>
          </p:nvPr>
        </p:nvGraphicFramePr>
        <p:xfrm>
          <a:off x="3311860" y="3759497"/>
          <a:ext cx="2514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14600" imgH="431640" progId="Equation.DSMT4">
                  <p:embed/>
                </p:oleObj>
              </mc:Choice>
              <mc:Fallback>
                <p:oleObj name="Equation" r:id="rId4" imgW="2514600" imgH="431640" progId="Equation.DSMT4">
                  <p:embed/>
                  <p:pic>
                    <p:nvPicPr>
                      <p:cNvPr id="21" name="Object 6">
                        <a:extLst>
                          <a:ext uri="{FF2B5EF4-FFF2-40B4-BE49-F238E27FC236}">
                            <a16:creationId xmlns:a16="http://schemas.microsoft.com/office/drawing/2014/main" id="{FF959646-9C0E-C744-F4D0-BDBAA91334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860" y="3759497"/>
                        <a:ext cx="2514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7">
            <a:extLst>
              <a:ext uri="{FF2B5EF4-FFF2-40B4-BE49-F238E27FC236}">
                <a16:creationId xmlns:a16="http://schemas.microsoft.com/office/drawing/2014/main" id="{5180F5A8-0477-8F5E-1442-BB8C13630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92696"/>
            <a:ext cx="151232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例如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0AE69377-B893-3AA8-6483-62061B779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098329"/>
            <a:ext cx="39593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而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sz="2000" b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688A130A-8D3D-435E-AA7B-D82D62907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42" y="-15619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向量组的最大无关组的定义</a:t>
            </a:r>
          </a:p>
        </p:txBody>
      </p:sp>
    </p:spTree>
    <p:extLst>
      <p:ext uri="{BB962C8B-B14F-4D97-AF65-F5344CB8AC3E}">
        <p14:creationId xmlns:p14="http://schemas.microsoft.com/office/powerpoint/2010/main" val="415608197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7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  <p:bldP spid="19" grpId="0" build="p" autoUpdateAnimBg="0"/>
      <p:bldP spid="2" grpId="0" build="p" autoUpdateAnimBg="0"/>
      <p:bldP spid="4" grpId="0" build="p" autoUpdateAnimBg="0"/>
      <p:bldP spid="5" grpId="0" build="p" autoUpdateAnimBg="0"/>
      <p:bldP spid="6" grpId="0" build="p" autoUpdateAnimBg="0"/>
      <p:bldP spid="11" grpId="0" build="p" autoUpdateAnimBg="0"/>
      <p:bldP spid="3" grpId="0" build="p" autoUpdateAnimBg="0"/>
      <p:bldP spid="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>
            <a:extLst>
              <a:ext uri="{FF2B5EF4-FFF2-40B4-BE49-F238E27FC236}">
                <a16:creationId xmlns:a16="http://schemas.microsoft.com/office/drawing/2014/main" id="{09B4A559-9A71-91C4-F9F7-923201032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481" y="1006289"/>
            <a:ext cx="361751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秩的定义</a:t>
            </a: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EEC556CA-B277-A169-7680-667E127DF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481" y="1684121"/>
            <a:ext cx="20212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定义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9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9" name="Rectangle 59">
            <a:extLst>
              <a:ext uri="{FF2B5EF4-FFF2-40B4-BE49-F238E27FC236}">
                <a16:creationId xmlns:a16="http://schemas.microsoft.com/office/drawing/2014/main" id="{C913B267-FA12-10AF-BE89-1066EC6DE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2492896"/>
            <a:ext cx="6270459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所含向量的个数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称为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1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600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10" name="Rectangle 63">
            <a:extLst>
              <a:ext uri="{FF2B5EF4-FFF2-40B4-BE49-F238E27FC236}">
                <a16:creationId xmlns:a16="http://schemas.microsoft.com/office/drawing/2014/main" id="{A5C63ABD-1624-3442-1414-8E98AE9E8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232" y="2488643"/>
            <a:ext cx="22322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记作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Rectangle 64">
            <a:extLst>
              <a:ext uri="{FF2B5EF4-FFF2-40B4-BE49-F238E27FC236}">
                <a16:creationId xmlns:a16="http://schemas.microsoft.com/office/drawing/2014/main" id="{B81B9686-EF4B-3763-5A44-575C2CE92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9" y="3212034"/>
            <a:ext cx="374441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</a:t>
            </a:r>
          </a:p>
        </p:txBody>
      </p:sp>
      <p:sp>
        <p:nvSpPr>
          <p:cNvPr id="13" name="Rectangle 62">
            <a:extLst>
              <a:ext uri="{FF2B5EF4-FFF2-40B4-BE49-F238E27FC236}">
                <a16:creationId xmlns:a16="http://schemas.microsoft.com/office/drawing/2014/main" id="{76EA9426-9A75-DADA-1DE3-22F1BFC49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0014" y="1679213"/>
            <a:ext cx="627045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的最大无关组</a:t>
            </a: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1B6A0607-F091-7B96-DD58-21C09BEB8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525" y="4075176"/>
            <a:ext cx="626577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规定只含有零向量的向量组的秩为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0.</a:t>
            </a:r>
            <a:endParaRPr lang="zh-CN" altLang="en-US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8622308A-880F-4E33-B7B7-B48A8D418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42" y="-15619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向量组的最大无关组的定义</a:t>
            </a:r>
          </a:p>
        </p:txBody>
      </p:sp>
    </p:spTree>
    <p:extLst>
      <p:ext uri="{BB962C8B-B14F-4D97-AF65-F5344CB8AC3E}">
        <p14:creationId xmlns:p14="http://schemas.microsoft.com/office/powerpoint/2010/main" val="183022242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2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 build="p" autoUpdateAnimBg="0"/>
      <p:bldP spid="10" grpId="0" build="p" autoUpdateAnimBg="0"/>
      <p:bldP spid="12" grpId="0" build="p" autoUpdateAnimBg="0"/>
      <p:bldP spid="13" grpId="0" build="p" autoUpdateAnimBg="0"/>
      <p:bldP spid="1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0">
            <a:extLst>
              <a:ext uri="{FF2B5EF4-FFF2-40B4-BE49-F238E27FC236}">
                <a16:creationId xmlns:a16="http://schemas.microsoft.com/office/drawing/2014/main" id="{06D6B6D8-A269-47CD-B703-3AB26CF6C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32" y="0"/>
            <a:ext cx="642614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向量组的秩和矩阵的秩的关系</a:t>
            </a:r>
            <a:endParaRPr lang="zh-CN" altLang="en-US" sz="2600" b="1" dirty="0">
              <a:solidFill>
                <a:schemeClr val="bg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8C59B0D0-1038-D3BB-1241-9FD1C2053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555" y="692696"/>
            <a:ext cx="204757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15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118BA4BA-3FBD-3A79-E628-B453357B9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498" y="1304920"/>
            <a:ext cx="424847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等于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其行向量组的秩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11470744-085A-C7A3-1F82-B82B7047B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764" y="692835"/>
            <a:ext cx="557847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矩阵的秩等于其列向量组的秩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 </a:t>
            </a:r>
            <a:endParaRPr lang="en-US" altLang="zh-CN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3FE458FA-07BF-FDC1-E36F-6D454283A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555" y="1912520"/>
            <a:ext cx="1368152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id="{03767892-5498-F28F-81DE-9D69A487F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2733" y="1909345"/>
            <a:ext cx="55784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设矩阵</a:t>
            </a:r>
            <a:r>
              <a:rPr lang="zh-CN" altLang="en-US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),</a:t>
            </a:r>
            <a:r>
              <a:rPr lang="en-US" altLang="zh-CN" sz="900" b="1" dirty="0">
                <a:solidFill>
                  <a:schemeClr val="tx1"/>
                </a:solidFill>
                <a:ea typeface="宋体" charset="-122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1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 </a:t>
            </a:r>
            <a:endParaRPr lang="en-US" altLang="zh-CN" b="1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CA983F24-E089-E990-8249-325BC1198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27" y="4267386"/>
            <a:ext cx="6731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所以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中任意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+1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个列向量都线性相关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</a:p>
        </p:txBody>
      </p:sp>
      <p:sp>
        <p:nvSpPr>
          <p:cNvPr id="34" name="Rectangle 11">
            <a:extLst>
              <a:ext uri="{FF2B5EF4-FFF2-40B4-BE49-F238E27FC236}">
                <a16:creationId xmlns:a16="http://schemas.microsoft.com/office/drawing/2014/main" id="{63FD5D1C-36FB-9700-843D-10F51A788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753" y="3668855"/>
            <a:ext cx="6847216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又因为矩阵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中所有</a:t>
            </a:r>
            <a:r>
              <a:rPr lang="zh-CN" altLang="en-US" sz="2000" b="1" i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+1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阶子式均为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</a:p>
        </p:txBody>
      </p:sp>
      <p:sp>
        <p:nvSpPr>
          <p:cNvPr id="35" name="Rectangle 13">
            <a:extLst>
              <a:ext uri="{FF2B5EF4-FFF2-40B4-BE49-F238E27FC236}">
                <a16:creationId xmlns:a16="http://schemas.microsoft.com/office/drawing/2014/main" id="{E3660937-5CD0-EE94-8E3F-FFB5412B3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084" y="2519580"/>
            <a:ext cx="26981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由</a:t>
            </a:r>
            <a:r>
              <a:rPr lang="zh-CN" altLang="en-US" sz="1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 0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itchFamily="18" charset="2"/>
            </a:endParaRPr>
          </a:p>
        </p:txBody>
      </p:sp>
      <p:sp>
        <p:nvSpPr>
          <p:cNvPr id="36" name="Rectangle 14">
            <a:extLst>
              <a:ext uri="{FF2B5EF4-FFF2-40B4-BE49-F238E27FC236}">
                <a16:creationId xmlns:a16="http://schemas.microsoft.com/office/drawing/2014/main" id="{760580A4-09D0-45C9-7626-D3B850ACC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7970" y="2532185"/>
            <a:ext cx="3019691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根据定理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3.10,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8374AF3C-A383-3028-DB9A-4694AFDA7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3177" y="1909345"/>
            <a:ext cx="136815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并设</a:t>
            </a:r>
            <a:endParaRPr lang="en-US" altLang="zh-CN" b="1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FE9B043E-DA43-D444-3D4E-F2217D2FB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01" y="5497443"/>
            <a:ext cx="59369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从而列向量组的秩等于</a:t>
            </a:r>
            <a:r>
              <a:rPr lang="zh-CN" altLang="en-US" sz="2000" b="1" i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即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itchFamily="18" charset="2"/>
            </a:endParaRP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9BEC25FD-2E73-E69B-ACD8-2BEF34BC5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06" y="4883922"/>
            <a:ext cx="87531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因此</a:t>
            </a:r>
            <a:r>
              <a:rPr lang="zh-CN" altLang="en-US" sz="8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所在的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sz="800" b="1" i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列是</a:t>
            </a:r>
            <a:r>
              <a:rPr lang="zh-CN" altLang="en-US" sz="8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1000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的列向量组的一个最大无关组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13A70F79-658B-0A5A-BFF3-0D3A24991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31" y="2520845"/>
            <a:ext cx="29351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阶子式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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0. 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191BC48-1D06-0FE6-9A85-DD02F0F16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06" y="3108934"/>
            <a:ext cx="570085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所在的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个列向量线性无关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. </a:t>
            </a:r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7334FCF3-1F5D-D02D-38A6-01B20436D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1969" y="697527"/>
            <a:ext cx="936104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也</a:t>
            </a:r>
            <a:endParaRPr lang="en-US" altLang="zh-CN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67227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21" grpId="0"/>
      <p:bldP spid="23" grpId="0"/>
      <p:bldP spid="25" grpId="0" build="p" autoUpdateAnimBg="0"/>
      <p:bldP spid="26" grpId="0" build="p" autoUpdateAnimBg="0" advAuto="0"/>
      <p:bldP spid="34" grpId="0" build="p" autoUpdateAnimBg="0"/>
      <p:bldP spid="35" grpId="0" build="p" autoUpdateAnimBg="0" advAuto="0"/>
      <p:bldP spid="36" grpId="0" build="p" autoUpdateAnimBg="0"/>
      <p:bldP spid="37" grpId="0" build="p" autoUpdateAnimBg="0"/>
      <p:bldP spid="38" grpId="0" build="p" autoUpdateAnimBg="0" advAuto="0"/>
      <p:bldP spid="39" grpId="0" build="p" autoUpdateAnimBg="0" advAuto="0"/>
      <p:bldP spid="4" grpId="0" build="p" autoUpdateAnimBg="0"/>
      <p:bldP spid="6" grpId="0" build="p" autoUpdateAnimBg="0" advAuto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4C31F9B8-4D14-0294-6B80-04B1547F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1" y="963845"/>
            <a:ext cx="2448272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类似可证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: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7BD0520-29B4-FEC0-5E52-71745AC0C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674093"/>
            <a:ext cx="6426143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矩阵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的行向量组的秩也等于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). </a:t>
            </a:r>
          </a:p>
        </p:txBody>
      </p:sp>
      <p:sp>
        <p:nvSpPr>
          <p:cNvPr id="13" name="Rectangle 36">
            <a:extLst>
              <a:ext uri="{FF2B5EF4-FFF2-40B4-BE49-F238E27FC236}">
                <a16:creationId xmlns:a16="http://schemas.microsoft.com/office/drawing/2014/main" id="{F15D9A24-47C8-5CF8-ACF4-551455FA0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9" y="3192326"/>
            <a:ext cx="66967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8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是矩阵</a:t>
            </a:r>
            <a:r>
              <a:rPr lang="zh-CN" altLang="en-US" sz="2000" b="1" i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1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的一个最高阶非零子式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Text Box 39">
            <a:extLst>
              <a:ext uri="{FF2B5EF4-FFF2-40B4-BE49-F238E27FC236}">
                <a16:creationId xmlns:a16="http://schemas.microsoft.com/office/drawing/2014/main" id="{C98D8DE8-A109-F5E5-58C5-0F5E949B0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456503"/>
            <a:ext cx="77768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zh-CN" b="1" kern="1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求矩阵</a:t>
            </a:r>
            <a:r>
              <a:rPr lang="en-US" altLang="zh-CN" sz="2000" b="1" kern="1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zh-CN" altLang="zh-CN" b="1" kern="1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的列</a:t>
            </a:r>
            <a:r>
              <a:rPr lang="en-US" altLang="zh-CN" b="1" kern="100" dirty="0">
                <a:solidFill>
                  <a:srgbClr val="C00000"/>
                </a:solidFill>
              </a:rPr>
              <a:t>(</a:t>
            </a:r>
            <a:r>
              <a:rPr lang="zh-CN" altLang="zh-CN" b="1" kern="1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行</a:t>
            </a:r>
            <a:r>
              <a:rPr lang="en-US" altLang="zh-CN" b="1" kern="100" dirty="0">
                <a:solidFill>
                  <a:srgbClr val="C00000"/>
                </a:solidFill>
              </a:rPr>
              <a:t>)</a:t>
            </a:r>
            <a:r>
              <a:rPr lang="zh-CN" altLang="zh-CN" b="1" kern="1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向量组的最大无关组的方法</a:t>
            </a:r>
            <a:endParaRPr lang="zh-CN" altLang="en-US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15" name="Rectangle 40">
            <a:extLst>
              <a:ext uri="{FF2B5EF4-FFF2-40B4-BE49-F238E27FC236}">
                <a16:creationId xmlns:a16="http://schemas.microsoft.com/office/drawing/2014/main" id="{12B46CB1-382F-DF9C-8201-DE6AF48F0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4369" y="3199472"/>
            <a:ext cx="960039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41">
            <a:extLst>
              <a:ext uri="{FF2B5EF4-FFF2-40B4-BE49-F238E27FC236}">
                <a16:creationId xmlns:a16="http://schemas.microsoft.com/office/drawing/2014/main" id="{322B2D15-394D-1340-6E66-984C0CF11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93" y="4656023"/>
            <a:ext cx="831945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1000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所在的</a:t>
            </a:r>
            <a:r>
              <a:rPr lang="zh-CN" altLang="en-US" sz="1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行就是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cs typeface="Times New Roman" pitchFamily="18" charset="0"/>
              </a:rPr>
              <a:t>A</a:t>
            </a:r>
            <a:r>
              <a:rPr lang="en-US" altLang="zh-CN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的行向量组的一个最大无关组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  <a:endParaRPr lang="zh-CN" altLang="en-US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" name="Rectangle 40">
            <a:extLst>
              <a:ext uri="{FF2B5EF4-FFF2-40B4-BE49-F238E27FC236}">
                <a16:creationId xmlns:a16="http://schemas.microsoft.com/office/drawing/2014/main" id="{E6D8740D-C8B5-E9DC-AD20-FD6206B4A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5" y="3933056"/>
            <a:ext cx="85024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1000" b="1" i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所在的</a:t>
            </a:r>
            <a:r>
              <a:rPr lang="zh-CN" altLang="en-US" sz="1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列就是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cs typeface="Times New Roman" pitchFamily="18" charset="0"/>
              </a:rPr>
              <a:t>A</a:t>
            </a:r>
            <a:r>
              <a:rPr lang="en-US" altLang="zh-CN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的列向量组的一个最大无关组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;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endParaRPr lang="zh-CN" altLang="en-US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A98DA8F7-2D0F-435A-A6DF-7264C029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32" y="0"/>
            <a:ext cx="642614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向量组的秩和矩阵的秩的关系</a:t>
            </a:r>
            <a:endParaRPr lang="zh-CN" altLang="en-US" sz="2600" b="1" dirty="0">
              <a:solidFill>
                <a:schemeClr val="bg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73277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7" grpId="0" build="p" autoUpdateAnimBg="0"/>
      <p:bldP spid="13" grpId="0" build="p" autoUpdateAnimBg="0"/>
      <p:bldP spid="14" grpId="0"/>
      <p:bldP spid="15" grpId="0" build="p" autoUpdateAnimBg="0" advAuto="0"/>
      <p:bldP spid="16" grpId="0" build="p" autoUpdateAnimBg="0" advAuto="0"/>
      <p:bldP spid="20" grpId="0" build="p" autoUpdateAnimBg="0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0">
            <a:extLst>
              <a:ext uri="{FF2B5EF4-FFF2-40B4-BE49-F238E27FC236}">
                <a16:creationId xmlns:a16="http://schemas.microsoft.com/office/drawing/2014/main" id="{06D6B6D8-A269-47CD-B703-3AB26CF6C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0" y="-4077"/>
            <a:ext cx="642614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最大无关组的实例</a:t>
            </a: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1076F4C4-3683-9103-080C-4342E6894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92696"/>
            <a:ext cx="171478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14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06A78622-2BB4-0184-ABA3-13BEC7578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942" y="692696"/>
            <a:ext cx="62821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全体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维向量构成的向量组记作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F3740AD-E0A0-048A-E60A-D64BD2B05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538" y="2784807"/>
            <a:ext cx="22526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 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F2A84321-B13A-D763-AF9B-0AFB9A83A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16" y="2784807"/>
            <a:ext cx="472109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维单位坐标向量组</a:t>
            </a:r>
          </a:p>
        </p:txBody>
      </p:sp>
      <p:sp>
        <p:nvSpPr>
          <p:cNvPr id="13" name="Rectangle 43">
            <a:extLst>
              <a:ext uri="{FF2B5EF4-FFF2-40B4-BE49-F238E27FC236}">
                <a16:creationId xmlns:a16="http://schemas.microsoft.com/office/drawing/2014/main" id="{2C0C5D3A-9B04-E16B-A432-E787242E2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894" y="2087469"/>
            <a:ext cx="86409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37DE5AE5-3EFD-D00E-9955-1A59A91691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113688"/>
              </p:ext>
            </p:extLst>
          </p:nvPr>
        </p:nvGraphicFramePr>
        <p:xfrm>
          <a:off x="4591789" y="2857165"/>
          <a:ext cx="212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900" imgH="431800" progId="Equation.DSMT4">
                  <p:embed/>
                </p:oleObj>
              </mc:Choice>
              <mc:Fallback>
                <p:oleObj name="Equation" r:id="rId2" imgW="2120900" imgH="431800" progId="Equation.DSMT4">
                  <p:embed/>
                  <p:pic>
                    <p:nvPicPr>
                      <p:cNvPr id="14" name="Object 6">
                        <a:extLst>
                          <a:ext uri="{FF2B5EF4-FFF2-40B4-BE49-F238E27FC236}">
                            <a16:creationId xmlns:a16="http://schemas.microsoft.com/office/drawing/2014/main" id="{B728BBA6-0ABF-44A0-81DC-D0BC23D92A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789" y="2857165"/>
                        <a:ext cx="2120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">
            <a:extLst>
              <a:ext uri="{FF2B5EF4-FFF2-40B4-BE49-F238E27FC236}">
                <a16:creationId xmlns:a16="http://schemas.microsoft.com/office/drawing/2014/main" id="{E56A049C-138E-01F0-11E5-5F78F31083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646455"/>
              </p:ext>
            </p:extLst>
          </p:nvPr>
        </p:nvGraphicFramePr>
        <p:xfrm>
          <a:off x="1855361" y="3493299"/>
          <a:ext cx="127952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469800" progId="Equation.DSMT4">
                  <p:embed/>
                </p:oleObj>
              </mc:Choice>
              <mc:Fallback>
                <p:oleObj name="Equation" r:id="rId4" imgW="1358640" imgH="469800" progId="Equation.DSMT4">
                  <p:embed/>
                  <p:pic>
                    <p:nvPicPr>
                      <p:cNvPr id="26" name="Object 10">
                        <a:extLst>
                          <a:ext uri="{FF2B5EF4-FFF2-40B4-BE49-F238E27FC236}">
                            <a16:creationId xmlns:a16="http://schemas.microsoft.com/office/drawing/2014/main" id="{5BA95191-625A-13B1-0E7D-C6D1FA5CDF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361" y="3493299"/>
                        <a:ext cx="1279525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4">
            <a:extLst>
              <a:ext uri="{FF2B5EF4-FFF2-40B4-BE49-F238E27FC236}">
                <a16:creationId xmlns:a16="http://schemas.microsoft.com/office/drawing/2014/main" id="{7531B4DB-1AEE-9AF6-98E3-26CAFBAC3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916" y="1388326"/>
            <a:ext cx="63086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的一个最大无关组及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b="1" i="1" baseline="30000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2DB81E-322D-27AC-F187-8CF85330E762}"/>
              </a:ext>
            </a:extLst>
          </p:cNvPr>
          <p:cNvSpPr txBox="1"/>
          <p:nvPr/>
        </p:nvSpPr>
        <p:spPr>
          <a:xfrm>
            <a:off x="460219" y="3486548"/>
            <a:ext cx="15764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且对于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2" name="Object 10">
            <a:extLst>
              <a:ext uri="{FF2B5EF4-FFF2-40B4-BE49-F238E27FC236}">
                <a16:creationId xmlns:a16="http://schemas.microsoft.com/office/drawing/2014/main" id="{F3DD0189-738E-A521-0598-A48F272BB4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816171"/>
              </p:ext>
            </p:extLst>
          </p:nvPr>
        </p:nvGraphicFramePr>
        <p:xfrm>
          <a:off x="3275652" y="3479822"/>
          <a:ext cx="277653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46240" imgH="507960" progId="Equation.DSMT4">
                  <p:embed/>
                </p:oleObj>
              </mc:Choice>
              <mc:Fallback>
                <p:oleObj name="Equation" r:id="rId6" imgW="2946240" imgH="507960" progId="Equation.DSMT4">
                  <p:embed/>
                  <p:pic>
                    <p:nvPicPr>
                      <p:cNvPr id="18" name="Object 10">
                        <a:extLst>
                          <a:ext uri="{FF2B5EF4-FFF2-40B4-BE49-F238E27FC236}">
                            <a16:creationId xmlns:a16="http://schemas.microsoft.com/office/drawing/2014/main" id="{E56A049C-138E-01F0-11E5-5F78F31083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652" y="3479822"/>
                        <a:ext cx="277653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>
            <a:extLst>
              <a:ext uri="{FF2B5EF4-FFF2-40B4-BE49-F238E27FC236}">
                <a16:creationId xmlns:a16="http://schemas.microsoft.com/office/drawing/2014/main" id="{127C1759-E45C-BC4A-D2DA-783E33E6C8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296877"/>
              </p:ext>
            </p:extLst>
          </p:nvPr>
        </p:nvGraphicFramePr>
        <p:xfrm>
          <a:off x="174510" y="4184946"/>
          <a:ext cx="1292225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71600" imgH="2095200" progId="Equation.DSMT4">
                  <p:embed/>
                </p:oleObj>
              </mc:Choice>
              <mc:Fallback>
                <p:oleObj name="Equation" r:id="rId8" imgW="1371600" imgH="2095200" progId="Equation.DSMT4">
                  <p:embed/>
                  <p:pic>
                    <p:nvPicPr>
                      <p:cNvPr id="18" name="Object 10">
                        <a:extLst>
                          <a:ext uri="{FF2B5EF4-FFF2-40B4-BE49-F238E27FC236}">
                            <a16:creationId xmlns:a16="http://schemas.microsoft.com/office/drawing/2014/main" id="{E56A049C-138E-01F0-11E5-5F78F31083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510" y="4184946"/>
                        <a:ext cx="1292225" cy="207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0A46D619-E7EE-FF1A-AD21-4B9D579C591D}"/>
              </a:ext>
            </a:extLst>
          </p:cNvPr>
          <p:cNvSpPr txBox="1"/>
          <p:nvPr/>
        </p:nvSpPr>
        <p:spPr>
          <a:xfrm>
            <a:off x="6298204" y="3471876"/>
            <a:ext cx="9769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有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5" name="Object 10">
            <a:extLst>
              <a:ext uri="{FF2B5EF4-FFF2-40B4-BE49-F238E27FC236}">
                <a16:creationId xmlns:a16="http://schemas.microsoft.com/office/drawing/2014/main" id="{01842DAB-13B1-3AF1-5093-351EDA1E5A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412414"/>
              </p:ext>
            </p:extLst>
          </p:nvPr>
        </p:nvGraphicFramePr>
        <p:xfrm>
          <a:off x="1479063" y="4192114"/>
          <a:ext cx="4173538" cy="204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31960" imgH="2070000" progId="Equation.DSMT4">
                  <p:embed/>
                </p:oleObj>
              </mc:Choice>
              <mc:Fallback>
                <p:oleObj name="Equation" r:id="rId10" imgW="4431960" imgH="2070000" progId="Equation.DSMT4">
                  <p:embed/>
                  <p:pic>
                    <p:nvPicPr>
                      <p:cNvPr id="18" name="Object 10">
                        <a:extLst>
                          <a:ext uri="{FF2B5EF4-FFF2-40B4-BE49-F238E27FC236}">
                            <a16:creationId xmlns:a16="http://schemas.microsoft.com/office/drawing/2014/main" id="{E56A049C-138E-01F0-11E5-5F78F31083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063" y="4192114"/>
                        <a:ext cx="4173538" cy="204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">
            <a:extLst>
              <a:ext uri="{FF2B5EF4-FFF2-40B4-BE49-F238E27FC236}">
                <a16:creationId xmlns:a16="http://schemas.microsoft.com/office/drawing/2014/main" id="{EE553225-5C65-32D1-C902-2DD2806893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619234"/>
              </p:ext>
            </p:extLst>
          </p:nvPr>
        </p:nvGraphicFramePr>
        <p:xfrm>
          <a:off x="5652601" y="5002422"/>
          <a:ext cx="33845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93880" imgH="431640" progId="Equation.DSMT4">
                  <p:embed/>
                </p:oleObj>
              </mc:Choice>
              <mc:Fallback>
                <p:oleObj name="Equation" r:id="rId12" imgW="3593880" imgH="431640" progId="Equation.DSMT4">
                  <p:embed/>
                  <p:pic>
                    <p:nvPicPr>
                      <p:cNvPr id="25" name="Object 10">
                        <a:extLst>
                          <a:ext uri="{FF2B5EF4-FFF2-40B4-BE49-F238E27FC236}">
                            <a16:creationId xmlns:a16="http://schemas.microsoft.com/office/drawing/2014/main" id="{01842DAB-13B1-3AF1-5093-351EDA1E5A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601" y="5002422"/>
                        <a:ext cx="33845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98725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25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2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2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 build="p" autoUpdateAnimBg="0"/>
      <p:bldP spid="8" grpId="0" build="p" autoUpdateAnimBg="0"/>
      <p:bldP spid="13" grpId="0" build="p" autoUpdateAnimBg="0"/>
      <p:bldP spid="19" grpId="0"/>
      <p:bldP spid="21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19911DEB-A311-573A-E059-B0D2C9A0AA0B}"/>
              </a:ext>
            </a:extLst>
          </p:cNvPr>
          <p:cNvGrpSpPr/>
          <p:nvPr/>
        </p:nvGrpSpPr>
        <p:grpSpPr>
          <a:xfrm>
            <a:off x="900198" y="876704"/>
            <a:ext cx="8207929" cy="531213"/>
            <a:chOff x="900198" y="876704"/>
            <a:chExt cx="8207929" cy="531213"/>
          </a:xfrm>
        </p:grpSpPr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93AC696F-4A76-2219-AEED-AD7A549BB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98" y="876704"/>
              <a:ext cx="453536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所以向量</a:t>
              </a:r>
              <a:r>
                <a:rPr lang="zh-CN" altLang="en-US" sz="2000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b="1" i="1" dirty="0">
                  <a:solidFill>
                    <a:schemeClr val="tx1"/>
                  </a:solidFill>
                  <a:ea typeface="华文中宋" panose="0201060004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000" b="1" i="1" dirty="0">
                  <a:solidFill>
                    <a:schemeClr val="tx1"/>
                  </a:solidFill>
                  <a:ea typeface="华文中宋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zh-CN" b="1" kern="100" dirty="0"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可由向量组</a:t>
              </a:r>
              <a:endParaRPr lang="en-US" altLang="zh-CN" b="1" i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C4AB9C07-111F-72F0-7263-4C0A236B8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5514" y="888804"/>
              <a:ext cx="2252613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线性表示</a:t>
              </a:r>
              <a:r>
                <a:rPr lang="en-US" altLang="zh-CN" b="1" dirty="0">
                  <a:solidFill>
                    <a:schemeClr val="tx1"/>
                  </a:solidFill>
                  <a:ea typeface="+mn-ea"/>
                  <a:cs typeface="Times New Roman" pitchFamily="18" charset="0"/>
                </a:rPr>
                <a:t>, </a:t>
              </a:r>
              <a:r>
                <a:rPr lang="en-US" altLang="zh-CN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</a:p>
          </p:txBody>
        </p:sp>
        <p:graphicFrame>
          <p:nvGraphicFramePr>
            <p:cNvPr id="15" name="Object 6">
              <a:extLst>
                <a:ext uri="{FF2B5EF4-FFF2-40B4-BE49-F238E27FC236}">
                  <a16:creationId xmlns:a16="http://schemas.microsoft.com/office/drawing/2014/main" id="{EE975130-B111-7EC2-B166-99310867C0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910778"/>
                </p:ext>
              </p:extLst>
            </p:nvPr>
          </p:nvGraphicFramePr>
          <p:xfrm>
            <a:off x="4662765" y="976117"/>
            <a:ext cx="21209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120900" imgH="431800" progId="Equation.DSMT4">
                    <p:embed/>
                  </p:oleObj>
                </mc:Choice>
                <mc:Fallback>
                  <p:oleObj name="Equation" r:id="rId2" imgW="2120900" imgH="431800" progId="Equation.DSMT4">
                    <p:embed/>
                    <p:pic>
                      <p:nvPicPr>
                        <p:cNvPr id="7" name="Object 6">
                          <a:extLst>
                            <a:ext uri="{FF2B5EF4-FFF2-40B4-BE49-F238E27FC236}">
                              <a16:creationId xmlns:a16="http://schemas.microsoft.com/office/drawing/2014/main" id="{AEE19971-869A-B57E-626D-56E6016282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2765" y="976117"/>
                          <a:ext cx="21209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4A837813-6881-046A-9794-FAEA33192B20}"/>
              </a:ext>
            </a:extLst>
          </p:cNvPr>
          <p:cNvSpPr txBox="1"/>
          <p:nvPr/>
        </p:nvSpPr>
        <p:spPr>
          <a:xfrm>
            <a:off x="536161" y="1593564"/>
            <a:ext cx="67687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因此向量组</a:t>
            </a:r>
            <a:r>
              <a:rPr lang="en-US" altLang="zh-CN" sz="20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kern="100" dirty="0">
                <a:solidFill>
                  <a:srgbClr val="000000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b="1" i="1" baseline="30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 </a:t>
            </a:r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的一个最大无关组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2DC3B37B-E971-724D-5F76-57A80A771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949" y="1595618"/>
            <a:ext cx="217192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b="1" i="1" baseline="30000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30" name="Rectangle 18">
            <a:extLst>
              <a:ext uri="{FF2B5EF4-FFF2-40B4-BE49-F238E27FC236}">
                <a16:creationId xmlns:a16="http://schemas.microsoft.com/office/drawing/2014/main" id="{C8AC2D85-E0DC-89C9-942A-1CD05497D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353" y="2294151"/>
            <a:ext cx="173158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等于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9A998E1D-9937-9F3B-9149-538EF6B5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3375568"/>
            <a:ext cx="561662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显然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8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b="1" i="1" baseline="30000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1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的最大无关组有很多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 </a:t>
            </a:r>
          </a:p>
        </p:txBody>
      </p:sp>
      <p:sp>
        <p:nvSpPr>
          <p:cNvPr id="35" name="Rectangle 5">
            <a:extLst>
              <a:ext uri="{FF2B5EF4-FFF2-40B4-BE49-F238E27FC236}">
                <a16:creationId xmlns:a16="http://schemas.microsoft.com/office/drawing/2014/main" id="{984B0A5E-141D-19AA-AA35-74FADDF56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160" y="4078848"/>
            <a:ext cx="624750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维向量都是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b="1" i="1" baseline="30000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1000" b="1" i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的最大无关组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D801155E-7C6F-372D-B847-7599A937F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129" y="3375568"/>
            <a:ext cx="3288636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任意</a:t>
            </a:r>
            <a:r>
              <a:rPr lang="zh-CN" altLang="en-US" sz="8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8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个线性无关</a:t>
            </a: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B78296BE-2212-496F-B462-632E1F478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0" y="-4077"/>
            <a:ext cx="642614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最大无关组的实例</a:t>
            </a:r>
          </a:p>
        </p:txBody>
      </p:sp>
    </p:spTree>
    <p:extLst>
      <p:ext uri="{BB962C8B-B14F-4D97-AF65-F5344CB8AC3E}">
        <p14:creationId xmlns:p14="http://schemas.microsoft.com/office/powerpoint/2010/main" val="144096371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7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  <p:bldP spid="12" grpId="0" build="p" autoUpdateAnimBg="0"/>
      <p:bldP spid="17" grpId="0"/>
      <p:bldP spid="20" grpId="0" build="p" autoUpdateAnimBg="0" advAuto="0"/>
      <p:bldP spid="30" grpId="0" build="p" autoUpdateAnimBg="0" advAuto="0"/>
      <p:bldP spid="34" grpId="0" build="p" autoUpdateAnimBg="0"/>
      <p:bldP spid="35" grpId="0" build="p" autoUpdateAnimBg="0" advAuto="0"/>
      <p:bldP spid="36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>
            <a:extLst>
              <a:ext uri="{FF2B5EF4-FFF2-40B4-BE49-F238E27FC236}">
                <a16:creationId xmlns:a16="http://schemas.microsoft.com/office/drawing/2014/main" id="{1076F4C4-3683-9103-080C-4342E6894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92696"/>
            <a:ext cx="17021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15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5AC57BFF-BA18-0490-9A34-E38A06FBF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60" y="687870"/>
            <a:ext cx="61928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zh-CN" b="1" kern="100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求向量组</a:t>
            </a:r>
            <a:r>
              <a:rPr lang="en-US" altLang="zh-CN" sz="2000" b="1" kern="100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4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的秩和它的</a:t>
            </a: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93B916A0-7DAF-A560-D40D-0C6965EFF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75" y="1387530"/>
            <a:ext cx="8229989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一个最大无关组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并把不属于最大无关组的向量用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A040E724-AA8C-9C6E-53ED-30CA58603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75" y="2093173"/>
            <a:ext cx="42615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最大无关组线性表示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9AFB9E98-4D4E-8420-D6BD-2125F340D3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657499"/>
              </p:ext>
            </p:extLst>
          </p:nvPr>
        </p:nvGraphicFramePr>
        <p:xfrm>
          <a:off x="1631950" y="2794052"/>
          <a:ext cx="58801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79880" imgH="1930320" progId="Equation.DSMT4">
                  <p:embed/>
                </p:oleObj>
              </mc:Choice>
              <mc:Fallback>
                <p:oleObj name="Equation" r:id="rId2" imgW="5879880" imgH="1930320" progId="Equation.DSMT4">
                  <p:embed/>
                  <p:pic>
                    <p:nvPicPr>
                      <p:cNvPr id="19461" name="Object 3">
                        <a:extLst>
                          <a:ext uri="{FF2B5EF4-FFF2-40B4-BE49-F238E27FC236}">
                            <a16:creationId xmlns:a16="http://schemas.microsoft.com/office/drawing/2014/main" id="{00A8A4ED-A275-B97A-2075-C5AED05F39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2794052"/>
                        <a:ext cx="58801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55AD58F4-149E-4EA2-62B0-4BDDDEBA8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4001" y="2090791"/>
            <a:ext cx="136815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其中</a:t>
            </a: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5239A25A-0C82-E271-1AC7-3D8CACEF7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4918875"/>
            <a:ext cx="9272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解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26FF5FE0-E91C-1D29-7005-87B7C0729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4934758"/>
            <a:ext cx="38421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kern="100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记</a:t>
            </a:r>
            <a:r>
              <a:rPr lang="zh-CN" altLang="en-US" sz="2000" b="1" kern="100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4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5DF3B068-5B19-4AC9-8EFE-9BD3965C6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6767" y="4934758"/>
            <a:ext cx="400639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对矩阵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施行初等行</a:t>
            </a: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7857C1E0-8CCB-AC0C-77FC-C22D52706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75" y="5635639"/>
            <a:ext cx="57809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变换将其化为行最简形矩阵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65BF56CF-8A8F-4391-8D78-C178A5B19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0" y="-4077"/>
            <a:ext cx="642614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最大无关组的实例</a:t>
            </a:r>
          </a:p>
        </p:txBody>
      </p:sp>
    </p:spTree>
    <p:extLst>
      <p:ext uri="{BB962C8B-B14F-4D97-AF65-F5344CB8AC3E}">
        <p14:creationId xmlns:p14="http://schemas.microsoft.com/office/powerpoint/2010/main" val="427537050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10" grpId="0" build="p" autoUpdateAnimBg="0"/>
      <p:bldP spid="11" grpId="0"/>
      <p:bldP spid="12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E0E8B0F1-BD34-0171-12F7-786F8F9CCD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187319"/>
              </p:ext>
            </p:extLst>
          </p:nvPr>
        </p:nvGraphicFramePr>
        <p:xfrm>
          <a:off x="1268360" y="1065140"/>
          <a:ext cx="30861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85920" imgH="1930320" progId="Equation.DSMT4">
                  <p:embed/>
                </p:oleObj>
              </mc:Choice>
              <mc:Fallback>
                <p:oleObj name="Equation" r:id="rId2" imgW="3085920" imgH="1930320" progId="Equation.DSMT4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9AFB9E98-4D4E-8420-D6BD-2125F340D3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360" y="1065140"/>
                        <a:ext cx="30861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3">
            <a:extLst>
              <a:ext uri="{FF2B5EF4-FFF2-40B4-BE49-F238E27FC236}">
                <a16:creationId xmlns:a16="http://schemas.microsoft.com/office/drawing/2014/main" id="{4F675547-DC49-45CF-E27C-4C7DD37B87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3115026"/>
              </p:ext>
            </p:extLst>
          </p:nvPr>
        </p:nvGraphicFramePr>
        <p:xfrm>
          <a:off x="4426244" y="1125549"/>
          <a:ext cx="825500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1384200" progId="Equation.DSMT4">
                  <p:embed/>
                </p:oleObj>
              </mc:Choice>
              <mc:Fallback>
                <p:oleObj name="Equation" r:id="rId4" imgW="622080" imgH="1384200" progId="Equation.DSMT4">
                  <p:embed/>
                  <p:pic>
                    <p:nvPicPr>
                      <p:cNvPr id="11" name="Object 23">
                        <a:extLst>
                          <a:ext uri="{FF2B5EF4-FFF2-40B4-BE49-F238E27FC236}">
                            <a16:creationId xmlns:a16="http://schemas.microsoft.com/office/drawing/2014/main" id="{4F5E0A57-5E42-A386-FCAD-0BD5A26078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6244" y="1125549"/>
                        <a:ext cx="825500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">
            <a:extLst>
              <a:ext uri="{FF2B5EF4-FFF2-40B4-BE49-F238E27FC236}">
                <a16:creationId xmlns:a16="http://schemas.microsoft.com/office/drawing/2014/main" id="{B718D7C8-C153-88F2-B87D-2EDECC0CF1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372741"/>
              </p:ext>
            </p:extLst>
          </p:nvPr>
        </p:nvGraphicFramePr>
        <p:xfrm>
          <a:off x="5321148" y="1086393"/>
          <a:ext cx="25146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14600" imgH="1930320" progId="Equation.DSMT4">
                  <p:embed/>
                </p:oleObj>
              </mc:Choice>
              <mc:Fallback>
                <p:oleObj name="Equation" r:id="rId6" imgW="2514600" imgH="1930320" progId="Equation.DSMT4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E0E8B0F1-BD34-0171-12F7-786F8F9CCD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148" y="1086393"/>
                        <a:ext cx="25146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3">
            <a:extLst>
              <a:ext uri="{FF2B5EF4-FFF2-40B4-BE49-F238E27FC236}">
                <a16:creationId xmlns:a16="http://schemas.microsoft.com/office/drawing/2014/main" id="{94F6C656-BF56-B194-0644-336CBED51E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6261509"/>
              </p:ext>
            </p:extLst>
          </p:nvPr>
        </p:nvGraphicFramePr>
        <p:xfrm>
          <a:off x="921863" y="3408949"/>
          <a:ext cx="828675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1396800" progId="Equation.DSMT4">
                  <p:embed/>
                </p:oleObj>
              </mc:Choice>
              <mc:Fallback>
                <p:oleObj name="Equation" r:id="rId8" imgW="622080" imgH="1396800" progId="Equation.DSMT4">
                  <p:embed/>
                  <p:pic>
                    <p:nvPicPr>
                      <p:cNvPr id="11" name="Object 23">
                        <a:extLst>
                          <a:ext uri="{FF2B5EF4-FFF2-40B4-BE49-F238E27FC236}">
                            <a16:creationId xmlns:a16="http://schemas.microsoft.com/office/drawing/2014/main" id="{4F5E0A57-5E42-A386-FCAD-0BD5A26078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863" y="3408949"/>
                        <a:ext cx="828675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656DFEF4-E22B-949A-4704-454C8E208A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386024"/>
              </p:ext>
            </p:extLst>
          </p:nvPr>
        </p:nvGraphicFramePr>
        <p:xfrm>
          <a:off x="1852312" y="3369446"/>
          <a:ext cx="25146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14600" imgH="1930320" progId="Equation.DSMT4">
                  <p:embed/>
                </p:oleObj>
              </mc:Choice>
              <mc:Fallback>
                <p:oleObj name="Equation" r:id="rId10" imgW="2514600" imgH="1930320" progId="Equation.DSMT4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E0E8B0F1-BD34-0171-12F7-786F8F9CCD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2312" y="3369446"/>
                        <a:ext cx="25146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3">
            <a:extLst>
              <a:ext uri="{FF2B5EF4-FFF2-40B4-BE49-F238E27FC236}">
                <a16:creationId xmlns:a16="http://schemas.microsoft.com/office/drawing/2014/main" id="{725CBB78-3EA4-C62B-D7C4-3135F372D2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997728"/>
              </p:ext>
            </p:extLst>
          </p:nvPr>
        </p:nvGraphicFramePr>
        <p:xfrm>
          <a:off x="4426244" y="3408949"/>
          <a:ext cx="84455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34680" imgH="1396800" progId="Equation.DSMT4">
                  <p:embed/>
                </p:oleObj>
              </mc:Choice>
              <mc:Fallback>
                <p:oleObj name="Equation" r:id="rId12" imgW="634680" imgH="1396800" progId="Equation.DSMT4">
                  <p:embed/>
                  <p:pic>
                    <p:nvPicPr>
                      <p:cNvPr id="11" name="Object 23">
                        <a:extLst>
                          <a:ext uri="{FF2B5EF4-FFF2-40B4-BE49-F238E27FC236}">
                            <a16:creationId xmlns:a16="http://schemas.microsoft.com/office/drawing/2014/main" id="{4F5E0A57-5E42-A386-FCAD-0BD5A26078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6244" y="3408949"/>
                        <a:ext cx="844550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">
            <a:extLst>
              <a:ext uri="{FF2B5EF4-FFF2-40B4-BE49-F238E27FC236}">
                <a16:creationId xmlns:a16="http://schemas.microsoft.com/office/drawing/2014/main" id="{150A4F2E-A6BF-9538-71AB-4B850DD206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890841"/>
              </p:ext>
            </p:extLst>
          </p:nvPr>
        </p:nvGraphicFramePr>
        <p:xfrm>
          <a:off x="5344077" y="3364915"/>
          <a:ext cx="21336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33360" imgH="1930320" progId="Equation.DSMT4">
                  <p:embed/>
                </p:oleObj>
              </mc:Choice>
              <mc:Fallback>
                <p:oleObj name="Equation" r:id="rId14" imgW="2133360" imgH="1930320" progId="Equation.DSMT4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E0E8B0F1-BD34-0171-12F7-786F8F9CCD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4077" y="3364915"/>
                        <a:ext cx="21336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0">
            <a:extLst>
              <a:ext uri="{FF2B5EF4-FFF2-40B4-BE49-F238E27FC236}">
                <a16:creationId xmlns:a16="http://schemas.microsoft.com/office/drawing/2014/main" id="{D3C9D952-DD00-4B81-9D3C-A6F0FA32C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0" y="-4077"/>
            <a:ext cx="642614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最大无关组的实例</a:t>
            </a:r>
          </a:p>
        </p:txBody>
      </p:sp>
    </p:spTree>
    <p:extLst>
      <p:ext uri="{BB962C8B-B14F-4D97-AF65-F5344CB8AC3E}">
        <p14:creationId xmlns:p14="http://schemas.microsoft.com/office/powerpoint/2010/main" val="323463699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Box 19">
            <a:extLst>
              <a:ext uri="{FF2B5EF4-FFF2-40B4-BE49-F238E27FC236}">
                <a16:creationId xmlns:a16="http://schemas.microsoft.com/office/drawing/2014/main" id="{89C78B89-DFDB-D1ED-2673-8734998D5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899" y="2828751"/>
            <a:ext cx="30241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3,</a:t>
            </a:r>
          </a:p>
        </p:txBody>
      </p:sp>
      <p:sp>
        <p:nvSpPr>
          <p:cNvPr id="26" name="Text Box 21">
            <a:extLst>
              <a:ext uri="{FF2B5EF4-FFF2-40B4-BE49-F238E27FC236}">
                <a16:creationId xmlns:a16="http://schemas.microsoft.com/office/drawing/2014/main" id="{C7AFF466-1201-BF69-110A-B023A3D48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8799" y="2828751"/>
            <a:ext cx="63007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故此向量组的最大无关组含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个向量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30" name="Text Box 22">
            <a:extLst>
              <a:ext uri="{FF2B5EF4-FFF2-40B4-BE49-F238E27FC236}">
                <a16:creationId xmlns:a16="http://schemas.microsoft.com/office/drawing/2014/main" id="{5CCD68A6-AA4B-3E3E-5A2D-856A404CF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236" y="3543399"/>
            <a:ext cx="770644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个非零行的首非零元分别位于第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1,2,4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列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32" name="Rectangle 24">
            <a:extLst>
              <a:ext uri="{FF2B5EF4-FFF2-40B4-BE49-F238E27FC236}">
                <a16:creationId xmlns:a16="http://schemas.microsoft.com/office/drawing/2014/main" id="{9C621A57-33EE-31B4-7286-E289FD6B8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656" y="3515177"/>
            <a:ext cx="9547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F911F9B1-4592-D89B-FAAE-CEB4E9915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37" y="4227845"/>
            <a:ext cx="86966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4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: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6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4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的一个最大无关组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7A87D929-51A7-7168-7840-56A4F23A1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910" y="4941168"/>
            <a:ext cx="590465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为了把</a:t>
            </a:r>
            <a:r>
              <a:rPr lang="zh-CN" altLang="en-US" sz="1000" b="1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用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4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5DEAD4A3-60EF-8BD5-076B-8EB5429A8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755" y="5652903"/>
            <a:ext cx="621376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最简形矩阵记作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4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).</a:t>
            </a:r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E0BDF782-B42F-B7F6-1958-326DC59B8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2487" y="4941168"/>
            <a:ext cx="273491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把矩阵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的行</a:t>
            </a:r>
          </a:p>
        </p:txBody>
      </p:sp>
      <p:graphicFrame>
        <p:nvGraphicFramePr>
          <p:cNvPr id="8" name="Object 23">
            <a:extLst>
              <a:ext uri="{FF2B5EF4-FFF2-40B4-BE49-F238E27FC236}">
                <a16:creationId xmlns:a16="http://schemas.microsoft.com/office/drawing/2014/main" id="{9AAD8DE1-D757-6F2E-5BA6-657F8DDA9D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981495"/>
              </p:ext>
            </p:extLst>
          </p:nvPr>
        </p:nvGraphicFramePr>
        <p:xfrm>
          <a:off x="1076974" y="1214195"/>
          <a:ext cx="67468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7960" imgH="863280" progId="Equation.DSMT4">
                  <p:embed/>
                </p:oleObj>
              </mc:Choice>
              <mc:Fallback>
                <p:oleObj name="Equation" r:id="rId2" imgW="507960" imgH="863280" progId="Equation.DSMT4">
                  <p:embed/>
                  <p:pic>
                    <p:nvPicPr>
                      <p:cNvPr id="2" name="Object 23">
                        <a:extLst>
                          <a:ext uri="{FF2B5EF4-FFF2-40B4-BE49-F238E27FC236}">
                            <a16:creationId xmlns:a16="http://schemas.microsoft.com/office/drawing/2014/main" id="{6A9D6F43-8749-B251-3DAA-F8FDBFE4EB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974" y="1214195"/>
                        <a:ext cx="674688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B75C0551-322F-8106-E3CF-99B29D2488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975520"/>
              </p:ext>
            </p:extLst>
          </p:nvPr>
        </p:nvGraphicFramePr>
        <p:xfrm>
          <a:off x="1788349" y="800584"/>
          <a:ext cx="21209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20760" imgH="1930320" progId="Equation.DSMT4">
                  <p:embed/>
                </p:oleObj>
              </mc:Choice>
              <mc:Fallback>
                <p:oleObj name="Equation" r:id="rId4" imgW="2120760" imgH="193032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D6309B17-D3D0-E262-6B8B-E747EAFB45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8349" y="800584"/>
                        <a:ext cx="21209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4A14AFD3-CA8B-FE8C-F805-54AABDDE68E9}"/>
              </a:ext>
            </a:extLst>
          </p:cNvPr>
          <p:cNvGrpSpPr/>
          <p:nvPr/>
        </p:nvGrpSpPr>
        <p:grpSpPr>
          <a:xfrm>
            <a:off x="1860358" y="1262544"/>
            <a:ext cx="1964940" cy="1027976"/>
            <a:chOff x="1630844" y="3736381"/>
            <a:chExt cx="1964940" cy="1027976"/>
          </a:xfrm>
        </p:grpSpPr>
        <p:grpSp>
          <p:nvGrpSpPr>
            <p:cNvPr id="16" name="组合 22">
              <a:extLst>
                <a:ext uri="{FF2B5EF4-FFF2-40B4-BE49-F238E27FC236}">
                  <a16:creationId xmlns:a16="http://schemas.microsoft.com/office/drawing/2014/main" id="{F2AA6CC1-4B90-CC45-5CF0-49F1CEDD23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0844" y="3736381"/>
              <a:ext cx="1964940" cy="1017946"/>
              <a:chOff x="2051720" y="5157192"/>
              <a:chExt cx="1702675" cy="1019601"/>
            </a:xfrm>
          </p:grpSpPr>
          <p:cxnSp>
            <p:nvCxnSpPr>
              <p:cNvPr id="19" name="直接连接符 17">
                <a:extLst>
                  <a:ext uri="{FF2B5EF4-FFF2-40B4-BE49-F238E27FC236}">
                    <a16:creationId xmlns:a16="http://schemas.microsoft.com/office/drawing/2014/main" id="{54C3F621-76CD-E630-3C9D-2F16B9655F1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51720" y="5157192"/>
                <a:ext cx="432048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EEB42844-92BC-BEBB-EC95-66D94173866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83768" y="5157192"/>
                <a:ext cx="0" cy="504056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39417D11-B8F4-94C5-6649-F7A495AE56C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299658" y="6176793"/>
                <a:ext cx="454737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7" name="直接连接符 19">
              <a:extLst>
                <a:ext uri="{FF2B5EF4-FFF2-40B4-BE49-F238E27FC236}">
                  <a16:creationId xmlns:a16="http://schemas.microsoft.com/office/drawing/2014/main" id="{D0557167-D6E8-807E-D02A-66AE195C792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69841" y="4233495"/>
              <a:ext cx="0" cy="530862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6AF86BB-973B-292D-7B61-BCC5F2E158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29441" y="4233495"/>
              <a:ext cx="940400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4" name="Rectangle 30">
            <a:extLst>
              <a:ext uri="{FF2B5EF4-FFF2-40B4-BE49-F238E27FC236}">
                <a16:creationId xmlns:a16="http://schemas.microsoft.com/office/drawing/2014/main" id="{52CAF00D-1227-4F2E-AA9C-43E82CB2B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0" y="-4077"/>
            <a:ext cx="642614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最大无关组的实例</a:t>
            </a:r>
          </a:p>
        </p:txBody>
      </p:sp>
    </p:spTree>
    <p:extLst>
      <p:ext uri="{BB962C8B-B14F-4D97-AF65-F5344CB8AC3E}">
        <p14:creationId xmlns:p14="http://schemas.microsoft.com/office/powerpoint/2010/main" val="91552448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30" grpId="0"/>
      <p:bldP spid="32" grpId="0" build="p" autoUpdateAnimBg="0"/>
      <p:bldP spid="34" grpId="0" build="p" autoUpdateAnimBg="0"/>
      <p:bldP spid="2" grpId="0" build="p" autoUpdateAnimBg="0"/>
      <p:bldP spid="3" grpId="0" build="p" autoUpdateAnimBg="0"/>
      <p:bldP spid="4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Box 26">
            <a:extLst>
              <a:ext uri="{FF2B5EF4-FFF2-40B4-BE49-F238E27FC236}">
                <a16:creationId xmlns:a16="http://schemas.microsoft.com/office/drawing/2014/main" id="{76B81797-197C-D7F2-58DD-C95F0AA6D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268" y="965432"/>
            <a:ext cx="5975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由于方程组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与</a:t>
            </a:r>
            <a:r>
              <a:rPr lang="zh-CN" altLang="en-US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Bx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同解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59" name="Text Box 27">
            <a:extLst>
              <a:ext uri="{FF2B5EF4-FFF2-40B4-BE49-F238E27FC236}">
                <a16:creationId xmlns:a16="http://schemas.microsoft.com/office/drawing/2014/main" id="{15A3AFAC-4FD6-6857-F373-A5BCFC916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8356" y="965432"/>
            <a:ext cx="20161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即方程组</a:t>
            </a:r>
          </a:p>
        </p:txBody>
      </p:sp>
      <p:sp>
        <p:nvSpPr>
          <p:cNvPr id="60" name="Text Box 29">
            <a:extLst>
              <a:ext uri="{FF2B5EF4-FFF2-40B4-BE49-F238E27FC236}">
                <a16:creationId xmlns:a16="http://schemas.microsoft.com/office/drawing/2014/main" id="{4C53F34F-0EB0-9860-1B9C-84562F3FC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45" y="2387753"/>
            <a:ext cx="7921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</a:p>
        </p:txBody>
      </p:sp>
      <p:sp>
        <p:nvSpPr>
          <p:cNvPr id="61" name="Text Box 31">
            <a:extLst>
              <a:ext uri="{FF2B5EF4-FFF2-40B4-BE49-F238E27FC236}">
                <a16:creationId xmlns:a16="http://schemas.microsoft.com/office/drawing/2014/main" id="{45C3F306-AB8D-C971-1C36-37C79CEC0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45" y="3108478"/>
            <a:ext cx="13684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同解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graphicFrame>
        <p:nvGraphicFramePr>
          <p:cNvPr id="62" name="Object 15">
            <a:extLst>
              <a:ext uri="{FF2B5EF4-FFF2-40B4-BE49-F238E27FC236}">
                <a16:creationId xmlns:a16="http://schemas.microsoft.com/office/drawing/2014/main" id="{D816836E-C1D9-F908-A090-65263D0B8F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161444"/>
              </p:ext>
            </p:extLst>
          </p:nvPr>
        </p:nvGraphicFramePr>
        <p:xfrm>
          <a:off x="2962275" y="1757830"/>
          <a:ext cx="4102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01840" imgH="419040" progId="Equation.DSMT4">
                  <p:embed/>
                </p:oleObj>
              </mc:Choice>
              <mc:Fallback>
                <p:oleObj name="Equation" r:id="rId2" imgW="4101840" imgH="419040" progId="Equation.DSMT4">
                  <p:embed/>
                  <p:pic>
                    <p:nvPicPr>
                      <p:cNvPr id="43" name="Object 15">
                        <a:extLst>
                          <a:ext uri="{FF2B5EF4-FFF2-40B4-BE49-F238E27FC236}">
                            <a16:creationId xmlns:a16="http://schemas.microsoft.com/office/drawing/2014/main" id="{D90D94B9-303D-C64E-63DE-0CDD6E5FF1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275" y="1757830"/>
                        <a:ext cx="4102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16">
            <a:extLst>
              <a:ext uri="{FF2B5EF4-FFF2-40B4-BE49-F238E27FC236}">
                <a16:creationId xmlns:a16="http://schemas.microsoft.com/office/drawing/2014/main" id="{71937D58-7822-3B24-B939-BF5D4A04AA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342834"/>
              </p:ext>
            </p:extLst>
          </p:nvPr>
        </p:nvGraphicFramePr>
        <p:xfrm>
          <a:off x="2917825" y="2478555"/>
          <a:ext cx="414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40000" imgH="419040" progId="Equation.DSMT4">
                  <p:embed/>
                </p:oleObj>
              </mc:Choice>
              <mc:Fallback>
                <p:oleObj name="Equation" r:id="rId4" imgW="4140000" imgH="419040" progId="Equation.DSMT4">
                  <p:embed/>
                  <p:pic>
                    <p:nvPicPr>
                      <p:cNvPr id="44" name="Object 16">
                        <a:extLst>
                          <a:ext uri="{FF2B5EF4-FFF2-40B4-BE49-F238E27FC236}">
                            <a16:creationId xmlns:a16="http://schemas.microsoft.com/office/drawing/2014/main" id="{A00A1F05-5502-BC80-2B00-2CDD9EB8AA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25" y="2478555"/>
                        <a:ext cx="414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ctangle 16">
            <a:extLst>
              <a:ext uri="{FF2B5EF4-FFF2-40B4-BE49-F238E27FC236}">
                <a16:creationId xmlns:a16="http://schemas.microsoft.com/office/drawing/2014/main" id="{9CA157DC-CC59-FE9C-4236-B37D5A842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9053" y="3101761"/>
            <a:ext cx="7236296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因此向量组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4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之间的线性关系</a:t>
            </a:r>
          </a:p>
        </p:txBody>
      </p:sp>
      <p:sp>
        <p:nvSpPr>
          <p:cNvPr id="67" name="Rectangle 16">
            <a:extLst>
              <a:ext uri="{FF2B5EF4-FFF2-40B4-BE49-F238E27FC236}">
                <a16:creationId xmlns:a16="http://schemas.microsoft.com/office/drawing/2014/main" id="{ADC0728F-D03B-5608-066A-9AFD87BCA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45" y="3903354"/>
            <a:ext cx="750474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4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之间的线性关系相同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2" name="Object 16">
            <a:extLst>
              <a:ext uri="{FF2B5EF4-FFF2-40B4-BE49-F238E27FC236}">
                <a16:creationId xmlns:a16="http://schemas.microsoft.com/office/drawing/2014/main" id="{6E0140B0-C901-54C2-01E3-BE1C1EF232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618629"/>
              </p:ext>
            </p:extLst>
          </p:nvPr>
        </p:nvGraphicFramePr>
        <p:xfrm>
          <a:off x="5594053" y="4712791"/>
          <a:ext cx="2806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06560" imgH="419040" progId="Equation.DSMT4">
                  <p:embed/>
                </p:oleObj>
              </mc:Choice>
              <mc:Fallback>
                <p:oleObj name="Equation" r:id="rId6" imgW="2806560" imgH="419040" progId="Equation.DSMT4">
                  <p:embed/>
                  <p:pic>
                    <p:nvPicPr>
                      <p:cNvPr id="19" name="Object 16">
                        <a:extLst>
                          <a:ext uri="{FF2B5EF4-FFF2-40B4-BE49-F238E27FC236}">
                            <a16:creationId xmlns:a16="http://schemas.microsoft.com/office/drawing/2014/main" id="{0A118A7D-4D56-B8D8-9DB8-9BE061E2B5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053" y="4712791"/>
                        <a:ext cx="2806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8">
            <a:extLst>
              <a:ext uri="{FF2B5EF4-FFF2-40B4-BE49-F238E27FC236}">
                <a16:creationId xmlns:a16="http://schemas.microsoft.com/office/drawing/2014/main" id="{13AE2215-0692-1FDB-EDCB-68DBBCBC2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1" y="4637244"/>
            <a:ext cx="138582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</a:p>
        </p:txBody>
      </p:sp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5A3641EE-535A-0CFC-F678-05A97C5822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48009"/>
              </p:ext>
            </p:extLst>
          </p:nvPr>
        </p:nvGraphicFramePr>
        <p:xfrm>
          <a:off x="1602131" y="4702993"/>
          <a:ext cx="2844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44720" imgH="419040" progId="Equation.DSMT4">
                  <p:embed/>
                </p:oleObj>
              </mc:Choice>
              <mc:Fallback>
                <p:oleObj name="Equation" r:id="rId8" imgW="2844720" imgH="419040" progId="Equation.DSMT4">
                  <p:embed/>
                  <p:pic>
                    <p:nvPicPr>
                      <p:cNvPr id="13" name="Object 11">
                        <a:extLst>
                          <a:ext uri="{FF2B5EF4-FFF2-40B4-BE49-F238E27FC236}">
                            <a16:creationId xmlns:a16="http://schemas.microsoft.com/office/drawing/2014/main" id="{A9E06D17-4E50-7FEF-E581-92ABF3E7A9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2131" y="4702993"/>
                        <a:ext cx="2844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5">
            <a:extLst>
              <a:ext uri="{FF2B5EF4-FFF2-40B4-BE49-F238E27FC236}">
                <a16:creationId xmlns:a16="http://schemas.microsoft.com/office/drawing/2014/main" id="{2564BBD3-FAFD-7855-47AE-A3D9349F0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2955" y="4634905"/>
            <a:ext cx="13684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</a:p>
        </p:txBody>
      </p:sp>
      <p:sp>
        <p:nvSpPr>
          <p:cNvPr id="19" name="Rectangle 30">
            <a:extLst>
              <a:ext uri="{FF2B5EF4-FFF2-40B4-BE49-F238E27FC236}">
                <a16:creationId xmlns:a16="http://schemas.microsoft.com/office/drawing/2014/main" id="{BD86520A-902B-4FF5-B1ED-47BA34FA2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0" y="-4077"/>
            <a:ext cx="642614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最大无关组的实例</a:t>
            </a:r>
          </a:p>
        </p:txBody>
      </p:sp>
    </p:spTree>
    <p:extLst>
      <p:ext uri="{BB962C8B-B14F-4D97-AF65-F5344CB8AC3E}">
        <p14:creationId xmlns:p14="http://schemas.microsoft.com/office/powerpoint/2010/main" val="243067156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7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25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2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25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75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75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  <p:bldP spid="66" grpId="0" build="p" autoUpdateAnimBg="0"/>
      <p:bldP spid="67" grpId="0" build="p" autoUpdateAnimBg="0"/>
      <p:bldP spid="3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0">
            <a:extLst>
              <a:ext uri="{FF2B5EF4-FFF2-40B4-BE49-F238E27FC236}">
                <a16:creationId xmlns:a16="http://schemas.microsoft.com/office/drawing/2014/main" id="{06D6B6D8-A269-47CD-B703-3AB26CF6C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19025"/>
            <a:ext cx="642614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向量组的秩的应用</a:t>
            </a:r>
            <a:endParaRPr lang="zh-CN" altLang="en-US" sz="2600" b="1" dirty="0">
              <a:solidFill>
                <a:schemeClr val="bg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457BD2AF-81FF-3211-7B0E-73F4B662E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92696"/>
            <a:ext cx="17021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16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C6DDE2F7-F59F-9BEA-F0A0-030EB40C8C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092452"/>
              </p:ext>
            </p:extLst>
          </p:nvPr>
        </p:nvGraphicFramePr>
        <p:xfrm>
          <a:off x="2118618" y="1291212"/>
          <a:ext cx="48260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5800" imgH="1447560" progId="Equation.DSMT4">
                  <p:embed/>
                </p:oleObj>
              </mc:Choice>
              <mc:Fallback>
                <p:oleObj name="Equation" r:id="rId2" imgW="4825800" imgH="1447560" progId="Equation.DSMT4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9AFB9E98-4D4E-8420-D6BD-2125F340D3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618" y="1291212"/>
                        <a:ext cx="48260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>
            <a:extLst>
              <a:ext uri="{FF2B5EF4-FFF2-40B4-BE49-F238E27FC236}">
                <a16:creationId xmlns:a16="http://schemas.microsoft.com/office/drawing/2014/main" id="{2F49CE14-E12E-6E42-26F3-31D61E24D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094" y="690899"/>
            <a:ext cx="3437652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已知两个向量组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EE025153-7D54-8D44-AF67-72FDBADE61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418247"/>
              </p:ext>
            </p:extLst>
          </p:nvPr>
        </p:nvGraphicFramePr>
        <p:xfrm>
          <a:off x="2089150" y="2739012"/>
          <a:ext cx="46609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60560" imgH="1447560" progId="Equation.DSMT4">
                  <p:embed/>
                </p:oleObj>
              </mc:Choice>
              <mc:Fallback>
                <p:oleObj name="Equation" r:id="rId4" imgW="4660560" imgH="144756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C6DDE2F7-F59F-9BEA-F0A0-030EB40C8C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2739012"/>
                        <a:ext cx="46609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8">
            <a:extLst>
              <a:ext uri="{FF2B5EF4-FFF2-40B4-BE49-F238E27FC236}">
                <a16:creationId xmlns:a16="http://schemas.microsoft.com/office/drawing/2014/main" id="{8467FFF6-9C14-65CD-3B18-70D12CE7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71" y="4262108"/>
            <a:ext cx="410445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(1)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求向量组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;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8634BB9F-914E-086D-32FE-58E7AC89A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171" y="5424780"/>
            <a:ext cx="691276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试求常数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的值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3E7E27FC-F1B5-5862-53BE-FE0BDA39A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70" y="4855504"/>
            <a:ext cx="82089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(2)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有相同的秩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可由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933951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8" grpId="0"/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2">
            <a:extLst>
              <a:ext uri="{FF2B5EF4-FFF2-40B4-BE49-F238E27FC236}">
                <a16:creationId xmlns:a16="http://schemas.microsoft.com/office/drawing/2014/main" id="{C41E01C7-43DA-F6A3-A430-30D97D172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458" y="896526"/>
            <a:ext cx="9272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解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D8594222-3BFA-6409-5D8A-040DCEE26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480" y="1611789"/>
            <a:ext cx="73378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施行初等行变换将其化为行阶梯形矩阵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63B5AF87-CB0D-F0E6-558A-E20461B6B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3218" y="883047"/>
            <a:ext cx="415299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记矩阵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),</a:t>
            </a:r>
          </a:p>
        </p:txBody>
      </p:sp>
      <p:graphicFrame>
        <p:nvGraphicFramePr>
          <p:cNvPr id="20" name="Object 8">
            <a:extLst>
              <a:ext uri="{FF2B5EF4-FFF2-40B4-BE49-F238E27FC236}">
                <a16:creationId xmlns:a16="http://schemas.microsoft.com/office/drawing/2014/main" id="{7AF661EF-2E40-64FE-CBEE-7477EA60D5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734111"/>
              </p:ext>
            </p:extLst>
          </p:nvPr>
        </p:nvGraphicFramePr>
        <p:xfrm>
          <a:off x="372493" y="2346909"/>
          <a:ext cx="25400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40000" imgH="1460500" progId="Equation.DSMT4">
                  <p:embed/>
                </p:oleObj>
              </mc:Choice>
              <mc:Fallback>
                <p:oleObj name="Equation" r:id="rId2" imgW="2540000" imgH="1460500" progId="Equation.DSMT4">
                  <p:embed/>
                  <p:pic>
                    <p:nvPicPr>
                      <p:cNvPr id="10" name="Object 8">
                        <a:extLst>
                          <a:ext uri="{FF2B5EF4-FFF2-40B4-BE49-F238E27FC236}">
                            <a16:creationId xmlns:a16="http://schemas.microsoft.com/office/drawing/2014/main" id="{73BF40AB-FF9A-C5B7-418B-7C433556AF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493" y="2346909"/>
                        <a:ext cx="25400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8">
            <a:extLst>
              <a:ext uri="{FF2B5EF4-FFF2-40B4-BE49-F238E27FC236}">
                <a16:creationId xmlns:a16="http://schemas.microsoft.com/office/drawing/2014/main" id="{2C32DF39-ED7C-8EC8-1E50-00A04B979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2493" y="883047"/>
            <a:ext cx="863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(1)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26" name="Object 11">
            <a:extLst>
              <a:ext uri="{FF2B5EF4-FFF2-40B4-BE49-F238E27FC236}">
                <a16:creationId xmlns:a16="http://schemas.microsoft.com/office/drawing/2014/main" id="{B2FF9621-BE09-671B-8DD0-B89C489FD9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445624"/>
              </p:ext>
            </p:extLst>
          </p:nvPr>
        </p:nvGraphicFramePr>
        <p:xfrm>
          <a:off x="3761491" y="2326274"/>
          <a:ext cx="21082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08200" imgH="1460500" progId="Equation.DSMT4">
                  <p:embed/>
                </p:oleObj>
              </mc:Choice>
              <mc:Fallback>
                <p:oleObj name="Equation" r:id="rId4" imgW="2108200" imgH="1460500" progId="Equation.DSMT4">
                  <p:embed/>
                  <p:pic>
                    <p:nvPicPr>
                      <p:cNvPr id="5" name="Object 11">
                        <a:extLst>
                          <a:ext uri="{FF2B5EF4-FFF2-40B4-BE49-F238E27FC236}">
                            <a16:creationId xmlns:a16="http://schemas.microsoft.com/office/drawing/2014/main" id="{05DC3953-B0E9-45C7-76C1-60B330B268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1491" y="2326274"/>
                        <a:ext cx="21082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3">
            <a:extLst>
              <a:ext uri="{FF2B5EF4-FFF2-40B4-BE49-F238E27FC236}">
                <a16:creationId xmlns:a16="http://schemas.microsoft.com/office/drawing/2014/main" id="{646C78FA-F627-D299-C42D-C007BF344F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110598"/>
              </p:ext>
            </p:extLst>
          </p:nvPr>
        </p:nvGraphicFramePr>
        <p:xfrm>
          <a:off x="6717979" y="2343143"/>
          <a:ext cx="21082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08200" imgH="1460500" progId="Equation.DSMT4">
                  <p:embed/>
                </p:oleObj>
              </mc:Choice>
              <mc:Fallback>
                <p:oleObj name="Equation" r:id="rId6" imgW="2108200" imgH="1460500" progId="Equation.DSMT4">
                  <p:embed/>
                  <p:pic>
                    <p:nvPicPr>
                      <p:cNvPr id="2" name="Object 13">
                        <a:extLst>
                          <a:ext uri="{FF2B5EF4-FFF2-40B4-BE49-F238E27FC236}">
                            <a16:creationId xmlns:a16="http://schemas.microsoft.com/office/drawing/2014/main" id="{2931ABA2-8845-C388-BB45-6429F1C703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7979" y="2343143"/>
                        <a:ext cx="21082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Group 30">
            <a:extLst>
              <a:ext uri="{FF2B5EF4-FFF2-40B4-BE49-F238E27FC236}">
                <a16:creationId xmlns:a16="http://schemas.microsoft.com/office/drawing/2014/main" id="{C5A39428-1DBC-64D1-BE5B-7BA8688CF4FD}"/>
              </a:ext>
            </a:extLst>
          </p:cNvPr>
          <p:cNvGrpSpPr>
            <a:grpSpLocks/>
          </p:cNvGrpSpPr>
          <p:nvPr/>
        </p:nvGrpSpPr>
        <p:grpSpPr bwMode="auto">
          <a:xfrm>
            <a:off x="6791004" y="2774943"/>
            <a:ext cx="1798637" cy="576263"/>
            <a:chOff x="4604" y="2432"/>
            <a:chExt cx="771" cy="363"/>
          </a:xfrm>
        </p:grpSpPr>
        <p:sp>
          <p:nvSpPr>
            <p:cNvPr id="37" name="Line 27">
              <a:extLst>
                <a:ext uri="{FF2B5EF4-FFF2-40B4-BE49-F238E27FC236}">
                  <a16:creationId xmlns:a16="http://schemas.microsoft.com/office/drawing/2014/main" id="{1E75E8C5-63B9-7834-6D8F-49862FCB4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4" y="2432"/>
              <a:ext cx="22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28">
              <a:extLst>
                <a:ext uri="{FF2B5EF4-FFF2-40B4-BE49-F238E27FC236}">
                  <a16:creationId xmlns:a16="http://schemas.microsoft.com/office/drawing/2014/main" id="{E1DB9F82-BA17-755B-7E05-F34ED6CDF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432"/>
              <a:ext cx="0" cy="3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29">
              <a:extLst>
                <a:ext uri="{FF2B5EF4-FFF2-40B4-BE49-F238E27FC236}">
                  <a16:creationId xmlns:a16="http://schemas.microsoft.com/office/drawing/2014/main" id="{1333AE3F-5DAD-5063-33EF-C7971F6DC7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795"/>
              <a:ext cx="54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" name="Text Box 9">
            <a:extLst>
              <a:ext uri="{FF2B5EF4-FFF2-40B4-BE49-F238E27FC236}">
                <a16:creationId xmlns:a16="http://schemas.microsoft.com/office/drawing/2014/main" id="{2C873727-45B1-02D6-A697-29EBFCA9F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480" y="3988964"/>
            <a:ext cx="359348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由此可得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2,</a:t>
            </a:r>
          </a:p>
        </p:txBody>
      </p:sp>
      <p:sp>
        <p:nvSpPr>
          <p:cNvPr id="41" name="Rectangle 18">
            <a:extLst>
              <a:ext uri="{FF2B5EF4-FFF2-40B4-BE49-F238E27FC236}">
                <a16:creationId xmlns:a16="http://schemas.microsoft.com/office/drawing/2014/main" id="{1C8D2ECC-12F5-0CE2-6C53-7ABBEB346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928" y="3988964"/>
            <a:ext cx="417646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的秩为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2,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5DABB9FA-D19F-AE1F-4103-7A189610B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352" y="1605378"/>
            <a:ext cx="847886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43" name="Object 23">
            <a:extLst>
              <a:ext uri="{FF2B5EF4-FFF2-40B4-BE49-F238E27FC236}">
                <a16:creationId xmlns:a16="http://schemas.microsoft.com/office/drawing/2014/main" id="{80656769-5468-C8F0-6D11-69110FF929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596022"/>
              </p:ext>
            </p:extLst>
          </p:nvPr>
        </p:nvGraphicFramePr>
        <p:xfrm>
          <a:off x="2861379" y="2483437"/>
          <a:ext cx="827087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863280" progId="Equation.DSMT4">
                  <p:embed/>
                </p:oleObj>
              </mc:Choice>
              <mc:Fallback>
                <p:oleObj name="Equation" r:id="rId8" imgW="622080" imgH="863280" progId="Equation.DSMT4">
                  <p:embed/>
                  <p:pic>
                    <p:nvPicPr>
                      <p:cNvPr id="11" name="Object 23">
                        <a:extLst>
                          <a:ext uri="{FF2B5EF4-FFF2-40B4-BE49-F238E27FC236}">
                            <a16:creationId xmlns:a16="http://schemas.microsoft.com/office/drawing/2014/main" id="{4F5E0A57-5E42-A386-FCAD-0BD5A26078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1379" y="2483437"/>
                        <a:ext cx="827087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3">
            <a:extLst>
              <a:ext uri="{FF2B5EF4-FFF2-40B4-BE49-F238E27FC236}">
                <a16:creationId xmlns:a16="http://schemas.microsoft.com/office/drawing/2014/main" id="{222EBE52-8E24-0AEF-6EBB-78DFD84AB1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385020"/>
              </p:ext>
            </p:extLst>
          </p:nvPr>
        </p:nvGraphicFramePr>
        <p:xfrm>
          <a:off x="5824216" y="2374369"/>
          <a:ext cx="893763" cy="139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72840" imgH="1054080" progId="Equation.DSMT4">
                  <p:embed/>
                </p:oleObj>
              </mc:Choice>
              <mc:Fallback>
                <p:oleObj name="Equation" r:id="rId10" imgW="672840" imgH="1054080" progId="Equation.DSMT4">
                  <p:embed/>
                  <p:pic>
                    <p:nvPicPr>
                      <p:cNvPr id="11" name="Object 23">
                        <a:extLst>
                          <a:ext uri="{FF2B5EF4-FFF2-40B4-BE49-F238E27FC236}">
                            <a16:creationId xmlns:a16="http://schemas.microsoft.com/office/drawing/2014/main" id="{4F5E0A57-5E42-A386-FCAD-0BD5A26078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216" y="2374369"/>
                        <a:ext cx="893763" cy="139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 18">
            <a:extLst>
              <a:ext uri="{FF2B5EF4-FFF2-40B4-BE49-F238E27FC236}">
                <a16:creationId xmlns:a16="http://schemas.microsoft.com/office/drawing/2014/main" id="{F7A4404A-497F-1B71-CE1F-856C023D2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7" y="4694394"/>
            <a:ext cx="66471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且向量组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的一个最大无关组是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4" name="Rectangle 30">
            <a:extLst>
              <a:ext uri="{FF2B5EF4-FFF2-40B4-BE49-F238E27FC236}">
                <a16:creationId xmlns:a16="http://schemas.microsoft.com/office/drawing/2014/main" id="{236ECB7A-74EA-4C6A-BF02-4B87E45FD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19025"/>
            <a:ext cx="642614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向量组的秩的应用</a:t>
            </a:r>
            <a:endParaRPr lang="zh-CN" altLang="en-US" sz="2600" b="1" dirty="0">
              <a:solidFill>
                <a:schemeClr val="bg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02482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75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75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19" grpId="0" build="p" autoUpdateAnimBg="0"/>
      <p:bldP spid="21" grpId="0"/>
      <p:bldP spid="40" grpId="0"/>
      <p:bldP spid="41" grpId="0"/>
      <p:bldP spid="42" grpId="0" build="p" autoUpdateAnimBg="0"/>
      <p:bldP spid="4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8">
            <a:extLst>
              <a:ext uri="{FF2B5EF4-FFF2-40B4-BE49-F238E27FC236}">
                <a16:creationId xmlns:a16="http://schemas.microsoft.com/office/drawing/2014/main" id="{2C32DF39-ED7C-8EC8-1E50-00A04B979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1" y="883047"/>
            <a:ext cx="93610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(2)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473B62CF-AE06-9A9A-128A-92CBB3428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2331761"/>
            <a:ext cx="432048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5085E4A3-5037-1C88-46D0-BAFFB749A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7" y="880860"/>
            <a:ext cx="3384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),</a:t>
            </a:r>
            <a:endParaRPr lang="en-US" altLang="zh-CN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0B81E98F-66BB-3A6D-BC78-BD54938D6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009" y="880860"/>
            <a:ext cx="288032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2.</a:t>
            </a:r>
            <a:endParaRPr lang="en-US" altLang="zh-CN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EBC477FF-6504-57D9-D764-50850337E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599998"/>
            <a:ext cx="5544616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又因为向量组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含有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个向量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E39AF3FC-8CFF-848D-0C76-2CE519B59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1" y="2320723"/>
            <a:ext cx="108012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6" name="Object 30">
            <a:extLst>
              <a:ext uri="{FF2B5EF4-FFF2-40B4-BE49-F238E27FC236}">
                <a16:creationId xmlns:a16="http://schemas.microsoft.com/office/drawing/2014/main" id="{0B7B1AA4-9BD5-1730-42D4-07456847FB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81872"/>
              </p:ext>
            </p:extLst>
          </p:nvPr>
        </p:nvGraphicFramePr>
        <p:xfrm>
          <a:off x="1584325" y="3570288"/>
          <a:ext cx="2082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507960" progId="Equation.DSMT4">
                  <p:embed/>
                </p:oleObj>
              </mc:Choice>
              <mc:Fallback>
                <p:oleObj name="Equation" r:id="rId2" imgW="2082600" imgH="507960" progId="Equation.DSMT4">
                  <p:embed/>
                  <p:pic>
                    <p:nvPicPr>
                      <p:cNvPr id="30" name="Object 30">
                        <a:extLst>
                          <a:ext uri="{FF2B5EF4-FFF2-40B4-BE49-F238E27FC236}">
                            <a16:creationId xmlns:a16="http://schemas.microsoft.com/office/drawing/2014/main" id="{3BD1B115-8775-02BB-6F0C-201FBD7DFF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3570288"/>
                        <a:ext cx="2082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1">
            <a:extLst>
              <a:ext uri="{FF2B5EF4-FFF2-40B4-BE49-F238E27FC236}">
                <a16:creationId xmlns:a16="http://schemas.microsoft.com/office/drawing/2014/main" id="{6366CEA2-2B70-898E-C78A-ECE50CF3AC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758706"/>
              </p:ext>
            </p:extLst>
          </p:nvPr>
        </p:nvGraphicFramePr>
        <p:xfrm>
          <a:off x="3716337" y="3036090"/>
          <a:ext cx="15494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400" imgH="1562100" progId="Equation.DSMT4">
                  <p:embed/>
                </p:oleObj>
              </mc:Choice>
              <mc:Fallback>
                <p:oleObj name="Equation" r:id="rId4" imgW="1549400" imgH="1562100" progId="Equation.DSMT4">
                  <p:embed/>
                  <p:pic>
                    <p:nvPicPr>
                      <p:cNvPr id="31" name="Object 31">
                        <a:extLst>
                          <a:ext uri="{FF2B5EF4-FFF2-40B4-BE49-F238E27FC236}">
                            <a16:creationId xmlns:a16="http://schemas.microsoft.com/office/drawing/2014/main" id="{9255BC7D-580B-8D30-24E9-95D89CB19C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337" y="3036090"/>
                        <a:ext cx="15494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>
            <a:extLst>
              <a:ext uri="{FF2B5EF4-FFF2-40B4-BE49-F238E27FC236}">
                <a16:creationId xmlns:a16="http://schemas.microsoft.com/office/drawing/2014/main" id="{1497DA20-EA48-8399-013E-3219725A0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650446"/>
              </p:ext>
            </p:extLst>
          </p:nvPr>
        </p:nvGraphicFramePr>
        <p:xfrm>
          <a:off x="5301284" y="3647683"/>
          <a:ext cx="1206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06360" imgH="317160" progId="Equation.DSMT4">
                  <p:embed/>
                </p:oleObj>
              </mc:Choice>
              <mc:Fallback>
                <p:oleObj name="Equation" r:id="rId6" imgW="1206360" imgH="317160" progId="Equation.DSMT4">
                  <p:embed/>
                  <p:pic>
                    <p:nvPicPr>
                      <p:cNvPr id="32" name="Object 4">
                        <a:extLst>
                          <a:ext uri="{FF2B5EF4-FFF2-40B4-BE49-F238E27FC236}">
                            <a16:creationId xmlns:a16="http://schemas.microsoft.com/office/drawing/2014/main" id="{AA4E5A08-A6F3-40C6-153E-1BDFD3C57C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1284" y="3647683"/>
                        <a:ext cx="1206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F378603F-4AB2-C3D9-ADBA-95A47E62FC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638114"/>
              </p:ext>
            </p:extLst>
          </p:nvPr>
        </p:nvGraphicFramePr>
        <p:xfrm>
          <a:off x="6543331" y="3649271"/>
          <a:ext cx="558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393480" progId="Equation.DSMT4">
                  <p:embed/>
                </p:oleObj>
              </mc:Choice>
              <mc:Fallback>
                <p:oleObj name="Equation" r:id="rId8" imgW="558720" imgH="393480" progId="Equation.DSMT4">
                  <p:embed/>
                  <p:pic>
                    <p:nvPicPr>
                      <p:cNvPr id="33" name="Object 5">
                        <a:extLst>
                          <a:ext uri="{FF2B5EF4-FFF2-40B4-BE49-F238E27FC236}">
                            <a16:creationId xmlns:a16="http://schemas.microsoft.com/office/drawing/2014/main" id="{2671CFD8-3722-58A0-0554-2D7CCAB0E2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331" y="3649271"/>
                        <a:ext cx="558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9">
            <a:extLst>
              <a:ext uri="{FF2B5EF4-FFF2-40B4-BE49-F238E27FC236}">
                <a16:creationId xmlns:a16="http://schemas.microsoft.com/office/drawing/2014/main" id="{3274BC6C-5F7E-CBD7-0D47-6E1E4EAE6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4697210"/>
            <a:ext cx="302433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    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86D629B6-C2B3-497A-ACF9-F254CBF2E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19025"/>
            <a:ext cx="642614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向量组的秩的应用</a:t>
            </a:r>
            <a:endParaRPr lang="zh-CN" altLang="en-US" sz="2600" b="1" dirty="0">
              <a:solidFill>
                <a:schemeClr val="bg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03664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/>
      <p:bldP spid="11" grpId="0"/>
      <p:bldP spid="12" grpId="0"/>
      <p:bldP spid="13" grpId="0"/>
      <p:bldP spid="14" grpId="0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9">
            <a:extLst>
              <a:ext uri="{FF2B5EF4-FFF2-40B4-BE49-F238E27FC236}">
                <a16:creationId xmlns:a16="http://schemas.microsoft.com/office/drawing/2014/main" id="{B6D964D9-6DCC-237A-CF45-3F0FDCD92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4289831"/>
            <a:ext cx="2595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解得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5.</a:t>
            </a: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2D4DC5A0-249F-3055-03C9-434A0C0B6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692696"/>
            <a:ext cx="5979889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又因为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3 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可由向量组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02F3770D-991F-993E-0BC2-846E8E6A8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316082"/>
            <a:ext cx="7704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可由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的最大无关组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29C88E75-216B-5FED-0C95-F0F297D8A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9" y="1934012"/>
            <a:ext cx="51878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3 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3CA75A89-8691-E9F7-F333-9097275B4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468" y="1932425"/>
            <a:ext cx="11476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从而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7" name="Object 7">
            <a:extLst>
              <a:ext uri="{FF2B5EF4-FFF2-40B4-BE49-F238E27FC236}">
                <a16:creationId xmlns:a16="http://schemas.microsoft.com/office/drawing/2014/main" id="{AE95F33C-03B8-B84E-BDC1-C1BD821CAC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015049"/>
              </p:ext>
            </p:extLst>
          </p:nvPr>
        </p:nvGraphicFramePr>
        <p:xfrm>
          <a:off x="1733600" y="3117340"/>
          <a:ext cx="2070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000" imgH="507960" progId="Equation.DSMT4">
                  <p:embed/>
                </p:oleObj>
              </mc:Choice>
              <mc:Fallback>
                <p:oleObj name="Equation" r:id="rId2" imgW="2070000" imgH="507960" progId="Equation.DSMT4">
                  <p:embed/>
                  <p:pic>
                    <p:nvPicPr>
                      <p:cNvPr id="130055" name="Object 7">
                        <a:extLst>
                          <a:ext uri="{FF2B5EF4-FFF2-40B4-BE49-F238E27FC236}">
                            <a16:creationId xmlns:a16="http://schemas.microsoft.com/office/drawing/2014/main" id="{05EA8248-9D0E-F67C-2130-B610744F03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600" y="3117340"/>
                        <a:ext cx="2070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>
            <a:extLst>
              <a:ext uri="{FF2B5EF4-FFF2-40B4-BE49-F238E27FC236}">
                <a16:creationId xmlns:a16="http://schemas.microsoft.com/office/drawing/2014/main" id="{00F8FC66-01A8-3EED-5C4F-568177A82D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714952"/>
              </p:ext>
            </p:extLst>
          </p:nvPr>
        </p:nvGraphicFramePr>
        <p:xfrm>
          <a:off x="3814668" y="2590428"/>
          <a:ext cx="18288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1562040" progId="Equation.DSMT4">
                  <p:embed/>
                </p:oleObj>
              </mc:Choice>
              <mc:Fallback>
                <p:oleObj name="Equation" r:id="rId4" imgW="1828800" imgH="1562040" progId="Equation.DSMT4">
                  <p:embed/>
                  <p:pic>
                    <p:nvPicPr>
                      <p:cNvPr id="130056" name="Object 8">
                        <a:extLst>
                          <a:ext uri="{FF2B5EF4-FFF2-40B4-BE49-F238E27FC236}">
                            <a16:creationId xmlns:a16="http://schemas.microsoft.com/office/drawing/2014/main" id="{1D73E2E1-3A8A-1844-345A-1596DC755E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668" y="2590428"/>
                        <a:ext cx="18288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">
            <a:extLst>
              <a:ext uri="{FF2B5EF4-FFF2-40B4-BE49-F238E27FC236}">
                <a16:creationId xmlns:a16="http://schemas.microsoft.com/office/drawing/2014/main" id="{8F76B30B-C6A6-8462-93F9-CE6B1D0E1B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391869"/>
              </p:ext>
            </p:extLst>
          </p:nvPr>
        </p:nvGraphicFramePr>
        <p:xfrm>
          <a:off x="5724306" y="3197478"/>
          <a:ext cx="1066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66337" imgH="304668" progId="Equation.DSMT4">
                  <p:embed/>
                </p:oleObj>
              </mc:Choice>
              <mc:Fallback>
                <p:oleObj name="Equation" r:id="rId6" imgW="1066337" imgH="304668" progId="Equation.DSMT4">
                  <p:embed/>
                  <p:pic>
                    <p:nvPicPr>
                      <p:cNvPr id="130057" name="Object 9">
                        <a:extLst>
                          <a:ext uri="{FF2B5EF4-FFF2-40B4-BE49-F238E27FC236}">
                            <a16:creationId xmlns:a16="http://schemas.microsoft.com/office/drawing/2014/main" id="{CCD2B486-DF22-CBB5-8753-A7B0EA2E5A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306" y="3197478"/>
                        <a:ext cx="1066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0">
            <a:extLst>
              <a:ext uri="{FF2B5EF4-FFF2-40B4-BE49-F238E27FC236}">
                <a16:creationId xmlns:a16="http://schemas.microsoft.com/office/drawing/2014/main" id="{FACCDE57-EC9E-9BA3-E32D-A60E02BE7F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680742"/>
              </p:ext>
            </p:extLst>
          </p:nvPr>
        </p:nvGraphicFramePr>
        <p:xfrm>
          <a:off x="6708680" y="3184879"/>
          <a:ext cx="685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393480" progId="Equation.DSMT4">
                  <p:embed/>
                </p:oleObj>
              </mc:Choice>
              <mc:Fallback>
                <p:oleObj name="Equation" r:id="rId8" imgW="685800" imgH="393480" progId="Equation.DSMT4">
                  <p:embed/>
                  <p:pic>
                    <p:nvPicPr>
                      <p:cNvPr id="130058" name="Object 10">
                        <a:extLst>
                          <a:ext uri="{FF2B5EF4-FFF2-40B4-BE49-F238E27FC236}">
                            <a16:creationId xmlns:a16="http://schemas.microsoft.com/office/drawing/2014/main" id="{FA3CFF62-9D94-3AF3-3ABA-0271F9C117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8680" y="3184879"/>
                        <a:ext cx="685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9">
            <a:extLst>
              <a:ext uri="{FF2B5EF4-FFF2-40B4-BE49-F238E27FC236}">
                <a16:creationId xmlns:a16="http://schemas.microsoft.com/office/drawing/2014/main" id="{745F5085-34BC-4C2D-8387-4EFB4592A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041" y="4290794"/>
            <a:ext cx="23746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因此</a:t>
            </a:r>
            <a:r>
              <a:rPr lang="zh-CN" altLang="en-US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15.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775DAB1-560F-A237-CC04-6D7299467875}"/>
              </a:ext>
            </a:extLst>
          </p:cNvPr>
          <p:cNvSpPr txBox="1"/>
          <p:nvPr/>
        </p:nvSpPr>
        <p:spPr>
          <a:xfrm>
            <a:off x="683568" y="4905616"/>
            <a:ext cx="121641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zh-CN" dirty="0">
                <a:solidFill>
                  <a:srgbClr val="C00000"/>
                </a:solidFill>
              </a:rPr>
              <a:t>说明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1FF691F-63A5-7289-ADC9-988524627E37}"/>
              </a:ext>
            </a:extLst>
          </p:cNvPr>
          <p:cNvSpPr txBox="1"/>
          <p:nvPr/>
        </p:nvSpPr>
        <p:spPr>
          <a:xfrm>
            <a:off x="1653808" y="4893706"/>
            <a:ext cx="731390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zh-CN" dirty="0">
                <a:solidFill>
                  <a:srgbClr val="0000FF"/>
                </a:solidFill>
              </a:rPr>
              <a:t>例</a:t>
            </a:r>
            <a:r>
              <a:rPr lang="en-US" altLang="zh-CN" sz="1000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3.16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zh-CN" dirty="0">
                <a:solidFill>
                  <a:srgbClr val="0000FF"/>
                </a:solidFill>
              </a:rPr>
              <a:t>解决问题的关键在于利用向量组的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436F132-BEC7-BC36-4748-7C371DB21C2F}"/>
              </a:ext>
            </a:extLst>
          </p:cNvPr>
          <p:cNvSpPr txBox="1"/>
          <p:nvPr/>
        </p:nvSpPr>
        <p:spPr>
          <a:xfrm>
            <a:off x="683567" y="5558923"/>
            <a:ext cx="79961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b="1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zh-CN" kern="100" dirty="0"/>
              <a:t>最大</a:t>
            </a:r>
            <a:r>
              <a:rPr lang="zh-CN" altLang="zh-CN" dirty="0"/>
              <a:t>无关组和原向量组等价这一重要性质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66B56E34-BFE4-4F01-8AAC-A68FEC281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19025"/>
            <a:ext cx="6426143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向量组的秩的应用</a:t>
            </a:r>
            <a:endParaRPr lang="zh-CN" altLang="en-US" sz="2600" b="1" dirty="0">
              <a:solidFill>
                <a:schemeClr val="bg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10869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" grpId="0"/>
      <p:bldP spid="5" grpId="0"/>
      <p:bldP spid="7" grpId="0"/>
      <p:bldP spid="8" grpId="0"/>
      <p:bldP spid="35" grpId="0"/>
      <p:bldP spid="38" grpId="0"/>
      <p:bldP spid="39" grpId="0"/>
      <p:bldP spid="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BF13833-45B6-4AAA-B73B-C5518CFEB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062" y="908720"/>
            <a:ext cx="83884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向量组的最大无关组的定义及其等价定义是什么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44035" name="Line 12">
            <a:extLst>
              <a:ext uri="{FF2B5EF4-FFF2-40B4-BE49-F238E27FC236}">
                <a16:creationId xmlns:a16="http://schemas.microsoft.com/office/drawing/2014/main" id="{80982FA9-26BC-4A95-9851-2F2FC5A77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7" name="Text Box 2">
            <a:extLst>
              <a:ext uri="{FF2B5EF4-FFF2-40B4-BE49-F238E27FC236}">
                <a16:creationId xmlns:a16="http://schemas.microsoft.com/office/drawing/2014/main" id="{EA77B2B6-8A95-4258-8CFE-AE1C4CC44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7" y="30846"/>
            <a:ext cx="4889187" cy="63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的秩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小结</a:t>
            </a:r>
          </a:p>
        </p:txBody>
      </p:sp>
      <p:sp>
        <p:nvSpPr>
          <p:cNvPr id="2" name="爆炸形: 8 pt  1">
            <a:extLst>
              <a:ext uri="{FF2B5EF4-FFF2-40B4-BE49-F238E27FC236}">
                <a16:creationId xmlns:a16="http://schemas.microsoft.com/office/drawing/2014/main" id="{53382267-904B-4FCD-A0F5-4D7098E0F9EF}"/>
              </a:ext>
            </a:extLst>
          </p:cNvPr>
          <p:cNvSpPr/>
          <p:nvPr/>
        </p:nvSpPr>
        <p:spPr bwMode="auto">
          <a:xfrm>
            <a:off x="410567" y="1060227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0185E265-DE75-4DB9-8ED5-2F0295195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50" y="2686188"/>
            <a:ext cx="675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向量组的秩和矩阵的秩有何关系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en-US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8" name="爆炸形: 8 pt  27">
            <a:extLst>
              <a:ext uri="{FF2B5EF4-FFF2-40B4-BE49-F238E27FC236}">
                <a16:creationId xmlns:a16="http://schemas.microsoft.com/office/drawing/2014/main" id="{248C877F-9883-4098-8C1C-B2D41EE58B18}"/>
              </a:ext>
            </a:extLst>
          </p:cNvPr>
          <p:cNvSpPr/>
          <p:nvPr/>
        </p:nvSpPr>
        <p:spPr bwMode="auto">
          <a:xfrm>
            <a:off x="415414" y="2822449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D45D5E3B-7792-41DB-B7B3-A7C01A97E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24" y="3819858"/>
            <a:ext cx="61553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如何求出向量组的最大无关组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34" name="爆炸形: 8 pt  33">
            <a:extLst>
              <a:ext uri="{FF2B5EF4-FFF2-40B4-BE49-F238E27FC236}">
                <a16:creationId xmlns:a16="http://schemas.microsoft.com/office/drawing/2014/main" id="{B23A7B6D-0423-4C9B-B3FA-23D5B0DAEF34}"/>
              </a:ext>
            </a:extLst>
          </p:cNvPr>
          <p:cNvSpPr/>
          <p:nvPr/>
        </p:nvSpPr>
        <p:spPr bwMode="auto">
          <a:xfrm>
            <a:off x="396503" y="3915271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7FAD9148-9271-4382-ACAF-806CF34C9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50" y="5022450"/>
            <a:ext cx="59436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向量组的秩有哪些应用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en-US" altLang="zh-CN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爆炸形: 8 pt  25">
            <a:extLst>
              <a:ext uri="{FF2B5EF4-FFF2-40B4-BE49-F238E27FC236}">
                <a16:creationId xmlns:a16="http://schemas.microsoft.com/office/drawing/2014/main" id="{082BB6DD-8C1D-41CE-AA78-9834A7F65212}"/>
              </a:ext>
            </a:extLst>
          </p:cNvPr>
          <p:cNvSpPr/>
          <p:nvPr/>
        </p:nvSpPr>
        <p:spPr bwMode="auto">
          <a:xfrm>
            <a:off x="413208" y="5792160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910E4721-4835-429B-A2A3-E5E18CA7B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805" y="5661070"/>
            <a:ext cx="76096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研究向量组的最大无关组有何重要意义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en-US" altLang="zh-CN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" name="爆炸形: 8 pt  29">
            <a:extLst>
              <a:ext uri="{FF2B5EF4-FFF2-40B4-BE49-F238E27FC236}">
                <a16:creationId xmlns:a16="http://schemas.microsoft.com/office/drawing/2014/main" id="{FBB8E06C-C25A-473E-91F8-3070EDFE2E38}"/>
              </a:ext>
            </a:extLst>
          </p:cNvPr>
          <p:cNvSpPr/>
          <p:nvPr/>
        </p:nvSpPr>
        <p:spPr bwMode="auto">
          <a:xfrm>
            <a:off x="411177" y="515752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4059" name="Picture 11">
            <a:extLst>
              <a:ext uri="{FF2B5EF4-FFF2-40B4-BE49-F238E27FC236}">
                <a16:creationId xmlns:a16="http://schemas.microsoft.com/office/drawing/2014/main" id="{F6B0C0DB-4097-40EC-AC71-84AE9EC490A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CD994356-B386-4856-8731-892828B0A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0734" y="2686187"/>
            <a:ext cx="23397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如何求出向量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95CAB06-33A9-208B-D9BA-FA6375736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542" y="1496196"/>
            <a:ext cx="67565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向量组的最大无关组和向量组自身有何关系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zh-CN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A1D315E-44CB-05E8-8E85-DCD25EDE5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543" y="2091969"/>
            <a:ext cx="3322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什么是向量组的秩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zh-CN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FD77B70-14AC-0F49-50B2-8732FA203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414" y="3263078"/>
            <a:ext cx="17868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组的秩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E05DFA1-48C0-FCC4-4A28-DA9A090B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0693" y="3810440"/>
            <a:ext cx="26997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并把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其他向量用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9D9D1FB-83DF-6F67-59BD-303ADF287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1084" y="4416445"/>
            <a:ext cx="37370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最大无关组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表示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78603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25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29" grpId="0"/>
      <p:bldP spid="24" grpId="0"/>
      <p:bldP spid="27" grpId="0"/>
      <p:bldP spid="18" grpId="0"/>
      <p:bldP spid="3" grpId="0"/>
      <p:bldP spid="7" grpId="0"/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22816</TotalTime>
  <Words>1957</Words>
  <Application>Microsoft Office PowerPoint</Application>
  <PresentationFormat>全屏显示(4:3)</PresentationFormat>
  <Paragraphs>205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黑体</vt:lpstr>
      <vt:lpstr>华文中宋</vt:lpstr>
      <vt:lpstr>宋体</vt:lpstr>
      <vt:lpstr>Arial</vt:lpstr>
      <vt:lpstr>Arial Black</vt:lpstr>
      <vt:lpstr>Calibri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rong jiang</cp:lastModifiedBy>
  <cp:revision>1140</cp:revision>
  <dcterms:created xsi:type="dcterms:W3CDTF">2012-06-17T01:12:18Z</dcterms:created>
  <dcterms:modified xsi:type="dcterms:W3CDTF">2023-08-25T06:14:48Z</dcterms:modified>
</cp:coreProperties>
</file>
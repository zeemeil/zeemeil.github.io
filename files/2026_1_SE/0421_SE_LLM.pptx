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0.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1.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omments/comment1.xml" ContentType="application/vnd.openxmlformats-officedocument.presentationml.comment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5" r:id="rId2"/>
    <p:sldMasterId id="2147483707" r:id="rId3"/>
    <p:sldMasterId id="2147483709" r:id="rId4"/>
    <p:sldMasterId id="2147483710" r:id="rId5"/>
    <p:sldMasterId id="2147483711" r:id="rId6"/>
    <p:sldMasterId id="2147483712" r:id="rId7"/>
    <p:sldMasterId id="2147483713" r:id="rId8"/>
    <p:sldMasterId id="2147483714" r:id="rId9"/>
    <p:sldMasterId id="2147483715" r:id="rId10"/>
    <p:sldMasterId id="2147483716" r:id="rId11"/>
    <p:sldMasterId id="2147483717" r:id="rId12"/>
  </p:sldMasterIdLst>
  <p:notesMasterIdLst>
    <p:notesMasterId r:id="rId187"/>
  </p:notesMasterIdLst>
  <p:sldIdLst>
    <p:sldId id="1118" r:id="rId13"/>
    <p:sldId id="258" r:id="rId14"/>
    <p:sldId id="320" r:id="rId15"/>
    <p:sldId id="1114" r:id="rId16"/>
    <p:sldId id="1115" r:id="rId17"/>
    <p:sldId id="1116" r:id="rId18"/>
    <p:sldId id="1444" r:id="rId19"/>
    <p:sldId id="1445" r:id="rId20"/>
    <p:sldId id="1446" r:id="rId21"/>
    <p:sldId id="1449" r:id="rId22"/>
    <p:sldId id="1450" r:id="rId23"/>
    <p:sldId id="1451" r:id="rId24"/>
    <p:sldId id="1452" r:id="rId25"/>
    <p:sldId id="1463" r:id="rId26"/>
    <p:sldId id="1464" r:id="rId27"/>
    <p:sldId id="1465" r:id="rId28"/>
    <p:sldId id="1466" r:id="rId29"/>
    <p:sldId id="1467" r:id="rId30"/>
    <p:sldId id="1468" r:id="rId31"/>
    <p:sldId id="1117" r:id="rId32"/>
    <p:sldId id="1469" r:id="rId33"/>
    <p:sldId id="1470" r:id="rId34"/>
    <p:sldId id="1471" r:id="rId35"/>
    <p:sldId id="1472" r:id="rId36"/>
    <p:sldId id="1473" r:id="rId37"/>
    <p:sldId id="1474" r:id="rId38"/>
    <p:sldId id="1119" r:id="rId39"/>
    <p:sldId id="1123" r:id="rId40"/>
    <p:sldId id="1475" r:id="rId41"/>
    <p:sldId id="1476" r:id="rId42"/>
    <p:sldId id="1477" r:id="rId43"/>
    <p:sldId id="1478" r:id="rId44"/>
    <p:sldId id="1479" r:id="rId45"/>
    <p:sldId id="1480" r:id="rId46"/>
    <p:sldId id="1481" r:id="rId47"/>
    <p:sldId id="1482" r:id="rId48"/>
    <p:sldId id="1483" r:id="rId49"/>
    <p:sldId id="295" r:id="rId50"/>
    <p:sldId id="1553" r:id="rId51"/>
    <p:sldId id="1485" r:id="rId52"/>
    <p:sldId id="1486" r:id="rId53"/>
    <p:sldId id="1487" r:id="rId54"/>
    <p:sldId id="1488" r:id="rId55"/>
    <p:sldId id="1489" r:id="rId56"/>
    <p:sldId id="1490" r:id="rId57"/>
    <p:sldId id="1491" r:id="rId58"/>
    <p:sldId id="1492" r:id="rId59"/>
    <p:sldId id="1493" r:id="rId60"/>
    <p:sldId id="1494" r:id="rId61"/>
    <p:sldId id="1495" r:id="rId62"/>
    <p:sldId id="1496" r:id="rId63"/>
    <p:sldId id="1497" r:id="rId64"/>
    <p:sldId id="1498" r:id="rId65"/>
    <p:sldId id="1499" r:id="rId66"/>
    <p:sldId id="1500" r:id="rId67"/>
    <p:sldId id="1501" r:id="rId68"/>
    <p:sldId id="1502" r:id="rId69"/>
    <p:sldId id="1503" r:id="rId70"/>
    <p:sldId id="1504" r:id="rId71"/>
    <p:sldId id="1505" r:id="rId72"/>
    <p:sldId id="1506" r:id="rId73"/>
    <p:sldId id="1507" r:id="rId74"/>
    <p:sldId id="1508" r:id="rId75"/>
    <p:sldId id="1509" r:id="rId76"/>
    <p:sldId id="1510" r:id="rId77"/>
    <p:sldId id="1511" r:id="rId78"/>
    <p:sldId id="1512" r:id="rId79"/>
    <p:sldId id="1513" r:id="rId80"/>
    <p:sldId id="1514" r:id="rId81"/>
    <p:sldId id="1515" r:id="rId82"/>
    <p:sldId id="1516" r:id="rId83"/>
    <p:sldId id="1517" r:id="rId84"/>
    <p:sldId id="1518" r:id="rId85"/>
    <p:sldId id="1519" r:id="rId86"/>
    <p:sldId id="1520" r:id="rId87"/>
    <p:sldId id="1521" r:id="rId88"/>
    <p:sldId id="1522" r:id="rId89"/>
    <p:sldId id="1523" r:id="rId90"/>
    <p:sldId id="1524" r:id="rId91"/>
    <p:sldId id="1525" r:id="rId92"/>
    <p:sldId id="1526" r:id="rId93"/>
    <p:sldId id="1527" r:id="rId94"/>
    <p:sldId id="1528" r:id="rId95"/>
    <p:sldId id="1529" r:id="rId96"/>
    <p:sldId id="1530" r:id="rId97"/>
    <p:sldId id="1531" r:id="rId98"/>
    <p:sldId id="1532" r:id="rId99"/>
    <p:sldId id="1533" r:id="rId100"/>
    <p:sldId id="1534" r:id="rId101"/>
    <p:sldId id="1535" r:id="rId102"/>
    <p:sldId id="1536" r:id="rId103"/>
    <p:sldId id="1537" r:id="rId104"/>
    <p:sldId id="1538" r:id="rId105"/>
    <p:sldId id="1539" r:id="rId106"/>
    <p:sldId id="1540" r:id="rId107"/>
    <p:sldId id="1541" r:id="rId108"/>
    <p:sldId id="1542" r:id="rId109"/>
    <p:sldId id="1543" r:id="rId110"/>
    <p:sldId id="1544" r:id="rId111"/>
    <p:sldId id="1545" r:id="rId112"/>
    <p:sldId id="1546" r:id="rId113"/>
    <p:sldId id="1547" r:id="rId114"/>
    <p:sldId id="1548" r:id="rId115"/>
    <p:sldId id="1549" r:id="rId116"/>
    <p:sldId id="1550" r:id="rId117"/>
    <p:sldId id="1551" r:id="rId118"/>
    <p:sldId id="1552" r:id="rId119"/>
    <p:sldId id="1554" r:id="rId120"/>
    <p:sldId id="1555" r:id="rId121"/>
    <p:sldId id="1556" r:id="rId122"/>
    <p:sldId id="1557" r:id="rId123"/>
    <p:sldId id="1558" r:id="rId124"/>
    <p:sldId id="1559" r:id="rId125"/>
    <p:sldId id="1560" r:id="rId126"/>
    <p:sldId id="1561" r:id="rId127"/>
    <p:sldId id="1562" r:id="rId128"/>
    <p:sldId id="1563" r:id="rId129"/>
    <p:sldId id="1564" r:id="rId130"/>
    <p:sldId id="1565" r:id="rId131"/>
    <p:sldId id="1580" r:id="rId132"/>
    <p:sldId id="1581" r:id="rId133"/>
    <p:sldId id="1582" r:id="rId134"/>
    <p:sldId id="1583" r:id="rId135"/>
    <p:sldId id="1584" r:id="rId136"/>
    <p:sldId id="1585" r:id="rId137"/>
    <p:sldId id="1586" r:id="rId138"/>
    <p:sldId id="1587" r:id="rId139"/>
    <p:sldId id="1588" r:id="rId140"/>
    <p:sldId id="1566" r:id="rId141"/>
    <p:sldId id="1567" r:id="rId142"/>
    <p:sldId id="1568" r:id="rId143"/>
    <p:sldId id="1569" r:id="rId144"/>
    <p:sldId id="1570" r:id="rId145"/>
    <p:sldId id="1571" r:id="rId146"/>
    <p:sldId id="1572" r:id="rId147"/>
    <p:sldId id="1573" r:id="rId148"/>
    <p:sldId id="1574" r:id="rId149"/>
    <p:sldId id="1575" r:id="rId150"/>
    <p:sldId id="1576" r:id="rId151"/>
    <p:sldId id="1577" r:id="rId152"/>
    <p:sldId id="1578" r:id="rId153"/>
    <p:sldId id="1579" r:id="rId154"/>
    <p:sldId id="1589" r:id="rId155"/>
    <p:sldId id="1590" r:id="rId156"/>
    <p:sldId id="1591" r:id="rId157"/>
    <p:sldId id="1592" r:id="rId158"/>
    <p:sldId id="1593" r:id="rId159"/>
    <p:sldId id="1594" r:id="rId160"/>
    <p:sldId id="1595" r:id="rId161"/>
    <p:sldId id="1596" r:id="rId162"/>
    <p:sldId id="1597" r:id="rId163"/>
    <p:sldId id="1598" r:id="rId164"/>
    <p:sldId id="1599" r:id="rId165"/>
    <p:sldId id="1600" r:id="rId166"/>
    <p:sldId id="1601" r:id="rId167"/>
    <p:sldId id="1602" r:id="rId168"/>
    <p:sldId id="1603" r:id="rId169"/>
    <p:sldId id="1604" r:id="rId170"/>
    <p:sldId id="1605" r:id="rId171"/>
    <p:sldId id="1606" r:id="rId172"/>
    <p:sldId id="1607" r:id="rId173"/>
    <p:sldId id="1608" r:id="rId174"/>
    <p:sldId id="1609" r:id="rId175"/>
    <p:sldId id="1610" r:id="rId176"/>
    <p:sldId id="1611" r:id="rId177"/>
    <p:sldId id="1612" r:id="rId178"/>
    <p:sldId id="1613" r:id="rId179"/>
    <p:sldId id="1614" r:id="rId180"/>
    <p:sldId id="1615" r:id="rId181"/>
    <p:sldId id="1616" r:id="rId182"/>
    <p:sldId id="1617" r:id="rId183"/>
    <p:sldId id="1618" r:id="rId184"/>
    <p:sldId id="1619" r:id="rId185"/>
    <p:sldId id="1620" r:id="rId186"/>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8">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i Zhang" initials="QZ" lastIdx="1" clrIdx="0">
    <p:extLst>
      <p:ext uri="{19B8F6BF-5375-455C-9EA6-DF929625EA0E}">
        <p15:presenceInfo xmlns:p15="http://schemas.microsoft.com/office/powerpoint/2012/main" userId="105b2ed83e818aa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37"/>
    <p:restoredTop sz="82874"/>
  </p:normalViewPr>
  <p:slideViewPr>
    <p:cSldViewPr snapToGrid="0">
      <p:cViewPr>
        <p:scale>
          <a:sx n="80" d="100"/>
          <a:sy n="80" d="100"/>
        </p:scale>
        <p:origin x="152" y="712"/>
      </p:cViewPr>
      <p:guideLst>
        <p:guide orient="horz" pos="2228"/>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5.xml"/><Relationship Id="rId21" Type="http://schemas.openxmlformats.org/officeDocument/2006/relationships/slide" Target="slides/slide9.xml"/><Relationship Id="rId42" Type="http://schemas.openxmlformats.org/officeDocument/2006/relationships/slide" Target="slides/slide30.xml"/><Relationship Id="rId63" Type="http://schemas.openxmlformats.org/officeDocument/2006/relationships/slide" Target="slides/slide51.xml"/><Relationship Id="rId84" Type="http://schemas.openxmlformats.org/officeDocument/2006/relationships/slide" Target="slides/slide72.xml"/><Relationship Id="rId138" Type="http://schemas.openxmlformats.org/officeDocument/2006/relationships/slide" Target="slides/slide126.xml"/><Relationship Id="rId159" Type="http://schemas.openxmlformats.org/officeDocument/2006/relationships/slide" Target="slides/slide147.xml"/><Relationship Id="rId170" Type="http://schemas.openxmlformats.org/officeDocument/2006/relationships/slide" Target="slides/slide158.xml"/><Relationship Id="rId191" Type="http://schemas.openxmlformats.org/officeDocument/2006/relationships/theme" Target="theme/theme1.xml"/><Relationship Id="rId107" Type="http://schemas.openxmlformats.org/officeDocument/2006/relationships/slide" Target="slides/slide95.xml"/><Relationship Id="rId11" Type="http://schemas.openxmlformats.org/officeDocument/2006/relationships/slideMaster" Target="slideMasters/slideMaster11.xml"/><Relationship Id="rId32" Type="http://schemas.openxmlformats.org/officeDocument/2006/relationships/slide" Target="slides/slide20.xml"/><Relationship Id="rId53" Type="http://schemas.openxmlformats.org/officeDocument/2006/relationships/slide" Target="slides/slide41.xml"/><Relationship Id="rId74" Type="http://schemas.openxmlformats.org/officeDocument/2006/relationships/slide" Target="slides/slide62.xml"/><Relationship Id="rId128" Type="http://schemas.openxmlformats.org/officeDocument/2006/relationships/slide" Target="slides/slide116.xml"/><Relationship Id="rId149" Type="http://schemas.openxmlformats.org/officeDocument/2006/relationships/slide" Target="slides/slide137.xml"/><Relationship Id="rId5" Type="http://schemas.openxmlformats.org/officeDocument/2006/relationships/slideMaster" Target="slideMasters/slideMaster5.xml"/><Relationship Id="rId95" Type="http://schemas.openxmlformats.org/officeDocument/2006/relationships/slide" Target="slides/slide83.xml"/><Relationship Id="rId160" Type="http://schemas.openxmlformats.org/officeDocument/2006/relationships/slide" Target="slides/slide148.xml"/><Relationship Id="rId181" Type="http://schemas.openxmlformats.org/officeDocument/2006/relationships/slide" Target="slides/slide169.xml"/><Relationship Id="rId22" Type="http://schemas.openxmlformats.org/officeDocument/2006/relationships/slide" Target="slides/slide10.xml"/><Relationship Id="rId43" Type="http://schemas.openxmlformats.org/officeDocument/2006/relationships/slide" Target="slides/slide31.xml"/><Relationship Id="rId64" Type="http://schemas.openxmlformats.org/officeDocument/2006/relationships/slide" Target="slides/slide52.xml"/><Relationship Id="rId118" Type="http://schemas.openxmlformats.org/officeDocument/2006/relationships/slide" Target="slides/slide106.xml"/><Relationship Id="rId139" Type="http://schemas.openxmlformats.org/officeDocument/2006/relationships/slide" Target="slides/slide127.xml"/><Relationship Id="rId85" Type="http://schemas.openxmlformats.org/officeDocument/2006/relationships/slide" Target="slides/slide73.xml"/><Relationship Id="rId150" Type="http://schemas.openxmlformats.org/officeDocument/2006/relationships/slide" Target="slides/slide138.xml"/><Relationship Id="rId171" Type="http://schemas.openxmlformats.org/officeDocument/2006/relationships/slide" Target="slides/slide159.xml"/><Relationship Id="rId192" Type="http://schemas.openxmlformats.org/officeDocument/2006/relationships/tableStyles" Target="tableStyles.xml"/><Relationship Id="rId12" Type="http://schemas.openxmlformats.org/officeDocument/2006/relationships/slideMaster" Target="slideMasters/slideMaster12.xml"/><Relationship Id="rId33" Type="http://schemas.openxmlformats.org/officeDocument/2006/relationships/slide" Target="slides/slide21.xml"/><Relationship Id="rId108" Type="http://schemas.openxmlformats.org/officeDocument/2006/relationships/slide" Target="slides/slide96.xml"/><Relationship Id="rId129" Type="http://schemas.openxmlformats.org/officeDocument/2006/relationships/slide" Target="slides/slide117.xml"/><Relationship Id="rId54" Type="http://schemas.openxmlformats.org/officeDocument/2006/relationships/slide" Target="slides/slide42.xml"/><Relationship Id="rId75" Type="http://schemas.openxmlformats.org/officeDocument/2006/relationships/slide" Target="slides/slide63.xml"/><Relationship Id="rId96" Type="http://schemas.openxmlformats.org/officeDocument/2006/relationships/slide" Target="slides/slide84.xml"/><Relationship Id="rId140" Type="http://schemas.openxmlformats.org/officeDocument/2006/relationships/slide" Target="slides/slide128.xml"/><Relationship Id="rId161" Type="http://schemas.openxmlformats.org/officeDocument/2006/relationships/slide" Target="slides/slide149.xml"/><Relationship Id="rId182" Type="http://schemas.openxmlformats.org/officeDocument/2006/relationships/slide" Target="slides/slide170.xml"/><Relationship Id="rId6" Type="http://schemas.openxmlformats.org/officeDocument/2006/relationships/slideMaster" Target="slideMasters/slideMaster6.xml"/><Relationship Id="rId23" Type="http://schemas.openxmlformats.org/officeDocument/2006/relationships/slide" Target="slides/slide11.xml"/><Relationship Id="rId119" Type="http://schemas.openxmlformats.org/officeDocument/2006/relationships/slide" Target="slides/slide107.xml"/><Relationship Id="rId44" Type="http://schemas.openxmlformats.org/officeDocument/2006/relationships/slide" Target="slides/slide32.xml"/><Relationship Id="rId65" Type="http://schemas.openxmlformats.org/officeDocument/2006/relationships/slide" Target="slides/slide53.xml"/><Relationship Id="rId86" Type="http://schemas.openxmlformats.org/officeDocument/2006/relationships/slide" Target="slides/slide74.xml"/><Relationship Id="rId130" Type="http://schemas.openxmlformats.org/officeDocument/2006/relationships/slide" Target="slides/slide118.xml"/><Relationship Id="rId151" Type="http://schemas.openxmlformats.org/officeDocument/2006/relationships/slide" Target="slides/slide139.xml"/><Relationship Id="rId172" Type="http://schemas.openxmlformats.org/officeDocument/2006/relationships/slide" Target="slides/slide160.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slide" Target="slides/slide9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slide" Target="slides/slide92.xml"/><Relationship Id="rId120" Type="http://schemas.openxmlformats.org/officeDocument/2006/relationships/slide" Target="slides/slide108.xml"/><Relationship Id="rId125" Type="http://schemas.openxmlformats.org/officeDocument/2006/relationships/slide" Target="slides/slide113.xml"/><Relationship Id="rId141" Type="http://schemas.openxmlformats.org/officeDocument/2006/relationships/slide" Target="slides/slide129.xml"/><Relationship Id="rId146" Type="http://schemas.openxmlformats.org/officeDocument/2006/relationships/slide" Target="slides/slide134.xml"/><Relationship Id="rId167" Type="http://schemas.openxmlformats.org/officeDocument/2006/relationships/slide" Target="slides/slide155.xml"/><Relationship Id="rId188" Type="http://schemas.openxmlformats.org/officeDocument/2006/relationships/commentAuthors" Target="commentAuthors.xml"/><Relationship Id="rId7" Type="http://schemas.openxmlformats.org/officeDocument/2006/relationships/slideMaster" Target="slideMasters/slideMaster7.xml"/><Relationship Id="rId71" Type="http://schemas.openxmlformats.org/officeDocument/2006/relationships/slide" Target="slides/slide59.xml"/><Relationship Id="rId92" Type="http://schemas.openxmlformats.org/officeDocument/2006/relationships/slide" Target="slides/slide80.xml"/><Relationship Id="rId162" Type="http://schemas.openxmlformats.org/officeDocument/2006/relationships/slide" Target="slides/slide150.xml"/><Relationship Id="rId183" Type="http://schemas.openxmlformats.org/officeDocument/2006/relationships/slide" Target="slides/slide171.xml"/><Relationship Id="rId2" Type="http://schemas.openxmlformats.org/officeDocument/2006/relationships/slideMaster" Target="slideMasters/slideMaster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slide" Target="slides/slide98.xml"/><Relationship Id="rId115" Type="http://schemas.openxmlformats.org/officeDocument/2006/relationships/slide" Target="slides/slide103.xml"/><Relationship Id="rId131" Type="http://schemas.openxmlformats.org/officeDocument/2006/relationships/slide" Target="slides/slide119.xml"/><Relationship Id="rId136" Type="http://schemas.openxmlformats.org/officeDocument/2006/relationships/slide" Target="slides/slide124.xml"/><Relationship Id="rId157" Type="http://schemas.openxmlformats.org/officeDocument/2006/relationships/slide" Target="slides/slide145.xml"/><Relationship Id="rId178" Type="http://schemas.openxmlformats.org/officeDocument/2006/relationships/slide" Target="slides/slide166.xml"/><Relationship Id="rId61" Type="http://schemas.openxmlformats.org/officeDocument/2006/relationships/slide" Target="slides/slide49.xml"/><Relationship Id="rId82" Type="http://schemas.openxmlformats.org/officeDocument/2006/relationships/slide" Target="slides/slide70.xml"/><Relationship Id="rId152" Type="http://schemas.openxmlformats.org/officeDocument/2006/relationships/slide" Target="slides/slide140.xml"/><Relationship Id="rId173" Type="http://schemas.openxmlformats.org/officeDocument/2006/relationships/slide" Target="slides/slide161.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slide" Target="slides/slide88.xml"/><Relationship Id="rId105" Type="http://schemas.openxmlformats.org/officeDocument/2006/relationships/slide" Target="slides/slide93.xml"/><Relationship Id="rId126" Type="http://schemas.openxmlformats.org/officeDocument/2006/relationships/slide" Target="slides/slide114.xml"/><Relationship Id="rId147" Type="http://schemas.openxmlformats.org/officeDocument/2006/relationships/slide" Target="slides/slide135.xml"/><Relationship Id="rId168" Type="http://schemas.openxmlformats.org/officeDocument/2006/relationships/slide" Target="slides/slide156.xml"/><Relationship Id="rId8" Type="http://schemas.openxmlformats.org/officeDocument/2006/relationships/slideMaster" Target="slideMasters/slideMaster8.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slide" Target="slides/slide86.xml"/><Relationship Id="rId121" Type="http://schemas.openxmlformats.org/officeDocument/2006/relationships/slide" Target="slides/slide109.xml"/><Relationship Id="rId142" Type="http://schemas.openxmlformats.org/officeDocument/2006/relationships/slide" Target="slides/slide130.xml"/><Relationship Id="rId163" Type="http://schemas.openxmlformats.org/officeDocument/2006/relationships/slide" Target="slides/slide151.xml"/><Relationship Id="rId184" Type="http://schemas.openxmlformats.org/officeDocument/2006/relationships/slide" Target="slides/slide172.xml"/><Relationship Id="rId189" Type="http://schemas.openxmlformats.org/officeDocument/2006/relationships/presProps" Target="presProps.xml"/><Relationship Id="rId3" Type="http://schemas.openxmlformats.org/officeDocument/2006/relationships/slideMaster" Target="slideMasters/slideMaster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slide" Target="slides/slide104.xml"/><Relationship Id="rId137" Type="http://schemas.openxmlformats.org/officeDocument/2006/relationships/slide" Target="slides/slide125.xml"/><Relationship Id="rId158" Type="http://schemas.openxmlformats.org/officeDocument/2006/relationships/slide" Target="slides/slide146.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slide" Target="slides/slide99.xml"/><Relationship Id="rId132" Type="http://schemas.openxmlformats.org/officeDocument/2006/relationships/slide" Target="slides/slide120.xml"/><Relationship Id="rId153" Type="http://schemas.openxmlformats.org/officeDocument/2006/relationships/slide" Target="slides/slide141.xml"/><Relationship Id="rId174" Type="http://schemas.openxmlformats.org/officeDocument/2006/relationships/slide" Target="slides/slide162.xml"/><Relationship Id="rId179" Type="http://schemas.openxmlformats.org/officeDocument/2006/relationships/slide" Target="slides/slide167.xml"/><Relationship Id="rId190" Type="http://schemas.openxmlformats.org/officeDocument/2006/relationships/viewProps" Target="viewProps.xml"/><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slide" Target="slides/slide94.xml"/><Relationship Id="rId127" Type="http://schemas.openxmlformats.org/officeDocument/2006/relationships/slide" Target="slides/slide115.xml"/><Relationship Id="rId10" Type="http://schemas.openxmlformats.org/officeDocument/2006/relationships/slideMaster" Target="slideMasters/slideMaster10.xml"/><Relationship Id="rId31" Type="http://schemas.openxmlformats.org/officeDocument/2006/relationships/slide" Target="slides/slide19.xml"/><Relationship Id="rId52" Type="http://schemas.openxmlformats.org/officeDocument/2006/relationships/slide" Target="slides/slide40.xml"/><Relationship Id="rId73" Type="http://schemas.openxmlformats.org/officeDocument/2006/relationships/slide" Target="slides/slide61.xml"/><Relationship Id="rId78" Type="http://schemas.openxmlformats.org/officeDocument/2006/relationships/slide" Target="slides/slide66.xml"/><Relationship Id="rId94" Type="http://schemas.openxmlformats.org/officeDocument/2006/relationships/slide" Target="slides/slide82.xml"/><Relationship Id="rId99" Type="http://schemas.openxmlformats.org/officeDocument/2006/relationships/slide" Target="slides/slide87.xml"/><Relationship Id="rId101" Type="http://schemas.openxmlformats.org/officeDocument/2006/relationships/slide" Target="slides/slide89.xml"/><Relationship Id="rId122" Type="http://schemas.openxmlformats.org/officeDocument/2006/relationships/slide" Target="slides/slide110.xml"/><Relationship Id="rId143" Type="http://schemas.openxmlformats.org/officeDocument/2006/relationships/slide" Target="slides/slide131.xml"/><Relationship Id="rId148" Type="http://schemas.openxmlformats.org/officeDocument/2006/relationships/slide" Target="slides/slide136.xml"/><Relationship Id="rId164" Type="http://schemas.openxmlformats.org/officeDocument/2006/relationships/slide" Target="slides/slide152.xml"/><Relationship Id="rId169" Type="http://schemas.openxmlformats.org/officeDocument/2006/relationships/slide" Target="slides/slide157.xml"/><Relationship Id="rId185" Type="http://schemas.openxmlformats.org/officeDocument/2006/relationships/slide" Target="slides/slide173.xml"/><Relationship Id="rId4" Type="http://schemas.openxmlformats.org/officeDocument/2006/relationships/slideMaster" Target="slideMasters/slideMaster4.xml"/><Relationship Id="rId9" Type="http://schemas.openxmlformats.org/officeDocument/2006/relationships/slideMaster" Target="slideMasters/slideMaster9.xml"/><Relationship Id="rId180" Type="http://schemas.openxmlformats.org/officeDocument/2006/relationships/slide" Target="slides/slide168.xml"/><Relationship Id="rId26" Type="http://schemas.openxmlformats.org/officeDocument/2006/relationships/slide" Target="slides/slide14.xml"/><Relationship Id="rId47" Type="http://schemas.openxmlformats.org/officeDocument/2006/relationships/slide" Target="slides/slide35.xml"/><Relationship Id="rId68" Type="http://schemas.openxmlformats.org/officeDocument/2006/relationships/slide" Target="slides/slide56.xml"/><Relationship Id="rId89" Type="http://schemas.openxmlformats.org/officeDocument/2006/relationships/slide" Target="slides/slide77.xml"/><Relationship Id="rId112" Type="http://schemas.openxmlformats.org/officeDocument/2006/relationships/slide" Target="slides/slide100.xml"/><Relationship Id="rId133" Type="http://schemas.openxmlformats.org/officeDocument/2006/relationships/slide" Target="slides/slide121.xml"/><Relationship Id="rId154" Type="http://schemas.openxmlformats.org/officeDocument/2006/relationships/slide" Target="slides/slide142.xml"/><Relationship Id="rId175" Type="http://schemas.openxmlformats.org/officeDocument/2006/relationships/slide" Target="slides/slide163.xml"/><Relationship Id="rId16" Type="http://schemas.openxmlformats.org/officeDocument/2006/relationships/slide" Target="slides/slide4.xml"/><Relationship Id="rId37" Type="http://schemas.openxmlformats.org/officeDocument/2006/relationships/slide" Target="slides/slide25.xml"/><Relationship Id="rId58" Type="http://schemas.openxmlformats.org/officeDocument/2006/relationships/slide" Target="slides/slide46.xml"/><Relationship Id="rId79" Type="http://schemas.openxmlformats.org/officeDocument/2006/relationships/slide" Target="slides/slide67.xml"/><Relationship Id="rId102" Type="http://schemas.openxmlformats.org/officeDocument/2006/relationships/slide" Target="slides/slide90.xml"/><Relationship Id="rId123" Type="http://schemas.openxmlformats.org/officeDocument/2006/relationships/slide" Target="slides/slide111.xml"/><Relationship Id="rId144" Type="http://schemas.openxmlformats.org/officeDocument/2006/relationships/slide" Target="slides/slide132.xml"/><Relationship Id="rId90" Type="http://schemas.openxmlformats.org/officeDocument/2006/relationships/slide" Target="slides/slide78.xml"/><Relationship Id="rId165" Type="http://schemas.openxmlformats.org/officeDocument/2006/relationships/slide" Target="slides/slide153.xml"/><Relationship Id="rId186" Type="http://schemas.openxmlformats.org/officeDocument/2006/relationships/slide" Target="slides/slide174.xml"/><Relationship Id="rId27" Type="http://schemas.openxmlformats.org/officeDocument/2006/relationships/slide" Target="slides/slide15.xml"/><Relationship Id="rId48" Type="http://schemas.openxmlformats.org/officeDocument/2006/relationships/slide" Target="slides/slide36.xml"/><Relationship Id="rId69" Type="http://schemas.openxmlformats.org/officeDocument/2006/relationships/slide" Target="slides/slide57.xml"/><Relationship Id="rId113" Type="http://schemas.openxmlformats.org/officeDocument/2006/relationships/slide" Target="slides/slide101.xml"/><Relationship Id="rId134" Type="http://schemas.openxmlformats.org/officeDocument/2006/relationships/slide" Target="slides/slide122.xml"/><Relationship Id="rId80" Type="http://schemas.openxmlformats.org/officeDocument/2006/relationships/slide" Target="slides/slide68.xml"/><Relationship Id="rId155" Type="http://schemas.openxmlformats.org/officeDocument/2006/relationships/slide" Target="slides/slide143.xml"/><Relationship Id="rId176" Type="http://schemas.openxmlformats.org/officeDocument/2006/relationships/slide" Target="slides/slide164.xml"/><Relationship Id="rId17" Type="http://schemas.openxmlformats.org/officeDocument/2006/relationships/slide" Target="slides/slide5.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slide" Target="slides/slide91.xml"/><Relationship Id="rId124" Type="http://schemas.openxmlformats.org/officeDocument/2006/relationships/slide" Target="slides/slide112.xml"/><Relationship Id="rId70" Type="http://schemas.openxmlformats.org/officeDocument/2006/relationships/slide" Target="slides/slide58.xml"/><Relationship Id="rId91" Type="http://schemas.openxmlformats.org/officeDocument/2006/relationships/slide" Target="slides/slide79.xml"/><Relationship Id="rId145" Type="http://schemas.openxmlformats.org/officeDocument/2006/relationships/slide" Target="slides/slide133.xml"/><Relationship Id="rId166" Type="http://schemas.openxmlformats.org/officeDocument/2006/relationships/slide" Target="slides/slide154.xml"/><Relationship Id="rId187" Type="http://schemas.openxmlformats.org/officeDocument/2006/relationships/notesMaster" Target="notesMasters/notesMaster1.xml"/><Relationship Id="rId1" Type="http://schemas.openxmlformats.org/officeDocument/2006/relationships/slideMaster" Target="slideMasters/slideMaster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slide" Target="slides/slide102.xml"/><Relationship Id="rId60" Type="http://schemas.openxmlformats.org/officeDocument/2006/relationships/slide" Target="slides/slide48.xml"/><Relationship Id="rId81" Type="http://schemas.openxmlformats.org/officeDocument/2006/relationships/slide" Target="slides/slide69.xml"/><Relationship Id="rId135" Type="http://schemas.openxmlformats.org/officeDocument/2006/relationships/slide" Target="slides/slide123.xml"/><Relationship Id="rId156" Type="http://schemas.openxmlformats.org/officeDocument/2006/relationships/slide" Target="slides/slide144.xml"/><Relationship Id="rId177" Type="http://schemas.openxmlformats.org/officeDocument/2006/relationships/slide" Target="slides/slide16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01T11:34:30.685"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2816A-2461-974B-94AD-22AC8A99A301}" type="datetimeFigureOut">
              <a:rPr lang="en-CN" smtClean="0"/>
              <a:t>4/21/26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BFE00A-F7D7-9343-8548-BC7E84834634}" type="slidenum">
              <a:rPr lang="en-CN" smtClean="0"/>
              <a:t>‹#›</a:t>
            </a:fld>
            <a:endParaRPr lang="en-CN"/>
          </a:p>
        </p:txBody>
      </p:sp>
    </p:spTree>
    <p:extLst>
      <p:ext uri="{BB962C8B-B14F-4D97-AF65-F5344CB8AC3E}">
        <p14:creationId xmlns:p14="http://schemas.microsoft.com/office/powerpoint/2010/main" val="803480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a:t>
            </a:fld>
            <a:endParaRPr lang="en-CN"/>
          </a:p>
        </p:txBody>
      </p:sp>
    </p:spTree>
    <p:extLst>
      <p:ext uri="{BB962C8B-B14F-4D97-AF65-F5344CB8AC3E}">
        <p14:creationId xmlns:p14="http://schemas.microsoft.com/office/powerpoint/2010/main" val="104178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a:t>
            </a:fld>
            <a:endParaRPr lang="en-CN"/>
          </a:p>
        </p:txBody>
      </p:sp>
    </p:spTree>
    <p:extLst>
      <p:ext uri="{BB962C8B-B14F-4D97-AF65-F5344CB8AC3E}">
        <p14:creationId xmlns:p14="http://schemas.microsoft.com/office/powerpoint/2010/main" val="386511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a:t>
            </a:fld>
            <a:endParaRPr lang="en-CN"/>
          </a:p>
        </p:txBody>
      </p:sp>
    </p:spTree>
    <p:extLst>
      <p:ext uri="{BB962C8B-B14F-4D97-AF65-F5344CB8AC3E}">
        <p14:creationId xmlns:p14="http://schemas.microsoft.com/office/powerpoint/2010/main" val="2498914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a:t>
            </a:fld>
            <a:endParaRPr lang="en-CN"/>
          </a:p>
        </p:txBody>
      </p:sp>
    </p:spTree>
    <p:extLst>
      <p:ext uri="{BB962C8B-B14F-4D97-AF65-F5344CB8AC3E}">
        <p14:creationId xmlns:p14="http://schemas.microsoft.com/office/powerpoint/2010/main" val="2514889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a:t>
            </a:fld>
            <a:endParaRPr lang="en-CN"/>
          </a:p>
        </p:txBody>
      </p:sp>
    </p:spTree>
    <p:extLst>
      <p:ext uri="{BB962C8B-B14F-4D97-AF65-F5344CB8AC3E}">
        <p14:creationId xmlns:p14="http://schemas.microsoft.com/office/powerpoint/2010/main" val="42236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a:t>
            </a:fld>
            <a:endParaRPr lang="en-CN"/>
          </a:p>
        </p:txBody>
      </p:sp>
    </p:spTree>
    <p:extLst>
      <p:ext uri="{BB962C8B-B14F-4D97-AF65-F5344CB8AC3E}">
        <p14:creationId xmlns:p14="http://schemas.microsoft.com/office/powerpoint/2010/main" val="2269119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a:t>
            </a:fld>
            <a:endParaRPr lang="en-CN"/>
          </a:p>
        </p:txBody>
      </p:sp>
    </p:spTree>
    <p:extLst>
      <p:ext uri="{BB962C8B-B14F-4D97-AF65-F5344CB8AC3E}">
        <p14:creationId xmlns:p14="http://schemas.microsoft.com/office/powerpoint/2010/main" val="1249581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a:t>
            </a:fld>
            <a:endParaRPr lang="en-CN"/>
          </a:p>
        </p:txBody>
      </p:sp>
    </p:spTree>
    <p:extLst>
      <p:ext uri="{BB962C8B-B14F-4D97-AF65-F5344CB8AC3E}">
        <p14:creationId xmlns:p14="http://schemas.microsoft.com/office/powerpoint/2010/main" val="2462941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a:t>
            </a:fld>
            <a:endParaRPr lang="en-CN"/>
          </a:p>
        </p:txBody>
      </p:sp>
    </p:spTree>
    <p:extLst>
      <p:ext uri="{BB962C8B-B14F-4D97-AF65-F5344CB8AC3E}">
        <p14:creationId xmlns:p14="http://schemas.microsoft.com/office/powerpoint/2010/main" val="3814415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a:t>
            </a:fld>
            <a:endParaRPr lang="en-CN"/>
          </a:p>
        </p:txBody>
      </p:sp>
    </p:spTree>
    <p:extLst>
      <p:ext uri="{BB962C8B-B14F-4D97-AF65-F5344CB8AC3E}">
        <p14:creationId xmlns:p14="http://schemas.microsoft.com/office/powerpoint/2010/main" val="34688357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a:t>
            </a:fld>
            <a:endParaRPr lang="en-CN"/>
          </a:p>
        </p:txBody>
      </p:sp>
    </p:spTree>
    <p:extLst>
      <p:ext uri="{BB962C8B-B14F-4D97-AF65-F5344CB8AC3E}">
        <p14:creationId xmlns:p14="http://schemas.microsoft.com/office/powerpoint/2010/main" val="23085812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a:t>
            </a:fld>
            <a:endParaRPr lang="en-CN"/>
          </a:p>
        </p:txBody>
      </p:sp>
    </p:spTree>
    <p:extLst>
      <p:ext uri="{BB962C8B-B14F-4D97-AF65-F5344CB8AC3E}">
        <p14:creationId xmlns:p14="http://schemas.microsoft.com/office/powerpoint/2010/main" val="628711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a:t>
            </a:fld>
            <a:endParaRPr lang="en-CN"/>
          </a:p>
        </p:txBody>
      </p:sp>
    </p:spTree>
    <p:extLst>
      <p:ext uri="{BB962C8B-B14F-4D97-AF65-F5344CB8AC3E}">
        <p14:creationId xmlns:p14="http://schemas.microsoft.com/office/powerpoint/2010/main" val="981893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17</a:t>
            </a:fld>
            <a:endParaRPr lang="en-CN"/>
          </a:p>
        </p:txBody>
      </p:sp>
    </p:spTree>
    <p:extLst>
      <p:ext uri="{BB962C8B-B14F-4D97-AF65-F5344CB8AC3E}">
        <p14:creationId xmlns:p14="http://schemas.microsoft.com/office/powerpoint/2010/main" val="23151161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18</a:t>
            </a:fld>
            <a:endParaRPr lang="en-CN"/>
          </a:p>
        </p:txBody>
      </p:sp>
    </p:spTree>
    <p:extLst>
      <p:ext uri="{BB962C8B-B14F-4D97-AF65-F5344CB8AC3E}">
        <p14:creationId xmlns:p14="http://schemas.microsoft.com/office/powerpoint/2010/main" val="3088800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20</a:t>
            </a:fld>
            <a:endParaRPr lang="en-CN"/>
          </a:p>
        </p:txBody>
      </p:sp>
    </p:spTree>
    <p:extLst>
      <p:ext uri="{BB962C8B-B14F-4D97-AF65-F5344CB8AC3E}">
        <p14:creationId xmlns:p14="http://schemas.microsoft.com/office/powerpoint/2010/main" val="2819082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21</a:t>
            </a:fld>
            <a:endParaRPr lang="en-CN"/>
          </a:p>
        </p:txBody>
      </p:sp>
    </p:spTree>
    <p:extLst>
      <p:ext uri="{BB962C8B-B14F-4D97-AF65-F5344CB8AC3E}">
        <p14:creationId xmlns:p14="http://schemas.microsoft.com/office/powerpoint/2010/main" val="270136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22</a:t>
            </a:fld>
            <a:endParaRPr lang="en-CN"/>
          </a:p>
        </p:txBody>
      </p:sp>
    </p:spTree>
    <p:extLst>
      <p:ext uri="{BB962C8B-B14F-4D97-AF65-F5344CB8AC3E}">
        <p14:creationId xmlns:p14="http://schemas.microsoft.com/office/powerpoint/2010/main" val="403407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23</a:t>
            </a:fld>
            <a:endParaRPr lang="en-CN"/>
          </a:p>
        </p:txBody>
      </p:sp>
    </p:spTree>
    <p:extLst>
      <p:ext uri="{BB962C8B-B14F-4D97-AF65-F5344CB8AC3E}">
        <p14:creationId xmlns:p14="http://schemas.microsoft.com/office/powerpoint/2010/main" val="1440031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24</a:t>
            </a:fld>
            <a:endParaRPr lang="en-CN"/>
          </a:p>
        </p:txBody>
      </p:sp>
    </p:spTree>
    <p:extLst>
      <p:ext uri="{BB962C8B-B14F-4D97-AF65-F5344CB8AC3E}">
        <p14:creationId xmlns:p14="http://schemas.microsoft.com/office/powerpoint/2010/main" val="2823987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25</a:t>
            </a:fld>
            <a:endParaRPr lang="en-CN"/>
          </a:p>
        </p:txBody>
      </p:sp>
    </p:spTree>
    <p:extLst>
      <p:ext uri="{BB962C8B-B14F-4D97-AF65-F5344CB8AC3E}">
        <p14:creationId xmlns:p14="http://schemas.microsoft.com/office/powerpoint/2010/main" val="4176348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27</a:t>
            </a:fld>
            <a:endParaRPr lang="en-CN"/>
          </a:p>
        </p:txBody>
      </p:sp>
    </p:spTree>
    <p:extLst>
      <p:ext uri="{BB962C8B-B14F-4D97-AF65-F5344CB8AC3E}">
        <p14:creationId xmlns:p14="http://schemas.microsoft.com/office/powerpoint/2010/main" val="1645786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28</a:t>
            </a:fld>
            <a:endParaRPr lang="en-CN"/>
          </a:p>
        </p:txBody>
      </p:sp>
    </p:spTree>
    <p:extLst>
      <p:ext uri="{BB962C8B-B14F-4D97-AF65-F5344CB8AC3E}">
        <p14:creationId xmlns:p14="http://schemas.microsoft.com/office/powerpoint/2010/main" val="1594365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29</a:t>
            </a:fld>
            <a:endParaRPr lang="en-CN"/>
          </a:p>
        </p:txBody>
      </p:sp>
    </p:spTree>
    <p:extLst>
      <p:ext uri="{BB962C8B-B14F-4D97-AF65-F5344CB8AC3E}">
        <p14:creationId xmlns:p14="http://schemas.microsoft.com/office/powerpoint/2010/main" val="1631405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30</a:t>
            </a:fld>
            <a:endParaRPr lang="en-CN"/>
          </a:p>
        </p:txBody>
      </p:sp>
    </p:spTree>
    <p:extLst>
      <p:ext uri="{BB962C8B-B14F-4D97-AF65-F5344CB8AC3E}">
        <p14:creationId xmlns:p14="http://schemas.microsoft.com/office/powerpoint/2010/main" val="206207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31</a:t>
            </a:fld>
            <a:endParaRPr lang="en-CN"/>
          </a:p>
        </p:txBody>
      </p:sp>
    </p:spTree>
    <p:extLst>
      <p:ext uri="{BB962C8B-B14F-4D97-AF65-F5344CB8AC3E}">
        <p14:creationId xmlns:p14="http://schemas.microsoft.com/office/powerpoint/2010/main" val="3768146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32</a:t>
            </a:fld>
            <a:endParaRPr lang="en-CN"/>
          </a:p>
        </p:txBody>
      </p:sp>
    </p:spTree>
    <p:extLst>
      <p:ext uri="{BB962C8B-B14F-4D97-AF65-F5344CB8AC3E}">
        <p14:creationId xmlns:p14="http://schemas.microsoft.com/office/powerpoint/2010/main" val="1919330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33</a:t>
            </a:fld>
            <a:endParaRPr lang="en-CN"/>
          </a:p>
        </p:txBody>
      </p:sp>
    </p:spTree>
    <p:extLst>
      <p:ext uri="{BB962C8B-B14F-4D97-AF65-F5344CB8AC3E}">
        <p14:creationId xmlns:p14="http://schemas.microsoft.com/office/powerpoint/2010/main" val="14161648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34</a:t>
            </a:fld>
            <a:endParaRPr lang="en-CN"/>
          </a:p>
        </p:txBody>
      </p:sp>
    </p:spTree>
    <p:extLst>
      <p:ext uri="{BB962C8B-B14F-4D97-AF65-F5344CB8AC3E}">
        <p14:creationId xmlns:p14="http://schemas.microsoft.com/office/powerpoint/2010/main" val="1474680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35</a:t>
            </a:fld>
            <a:endParaRPr lang="en-CN"/>
          </a:p>
        </p:txBody>
      </p:sp>
    </p:spTree>
    <p:extLst>
      <p:ext uri="{BB962C8B-B14F-4D97-AF65-F5344CB8AC3E}">
        <p14:creationId xmlns:p14="http://schemas.microsoft.com/office/powerpoint/2010/main" val="8470075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36</a:t>
            </a:fld>
            <a:endParaRPr lang="en-CN"/>
          </a:p>
        </p:txBody>
      </p:sp>
    </p:spTree>
    <p:extLst>
      <p:ext uri="{BB962C8B-B14F-4D97-AF65-F5344CB8AC3E}">
        <p14:creationId xmlns:p14="http://schemas.microsoft.com/office/powerpoint/2010/main" val="1302657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37</a:t>
            </a:fld>
            <a:endParaRPr lang="en-CN"/>
          </a:p>
        </p:txBody>
      </p:sp>
    </p:spTree>
    <p:extLst>
      <p:ext uri="{BB962C8B-B14F-4D97-AF65-F5344CB8AC3E}">
        <p14:creationId xmlns:p14="http://schemas.microsoft.com/office/powerpoint/2010/main" val="29758739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40</a:t>
            </a:fld>
            <a:endParaRPr lang="en-CN"/>
          </a:p>
        </p:txBody>
      </p:sp>
    </p:spTree>
    <p:extLst>
      <p:ext uri="{BB962C8B-B14F-4D97-AF65-F5344CB8AC3E}">
        <p14:creationId xmlns:p14="http://schemas.microsoft.com/office/powerpoint/2010/main" val="2658887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43</a:t>
            </a:fld>
            <a:endParaRPr lang="en-CN"/>
          </a:p>
        </p:txBody>
      </p:sp>
    </p:spTree>
    <p:extLst>
      <p:ext uri="{BB962C8B-B14F-4D97-AF65-F5344CB8AC3E}">
        <p14:creationId xmlns:p14="http://schemas.microsoft.com/office/powerpoint/2010/main" val="29686619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44</a:t>
            </a:fld>
            <a:endParaRPr lang="en-CN"/>
          </a:p>
        </p:txBody>
      </p:sp>
    </p:spTree>
    <p:extLst>
      <p:ext uri="{BB962C8B-B14F-4D97-AF65-F5344CB8AC3E}">
        <p14:creationId xmlns:p14="http://schemas.microsoft.com/office/powerpoint/2010/main" val="15025020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45</a:t>
            </a:fld>
            <a:endParaRPr lang="en-CN"/>
          </a:p>
        </p:txBody>
      </p:sp>
    </p:spTree>
    <p:extLst>
      <p:ext uri="{BB962C8B-B14F-4D97-AF65-F5344CB8AC3E}">
        <p14:creationId xmlns:p14="http://schemas.microsoft.com/office/powerpoint/2010/main" val="4125706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46</a:t>
            </a:fld>
            <a:endParaRPr lang="en-CN"/>
          </a:p>
        </p:txBody>
      </p:sp>
    </p:spTree>
    <p:extLst>
      <p:ext uri="{BB962C8B-B14F-4D97-AF65-F5344CB8AC3E}">
        <p14:creationId xmlns:p14="http://schemas.microsoft.com/office/powerpoint/2010/main" val="34349296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47</a:t>
            </a:fld>
            <a:endParaRPr lang="en-CN"/>
          </a:p>
        </p:txBody>
      </p:sp>
    </p:spTree>
    <p:extLst>
      <p:ext uri="{BB962C8B-B14F-4D97-AF65-F5344CB8AC3E}">
        <p14:creationId xmlns:p14="http://schemas.microsoft.com/office/powerpoint/2010/main" val="16689140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48</a:t>
            </a:fld>
            <a:endParaRPr lang="en-CN"/>
          </a:p>
        </p:txBody>
      </p:sp>
    </p:spTree>
    <p:extLst>
      <p:ext uri="{BB962C8B-B14F-4D97-AF65-F5344CB8AC3E}">
        <p14:creationId xmlns:p14="http://schemas.microsoft.com/office/powerpoint/2010/main" val="6445389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49</a:t>
            </a:fld>
            <a:endParaRPr lang="en-CN"/>
          </a:p>
        </p:txBody>
      </p:sp>
    </p:spTree>
    <p:extLst>
      <p:ext uri="{BB962C8B-B14F-4D97-AF65-F5344CB8AC3E}">
        <p14:creationId xmlns:p14="http://schemas.microsoft.com/office/powerpoint/2010/main" val="18307848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50</a:t>
            </a:fld>
            <a:endParaRPr lang="en-CN"/>
          </a:p>
        </p:txBody>
      </p:sp>
    </p:spTree>
    <p:extLst>
      <p:ext uri="{BB962C8B-B14F-4D97-AF65-F5344CB8AC3E}">
        <p14:creationId xmlns:p14="http://schemas.microsoft.com/office/powerpoint/2010/main" val="28137089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51</a:t>
            </a:fld>
            <a:endParaRPr lang="en-CN"/>
          </a:p>
        </p:txBody>
      </p:sp>
    </p:spTree>
    <p:extLst>
      <p:ext uri="{BB962C8B-B14F-4D97-AF65-F5344CB8AC3E}">
        <p14:creationId xmlns:p14="http://schemas.microsoft.com/office/powerpoint/2010/main" val="38594480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52</a:t>
            </a:fld>
            <a:endParaRPr lang="en-CN"/>
          </a:p>
        </p:txBody>
      </p:sp>
    </p:spTree>
    <p:extLst>
      <p:ext uri="{BB962C8B-B14F-4D97-AF65-F5344CB8AC3E}">
        <p14:creationId xmlns:p14="http://schemas.microsoft.com/office/powerpoint/2010/main" val="26257939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53</a:t>
            </a:fld>
            <a:endParaRPr lang="en-CN"/>
          </a:p>
        </p:txBody>
      </p:sp>
    </p:spTree>
    <p:extLst>
      <p:ext uri="{BB962C8B-B14F-4D97-AF65-F5344CB8AC3E}">
        <p14:creationId xmlns:p14="http://schemas.microsoft.com/office/powerpoint/2010/main" val="42241659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54</a:t>
            </a:fld>
            <a:endParaRPr lang="en-CN"/>
          </a:p>
        </p:txBody>
      </p:sp>
    </p:spTree>
    <p:extLst>
      <p:ext uri="{BB962C8B-B14F-4D97-AF65-F5344CB8AC3E}">
        <p14:creationId xmlns:p14="http://schemas.microsoft.com/office/powerpoint/2010/main" val="36150835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55</a:t>
            </a:fld>
            <a:endParaRPr lang="en-CN"/>
          </a:p>
        </p:txBody>
      </p:sp>
    </p:spTree>
    <p:extLst>
      <p:ext uri="{BB962C8B-B14F-4D97-AF65-F5344CB8AC3E}">
        <p14:creationId xmlns:p14="http://schemas.microsoft.com/office/powerpoint/2010/main" val="38104717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56</a:t>
            </a:fld>
            <a:endParaRPr lang="en-CN"/>
          </a:p>
        </p:txBody>
      </p:sp>
    </p:spTree>
    <p:extLst>
      <p:ext uri="{BB962C8B-B14F-4D97-AF65-F5344CB8AC3E}">
        <p14:creationId xmlns:p14="http://schemas.microsoft.com/office/powerpoint/2010/main" val="20483912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57</a:t>
            </a:fld>
            <a:endParaRPr lang="en-CN"/>
          </a:p>
        </p:txBody>
      </p:sp>
    </p:spTree>
    <p:extLst>
      <p:ext uri="{BB962C8B-B14F-4D97-AF65-F5344CB8AC3E}">
        <p14:creationId xmlns:p14="http://schemas.microsoft.com/office/powerpoint/2010/main" val="22727101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58</a:t>
            </a:fld>
            <a:endParaRPr lang="en-CN"/>
          </a:p>
        </p:txBody>
      </p:sp>
    </p:spTree>
    <p:extLst>
      <p:ext uri="{BB962C8B-B14F-4D97-AF65-F5344CB8AC3E}">
        <p14:creationId xmlns:p14="http://schemas.microsoft.com/office/powerpoint/2010/main" val="36769610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59</a:t>
            </a:fld>
            <a:endParaRPr lang="en-CN"/>
          </a:p>
        </p:txBody>
      </p:sp>
    </p:spTree>
    <p:extLst>
      <p:ext uri="{BB962C8B-B14F-4D97-AF65-F5344CB8AC3E}">
        <p14:creationId xmlns:p14="http://schemas.microsoft.com/office/powerpoint/2010/main" val="29894411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60</a:t>
            </a:fld>
            <a:endParaRPr lang="en-CN"/>
          </a:p>
        </p:txBody>
      </p:sp>
    </p:spTree>
    <p:extLst>
      <p:ext uri="{BB962C8B-B14F-4D97-AF65-F5344CB8AC3E}">
        <p14:creationId xmlns:p14="http://schemas.microsoft.com/office/powerpoint/2010/main" val="42663069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61</a:t>
            </a:fld>
            <a:endParaRPr lang="en-CN"/>
          </a:p>
        </p:txBody>
      </p:sp>
    </p:spTree>
    <p:extLst>
      <p:ext uri="{BB962C8B-B14F-4D97-AF65-F5344CB8AC3E}">
        <p14:creationId xmlns:p14="http://schemas.microsoft.com/office/powerpoint/2010/main" val="12869814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63</a:t>
            </a:fld>
            <a:endParaRPr lang="en-CN"/>
          </a:p>
        </p:txBody>
      </p:sp>
    </p:spTree>
    <p:extLst>
      <p:ext uri="{BB962C8B-B14F-4D97-AF65-F5344CB8AC3E}">
        <p14:creationId xmlns:p14="http://schemas.microsoft.com/office/powerpoint/2010/main" val="14030481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64</a:t>
            </a:fld>
            <a:endParaRPr lang="en-CN"/>
          </a:p>
        </p:txBody>
      </p:sp>
    </p:spTree>
    <p:extLst>
      <p:ext uri="{BB962C8B-B14F-4D97-AF65-F5344CB8AC3E}">
        <p14:creationId xmlns:p14="http://schemas.microsoft.com/office/powerpoint/2010/main" val="13649629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65</a:t>
            </a:fld>
            <a:endParaRPr lang="en-CN"/>
          </a:p>
        </p:txBody>
      </p:sp>
    </p:spTree>
    <p:extLst>
      <p:ext uri="{BB962C8B-B14F-4D97-AF65-F5344CB8AC3E}">
        <p14:creationId xmlns:p14="http://schemas.microsoft.com/office/powerpoint/2010/main" val="31071755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66</a:t>
            </a:fld>
            <a:endParaRPr lang="en-CN"/>
          </a:p>
        </p:txBody>
      </p:sp>
    </p:spTree>
    <p:extLst>
      <p:ext uri="{BB962C8B-B14F-4D97-AF65-F5344CB8AC3E}">
        <p14:creationId xmlns:p14="http://schemas.microsoft.com/office/powerpoint/2010/main" val="324489216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67</a:t>
            </a:fld>
            <a:endParaRPr lang="en-CN"/>
          </a:p>
        </p:txBody>
      </p:sp>
    </p:spTree>
    <p:extLst>
      <p:ext uri="{BB962C8B-B14F-4D97-AF65-F5344CB8AC3E}">
        <p14:creationId xmlns:p14="http://schemas.microsoft.com/office/powerpoint/2010/main" val="10676563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68</a:t>
            </a:fld>
            <a:endParaRPr lang="en-CN"/>
          </a:p>
        </p:txBody>
      </p:sp>
    </p:spTree>
    <p:extLst>
      <p:ext uri="{BB962C8B-B14F-4D97-AF65-F5344CB8AC3E}">
        <p14:creationId xmlns:p14="http://schemas.microsoft.com/office/powerpoint/2010/main" val="658635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69</a:t>
            </a:fld>
            <a:endParaRPr lang="en-CN"/>
          </a:p>
        </p:txBody>
      </p:sp>
    </p:spTree>
    <p:extLst>
      <p:ext uri="{BB962C8B-B14F-4D97-AF65-F5344CB8AC3E}">
        <p14:creationId xmlns:p14="http://schemas.microsoft.com/office/powerpoint/2010/main" val="16715635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70</a:t>
            </a:fld>
            <a:endParaRPr lang="en-CN"/>
          </a:p>
        </p:txBody>
      </p:sp>
    </p:spTree>
    <p:extLst>
      <p:ext uri="{BB962C8B-B14F-4D97-AF65-F5344CB8AC3E}">
        <p14:creationId xmlns:p14="http://schemas.microsoft.com/office/powerpoint/2010/main" val="11557795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71</a:t>
            </a:fld>
            <a:endParaRPr lang="en-CN"/>
          </a:p>
        </p:txBody>
      </p:sp>
    </p:spTree>
    <p:extLst>
      <p:ext uri="{BB962C8B-B14F-4D97-AF65-F5344CB8AC3E}">
        <p14:creationId xmlns:p14="http://schemas.microsoft.com/office/powerpoint/2010/main" val="109213180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72</a:t>
            </a:fld>
            <a:endParaRPr lang="en-CN"/>
          </a:p>
        </p:txBody>
      </p:sp>
    </p:spTree>
    <p:extLst>
      <p:ext uri="{BB962C8B-B14F-4D97-AF65-F5344CB8AC3E}">
        <p14:creationId xmlns:p14="http://schemas.microsoft.com/office/powerpoint/2010/main" val="32793703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73</a:t>
            </a:fld>
            <a:endParaRPr lang="en-CN"/>
          </a:p>
        </p:txBody>
      </p:sp>
    </p:spTree>
    <p:extLst>
      <p:ext uri="{BB962C8B-B14F-4D97-AF65-F5344CB8AC3E}">
        <p14:creationId xmlns:p14="http://schemas.microsoft.com/office/powerpoint/2010/main" val="240666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74</a:t>
            </a:fld>
            <a:endParaRPr lang="en-CN"/>
          </a:p>
        </p:txBody>
      </p:sp>
    </p:spTree>
    <p:extLst>
      <p:ext uri="{BB962C8B-B14F-4D97-AF65-F5344CB8AC3E}">
        <p14:creationId xmlns:p14="http://schemas.microsoft.com/office/powerpoint/2010/main" val="15077253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75</a:t>
            </a:fld>
            <a:endParaRPr lang="en-CN"/>
          </a:p>
        </p:txBody>
      </p:sp>
    </p:spTree>
    <p:extLst>
      <p:ext uri="{BB962C8B-B14F-4D97-AF65-F5344CB8AC3E}">
        <p14:creationId xmlns:p14="http://schemas.microsoft.com/office/powerpoint/2010/main" val="7198851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77</a:t>
            </a:fld>
            <a:endParaRPr lang="en-CN"/>
          </a:p>
        </p:txBody>
      </p:sp>
    </p:spTree>
    <p:extLst>
      <p:ext uri="{BB962C8B-B14F-4D97-AF65-F5344CB8AC3E}">
        <p14:creationId xmlns:p14="http://schemas.microsoft.com/office/powerpoint/2010/main" val="140757935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78</a:t>
            </a:fld>
            <a:endParaRPr lang="en-CN"/>
          </a:p>
        </p:txBody>
      </p:sp>
    </p:spTree>
    <p:extLst>
      <p:ext uri="{BB962C8B-B14F-4D97-AF65-F5344CB8AC3E}">
        <p14:creationId xmlns:p14="http://schemas.microsoft.com/office/powerpoint/2010/main" val="11580444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79</a:t>
            </a:fld>
            <a:endParaRPr lang="en-CN"/>
          </a:p>
        </p:txBody>
      </p:sp>
    </p:spTree>
    <p:extLst>
      <p:ext uri="{BB962C8B-B14F-4D97-AF65-F5344CB8AC3E}">
        <p14:creationId xmlns:p14="http://schemas.microsoft.com/office/powerpoint/2010/main" val="350148856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80</a:t>
            </a:fld>
            <a:endParaRPr lang="en-CN"/>
          </a:p>
        </p:txBody>
      </p:sp>
    </p:spTree>
    <p:extLst>
      <p:ext uri="{BB962C8B-B14F-4D97-AF65-F5344CB8AC3E}">
        <p14:creationId xmlns:p14="http://schemas.microsoft.com/office/powerpoint/2010/main" val="401152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81</a:t>
            </a:fld>
            <a:endParaRPr lang="en-CN"/>
          </a:p>
        </p:txBody>
      </p:sp>
    </p:spTree>
    <p:extLst>
      <p:ext uri="{BB962C8B-B14F-4D97-AF65-F5344CB8AC3E}">
        <p14:creationId xmlns:p14="http://schemas.microsoft.com/office/powerpoint/2010/main" val="16030499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82</a:t>
            </a:fld>
            <a:endParaRPr lang="en-CN"/>
          </a:p>
        </p:txBody>
      </p:sp>
    </p:spTree>
    <p:extLst>
      <p:ext uri="{BB962C8B-B14F-4D97-AF65-F5344CB8AC3E}">
        <p14:creationId xmlns:p14="http://schemas.microsoft.com/office/powerpoint/2010/main" val="121703134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83</a:t>
            </a:fld>
            <a:endParaRPr lang="en-CN"/>
          </a:p>
        </p:txBody>
      </p:sp>
    </p:spTree>
    <p:extLst>
      <p:ext uri="{BB962C8B-B14F-4D97-AF65-F5344CB8AC3E}">
        <p14:creationId xmlns:p14="http://schemas.microsoft.com/office/powerpoint/2010/main" val="7148636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84</a:t>
            </a:fld>
            <a:endParaRPr lang="en-CN"/>
          </a:p>
        </p:txBody>
      </p:sp>
    </p:spTree>
    <p:extLst>
      <p:ext uri="{BB962C8B-B14F-4D97-AF65-F5344CB8AC3E}">
        <p14:creationId xmlns:p14="http://schemas.microsoft.com/office/powerpoint/2010/main" val="34804559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85</a:t>
            </a:fld>
            <a:endParaRPr lang="en-CN"/>
          </a:p>
        </p:txBody>
      </p:sp>
    </p:spTree>
    <p:extLst>
      <p:ext uri="{BB962C8B-B14F-4D97-AF65-F5344CB8AC3E}">
        <p14:creationId xmlns:p14="http://schemas.microsoft.com/office/powerpoint/2010/main" val="2552923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86</a:t>
            </a:fld>
            <a:endParaRPr lang="en-CN"/>
          </a:p>
        </p:txBody>
      </p:sp>
    </p:spTree>
    <p:extLst>
      <p:ext uri="{BB962C8B-B14F-4D97-AF65-F5344CB8AC3E}">
        <p14:creationId xmlns:p14="http://schemas.microsoft.com/office/powerpoint/2010/main" val="144179635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87</a:t>
            </a:fld>
            <a:endParaRPr lang="en-CN"/>
          </a:p>
        </p:txBody>
      </p:sp>
    </p:spTree>
    <p:extLst>
      <p:ext uri="{BB962C8B-B14F-4D97-AF65-F5344CB8AC3E}">
        <p14:creationId xmlns:p14="http://schemas.microsoft.com/office/powerpoint/2010/main" val="321707194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88</a:t>
            </a:fld>
            <a:endParaRPr lang="en-CN"/>
          </a:p>
        </p:txBody>
      </p:sp>
    </p:spTree>
    <p:extLst>
      <p:ext uri="{BB962C8B-B14F-4D97-AF65-F5344CB8AC3E}">
        <p14:creationId xmlns:p14="http://schemas.microsoft.com/office/powerpoint/2010/main" val="21296288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89</a:t>
            </a:fld>
            <a:endParaRPr lang="en-CN"/>
          </a:p>
        </p:txBody>
      </p:sp>
    </p:spTree>
    <p:extLst>
      <p:ext uri="{BB962C8B-B14F-4D97-AF65-F5344CB8AC3E}">
        <p14:creationId xmlns:p14="http://schemas.microsoft.com/office/powerpoint/2010/main" val="174940916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90</a:t>
            </a:fld>
            <a:endParaRPr lang="en-CN"/>
          </a:p>
        </p:txBody>
      </p:sp>
    </p:spTree>
    <p:extLst>
      <p:ext uri="{BB962C8B-B14F-4D97-AF65-F5344CB8AC3E}">
        <p14:creationId xmlns:p14="http://schemas.microsoft.com/office/powerpoint/2010/main" val="821447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91</a:t>
            </a:fld>
            <a:endParaRPr lang="en-CN"/>
          </a:p>
        </p:txBody>
      </p:sp>
    </p:spTree>
    <p:extLst>
      <p:ext uri="{BB962C8B-B14F-4D97-AF65-F5344CB8AC3E}">
        <p14:creationId xmlns:p14="http://schemas.microsoft.com/office/powerpoint/2010/main" val="103568738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92</a:t>
            </a:fld>
            <a:endParaRPr lang="en-CN"/>
          </a:p>
        </p:txBody>
      </p:sp>
    </p:spTree>
    <p:extLst>
      <p:ext uri="{BB962C8B-B14F-4D97-AF65-F5344CB8AC3E}">
        <p14:creationId xmlns:p14="http://schemas.microsoft.com/office/powerpoint/2010/main" val="146253299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93</a:t>
            </a:fld>
            <a:endParaRPr lang="en-CN"/>
          </a:p>
        </p:txBody>
      </p:sp>
    </p:spTree>
    <p:extLst>
      <p:ext uri="{BB962C8B-B14F-4D97-AF65-F5344CB8AC3E}">
        <p14:creationId xmlns:p14="http://schemas.microsoft.com/office/powerpoint/2010/main" val="351640902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94</a:t>
            </a:fld>
            <a:endParaRPr lang="en-CN"/>
          </a:p>
        </p:txBody>
      </p:sp>
    </p:spTree>
    <p:extLst>
      <p:ext uri="{BB962C8B-B14F-4D97-AF65-F5344CB8AC3E}">
        <p14:creationId xmlns:p14="http://schemas.microsoft.com/office/powerpoint/2010/main" val="387522338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95</a:t>
            </a:fld>
            <a:endParaRPr lang="en-CN"/>
          </a:p>
        </p:txBody>
      </p:sp>
    </p:spTree>
    <p:extLst>
      <p:ext uri="{BB962C8B-B14F-4D97-AF65-F5344CB8AC3E}">
        <p14:creationId xmlns:p14="http://schemas.microsoft.com/office/powerpoint/2010/main" val="400395869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96</a:t>
            </a:fld>
            <a:endParaRPr lang="en-CN"/>
          </a:p>
        </p:txBody>
      </p:sp>
    </p:spTree>
    <p:extLst>
      <p:ext uri="{BB962C8B-B14F-4D97-AF65-F5344CB8AC3E}">
        <p14:creationId xmlns:p14="http://schemas.microsoft.com/office/powerpoint/2010/main" val="174322513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97</a:t>
            </a:fld>
            <a:endParaRPr lang="en-CN"/>
          </a:p>
        </p:txBody>
      </p:sp>
    </p:spTree>
    <p:extLst>
      <p:ext uri="{BB962C8B-B14F-4D97-AF65-F5344CB8AC3E}">
        <p14:creationId xmlns:p14="http://schemas.microsoft.com/office/powerpoint/2010/main" val="42406005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98</a:t>
            </a:fld>
            <a:endParaRPr lang="en-CN"/>
          </a:p>
        </p:txBody>
      </p:sp>
    </p:spTree>
    <p:extLst>
      <p:ext uri="{BB962C8B-B14F-4D97-AF65-F5344CB8AC3E}">
        <p14:creationId xmlns:p14="http://schemas.microsoft.com/office/powerpoint/2010/main" val="75974602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99</a:t>
            </a:fld>
            <a:endParaRPr lang="en-CN"/>
          </a:p>
        </p:txBody>
      </p:sp>
    </p:spTree>
    <p:extLst>
      <p:ext uri="{BB962C8B-B14F-4D97-AF65-F5344CB8AC3E}">
        <p14:creationId xmlns:p14="http://schemas.microsoft.com/office/powerpoint/2010/main" val="27247582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100</a:t>
            </a:fld>
            <a:endParaRPr lang="en-CN"/>
          </a:p>
        </p:txBody>
      </p:sp>
    </p:spTree>
    <p:extLst>
      <p:ext uri="{BB962C8B-B14F-4D97-AF65-F5344CB8AC3E}">
        <p14:creationId xmlns:p14="http://schemas.microsoft.com/office/powerpoint/2010/main" val="230383954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101</a:t>
            </a:fld>
            <a:endParaRPr lang="en-CN"/>
          </a:p>
        </p:txBody>
      </p:sp>
    </p:spTree>
    <p:extLst>
      <p:ext uri="{BB962C8B-B14F-4D97-AF65-F5344CB8AC3E}">
        <p14:creationId xmlns:p14="http://schemas.microsoft.com/office/powerpoint/2010/main" val="333059576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102</a:t>
            </a:fld>
            <a:endParaRPr lang="en-CN"/>
          </a:p>
        </p:txBody>
      </p:sp>
    </p:spTree>
    <p:extLst>
      <p:ext uri="{BB962C8B-B14F-4D97-AF65-F5344CB8AC3E}">
        <p14:creationId xmlns:p14="http://schemas.microsoft.com/office/powerpoint/2010/main" val="14760464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104</a:t>
            </a:fld>
            <a:endParaRPr lang="en-CN"/>
          </a:p>
        </p:txBody>
      </p:sp>
    </p:spTree>
    <p:extLst>
      <p:ext uri="{BB962C8B-B14F-4D97-AF65-F5344CB8AC3E}">
        <p14:creationId xmlns:p14="http://schemas.microsoft.com/office/powerpoint/2010/main" val="263867050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105</a:t>
            </a:fld>
            <a:endParaRPr lang="en-CN"/>
          </a:p>
        </p:txBody>
      </p:sp>
    </p:spTree>
    <p:extLst>
      <p:ext uri="{BB962C8B-B14F-4D97-AF65-F5344CB8AC3E}">
        <p14:creationId xmlns:p14="http://schemas.microsoft.com/office/powerpoint/2010/main" val="88620564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106</a:t>
            </a:fld>
            <a:endParaRPr lang="en-CN"/>
          </a:p>
        </p:txBody>
      </p:sp>
    </p:spTree>
    <p:extLst>
      <p:ext uri="{BB962C8B-B14F-4D97-AF65-F5344CB8AC3E}">
        <p14:creationId xmlns:p14="http://schemas.microsoft.com/office/powerpoint/2010/main" val="29429297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109</a:t>
            </a:fld>
            <a:endParaRPr lang="en-CN"/>
          </a:p>
        </p:txBody>
      </p:sp>
    </p:spTree>
    <p:extLst>
      <p:ext uri="{BB962C8B-B14F-4D97-AF65-F5344CB8AC3E}">
        <p14:creationId xmlns:p14="http://schemas.microsoft.com/office/powerpoint/2010/main" val="243862029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112</a:t>
            </a:fld>
            <a:endParaRPr lang="en-CN"/>
          </a:p>
        </p:txBody>
      </p:sp>
    </p:spTree>
    <p:extLst>
      <p:ext uri="{BB962C8B-B14F-4D97-AF65-F5344CB8AC3E}">
        <p14:creationId xmlns:p14="http://schemas.microsoft.com/office/powerpoint/2010/main" val="170849457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113</a:t>
            </a:fld>
            <a:endParaRPr lang="en-CN"/>
          </a:p>
        </p:txBody>
      </p:sp>
    </p:spTree>
    <p:extLst>
      <p:ext uri="{BB962C8B-B14F-4D97-AF65-F5344CB8AC3E}">
        <p14:creationId xmlns:p14="http://schemas.microsoft.com/office/powerpoint/2010/main" val="396503420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114</a:t>
            </a:fld>
            <a:endParaRPr lang="en-CN"/>
          </a:p>
        </p:txBody>
      </p:sp>
    </p:spTree>
    <p:extLst>
      <p:ext uri="{BB962C8B-B14F-4D97-AF65-F5344CB8AC3E}">
        <p14:creationId xmlns:p14="http://schemas.microsoft.com/office/powerpoint/2010/main" val="50299333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115</a:t>
            </a:fld>
            <a:endParaRPr lang="en-CN"/>
          </a:p>
        </p:txBody>
      </p:sp>
    </p:spTree>
    <p:extLst>
      <p:ext uri="{BB962C8B-B14F-4D97-AF65-F5344CB8AC3E}">
        <p14:creationId xmlns:p14="http://schemas.microsoft.com/office/powerpoint/2010/main" val="75352393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116</a:t>
            </a:fld>
            <a:endParaRPr lang="en-CN"/>
          </a:p>
        </p:txBody>
      </p:sp>
    </p:spTree>
    <p:extLst>
      <p:ext uri="{BB962C8B-B14F-4D97-AF65-F5344CB8AC3E}">
        <p14:creationId xmlns:p14="http://schemas.microsoft.com/office/powerpoint/2010/main" val="23891147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117</a:t>
            </a:fld>
            <a:endParaRPr lang="en-CN"/>
          </a:p>
        </p:txBody>
      </p:sp>
    </p:spTree>
    <p:extLst>
      <p:ext uri="{BB962C8B-B14F-4D97-AF65-F5344CB8AC3E}">
        <p14:creationId xmlns:p14="http://schemas.microsoft.com/office/powerpoint/2010/main" val="17017597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118</a:t>
            </a:fld>
            <a:endParaRPr lang="en-CN"/>
          </a:p>
        </p:txBody>
      </p:sp>
    </p:spTree>
    <p:extLst>
      <p:ext uri="{BB962C8B-B14F-4D97-AF65-F5344CB8AC3E}">
        <p14:creationId xmlns:p14="http://schemas.microsoft.com/office/powerpoint/2010/main" val="6727506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119</a:t>
            </a:fld>
            <a:endParaRPr lang="en-CN"/>
          </a:p>
        </p:txBody>
      </p:sp>
    </p:spTree>
    <p:extLst>
      <p:ext uri="{BB962C8B-B14F-4D97-AF65-F5344CB8AC3E}">
        <p14:creationId xmlns:p14="http://schemas.microsoft.com/office/powerpoint/2010/main" val="100943780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121</a:t>
            </a:fld>
            <a:endParaRPr lang="en-CN"/>
          </a:p>
        </p:txBody>
      </p:sp>
    </p:spTree>
    <p:extLst>
      <p:ext uri="{BB962C8B-B14F-4D97-AF65-F5344CB8AC3E}">
        <p14:creationId xmlns:p14="http://schemas.microsoft.com/office/powerpoint/2010/main" val="167334772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122</a:t>
            </a:fld>
            <a:endParaRPr lang="en-CN"/>
          </a:p>
        </p:txBody>
      </p:sp>
    </p:spTree>
    <p:extLst>
      <p:ext uri="{BB962C8B-B14F-4D97-AF65-F5344CB8AC3E}">
        <p14:creationId xmlns:p14="http://schemas.microsoft.com/office/powerpoint/2010/main" val="23055160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123</a:t>
            </a:fld>
            <a:endParaRPr lang="en-CN"/>
          </a:p>
        </p:txBody>
      </p:sp>
    </p:spTree>
    <p:extLst>
      <p:ext uri="{BB962C8B-B14F-4D97-AF65-F5344CB8AC3E}">
        <p14:creationId xmlns:p14="http://schemas.microsoft.com/office/powerpoint/2010/main" val="392331143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124</a:t>
            </a:fld>
            <a:endParaRPr lang="en-CN"/>
          </a:p>
        </p:txBody>
      </p:sp>
    </p:spTree>
    <p:extLst>
      <p:ext uri="{BB962C8B-B14F-4D97-AF65-F5344CB8AC3E}">
        <p14:creationId xmlns:p14="http://schemas.microsoft.com/office/powerpoint/2010/main" val="294354506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125</a:t>
            </a:fld>
            <a:endParaRPr lang="en-CN"/>
          </a:p>
        </p:txBody>
      </p:sp>
    </p:spTree>
    <p:extLst>
      <p:ext uri="{BB962C8B-B14F-4D97-AF65-F5344CB8AC3E}">
        <p14:creationId xmlns:p14="http://schemas.microsoft.com/office/powerpoint/2010/main" val="105564526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126</a:t>
            </a:fld>
            <a:endParaRPr lang="en-CN"/>
          </a:p>
        </p:txBody>
      </p:sp>
    </p:spTree>
    <p:extLst>
      <p:ext uri="{BB962C8B-B14F-4D97-AF65-F5344CB8AC3E}">
        <p14:creationId xmlns:p14="http://schemas.microsoft.com/office/powerpoint/2010/main" val="170833600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127</a:t>
            </a:fld>
            <a:endParaRPr lang="en-CN"/>
          </a:p>
        </p:txBody>
      </p:sp>
    </p:spTree>
    <p:extLst>
      <p:ext uri="{BB962C8B-B14F-4D97-AF65-F5344CB8AC3E}">
        <p14:creationId xmlns:p14="http://schemas.microsoft.com/office/powerpoint/2010/main" val="344652551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128</a:t>
            </a:fld>
            <a:endParaRPr lang="en-CN"/>
          </a:p>
        </p:txBody>
      </p:sp>
    </p:spTree>
    <p:extLst>
      <p:ext uri="{BB962C8B-B14F-4D97-AF65-F5344CB8AC3E}">
        <p14:creationId xmlns:p14="http://schemas.microsoft.com/office/powerpoint/2010/main" val="401334949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129</a:t>
            </a:fld>
            <a:endParaRPr lang="en-CN"/>
          </a:p>
        </p:txBody>
      </p:sp>
    </p:spTree>
    <p:extLst>
      <p:ext uri="{BB962C8B-B14F-4D97-AF65-F5344CB8AC3E}">
        <p14:creationId xmlns:p14="http://schemas.microsoft.com/office/powerpoint/2010/main" val="414010996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130</a:t>
            </a:fld>
            <a:endParaRPr lang="en-CN"/>
          </a:p>
        </p:txBody>
      </p:sp>
    </p:spTree>
    <p:extLst>
      <p:ext uri="{BB962C8B-B14F-4D97-AF65-F5344CB8AC3E}">
        <p14:creationId xmlns:p14="http://schemas.microsoft.com/office/powerpoint/2010/main" val="300252725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131</a:t>
            </a:fld>
            <a:endParaRPr lang="en-CN"/>
          </a:p>
        </p:txBody>
      </p:sp>
    </p:spTree>
    <p:extLst>
      <p:ext uri="{BB962C8B-B14F-4D97-AF65-F5344CB8AC3E}">
        <p14:creationId xmlns:p14="http://schemas.microsoft.com/office/powerpoint/2010/main" val="259925725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132</a:t>
            </a:fld>
            <a:endParaRPr lang="en-CN"/>
          </a:p>
        </p:txBody>
      </p:sp>
    </p:spTree>
    <p:extLst>
      <p:ext uri="{BB962C8B-B14F-4D97-AF65-F5344CB8AC3E}">
        <p14:creationId xmlns:p14="http://schemas.microsoft.com/office/powerpoint/2010/main" val="285218699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133</a:t>
            </a:fld>
            <a:endParaRPr lang="en-CN"/>
          </a:p>
        </p:txBody>
      </p:sp>
    </p:spTree>
    <p:extLst>
      <p:ext uri="{BB962C8B-B14F-4D97-AF65-F5344CB8AC3E}">
        <p14:creationId xmlns:p14="http://schemas.microsoft.com/office/powerpoint/2010/main" val="203857946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134</a:t>
            </a:fld>
            <a:endParaRPr lang="en-CN"/>
          </a:p>
        </p:txBody>
      </p:sp>
    </p:spTree>
    <p:extLst>
      <p:ext uri="{BB962C8B-B14F-4D97-AF65-F5344CB8AC3E}">
        <p14:creationId xmlns:p14="http://schemas.microsoft.com/office/powerpoint/2010/main" val="202564907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135</a:t>
            </a:fld>
            <a:endParaRPr lang="en-CN"/>
          </a:p>
        </p:txBody>
      </p:sp>
    </p:spTree>
    <p:extLst>
      <p:ext uri="{BB962C8B-B14F-4D97-AF65-F5344CB8AC3E}">
        <p14:creationId xmlns:p14="http://schemas.microsoft.com/office/powerpoint/2010/main" val="260737910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136</a:t>
            </a:fld>
            <a:endParaRPr lang="en-CN"/>
          </a:p>
        </p:txBody>
      </p:sp>
    </p:spTree>
    <p:extLst>
      <p:ext uri="{BB962C8B-B14F-4D97-AF65-F5344CB8AC3E}">
        <p14:creationId xmlns:p14="http://schemas.microsoft.com/office/powerpoint/2010/main" val="208602106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137</a:t>
            </a:fld>
            <a:endParaRPr lang="en-CN"/>
          </a:p>
        </p:txBody>
      </p:sp>
    </p:spTree>
    <p:extLst>
      <p:ext uri="{BB962C8B-B14F-4D97-AF65-F5344CB8AC3E}">
        <p14:creationId xmlns:p14="http://schemas.microsoft.com/office/powerpoint/2010/main" val="27307221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138</a:t>
            </a:fld>
            <a:endParaRPr lang="en-CN"/>
          </a:p>
        </p:txBody>
      </p:sp>
    </p:spTree>
    <p:extLst>
      <p:ext uri="{BB962C8B-B14F-4D97-AF65-F5344CB8AC3E}">
        <p14:creationId xmlns:p14="http://schemas.microsoft.com/office/powerpoint/2010/main" val="357822679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139</a:t>
            </a:fld>
            <a:endParaRPr lang="en-CN"/>
          </a:p>
        </p:txBody>
      </p:sp>
    </p:spTree>
    <p:extLst>
      <p:ext uri="{BB962C8B-B14F-4D97-AF65-F5344CB8AC3E}">
        <p14:creationId xmlns:p14="http://schemas.microsoft.com/office/powerpoint/2010/main" val="75265040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140</a:t>
            </a:fld>
            <a:endParaRPr lang="en-CN"/>
          </a:p>
        </p:txBody>
      </p:sp>
    </p:spTree>
    <p:extLst>
      <p:ext uri="{BB962C8B-B14F-4D97-AF65-F5344CB8AC3E}">
        <p14:creationId xmlns:p14="http://schemas.microsoft.com/office/powerpoint/2010/main" val="213081587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141</a:t>
            </a:fld>
            <a:endParaRPr lang="en-CN"/>
          </a:p>
        </p:txBody>
      </p:sp>
    </p:spTree>
    <p:extLst>
      <p:ext uri="{BB962C8B-B14F-4D97-AF65-F5344CB8AC3E}">
        <p14:creationId xmlns:p14="http://schemas.microsoft.com/office/powerpoint/2010/main" val="99670332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142</a:t>
            </a:fld>
            <a:endParaRPr lang="en-CN"/>
          </a:p>
        </p:txBody>
      </p:sp>
    </p:spTree>
    <p:extLst>
      <p:ext uri="{BB962C8B-B14F-4D97-AF65-F5344CB8AC3E}">
        <p14:creationId xmlns:p14="http://schemas.microsoft.com/office/powerpoint/2010/main" val="216444280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144</a:t>
            </a:fld>
            <a:endParaRPr lang="en-CN"/>
          </a:p>
        </p:txBody>
      </p:sp>
    </p:spTree>
    <p:extLst>
      <p:ext uri="{BB962C8B-B14F-4D97-AF65-F5344CB8AC3E}">
        <p14:creationId xmlns:p14="http://schemas.microsoft.com/office/powerpoint/2010/main" val="365686555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145</a:t>
            </a:fld>
            <a:endParaRPr lang="en-CN"/>
          </a:p>
        </p:txBody>
      </p:sp>
    </p:spTree>
    <p:extLst>
      <p:ext uri="{BB962C8B-B14F-4D97-AF65-F5344CB8AC3E}">
        <p14:creationId xmlns:p14="http://schemas.microsoft.com/office/powerpoint/2010/main" val="333781917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146</a:t>
            </a:fld>
            <a:endParaRPr lang="en-CN"/>
          </a:p>
        </p:txBody>
      </p:sp>
    </p:spTree>
    <p:extLst>
      <p:ext uri="{BB962C8B-B14F-4D97-AF65-F5344CB8AC3E}">
        <p14:creationId xmlns:p14="http://schemas.microsoft.com/office/powerpoint/2010/main" val="242061694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147</a:t>
            </a:fld>
            <a:endParaRPr lang="en-CN"/>
          </a:p>
        </p:txBody>
      </p:sp>
    </p:spTree>
    <p:extLst>
      <p:ext uri="{BB962C8B-B14F-4D97-AF65-F5344CB8AC3E}">
        <p14:creationId xmlns:p14="http://schemas.microsoft.com/office/powerpoint/2010/main" val="151670286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148</a:t>
            </a:fld>
            <a:endParaRPr lang="en-CN"/>
          </a:p>
        </p:txBody>
      </p:sp>
    </p:spTree>
    <p:extLst>
      <p:ext uri="{BB962C8B-B14F-4D97-AF65-F5344CB8AC3E}">
        <p14:creationId xmlns:p14="http://schemas.microsoft.com/office/powerpoint/2010/main" val="304615336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149</a:t>
            </a:fld>
            <a:endParaRPr lang="en-CN"/>
          </a:p>
        </p:txBody>
      </p:sp>
    </p:spTree>
    <p:extLst>
      <p:ext uri="{BB962C8B-B14F-4D97-AF65-F5344CB8AC3E}">
        <p14:creationId xmlns:p14="http://schemas.microsoft.com/office/powerpoint/2010/main" val="137849746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150</a:t>
            </a:fld>
            <a:endParaRPr lang="en-CN"/>
          </a:p>
        </p:txBody>
      </p:sp>
    </p:spTree>
    <p:extLst>
      <p:ext uri="{BB962C8B-B14F-4D97-AF65-F5344CB8AC3E}">
        <p14:creationId xmlns:p14="http://schemas.microsoft.com/office/powerpoint/2010/main" val="114122812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151</a:t>
            </a:fld>
            <a:endParaRPr lang="en-CN"/>
          </a:p>
        </p:txBody>
      </p:sp>
    </p:spTree>
    <p:extLst>
      <p:ext uri="{BB962C8B-B14F-4D97-AF65-F5344CB8AC3E}">
        <p14:creationId xmlns:p14="http://schemas.microsoft.com/office/powerpoint/2010/main" val="76891680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152</a:t>
            </a:fld>
            <a:endParaRPr lang="en-CN"/>
          </a:p>
        </p:txBody>
      </p:sp>
    </p:spTree>
    <p:extLst>
      <p:ext uri="{BB962C8B-B14F-4D97-AF65-F5344CB8AC3E}">
        <p14:creationId xmlns:p14="http://schemas.microsoft.com/office/powerpoint/2010/main" val="296959953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153</a:t>
            </a:fld>
            <a:endParaRPr lang="en-CN"/>
          </a:p>
        </p:txBody>
      </p:sp>
    </p:spTree>
    <p:extLst>
      <p:ext uri="{BB962C8B-B14F-4D97-AF65-F5344CB8AC3E}">
        <p14:creationId xmlns:p14="http://schemas.microsoft.com/office/powerpoint/2010/main" val="31636341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154</a:t>
            </a:fld>
            <a:endParaRPr lang="en-CN"/>
          </a:p>
        </p:txBody>
      </p:sp>
    </p:spTree>
    <p:extLst>
      <p:ext uri="{BB962C8B-B14F-4D97-AF65-F5344CB8AC3E}">
        <p14:creationId xmlns:p14="http://schemas.microsoft.com/office/powerpoint/2010/main" val="328173402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155</a:t>
            </a:fld>
            <a:endParaRPr lang="en-CN"/>
          </a:p>
        </p:txBody>
      </p:sp>
    </p:spTree>
    <p:extLst>
      <p:ext uri="{BB962C8B-B14F-4D97-AF65-F5344CB8AC3E}">
        <p14:creationId xmlns:p14="http://schemas.microsoft.com/office/powerpoint/2010/main" val="280106822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156</a:t>
            </a:fld>
            <a:endParaRPr lang="en-CN"/>
          </a:p>
        </p:txBody>
      </p:sp>
    </p:spTree>
    <p:extLst>
      <p:ext uri="{BB962C8B-B14F-4D97-AF65-F5344CB8AC3E}">
        <p14:creationId xmlns:p14="http://schemas.microsoft.com/office/powerpoint/2010/main" val="123585123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157</a:t>
            </a:fld>
            <a:endParaRPr lang="en-CN"/>
          </a:p>
        </p:txBody>
      </p:sp>
    </p:spTree>
    <p:extLst>
      <p:ext uri="{BB962C8B-B14F-4D97-AF65-F5344CB8AC3E}">
        <p14:creationId xmlns:p14="http://schemas.microsoft.com/office/powerpoint/2010/main" val="124283660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158</a:t>
            </a:fld>
            <a:endParaRPr lang="en-CN"/>
          </a:p>
        </p:txBody>
      </p:sp>
    </p:spTree>
    <p:extLst>
      <p:ext uri="{BB962C8B-B14F-4D97-AF65-F5344CB8AC3E}">
        <p14:creationId xmlns:p14="http://schemas.microsoft.com/office/powerpoint/2010/main" val="259687044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159</a:t>
            </a:fld>
            <a:endParaRPr lang="en-CN"/>
          </a:p>
        </p:txBody>
      </p:sp>
    </p:spTree>
    <p:extLst>
      <p:ext uri="{BB962C8B-B14F-4D97-AF65-F5344CB8AC3E}">
        <p14:creationId xmlns:p14="http://schemas.microsoft.com/office/powerpoint/2010/main" val="4137359700"/>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160</a:t>
            </a:fld>
            <a:endParaRPr lang="en-CN"/>
          </a:p>
        </p:txBody>
      </p:sp>
    </p:spTree>
    <p:extLst>
      <p:ext uri="{BB962C8B-B14F-4D97-AF65-F5344CB8AC3E}">
        <p14:creationId xmlns:p14="http://schemas.microsoft.com/office/powerpoint/2010/main" val="64658925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162</a:t>
            </a:fld>
            <a:endParaRPr lang="en-CN"/>
          </a:p>
        </p:txBody>
      </p:sp>
    </p:spTree>
    <p:extLst>
      <p:ext uri="{BB962C8B-B14F-4D97-AF65-F5344CB8AC3E}">
        <p14:creationId xmlns:p14="http://schemas.microsoft.com/office/powerpoint/2010/main" val="153251062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163</a:t>
            </a:fld>
            <a:endParaRPr lang="en-CN"/>
          </a:p>
        </p:txBody>
      </p:sp>
    </p:spTree>
    <p:extLst>
      <p:ext uri="{BB962C8B-B14F-4D97-AF65-F5344CB8AC3E}">
        <p14:creationId xmlns:p14="http://schemas.microsoft.com/office/powerpoint/2010/main" val="342068632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164</a:t>
            </a:fld>
            <a:endParaRPr lang="en-CN"/>
          </a:p>
        </p:txBody>
      </p:sp>
    </p:spTree>
    <p:extLst>
      <p:ext uri="{BB962C8B-B14F-4D97-AF65-F5344CB8AC3E}">
        <p14:creationId xmlns:p14="http://schemas.microsoft.com/office/powerpoint/2010/main" val="367882364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165</a:t>
            </a:fld>
            <a:endParaRPr lang="en-CN"/>
          </a:p>
        </p:txBody>
      </p:sp>
    </p:spTree>
    <p:extLst>
      <p:ext uri="{BB962C8B-B14F-4D97-AF65-F5344CB8AC3E}">
        <p14:creationId xmlns:p14="http://schemas.microsoft.com/office/powerpoint/2010/main" val="139354724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166</a:t>
            </a:fld>
            <a:endParaRPr lang="en-CN"/>
          </a:p>
        </p:txBody>
      </p:sp>
    </p:spTree>
    <p:extLst>
      <p:ext uri="{BB962C8B-B14F-4D97-AF65-F5344CB8AC3E}">
        <p14:creationId xmlns:p14="http://schemas.microsoft.com/office/powerpoint/2010/main" val="312574122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167</a:t>
            </a:fld>
            <a:endParaRPr lang="en-CN"/>
          </a:p>
        </p:txBody>
      </p:sp>
    </p:spTree>
    <p:extLst>
      <p:ext uri="{BB962C8B-B14F-4D97-AF65-F5344CB8AC3E}">
        <p14:creationId xmlns:p14="http://schemas.microsoft.com/office/powerpoint/2010/main" val="335344512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168</a:t>
            </a:fld>
            <a:endParaRPr lang="en-CN"/>
          </a:p>
        </p:txBody>
      </p:sp>
    </p:spTree>
    <p:extLst>
      <p:ext uri="{BB962C8B-B14F-4D97-AF65-F5344CB8AC3E}">
        <p14:creationId xmlns:p14="http://schemas.microsoft.com/office/powerpoint/2010/main" val="414870446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169</a:t>
            </a:fld>
            <a:endParaRPr lang="en-CN"/>
          </a:p>
        </p:txBody>
      </p:sp>
    </p:spTree>
    <p:extLst>
      <p:ext uri="{BB962C8B-B14F-4D97-AF65-F5344CB8AC3E}">
        <p14:creationId xmlns:p14="http://schemas.microsoft.com/office/powerpoint/2010/main" val="380702597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170</a:t>
            </a:fld>
            <a:endParaRPr lang="en-CN"/>
          </a:p>
        </p:txBody>
      </p:sp>
    </p:spTree>
    <p:extLst>
      <p:ext uri="{BB962C8B-B14F-4D97-AF65-F5344CB8AC3E}">
        <p14:creationId xmlns:p14="http://schemas.microsoft.com/office/powerpoint/2010/main" val="29951890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172</a:t>
            </a:fld>
            <a:endParaRPr lang="en-CN"/>
          </a:p>
        </p:txBody>
      </p:sp>
    </p:spTree>
    <p:extLst>
      <p:ext uri="{BB962C8B-B14F-4D97-AF65-F5344CB8AC3E}">
        <p14:creationId xmlns:p14="http://schemas.microsoft.com/office/powerpoint/2010/main" val="242851766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173</a:t>
            </a:fld>
            <a:endParaRPr lang="en-CN"/>
          </a:p>
        </p:txBody>
      </p:sp>
    </p:spTree>
    <p:extLst>
      <p:ext uri="{BB962C8B-B14F-4D97-AF65-F5344CB8AC3E}">
        <p14:creationId xmlns:p14="http://schemas.microsoft.com/office/powerpoint/2010/main" val="505103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ADBF7563-6CD6-3F47-A096-77E1073F2599}"/>
              </a:ext>
            </a:extLst>
          </p:cNvPr>
          <p:cNvSpPr>
            <a:spLocks noGrp="1" noChangeArrowheads="1"/>
          </p:cNvSpPr>
          <p:nvPr>
            <p:ph type="dt" sz="half" idx="10"/>
          </p:nvPr>
        </p:nvSpPr>
        <p:spPr>
          <a:ln/>
        </p:spPr>
        <p:txBody>
          <a:bodyPr/>
          <a:lstStyle>
            <a:lvl1pPr>
              <a:defRPr/>
            </a:lvl1pPr>
          </a:lstStyle>
          <a:p>
            <a:pPr>
              <a:defRPr/>
            </a:pPr>
            <a:fld id="{2F9D6548-A377-0642-9732-133CE58A2113}" type="datetime1">
              <a:rPr lang="en-US" altLang="zh-CN" smtClean="0"/>
              <a:t>4/21/26</a:t>
            </a:fld>
            <a:endParaRPr lang="zh-CN" altLang="en-US"/>
          </a:p>
        </p:txBody>
      </p:sp>
      <p:sp>
        <p:nvSpPr>
          <p:cNvPr id="5" name="页脚占位符 4">
            <a:extLst>
              <a:ext uri="{FF2B5EF4-FFF2-40B4-BE49-F238E27FC236}">
                <a16:creationId xmlns:a16="http://schemas.microsoft.com/office/drawing/2014/main" id="{DB148119-8B83-7647-8B73-20FA847AC82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2B47078-B4A1-ED4F-BE7C-057CBBF2D2B3}"/>
              </a:ext>
            </a:extLst>
          </p:cNvPr>
          <p:cNvSpPr>
            <a:spLocks noGrp="1" noChangeArrowheads="1"/>
          </p:cNvSpPr>
          <p:nvPr>
            <p:ph type="sldNum" sz="quarter" idx="12"/>
          </p:nvPr>
        </p:nvSpPr>
        <p:spPr>
          <a:ln/>
        </p:spPr>
        <p:txBody>
          <a:bodyPr/>
          <a:lstStyle>
            <a:lvl1pPr>
              <a:defRPr/>
            </a:lvl1pPr>
          </a:lstStyle>
          <a:p>
            <a:fld id="{72A03926-2D3D-8649-9DE1-76B3DE7A464C}" type="slidenum">
              <a:rPr lang="zh-CN" altLang="en-US"/>
              <a:pPr/>
              <a:t>‹#›</a:t>
            </a:fld>
            <a:endParaRPr lang="zh-CN" altLang="en-US"/>
          </a:p>
        </p:txBody>
      </p:sp>
    </p:spTree>
    <p:extLst>
      <p:ext uri="{BB962C8B-B14F-4D97-AF65-F5344CB8AC3E}">
        <p14:creationId xmlns:p14="http://schemas.microsoft.com/office/powerpoint/2010/main" val="3633558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517DA1D-75DC-EF42-805E-D9469453CFED}"/>
              </a:ext>
            </a:extLst>
          </p:cNvPr>
          <p:cNvSpPr>
            <a:spLocks noGrp="1" noChangeArrowheads="1"/>
          </p:cNvSpPr>
          <p:nvPr>
            <p:ph type="dt" sz="half" idx="10"/>
          </p:nvPr>
        </p:nvSpPr>
        <p:spPr>
          <a:ln/>
        </p:spPr>
        <p:txBody>
          <a:bodyPr/>
          <a:lstStyle>
            <a:lvl1pPr>
              <a:defRPr/>
            </a:lvl1pPr>
          </a:lstStyle>
          <a:p>
            <a:pPr>
              <a:defRPr/>
            </a:pPr>
            <a:fld id="{F2A9AFDC-8897-534B-9042-A9903DD5925D}" type="datetime1">
              <a:rPr lang="en-US" altLang="zh-CN" smtClean="0"/>
              <a:t>4/21/26</a:t>
            </a:fld>
            <a:endParaRPr lang="zh-CN" altLang="en-US"/>
          </a:p>
        </p:txBody>
      </p:sp>
      <p:sp>
        <p:nvSpPr>
          <p:cNvPr id="5" name="页脚占位符 4">
            <a:extLst>
              <a:ext uri="{FF2B5EF4-FFF2-40B4-BE49-F238E27FC236}">
                <a16:creationId xmlns:a16="http://schemas.microsoft.com/office/drawing/2014/main" id="{57E5C17B-4E62-3046-B817-39608306F1A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7F9F225-302D-CB48-9B15-42268B896928}"/>
              </a:ext>
            </a:extLst>
          </p:cNvPr>
          <p:cNvSpPr>
            <a:spLocks noGrp="1" noChangeArrowheads="1"/>
          </p:cNvSpPr>
          <p:nvPr>
            <p:ph type="sldNum" sz="quarter" idx="12"/>
          </p:nvPr>
        </p:nvSpPr>
        <p:spPr>
          <a:ln/>
        </p:spPr>
        <p:txBody>
          <a:bodyPr/>
          <a:lstStyle>
            <a:lvl1pPr>
              <a:defRPr/>
            </a:lvl1pPr>
          </a:lstStyle>
          <a:p>
            <a:fld id="{E74D8006-14BB-0648-A43F-D7243B587716}" type="slidenum">
              <a:rPr lang="zh-CN" altLang="en-US"/>
              <a:pPr/>
              <a:t>‹#›</a:t>
            </a:fld>
            <a:endParaRPr lang="zh-CN" altLang="en-US"/>
          </a:p>
        </p:txBody>
      </p:sp>
    </p:spTree>
    <p:extLst>
      <p:ext uri="{BB962C8B-B14F-4D97-AF65-F5344CB8AC3E}">
        <p14:creationId xmlns:p14="http://schemas.microsoft.com/office/powerpoint/2010/main" val="1606294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81B8900-94F0-8E49-BBDA-F8DEC3E80DE9}"/>
              </a:ext>
            </a:extLst>
          </p:cNvPr>
          <p:cNvSpPr>
            <a:spLocks noGrp="1" noChangeArrowheads="1"/>
          </p:cNvSpPr>
          <p:nvPr>
            <p:ph type="dt" sz="half" idx="10"/>
          </p:nvPr>
        </p:nvSpPr>
        <p:spPr>
          <a:ln/>
        </p:spPr>
        <p:txBody>
          <a:bodyPr/>
          <a:lstStyle>
            <a:lvl1pPr>
              <a:defRPr/>
            </a:lvl1pPr>
          </a:lstStyle>
          <a:p>
            <a:pPr>
              <a:defRPr/>
            </a:pPr>
            <a:fld id="{F75FFCDA-732B-FE47-A130-C9265F312197}" type="datetime1">
              <a:rPr lang="en-US" altLang="zh-CN" smtClean="0"/>
              <a:t>4/21/26</a:t>
            </a:fld>
            <a:endParaRPr lang="zh-CN" altLang="en-US"/>
          </a:p>
        </p:txBody>
      </p:sp>
      <p:sp>
        <p:nvSpPr>
          <p:cNvPr id="5" name="页脚占位符 4">
            <a:extLst>
              <a:ext uri="{FF2B5EF4-FFF2-40B4-BE49-F238E27FC236}">
                <a16:creationId xmlns:a16="http://schemas.microsoft.com/office/drawing/2014/main" id="{485C3545-B565-7B42-A001-5D7C43FFC41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5CBF260-ABFD-EC44-816E-FA0F9387CFB7}"/>
              </a:ext>
            </a:extLst>
          </p:cNvPr>
          <p:cNvSpPr>
            <a:spLocks noGrp="1" noChangeArrowheads="1"/>
          </p:cNvSpPr>
          <p:nvPr>
            <p:ph type="sldNum" sz="quarter" idx="12"/>
          </p:nvPr>
        </p:nvSpPr>
        <p:spPr>
          <a:ln/>
        </p:spPr>
        <p:txBody>
          <a:bodyPr/>
          <a:lstStyle>
            <a:lvl1pPr>
              <a:defRPr/>
            </a:lvl1pPr>
          </a:lstStyle>
          <a:p>
            <a:fld id="{17989D03-DD97-8049-9D55-4975FEBA898C}" type="slidenum">
              <a:rPr lang="zh-CN" altLang="en-US"/>
              <a:pPr/>
              <a:t>‹#›</a:t>
            </a:fld>
            <a:endParaRPr lang="zh-CN" altLang="en-US"/>
          </a:p>
        </p:txBody>
      </p:sp>
    </p:spTree>
    <p:extLst>
      <p:ext uri="{BB962C8B-B14F-4D97-AF65-F5344CB8AC3E}">
        <p14:creationId xmlns:p14="http://schemas.microsoft.com/office/powerpoint/2010/main" val="3500163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812A1AFC-34D8-C34B-BD97-F89FDE0A2D3B}"/>
              </a:ext>
            </a:extLst>
          </p:cNvPr>
          <p:cNvSpPr>
            <a:spLocks noGrp="1" noChangeArrowheads="1"/>
          </p:cNvSpPr>
          <p:nvPr>
            <p:ph type="dt" sz="half" idx="10"/>
          </p:nvPr>
        </p:nvSpPr>
        <p:spPr>
          <a:ln/>
        </p:spPr>
        <p:txBody>
          <a:bodyPr/>
          <a:lstStyle>
            <a:lvl1pPr>
              <a:defRPr/>
            </a:lvl1pPr>
          </a:lstStyle>
          <a:p>
            <a:pPr>
              <a:defRPr/>
            </a:pPr>
            <a:fld id="{D0EDCBCC-3FCB-2343-8635-E38FB7C9553F}" type="datetime1">
              <a:rPr lang="en-US" altLang="zh-CN" smtClean="0"/>
              <a:t>4/21/26</a:t>
            </a:fld>
            <a:endParaRPr lang="zh-CN" altLang="en-US"/>
          </a:p>
        </p:txBody>
      </p:sp>
      <p:sp>
        <p:nvSpPr>
          <p:cNvPr id="6" name="页脚占位符 4">
            <a:extLst>
              <a:ext uri="{FF2B5EF4-FFF2-40B4-BE49-F238E27FC236}">
                <a16:creationId xmlns:a16="http://schemas.microsoft.com/office/drawing/2014/main" id="{74775262-3447-3D40-95CC-F0BD6C3D3C6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BE7B8D9-968F-6345-A4AE-91010A12EDC7}"/>
              </a:ext>
            </a:extLst>
          </p:cNvPr>
          <p:cNvSpPr>
            <a:spLocks noGrp="1" noChangeArrowheads="1"/>
          </p:cNvSpPr>
          <p:nvPr>
            <p:ph type="sldNum" sz="quarter" idx="12"/>
          </p:nvPr>
        </p:nvSpPr>
        <p:spPr>
          <a:ln/>
        </p:spPr>
        <p:txBody>
          <a:bodyPr/>
          <a:lstStyle>
            <a:lvl1pPr>
              <a:defRPr/>
            </a:lvl1pPr>
          </a:lstStyle>
          <a:p>
            <a:fld id="{040E4EB8-4934-414E-B197-F0F2E0D616E1}" type="slidenum">
              <a:rPr lang="zh-CN" altLang="en-US"/>
              <a:pPr/>
              <a:t>‹#›</a:t>
            </a:fld>
            <a:endParaRPr lang="zh-CN" altLang="en-US"/>
          </a:p>
        </p:txBody>
      </p:sp>
    </p:spTree>
    <p:extLst>
      <p:ext uri="{BB962C8B-B14F-4D97-AF65-F5344CB8AC3E}">
        <p14:creationId xmlns:p14="http://schemas.microsoft.com/office/powerpoint/2010/main" val="411551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F7EB0947-DE14-5F43-A87F-4A9E1DB4EDBA}"/>
              </a:ext>
            </a:extLst>
          </p:cNvPr>
          <p:cNvSpPr>
            <a:spLocks noGrp="1" noChangeArrowheads="1"/>
          </p:cNvSpPr>
          <p:nvPr>
            <p:ph type="dt" sz="half" idx="10"/>
          </p:nvPr>
        </p:nvSpPr>
        <p:spPr>
          <a:ln/>
        </p:spPr>
        <p:txBody>
          <a:bodyPr/>
          <a:lstStyle>
            <a:lvl1pPr>
              <a:defRPr/>
            </a:lvl1pPr>
          </a:lstStyle>
          <a:p>
            <a:pPr>
              <a:defRPr/>
            </a:pPr>
            <a:fld id="{456A9DFF-A6C9-0745-87F6-732C9D0CE1DB}" type="datetime1">
              <a:rPr lang="en-US" altLang="zh-CN" smtClean="0"/>
              <a:t>4/21/26</a:t>
            </a:fld>
            <a:endParaRPr lang="zh-CN" altLang="en-US"/>
          </a:p>
        </p:txBody>
      </p:sp>
      <p:sp>
        <p:nvSpPr>
          <p:cNvPr id="8" name="页脚占位符 4">
            <a:extLst>
              <a:ext uri="{FF2B5EF4-FFF2-40B4-BE49-F238E27FC236}">
                <a16:creationId xmlns:a16="http://schemas.microsoft.com/office/drawing/2014/main" id="{A1E935A2-B697-3640-A456-F6EB51C6251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6960F591-0C0E-A543-AD13-5EBCFE294462}"/>
              </a:ext>
            </a:extLst>
          </p:cNvPr>
          <p:cNvSpPr>
            <a:spLocks noGrp="1" noChangeArrowheads="1"/>
          </p:cNvSpPr>
          <p:nvPr>
            <p:ph type="sldNum" sz="quarter" idx="12"/>
          </p:nvPr>
        </p:nvSpPr>
        <p:spPr>
          <a:ln/>
        </p:spPr>
        <p:txBody>
          <a:bodyPr/>
          <a:lstStyle>
            <a:lvl1pPr>
              <a:defRPr/>
            </a:lvl1pPr>
          </a:lstStyle>
          <a:p>
            <a:fld id="{6D8E8C95-B019-8C41-9E59-DE2F28585849}" type="slidenum">
              <a:rPr lang="zh-CN" altLang="en-US"/>
              <a:pPr/>
              <a:t>‹#›</a:t>
            </a:fld>
            <a:endParaRPr lang="zh-CN" altLang="en-US"/>
          </a:p>
        </p:txBody>
      </p:sp>
    </p:spTree>
    <p:extLst>
      <p:ext uri="{BB962C8B-B14F-4D97-AF65-F5344CB8AC3E}">
        <p14:creationId xmlns:p14="http://schemas.microsoft.com/office/powerpoint/2010/main" val="2897308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E8C7713D-AB40-2B4A-9FED-BBF12C7C7719}"/>
              </a:ext>
            </a:extLst>
          </p:cNvPr>
          <p:cNvSpPr>
            <a:spLocks noGrp="1" noChangeArrowheads="1"/>
          </p:cNvSpPr>
          <p:nvPr>
            <p:ph type="dt" sz="half" idx="10"/>
          </p:nvPr>
        </p:nvSpPr>
        <p:spPr>
          <a:ln/>
        </p:spPr>
        <p:txBody>
          <a:bodyPr/>
          <a:lstStyle>
            <a:lvl1pPr>
              <a:defRPr/>
            </a:lvl1pPr>
          </a:lstStyle>
          <a:p>
            <a:pPr>
              <a:defRPr/>
            </a:pPr>
            <a:fld id="{A9725522-6CAD-4C47-B136-AF04BA4C01FE}" type="datetime1">
              <a:rPr lang="en-US" altLang="zh-CN" smtClean="0"/>
              <a:t>4/21/26</a:t>
            </a:fld>
            <a:endParaRPr lang="zh-CN" altLang="en-US"/>
          </a:p>
        </p:txBody>
      </p:sp>
      <p:sp>
        <p:nvSpPr>
          <p:cNvPr id="4" name="页脚占位符 4">
            <a:extLst>
              <a:ext uri="{FF2B5EF4-FFF2-40B4-BE49-F238E27FC236}">
                <a16:creationId xmlns:a16="http://schemas.microsoft.com/office/drawing/2014/main" id="{DFF65AC9-8501-A144-872A-C0CF3DF93E8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D4390ECE-799A-C442-8D58-CA0E55EE1BB5}"/>
              </a:ext>
            </a:extLst>
          </p:cNvPr>
          <p:cNvSpPr>
            <a:spLocks noGrp="1" noChangeArrowheads="1"/>
          </p:cNvSpPr>
          <p:nvPr>
            <p:ph type="sldNum" sz="quarter" idx="12"/>
          </p:nvPr>
        </p:nvSpPr>
        <p:spPr>
          <a:ln/>
        </p:spPr>
        <p:txBody>
          <a:bodyPr/>
          <a:lstStyle>
            <a:lvl1pPr>
              <a:defRPr/>
            </a:lvl1pPr>
          </a:lstStyle>
          <a:p>
            <a:fld id="{D160C5BD-68D0-CE43-95D0-1D11858CC9DB}" type="slidenum">
              <a:rPr lang="zh-CN" altLang="en-US"/>
              <a:pPr/>
              <a:t>‹#›</a:t>
            </a:fld>
            <a:endParaRPr lang="zh-CN" altLang="en-US"/>
          </a:p>
        </p:txBody>
      </p:sp>
    </p:spTree>
    <p:extLst>
      <p:ext uri="{BB962C8B-B14F-4D97-AF65-F5344CB8AC3E}">
        <p14:creationId xmlns:p14="http://schemas.microsoft.com/office/powerpoint/2010/main" val="1968658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88FBE7C-31CC-AD4F-98C2-739F16B20B5A}"/>
              </a:ext>
            </a:extLst>
          </p:cNvPr>
          <p:cNvSpPr>
            <a:spLocks noGrp="1" noChangeArrowheads="1"/>
          </p:cNvSpPr>
          <p:nvPr>
            <p:ph type="dt" sz="half" idx="10"/>
          </p:nvPr>
        </p:nvSpPr>
        <p:spPr>
          <a:ln/>
        </p:spPr>
        <p:txBody>
          <a:bodyPr/>
          <a:lstStyle>
            <a:lvl1pPr>
              <a:defRPr/>
            </a:lvl1pPr>
          </a:lstStyle>
          <a:p>
            <a:pPr>
              <a:defRPr/>
            </a:pPr>
            <a:fld id="{4D38165D-90BA-354E-92A2-D9ABE7B2BA38}" type="datetime1">
              <a:rPr lang="en-US" altLang="zh-CN" smtClean="0"/>
              <a:t>4/21/26</a:t>
            </a:fld>
            <a:endParaRPr lang="zh-CN" altLang="en-US"/>
          </a:p>
        </p:txBody>
      </p:sp>
      <p:sp>
        <p:nvSpPr>
          <p:cNvPr id="3" name="页脚占位符 4">
            <a:extLst>
              <a:ext uri="{FF2B5EF4-FFF2-40B4-BE49-F238E27FC236}">
                <a16:creationId xmlns:a16="http://schemas.microsoft.com/office/drawing/2014/main" id="{1795CD90-74D2-6D42-A8B7-C8D956E61FF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BC58CF0E-870C-9947-9DBD-0DFD75AB7443}"/>
              </a:ext>
            </a:extLst>
          </p:cNvPr>
          <p:cNvSpPr>
            <a:spLocks noGrp="1" noChangeArrowheads="1"/>
          </p:cNvSpPr>
          <p:nvPr>
            <p:ph type="sldNum" sz="quarter" idx="12"/>
          </p:nvPr>
        </p:nvSpPr>
        <p:spPr>
          <a:ln/>
        </p:spPr>
        <p:txBody>
          <a:bodyPr/>
          <a:lstStyle>
            <a:lvl1pPr>
              <a:defRPr/>
            </a:lvl1pPr>
          </a:lstStyle>
          <a:p>
            <a:fld id="{465717F2-DE62-A445-9F03-50055757659A}" type="slidenum">
              <a:rPr lang="zh-CN" altLang="en-US"/>
              <a:pPr/>
              <a:t>‹#›</a:t>
            </a:fld>
            <a:endParaRPr lang="zh-CN" altLang="en-US"/>
          </a:p>
        </p:txBody>
      </p:sp>
    </p:spTree>
    <p:extLst>
      <p:ext uri="{BB962C8B-B14F-4D97-AF65-F5344CB8AC3E}">
        <p14:creationId xmlns:p14="http://schemas.microsoft.com/office/powerpoint/2010/main" val="4022933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1C7FDB-2FDA-C892-EA80-5BC38C88F4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92000" cy="6858001"/>
          </a:xfrm>
          <a:prstGeom prst="rect">
            <a:avLst/>
          </a:prstGeom>
        </p:spPr>
      </p:pic>
      <p:sp>
        <p:nvSpPr>
          <p:cNvPr id="2" name="日期占位符 3">
            <a:extLst>
              <a:ext uri="{FF2B5EF4-FFF2-40B4-BE49-F238E27FC236}">
                <a16:creationId xmlns:a16="http://schemas.microsoft.com/office/drawing/2014/main" id="{388FBE7C-31CC-AD4F-98C2-739F16B20B5A}"/>
              </a:ext>
            </a:extLst>
          </p:cNvPr>
          <p:cNvSpPr>
            <a:spLocks noGrp="1" noChangeArrowheads="1"/>
          </p:cNvSpPr>
          <p:nvPr>
            <p:ph type="dt" sz="half" idx="10"/>
          </p:nvPr>
        </p:nvSpPr>
        <p:spPr>
          <a:ln/>
        </p:spPr>
        <p:txBody>
          <a:bodyPr/>
          <a:lstStyle>
            <a:lvl1pPr>
              <a:defRPr/>
            </a:lvl1pPr>
          </a:lstStyle>
          <a:p>
            <a:pPr>
              <a:defRPr/>
            </a:pPr>
            <a:fld id="{4D38165D-90BA-354E-92A2-D9ABE7B2BA38}" type="datetime1">
              <a:rPr lang="en-US" altLang="zh-CN" smtClean="0"/>
              <a:t>4/21/26</a:t>
            </a:fld>
            <a:endParaRPr lang="zh-CN" altLang="en-US"/>
          </a:p>
        </p:txBody>
      </p:sp>
      <p:sp>
        <p:nvSpPr>
          <p:cNvPr id="3" name="页脚占位符 4">
            <a:extLst>
              <a:ext uri="{FF2B5EF4-FFF2-40B4-BE49-F238E27FC236}">
                <a16:creationId xmlns:a16="http://schemas.microsoft.com/office/drawing/2014/main" id="{1795CD90-74D2-6D42-A8B7-C8D956E61FF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BC58CF0E-870C-9947-9DBD-0DFD75AB7443}"/>
              </a:ext>
            </a:extLst>
          </p:cNvPr>
          <p:cNvSpPr>
            <a:spLocks noGrp="1" noChangeArrowheads="1"/>
          </p:cNvSpPr>
          <p:nvPr>
            <p:ph type="sldNum" sz="quarter" idx="12"/>
          </p:nvPr>
        </p:nvSpPr>
        <p:spPr>
          <a:ln/>
        </p:spPr>
        <p:txBody>
          <a:bodyPr/>
          <a:lstStyle>
            <a:lvl1pPr>
              <a:defRPr/>
            </a:lvl1pPr>
          </a:lstStyle>
          <a:p>
            <a:fld id="{465717F2-DE62-A445-9F03-50055757659A}" type="slidenum">
              <a:rPr lang="zh-CN" altLang="en-US"/>
              <a:pPr/>
              <a:t>‹#›</a:t>
            </a:fld>
            <a:endParaRPr lang="zh-CN" altLang="en-US"/>
          </a:p>
        </p:txBody>
      </p:sp>
    </p:spTree>
    <p:extLst>
      <p:ext uri="{BB962C8B-B14F-4D97-AF65-F5344CB8AC3E}">
        <p14:creationId xmlns:p14="http://schemas.microsoft.com/office/powerpoint/2010/main" val="2300696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E7DC3DBD-E9C9-134B-B465-45E3BC9C647C}"/>
              </a:ext>
            </a:extLst>
          </p:cNvPr>
          <p:cNvSpPr>
            <a:spLocks noGrp="1" noChangeArrowheads="1"/>
          </p:cNvSpPr>
          <p:nvPr>
            <p:ph type="dt" sz="half" idx="10"/>
          </p:nvPr>
        </p:nvSpPr>
        <p:spPr>
          <a:ln/>
        </p:spPr>
        <p:txBody>
          <a:bodyPr/>
          <a:lstStyle>
            <a:lvl1pPr>
              <a:defRPr/>
            </a:lvl1pPr>
          </a:lstStyle>
          <a:p>
            <a:pPr>
              <a:defRPr/>
            </a:pPr>
            <a:fld id="{3AC78ABC-B14B-2B46-83CF-990A63C568E6}" type="datetime1">
              <a:rPr lang="en-US" altLang="zh-CN" smtClean="0"/>
              <a:t>4/21/26</a:t>
            </a:fld>
            <a:endParaRPr lang="zh-CN" altLang="en-US"/>
          </a:p>
        </p:txBody>
      </p:sp>
      <p:sp>
        <p:nvSpPr>
          <p:cNvPr id="6" name="页脚占位符 4">
            <a:extLst>
              <a:ext uri="{FF2B5EF4-FFF2-40B4-BE49-F238E27FC236}">
                <a16:creationId xmlns:a16="http://schemas.microsoft.com/office/drawing/2014/main" id="{8C61695D-05B7-A046-8CA5-AD7026AE30E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007C57A-8332-BC4B-86A5-CD846FA64388}"/>
              </a:ext>
            </a:extLst>
          </p:cNvPr>
          <p:cNvSpPr>
            <a:spLocks noGrp="1" noChangeArrowheads="1"/>
          </p:cNvSpPr>
          <p:nvPr>
            <p:ph type="sldNum" sz="quarter" idx="12"/>
          </p:nvPr>
        </p:nvSpPr>
        <p:spPr>
          <a:ln/>
        </p:spPr>
        <p:txBody>
          <a:bodyPr/>
          <a:lstStyle>
            <a:lvl1pPr>
              <a:defRPr/>
            </a:lvl1pPr>
          </a:lstStyle>
          <a:p>
            <a:fld id="{5FEEE151-EACB-EC42-8CF3-8F650FDF8E30}" type="slidenum">
              <a:rPr lang="zh-CN" altLang="en-US"/>
              <a:pPr/>
              <a:t>‹#›</a:t>
            </a:fld>
            <a:endParaRPr lang="zh-CN" altLang="en-US"/>
          </a:p>
        </p:txBody>
      </p:sp>
    </p:spTree>
    <p:extLst>
      <p:ext uri="{BB962C8B-B14F-4D97-AF65-F5344CB8AC3E}">
        <p14:creationId xmlns:p14="http://schemas.microsoft.com/office/powerpoint/2010/main" val="2188376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CD92ABD-9244-2D40-932E-46880D660039}"/>
              </a:ext>
            </a:extLst>
          </p:cNvPr>
          <p:cNvSpPr>
            <a:spLocks noGrp="1" noChangeArrowheads="1"/>
          </p:cNvSpPr>
          <p:nvPr>
            <p:ph type="dt" sz="half" idx="10"/>
          </p:nvPr>
        </p:nvSpPr>
        <p:spPr>
          <a:ln/>
        </p:spPr>
        <p:txBody>
          <a:bodyPr/>
          <a:lstStyle>
            <a:lvl1pPr>
              <a:defRPr/>
            </a:lvl1pPr>
          </a:lstStyle>
          <a:p>
            <a:pPr>
              <a:defRPr/>
            </a:pPr>
            <a:fld id="{F21E142D-7120-DB42-8427-AA78B6457CC0}" type="datetime1">
              <a:rPr lang="en-US" altLang="zh-CN" smtClean="0"/>
              <a:t>4/21/26</a:t>
            </a:fld>
            <a:endParaRPr lang="zh-CN" altLang="en-US"/>
          </a:p>
        </p:txBody>
      </p:sp>
      <p:sp>
        <p:nvSpPr>
          <p:cNvPr id="6" name="页脚占位符 4">
            <a:extLst>
              <a:ext uri="{FF2B5EF4-FFF2-40B4-BE49-F238E27FC236}">
                <a16:creationId xmlns:a16="http://schemas.microsoft.com/office/drawing/2014/main" id="{C4BA64E1-9636-564A-82E5-AF648A8B650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084577C-4DE3-554C-8CA7-72578567DA59}"/>
              </a:ext>
            </a:extLst>
          </p:cNvPr>
          <p:cNvSpPr>
            <a:spLocks noGrp="1" noChangeArrowheads="1"/>
          </p:cNvSpPr>
          <p:nvPr>
            <p:ph type="sldNum" sz="quarter" idx="12"/>
          </p:nvPr>
        </p:nvSpPr>
        <p:spPr>
          <a:ln/>
        </p:spPr>
        <p:txBody>
          <a:bodyPr/>
          <a:lstStyle>
            <a:lvl1pPr>
              <a:defRPr/>
            </a:lvl1pPr>
          </a:lstStyle>
          <a:p>
            <a:fld id="{2B6B7FD4-0909-D847-8425-469726E4B71B}" type="slidenum">
              <a:rPr lang="zh-CN" altLang="en-US"/>
              <a:pPr/>
              <a:t>‹#›</a:t>
            </a:fld>
            <a:endParaRPr lang="zh-CN" altLang="en-US"/>
          </a:p>
        </p:txBody>
      </p:sp>
    </p:spTree>
    <p:extLst>
      <p:ext uri="{BB962C8B-B14F-4D97-AF65-F5344CB8AC3E}">
        <p14:creationId xmlns:p14="http://schemas.microsoft.com/office/powerpoint/2010/main" val="214873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F42353E-2F37-6749-8942-E1FA0954BA38}"/>
              </a:ext>
            </a:extLst>
          </p:cNvPr>
          <p:cNvSpPr>
            <a:spLocks noGrp="1" noChangeArrowheads="1"/>
          </p:cNvSpPr>
          <p:nvPr>
            <p:ph type="dt" sz="half" idx="10"/>
          </p:nvPr>
        </p:nvSpPr>
        <p:spPr>
          <a:ln/>
        </p:spPr>
        <p:txBody>
          <a:bodyPr/>
          <a:lstStyle>
            <a:lvl1pPr>
              <a:defRPr/>
            </a:lvl1pPr>
          </a:lstStyle>
          <a:p>
            <a:pPr>
              <a:defRPr/>
            </a:pPr>
            <a:fld id="{5125165A-0E99-2B44-A981-9201EFC6F912}" type="datetime1">
              <a:rPr lang="en-US" altLang="zh-CN" smtClean="0"/>
              <a:t>4/21/26</a:t>
            </a:fld>
            <a:endParaRPr lang="zh-CN" altLang="en-US"/>
          </a:p>
        </p:txBody>
      </p:sp>
      <p:sp>
        <p:nvSpPr>
          <p:cNvPr id="5" name="页脚占位符 4">
            <a:extLst>
              <a:ext uri="{FF2B5EF4-FFF2-40B4-BE49-F238E27FC236}">
                <a16:creationId xmlns:a16="http://schemas.microsoft.com/office/drawing/2014/main" id="{3851B46F-E6A3-3649-B8E1-DF319187D0B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2B69F61-1C9B-9046-95D9-3B50B80D9AB1}"/>
              </a:ext>
            </a:extLst>
          </p:cNvPr>
          <p:cNvSpPr>
            <a:spLocks noGrp="1" noChangeArrowheads="1"/>
          </p:cNvSpPr>
          <p:nvPr>
            <p:ph type="sldNum" sz="quarter" idx="12"/>
          </p:nvPr>
        </p:nvSpPr>
        <p:spPr>
          <a:ln/>
        </p:spPr>
        <p:txBody>
          <a:bodyPr/>
          <a:lstStyle>
            <a:lvl1pPr>
              <a:defRPr/>
            </a:lvl1pPr>
          </a:lstStyle>
          <a:p>
            <a:fld id="{27985554-D745-2B45-8045-11F49D9921B7}" type="slidenum">
              <a:rPr lang="zh-CN" altLang="en-US"/>
              <a:pPr/>
              <a:t>‹#›</a:t>
            </a:fld>
            <a:endParaRPr lang="zh-CN" altLang="en-US"/>
          </a:p>
        </p:txBody>
      </p:sp>
    </p:spTree>
    <p:extLst>
      <p:ext uri="{BB962C8B-B14F-4D97-AF65-F5344CB8AC3E}">
        <p14:creationId xmlns:p14="http://schemas.microsoft.com/office/powerpoint/2010/main" val="1010044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94BAC60-0DA8-624D-A7C4-D2A2A4BB854D}"/>
              </a:ext>
            </a:extLst>
          </p:cNvPr>
          <p:cNvSpPr>
            <a:spLocks noGrp="1" noChangeArrowheads="1"/>
          </p:cNvSpPr>
          <p:nvPr>
            <p:ph type="dt" sz="half" idx="10"/>
          </p:nvPr>
        </p:nvSpPr>
        <p:spPr>
          <a:ln/>
        </p:spPr>
        <p:txBody>
          <a:bodyPr/>
          <a:lstStyle>
            <a:lvl1pPr>
              <a:defRPr/>
            </a:lvl1pPr>
          </a:lstStyle>
          <a:p>
            <a:pPr>
              <a:defRPr/>
            </a:pPr>
            <a:fld id="{AC1606D7-FCA3-9443-9D76-5676C1E13511}" type="datetime1">
              <a:rPr lang="en-US" altLang="zh-CN" smtClean="0"/>
              <a:t>4/21/26</a:t>
            </a:fld>
            <a:endParaRPr lang="zh-CN" altLang="en-US"/>
          </a:p>
        </p:txBody>
      </p:sp>
      <p:sp>
        <p:nvSpPr>
          <p:cNvPr id="5" name="页脚占位符 4">
            <a:extLst>
              <a:ext uri="{FF2B5EF4-FFF2-40B4-BE49-F238E27FC236}">
                <a16:creationId xmlns:a16="http://schemas.microsoft.com/office/drawing/2014/main" id="{A4203938-891F-BD44-8F19-151DF59D4AF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4AE1EC3-E7F3-D744-9326-1FF4A891E0B8}"/>
              </a:ext>
            </a:extLst>
          </p:cNvPr>
          <p:cNvSpPr>
            <a:spLocks noGrp="1" noChangeArrowheads="1"/>
          </p:cNvSpPr>
          <p:nvPr>
            <p:ph type="sldNum" sz="quarter" idx="12"/>
          </p:nvPr>
        </p:nvSpPr>
        <p:spPr>
          <a:ln/>
        </p:spPr>
        <p:txBody>
          <a:bodyPr/>
          <a:lstStyle>
            <a:lvl1pPr>
              <a:defRPr/>
            </a:lvl1pPr>
          </a:lstStyle>
          <a:p>
            <a:fld id="{E3AFD05E-26CD-0F44-849A-F3ED722806A8}" type="slidenum">
              <a:rPr lang="zh-CN" altLang="en-US"/>
              <a:pPr/>
              <a:t>‹#›</a:t>
            </a:fld>
            <a:endParaRPr lang="zh-CN" altLang="en-US"/>
          </a:p>
        </p:txBody>
      </p:sp>
    </p:spTree>
    <p:extLst>
      <p:ext uri="{BB962C8B-B14F-4D97-AF65-F5344CB8AC3E}">
        <p14:creationId xmlns:p14="http://schemas.microsoft.com/office/powerpoint/2010/main" val="24498533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4FC386E4-9B00-3647-95EB-1E9579EEF50E}"/>
              </a:ext>
            </a:extLst>
          </p:cNvPr>
          <p:cNvSpPr>
            <a:spLocks noGrp="1" noChangeArrowheads="1"/>
          </p:cNvSpPr>
          <p:nvPr>
            <p:ph type="dt" sz="half" idx="10"/>
          </p:nvPr>
        </p:nvSpPr>
        <p:spPr>
          <a:ln/>
        </p:spPr>
        <p:txBody>
          <a:bodyPr/>
          <a:lstStyle>
            <a:lvl1pPr>
              <a:defRPr/>
            </a:lvl1pPr>
          </a:lstStyle>
          <a:p>
            <a:pPr>
              <a:defRPr/>
            </a:pPr>
            <a:fld id="{A9A710BE-B11D-DD46-AD47-6DF4C517F15D}" type="datetime1">
              <a:rPr lang="en-US" altLang="zh-CN" smtClean="0"/>
              <a:t>4/21/26</a:t>
            </a:fld>
            <a:endParaRPr lang="zh-CN" altLang="en-US"/>
          </a:p>
        </p:txBody>
      </p:sp>
      <p:sp>
        <p:nvSpPr>
          <p:cNvPr id="5" name="页脚占位符 4">
            <a:extLst>
              <a:ext uri="{FF2B5EF4-FFF2-40B4-BE49-F238E27FC236}">
                <a16:creationId xmlns:a16="http://schemas.microsoft.com/office/drawing/2014/main" id="{C7471154-000A-5249-B65E-2031FEE447C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AFCD58B-95CE-2A43-A385-306442689AE5}"/>
              </a:ext>
            </a:extLst>
          </p:cNvPr>
          <p:cNvSpPr>
            <a:spLocks noGrp="1" noChangeArrowheads="1"/>
          </p:cNvSpPr>
          <p:nvPr>
            <p:ph type="sldNum" sz="quarter" idx="12"/>
          </p:nvPr>
        </p:nvSpPr>
        <p:spPr>
          <a:ln/>
        </p:spPr>
        <p:txBody>
          <a:bodyPr/>
          <a:lstStyle>
            <a:lvl1pPr>
              <a:defRPr/>
            </a:lvl1pPr>
          </a:lstStyle>
          <a:p>
            <a:fld id="{291CE621-0033-7E4C-A060-0449550BA686}" type="slidenum">
              <a:rPr lang="zh-CN" altLang="en-US"/>
              <a:pPr/>
              <a:t>‹#›</a:t>
            </a:fld>
            <a:endParaRPr lang="zh-CN" altLang="en-US"/>
          </a:p>
        </p:txBody>
      </p:sp>
    </p:spTree>
    <p:extLst>
      <p:ext uri="{BB962C8B-B14F-4D97-AF65-F5344CB8AC3E}">
        <p14:creationId xmlns:p14="http://schemas.microsoft.com/office/powerpoint/2010/main" val="2736722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7B15F4F-F6D4-A24D-A1B1-79C08D1D7F97}"/>
              </a:ext>
            </a:extLst>
          </p:cNvPr>
          <p:cNvSpPr>
            <a:spLocks noGrp="1" noChangeArrowheads="1"/>
          </p:cNvSpPr>
          <p:nvPr>
            <p:ph type="dt" sz="half" idx="10"/>
          </p:nvPr>
        </p:nvSpPr>
        <p:spPr>
          <a:ln/>
        </p:spPr>
        <p:txBody>
          <a:bodyPr/>
          <a:lstStyle>
            <a:lvl1pPr>
              <a:defRPr/>
            </a:lvl1pPr>
          </a:lstStyle>
          <a:p>
            <a:pPr>
              <a:defRPr/>
            </a:pPr>
            <a:fld id="{67FBD57B-381A-A944-A370-5B46B98E3244}" type="datetime1">
              <a:rPr lang="en-US" altLang="zh-CN" smtClean="0"/>
              <a:t>4/21/26</a:t>
            </a:fld>
            <a:endParaRPr lang="zh-CN" altLang="en-US"/>
          </a:p>
        </p:txBody>
      </p:sp>
      <p:sp>
        <p:nvSpPr>
          <p:cNvPr id="5" name="页脚占位符 4">
            <a:extLst>
              <a:ext uri="{FF2B5EF4-FFF2-40B4-BE49-F238E27FC236}">
                <a16:creationId xmlns:a16="http://schemas.microsoft.com/office/drawing/2014/main" id="{9B158CEC-7598-2E4A-B9B7-763610B2C9C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3A27366A-21A0-2D47-B352-F31A8B520E79}"/>
              </a:ext>
            </a:extLst>
          </p:cNvPr>
          <p:cNvSpPr>
            <a:spLocks noGrp="1" noChangeArrowheads="1"/>
          </p:cNvSpPr>
          <p:nvPr>
            <p:ph type="sldNum" sz="quarter" idx="12"/>
          </p:nvPr>
        </p:nvSpPr>
        <p:spPr>
          <a:ln/>
        </p:spPr>
        <p:txBody>
          <a:bodyPr/>
          <a:lstStyle>
            <a:lvl1pPr>
              <a:defRPr/>
            </a:lvl1pPr>
          </a:lstStyle>
          <a:p>
            <a:fld id="{3674A802-6447-534B-B2FA-22C82A806070}" type="slidenum">
              <a:rPr lang="zh-CN" altLang="en-US"/>
              <a:pPr/>
              <a:t>‹#›</a:t>
            </a:fld>
            <a:endParaRPr lang="zh-CN" altLang="en-US"/>
          </a:p>
        </p:txBody>
      </p:sp>
    </p:spTree>
    <p:extLst>
      <p:ext uri="{BB962C8B-B14F-4D97-AF65-F5344CB8AC3E}">
        <p14:creationId xmlns:p14="http://schemas.microsoft.com/office/powerpoint/2010/main" val="3287667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FFC373F-F06D-5D4A-AA71-0B3DC81F183F}"/>
              </a:ext>
            </a:extLst>
          </p:cNvPr>
          <p:cNvSpPr>
            <a:spLocks noGrp="1" noChangeArrowheads="1"/>
          </p:cNvSpPr>
          <p:nvPr>
            <p:ph type="dt" sz="half" idx="10"/>
          </p:nvPr>
        </p:nvSpPr>
        <p:spPr>
          <a:ln/>
        </p:spPr>
        <p:txBody>
          <a:bodyPr/>
          <a:lstStyle>
            <a:lvl1pPr>
              <a:defRPr/>
            </a:lvl1pPr>
          </a:lstStyle>
          <a:p>
            <a:pPr>
              <a:defRPr/>
            </a:pPr>
            <a:fld id="{95BFD650-DFAB-534B-8283-35660BC01D39}" type="datetime1">
              <a:rPr lang="en-US" altLang="zh-CN" smtClean="0"/>
              <a:t>4/21/26</a:t>
            </a:fld>
            <a:endParaRPr lang="zh-CN" altLang="en-US"/>
          </a:p>
        </p:txBody>
      </p:sp>
      <p:sp>
        <p:nvSpPr>
          <p:cNvPr id="5" name="页脚占位符 4">
            <a:extLst>
              <a:ext uri="{FF2B5EF4-FFF2-40B4-BE49-F238E27FC236}">
                <a16:creationId xmlns:a16="http://schemas.microsoft.com/office/drawing/2014/main" id="{D7DE4DBB-2CD5-CD40-B08C-2D2B1B58A46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00CA55D-3D75-5F44-A91E-A6D059C5A6B5}"/>
              </a:ext>
            </a:extLst>
          </p:cNvPr>
          <p:cNvSpPr>
            <a:spLocks noGrp="1" noChangeArrowheads="1"/>
          </p:cNvSpPr>
          <p:nvPr>
            <p:ph type="sldNum" sz="quarter" idx="12"/>
          </p:nvPr>
        </p:nvSpPr>
        <p:spPr>
          <a:ln/>
        </p:spPr>
        <p:txBody>
          <a:bodyPr/>
          <a:lstStyle>
            <a:lvl1pPr>
              <a:defRPr/>
            </a:lvl1pPr>
          </a:lstStyle>
          <a:p>
            <a:fld id="{18CA1DEE-ABD4-E14D-8689-86EC6F393CD6}" type="slidenum">
              <a:rPr lang="zh-CN" altLang="en-US"/>
              <a:pPr/>
              <a:t>‹#›</a:t>
            </a:fld>
            <a:endParaRPr lang="zh-CN" altLang="en-US"/>
          </a:p>
        </p:txBody>
      </p:sp>
    </p:spTree>
    <p:extLst>
      <p:ext uri="{BB962C8B-B14F-4D97-AF65-F5344CB8AC3E}">
        <p14:creationId xmlns:p14="http://schemas.microsoft.com/office/powerpoint/2010/main" val="38610837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F0B31AFA-423F-754D-8BE4-BA4B610040D6}"/>
              </a:ext>
            </a:extLst>
          </p:cNvPr>
          <p:cNvSpPr>
            <a:spLocks noGrp="1" noChangeArrowheads="1"/>
          </p:cNvSpPr>
          <p:nvPr>
            <p:ph type="dt" sz="half" idx="10"/>
          </p:nvPr>
        </p:nvSpPr>
        <p:spPr>
          <a:ln/>
        </p:spPr>
        <p:txBody>
          <a:bodyPr/>
          <a:lstStyle>
            <a:lvl1pPr>
              <a:defRPr/>
            </a:lvl1pPr>
          </a:lstStyle>
          <a:p>
            <a:pPr>
              <a:defRPr/>
            </a:pPr>
            <a:fld id="{1F3D1EFF-3751-194D-867E-0618A3314D10}" type="datetime1">
              <a:rPr lang="en-US" altLang="zh-CN" smtClean="0"/>
              <a:t>4/21/26</a:t>
            </a:fld>
            <a:endParaRPr lang="zh-CN" altLang="en-US"/>
          </a:p>
        </p:txBody>
      </p:sp>
      <p:sp>
        <p:nvSpPr>
          <p:cNvPr id="6" name="页脚占位符 4">
            <a:extLst>
              <a:ext uri="{FF2B5EF4-FFF2-40B4-BE49-F238E27FC236}">
                <a16:creationId xmlns:a16="http://schemas.microsoft.com/office/drawing/2014/main" id="{709AC27A-021D-544D-86D4-83ED566D667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2070219-DE52-D14E-B0EE-6DED77915ACF}"/>
              </a:ext>
            </a:extLst>
          </p:cNvPr>
          <p:cNvSpPr>
            <a:spLocks noGrp="1" noChangeArrowheads="1"/>
          </p:cNvSpPr>
          <p:nvPr>
            <p:ph type="sldNum" sz="quarter" idx="12"/>
          </p:nvPr>
        </p:nvSpPr>
        <p:spPr>
          <a:ln/>
        </p:spPr>
        <p:txBody>
          <a:bodyPr/>
          <a:lstStyle>
            <a:lvl1pPr>
              <a:defRPr/>
            </a:lvl1pPr>
          </a:lstStyle>
          <a:p>
            <a:fld id="{636B769D-CE2F-9740-901A-A558EC8003E2}" type="slidenum">
              <a:rPr lang="zh-CN" altLang="en-US"/>
              <a:pPr/>
              <a:t>‹#›</a:t>
            </a:fld>
            <a:endParaRPr lang="zh-CN" altLang="en-US"/>
          </a:p>
        </p:txBody>
      </p:sp>
    </p:spTree>
    <p:extLst>
      <p:ext uri="{BB962C8B-B14F-4D97-AF65-F5344CB8AC3E}">
        <p14:creationId xmlns:p14="http://schemas.microsoft.com/office/powerpoint/2010/main" val="3047252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996E76B7-6A8B-584F-B948-88EFF8B914B6}"/>
              </a:ext>
            </a:extLst>
          </p:cNvPr>
          <p:cNvSpPr>
            <a:spLocks noGrp="1" noChangeArrowheads="1"/>
          </p:cNvSpPr>
          <p:nvPr>
            <p:ph type="dt" sz="half" idx="10"/>
          </p:nvPr>
        </p:nvSpPr>
        <p:spPr>
          <a:ln/>
        </p:spPr>
        <p:txBody>
          <a:bodyPr/>
          <a:lstStyle>
            <a:lvl1pPr>
              <a:defRPr/>
            </a:lvl1pPr>
          </a:lstStyle>
          <a:p>
            <a:pPr>
              <a:defRPr/>
            </a:pPr>
            <a:fld id="{2AF39D67-6CD4-4A41-9603-D6ED15E24D9F}" type="datetime1">
              <a:rPr lang="en-US" altLang="zh-CN" smtClean="0"/>
              <a:t>4/21/26</a:t>
            </a:fld>
            <a:endParaRPr lang="zh-CN" altLang="en-US"/>
          </a:p>
        </p:txBody>
      </p:sp>
      <p:sp>
        <p:nvSpPr>
          <p:cNvPr id="8" name="页脚占位符 4">
            <a:extLst>
              <a:ext uri="{FF2B5EF4-FFF2-40B4-BE49-F238E27FC236}">
                <a16:creationId xmlns:a16="http://schemas.microsoft.com/office/drawing/2014/main" id="{702C0DB9-457A-6E46-8810-C7B01963F06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ACDF00DF-4178-1C44-A474-DE539A0E061E}"/>
              </a:ext>
            </a:extLst>
          </p:cNvPr>
          <p:cNvSpPr>
            <a:spLocks noGrp="1" noChangeArrowheads="1"/>
          </p:cNvSpPr>
          <p:nvPr>
            <p:ph type="sldNum" sz="quarter" idx="12"/>
          </p:nvPr>
        </p:nvSpPr>
        <p:spPr>
          <a:ln/>
        </p:spPr>
        <p:txBody>
          <a:bodyPr/>
          <a:lstStyle>
            <a:lvl1pPr>
              <a:defRPr/>
            </a:lvl1pPr>
          </a:lstStyle>
          <a:p>
            <a:fld id="{0398F971-05EF-E643-B487-625C2E25CB71}" type="slidenum">
              <a:rPr lang="zh-CN" altLang="en-US"/>
              <a:pPr/>
              <a:t>‹#›</a:t>
            </a:fld>
            <a:endParaRPr lang="zh-CN" altLang="en-US"/>
          </a:p>
        </p:txBody>
      </p:sp>
    </p:spTree>
    <p:extLst>
      <p:ext uri="{BB962C8B-B14F-4D97-AF65-F5344CB8AC3E}">
        <p14:creationId xmlns:p14="http://schemas.microsoft.com/office/powerpoint/2010/main" val="31865857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8A2E108E-D248-0540-9626-222E31690D84}"/>
              </a:ext>
            </a:extLst>
          </p:cNvPr>
          <p:cNvSpPr>
            <a:spLocks noGrp="1" noChangeArrowheads="1"/>
          </p:cNvSpPr>
          <p:nvPr>
            <p:ph type="dt" sz="half" idx="10"/>
          </p:nvPr>
        </p:nvSpPr>
        <p:spPr>
          <a:ln/>
        </p:spPr>
        <p:txBody>
          <a:bodyPr/>
          <a:lstStyle>
            <a:lvl1pPr>
              <a:defRPr/>
            </a:lvl1pPr>
          </a:lstStyle>
          <a:p>
            <a:pPr>
              <a:defRPr/>
            </a:pPr>
            <a:fld id="{D8BA6627-75EA-7344-A490-5EB6E7A61283}" type="datetime1">
              <a:rPr lang="en-US" altLang="zh-CN" smtClean="0"/>
              <a:t>4/21/26</a:t>
            </a:fld>
            <a:endParaRPr lang="zh-CN" altLang="en-US"/>
          </a:p>
        </p:txBody>
      </p:sp>
      <p:sp>
        <p:nvSpPr>
          <p:cNvPr id="4" name="页脚占位符 4">
            <a:extLst>
              <a:ext uri="{FF2B5EF4-FFF2-40B4-BE49-F238E27FC236}">
                <a16:creationId xmlns:a16="http://schemas.microsoft.com/office/drawing/2014/main" id="{2FBBA71C-C7C7-054E-9EAB-73F85DD5D0B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809BFBEF-43DE-8046-9512-2CA226042027}"/>
              </a:ext>
            </a:extLst>
          </p:cNvPr>
          <p:cNvSpPr>
            <a:spLocks noGrp="1" noChangeArrowheads="1"/>
          </p:cNvSpPr>
          <p:nvPr>
            <p:ph type="sldNum" sz="quarter" idx="12"/>
          </p:nvPr>
        </p:nvSpPr>
        <p:spPr>
          <a:ln/>
        </p:spPr>
        <p:txBody>
          <a:bodyPr/>
          <a:lstStyle>
            <a:lvl1pPr>
              <a:defRPr/>
            </a:lvl1pPr>
          </a:lstStyle>
          <a:p>
            <a:fld id="{B6B5C621-7C59-BC4D-8238-8A460E6F4218}" type="slidenum">
              <a:rPr lang="zh-CN" altLang="en-US"/>
              <a:pPr/>
              <a:t>‹#›</a:t>
            </a:fld>
            <a:endParaRPr lang="zh-CN" altLang="en-US"/>
          </a:p>
        </p:txBody>
      </p:sp>
    </p:spTree>
    <p:extLst>
      <p:ext uri="{BB962C8B-B14F-4D97-AF65-F5344CB8AC3E}">
        <p14:creationId xmlns:p14="http://schemas.microsoft.com/office/powerpoint/2010/main" val="85606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8A7B5A3-F5DF-E94B-981D-CF5C250BA580}"/>
              </a:ext>
            </a:extLst>
          </p:cNvPr>
          <p:cNvSpPr>
            <a:spLocks noGrp="1" noChangeArrowheads="1"/>
          </p:cNvSpPr>
          <p:nvPr>
            <p:ph type="dt" sz="half" idx="10"/>
          </p:nvPr>
        </p:nvSpPr>
        <p:spPr>
          <a:ln/>
        </p:spPr>
        <p:txBody>
          <a:bodyPr/>
          <a:lstStyle>
            <a:lvl1pPr>
              <a:defRPr/>
            </a:lvl1pPr>
          </a:lstStyle>
          <a:p>
            <a:pPr>
              <a:defRPr/>
            </a:pPr>
            <a:fld id="{FD703866-6FDE-054B-84FC-D6D3272B20FB}" type="datetime1">
              <a:rPr lang="en-US" altLang="zh-CN" smtClean="0"/>
              <a:t>4/21/26</a:t>
            </a:fld>
            <a:endParaRPr lang="zh-CN" altLang="en-US"/>
          </a:p>
        </p:txBody>
      </p:sp>
      <p:sp>
        <p:nvSpPr>
          <p:cNvPr id="3" name="页脚占位符 4">
            <a:extLst>
              <a:ext uri="{FF2B5EF4-FFF2-40B4-BE49-F238E27FC236}">
                <a16:creationId xmlns:a16="http://schemas.microsoft.com/office/drawing/2014/main" id="{8C45C940-B32B-E349-8439-71FB815E90E1}"/>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F8D16CD2-27BB-CF47-AD29-F30F6320EBC9}"/>
              </a:ext>
            </a:extLst>
          </p:cNvPr>
          <p:cNvSpPr>
            <a:spLocks noGrp="1" noChangeArrowheads="1"/>
          </p:cNvSpPr>
          <p:nvPr>
            <p:ph type="sldNum" sz="quarter" idx="12"/>
          </p:nvPr>
        </p:nvSpPr>
        <p:spPr>
          <a:ln/>
        </p:spPr>
        <p:txBody>
          <a:bodyPr/>
          <a:lstStyle>
            <a:lvl1pPr>
              <a:defRPr/>
            </a:lvl1pPr>
          </a:lstStyle>
          <a:p>
            <a:fld id="{4E132731-C1A8-4A45-BF0B-8244502B1801}" type="slidenum">
              <a:rPr lang="zh-CN" altLang="en-US"/>
              <a:pPr/>
              <a:t>‹#›</a:t>
            </a:fld>
            <a:endParaRPr lang="zh-CN" altLang="en-US"/>
          </a:p>
        </p:txBody>
      </p:sp>
    </p:spTree>
    <p:extLst>
      <p:ext uri="{BB962C8B-B14F-4D97-AF65-F5344CB8AC3E}">
        <p14:creationId xmlns:p14="http://schemas.microsoft.com/office/powerpoint/2010/main" val="30783132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A957F0C-5FA3-2142-A9C3-617FF3959BE6}"/>
              </a:ext>
            </a:extLst>
          </p:cNvPr>
          <p:cNvSpPr>
            <a:spLocks noGrp="1" noChangeArrowheads="1"/>
          </p:cNvSpPr>
          <p:nvPr>
            <p:ph type="dt" sz="half" idx="10"/>
          </p:nvPr>
        </p:nvSpPr>
        <p:spPr>
          <a:ln/>
        </p:spPr>
        <p:txBody>
          <a:bodyPr/>
          <a:lstStyle>
            <a:lvl1pPr>
              <a:defRPr/>
            </a:lvl1pPr>
          </a:lstStyle>
          <a:p>
            <a:pPr>
              <a:defRPr/>
            </a:pPr>
            <a:fld id="{B23F697B-A8A2-D845-A1C7-DEB5CEF76481}" type="datetime1">
              <a:rPr lang="en-US" altLang="zh-CN" smtClean="0"/>
              <a:t>4/21/26</a:t>
            </a:fld>
            <a:endParaRPr lang="zh-CN" altLang="en-US"/>
          </a:p>
        </p:txBody>
      </p:sp>
      <p:sp>
        <p:nvSpPr>
          <p:cNvPr id="6" name="页脚占位符 4">
            <a:extLst>
              <a:ext uri="{FF2B5EF4-FFF2-40B4-BE49-F238E27FC236}">
                <a16:creationId xmlns:a16="http://schemas.microsoft.com/office/drawing/2014/main" id="{5BA9E5C6-33D8-044C-A617-47C97040591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09B601A-3175-5548-9158-73AE815B5784}"/>
              </a:ext>
            </a:extLst>
          </p:cNvPr>
          <p:cNvSpPr>
            <a:spLocks noGrp="1" noChangeArrowheads="1"/>
          </p:cNvSpPr>
          <p:nvPr>
            <p:ph type="sldNum" sz="quarter" idx="12"/>
          </p:nvPr>
        </p:nvSpPr>
        <p:spPr>
          <a:ln/>
        </p:spPr>
        <p:txBody>
          <a:bodyPr/>
          <a:lstStyle>
            <a:lvl1pPr>
              <a:defRPr/>
            </a:lvl1pPr>
          </a:lstStyle>
          <a:p>
            <a:fld id="{A65A0AF6-9423-5E48-94CD-5724A7075247}" type="slidenum">
              <a:rPr lang="zh-CN" altLang="en-US"/>
              <a:pPr/>
              <a:t>‹#›</a:t>
            </a:fld>
            <a:endParaRPr lang="zh-CN" altLang="en-US"/>
          </a:p>
        </p:txBody>
      </p:sp>
    </p:spTree>
    <p:extLst>
      <p:ext uri="{BB962C8B-B14F-4D97-AF65-F5344CB8AC3E}">
        <p14:creationId xmlns:p14="http://schemas.microsoft.com/office/powerpoint/2010/main" val="14479426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B1190E6-28AA-7443-892C-F14F3B821762}"/>
              </a:ext>
            </a:extLst>
          </p:cNvPr>
          <p:cNvSpPr>
            <a:spLocks noGrp="1" noChangeArrowheads="1"/>
          </p:cNvSpPr>
          <p:nvPr>
            <p:ph type="dt" sz="half" idx="10"/>
          </p:nvPr>
        </p:nvSpPr>
        <p:spPr>
          <a:ln/>
        </p:spPr>
        <p:txBody>
          <a:bodyPr/>
          <a:lstStyle>
            <a:lvl1pPr>
              <a:defRPr/>
            </a:lvl1pPr>
          </a:lstStyle>
          <a:p>
            <a:pPr>
              <a:defRPr/>
            </a:pPr>
            <a:fld id="{85DB194D-2384-824C-8474-EA40CF1241EF}" type="datetime1">
              <a:rPr lang="en-US" altLang="zh-CN" smtClean="0"/>
              <a:t>4/21/26</a:t>
            </a:fld>
            <a:endParaRPr lang="zh-CN" altLang="en-US"/>
          </a:p>
        </p:txBody>
      </p:sp>
      <p:sp>
        <p:nvSpPr>
          <p:cNvPr id="6" name="页脚占位符 4">
            <a:extLst>
              <a:ext uri="{FF2B5EF4-FFF2-40B4-BE49-F238E27FC236}">
                <a16:creationId xmlns:a16="http://schemas.microsoft.com/office/drawing/2014/main" id="{20CEDE7A-1C82-D348-B235-9491FDA98821}"/>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531A8DE4-7812-3B4D-B85F-ABDCE7D49F96}"/>
              </a:ext>
            </a:extLst>
          </p:cNvPr>
          <p:cNvSpPr>
            <a:spLocks noGrp="1" noChangeArrowheads="1"/>
          </p:cNvSpPr>
          <p:nvPr>
            <p:ph type="sldNum" sz="quarter" idx="12"/>
          </p:nvPr>
        </p:nvSpPr>
        <p:spPr>
          <a:ln/>
        </p:spPr>
        <p:txBody>
          <a:bodyPr/>
          <a:lstStyle>
            <a:lvl1pPr>
              <a:defRPr/>
            </a:lvl1pPr>
          </a:lstStyle>
          <a:p>
            <a:fld id="{17D643C4-79ED-4B47-9E78-73A06646A0CB}" type="slidenum">
              <a:rPr lang="zh-CN" altLang="en-US"/>
              <a:pPr/>
              <a:t>‹#›</a:t>
            </a:fld>
            <a:endParaRPr lang="zh-CN" altLang="en-US"/>
          </a:p>
        </p:txBody>
      </p:sp>
    </p:spTree>
    <p:extLst>
      <p:ext uri="{BB962C8B-B14F-4D97-AF65-F5344CB8AC3E}">
        <p14:creationId xmlns:p14="http://schemas.microsoft.com/office/powerpoint/2010/main" val="14359305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B1EE52A-5B89-9041-9769-7485A2EE050C}"/>
              </a:ext>
            </a:extLst>
          </p:cNvPr>
          <p:cNvSpPr>
            <a:spLocks noGrp="1" noChangeArrowheads="1"/>
          </p:cNvSpPr>
          <p:nvPr>
            <p:ph type="dt" sz="half" idx="10"/>
          </p:nvPr>
        </p:nvSpPr>
        <p:spPr>
          <a:ln/>
        </p:spPr>
        <p:txBody>
          <a:bodyPr/>
          <a:lstStyle>
            <a:lvl1pPr>
              <a:defRPr/>
            </a:lvl1pPr>
          </a:lstStyle>
          <a:p>
            <a:pPr>
              <a:defRPr/>
            </a:pPr>
            <a:fld id="{62F6DD6D-C417-D948-AE84-315AD5DB34F2}" type="datetime1">
              <a:rPr lang="en-US" altLang="zh-CN" smtClean="0"/>
              <a:t>4/21/26</a:t>
            </a:fld>
            <a:endParaRPr lang="zh-CN" altLang="en-US"/>
          </a:p>
        </p:txBody>
      </p:sp>
      <p:sp>
        <p:nvSpPr>
          <p:cNvPr id="5" name="页脚占位符 4">
            <a:extLst>
              <a:ext uri="{FF2B5EF4-FFF2-40B4-BE49-F238E27FC236}">
                <a16:creationId xmlns:a16="http://schemas.microsoft.com/office/drawing/2014/main" id="{ADEA49DE-6336-4A43-B273-6FEBDEE4B9B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50C7A89-FD92-1344-8FA9-892570972DFD}"/>
              </a:ext>
            </a:extLst>
          </p:cNvPr>
          <p:cNvSpPr>
            <a:spLocks noGrp="1" noChangeArrowheads="1"/>
          </p:cNvSpPr>
          <p:nvPr>
            <p:ph type="sldNum" sz="quarter" idx="12"/>
          </p:nvPr>
        </p:nvSpPr>
        <p:spPr>
          <a:ln/>
        </p:spPr>
        <p:txBody>
          <a:bodyPr/>
          <a:lstStyle>
            <a:lvl1pPr>
              <a:defRPr/>
            </a:lvl1pPr>
          </a:lstStyle>
          <a:p>
            <a:fld id="{258766B8-B5D5-BD44-B084-8206364E173A}" type="slidenum">
              <a:rPr lang="zh-CN" altLang="en-US"/>
              <a:pPr/>
              <a:t>‹#›</a:t>
            </a:fld>
            <a:endParaRPr lang="zh-CN" altLang="en-US"/>
          </a:p>
        </p:txBody>
      </p:sp>
    </p:spTree>
    <p:extLst>
      <p:ext uri="{BB962C8B-B14F-4D97-AF65-F5344CB8AC3E}">
        <p14:creationId xmlns:p14="http://schemas.microsoft.com/office/powerpoint/2010/main" val="11348681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4FFE157-E6C2-BA4B-A86D-208A104C6326}"/>
              </a:ext>
            </a:extLst>
          </p:cNvPr>
          <p:cNvSpPr>
            <a:spLocks noGrp="1" noChangeArrowheads="1"/>
          </p:cNvSpPr>
          <p:nvPr>
            <p:ph type="dt" sz="half" idx="10"/>
          </p:nvPr>
        </p:nvSpPr>
        <p:spPr>
          <a:ln/>
        </p:spPr>
        <p:txBody>
          <a:bodyPr/>
          <a:lstStyle>
            <a:lvl1pPr>
              <a:defRPr/>
            </a:lvl1pPr>
          </a:lstStyle>
          <a:p>
            <a:pPr>
              <a:defRPr/>
            </a:pPr>
            <a:fld id="{5062C3A6-C6FE-2D44-BF5E-DE9EBC64976E}" type="datetime1">
              <a:rPr lang="en-US" altLang="zh-CN" smtClean="0"/>
              <a:t>4/21/26</a:t>
            </a:fld>
            <a:endParaRPr lang="zh-CN" altLang="en-US"/>
          </a:p>
        </p:txBody>
      </p:sp>
      <p:sp>
        <p:nvSpPr>
          <p:cNvPr id="5" name="页脚占位符 4">
            <a:extLst>
              <a:ext uri="{FF2B5EF4-FFF2-40B4-BE49-F238E27FC236}">
                <a16:creationId xmlns:a16="http://schemas.microsoft.com/office/drawing/2014/main" id="{F51D805E-7EB3-AF40-ABA3-876F7E6A4DC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FC1A324-5180-1647-8E34-4472CF9A94A4}"/>
              </a:ext>
            </a:extLst>
          </p:cNvPr>
          <p:cNvSpPr>
            <a:spLocks noGrp="1" noChangeArrowheads="1"/>
          </p:cNvSpPr>
          <p:nvPr>
            <p:ph type="sldNum" sz="quarter" idx="12"/>
          </p:nvPr>
        </p:nvSpPr>
        <p:spPr>
          <a:ln/>
        </p:spPr>
        <p:txBody>
          <a:bodyPr/>
          <a:lstStyle>
            <a:lvl1pPr>
              <a:defRPr/>
            </a:lvl1pPr>
          </a:lstStyle>
          <a:p>
            <a:fld id="{4918E316-6AF7-784A-A03A-1F220F8E276D}" type="slidenum">
              <a:rPr lang="zh-CN" altLang="en-US"/>
              <a:pPr/>
              <a:t>‹#›</a:t>
            </a:fld>
            <a:endParaRPr lang="zh-CN" altLang="en-US"/>
          </a:p>
        </p:txBody>
      </p:sp>
    </p:spTree>
    <p:extLst>
      <p:ext uri="{BB962C8B-B14F-4D97-AF65-F5344CB8AC3E}">
        <p14:creationId xmlns:p14="http://schemas.microsoft.com/office/powerpoint/2010/main" val="11775404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717A22FF-C6BD-5046-81AF-06E292A2954F}"/>
              </a:ext>
            </a:extLst>
          </p:cNvPr>
          <p:cNvSpPr>
            <a:spLocks noGrp="1" noChangeArrowheads="1"/>
          </p:cNvSpPr>
          <p:nvPr>
            <p:ph type="dt" sz="half" idx="10"/>
          </p:nvPr>
        </p:nvSpPr>
        <p:spPr>
          <a:ln/>
        </p:spPr>
        <p:txBody>
          <a:bodyPr/>
          <a:lstStyle>
            <a:lvl1pPr>
              <a:defRPr/>
            </a:lvl1pPr>
          </a:lstStyle>
          <a:p>
            <a:pPr>
              <a:defRPr/>
            </a:pPr>
            <a:fld id="{F371C98F-C447-B04D-864E-DADAAF3887B0}" type="datetime1">
              <a:rPr lang="en-US" altLang="zh-CN" smtClean="0"/>
              <a:t>4/21/26</a:t>
            </a:fld>
            <a:endParaRPr lang="zh-CN" altLang="en-US"/>
          </a:p>
        </p:txBody>
      </p:sp>
      <p:sp>
        <p:nvSpPr>
          <p:cNvPr id="5" name="页脚占位符 4">
            <a:extLst>
              <a:ext uri="{FF2B5EF4-FFF2-40B4-BE49-F238E27FC236}">
                <a16:creationId xmlns:a16="http://schemas.microsoft.com/office/drawing/2014/main" id="{784E9AED-5980-8341-9FD7-347E98AA8D4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B2FBACE-8FAD-B947-B0EE-297632F0AB7D}"/>
              </a:ext>
            </a:extLst>
          </p:cNvPr>
          <p:cNvSpPr>
            <a:spLocks noGrp="1" noChangeArrowheads="1"/>
          </p:cNvSpPr>
          <p:nvPr>
            <p:ph type="sldNum" sz="quarter" idx="12"/>
          </p:nvPr>
        </p:nvSpPr>
        <p:spPr>
          <a:ln/>
        </p:spPr>
        <p:txBody>
          <a:bodyPr/>
          <a:lstStyle>
            <a:lvl1pPr>
              <a:defRPr/>
            </a:lvl1pPr>
          </a:lstStyle>
          <a:p>
            <a:fld id="{329E2ADD-D5BE-F04A-BD0E-B7F79C4D0A60}" type="slidenum">
              <a:rPr lang="zh-CN" altLang="en-US"/>
              <a:pPr/>
              <a:t>‹#›</a:t>
            </a:fld>
            <a:endParaRPr lang="zh-CN" altLang="en-US"/>
          </a:p>
        </p:txBody>
      </p:sp>
    </p:spTree>
    <p:extLst>
      <p:ext uri="{BB962C8B-B14F-4D97-AF65-F5344CB8AC3E}">
        <p14:creationId xmlns:p14="http://schemas.microsoft.com/office/powerpoint/2010/main" val="15091622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C424361-14E7-8A4D-A91B-D3273E4E8AF6}"/>
              </a:ext>
            </a:extLst>
          </p:cNvPr>
          <p:cNvSpPr>
            <a:spLocks noGrp="1" noChangeArrowheads="1"/>
          </p:cNvSpPr>
          <p:nvPr>
            <p:ph type="dt" sz="half" idx="10"/>
          </p:nvPr>
        </p:nvSpPr>
        <p:spPr>
          <a:ln/>
        </p:spPr>
        <p:txBody>
          <a:bodyPr/>
          <a:lstStyle>
            <a:lvl1pPr>
              <a:defRPr/>
            </a:lvl1pPr>
          </a:lstStyle>
          <a:p>
            <a:pPr>
              <a:defRPr/>
            </a:pPr>
            <a:fld id="{FEEE554E-FBCB-924F-9E60-46931ABDA649}" type="datetime1">
              <a:rPr lang="en-US" altLang="zh-CN" smtClean="0"/>
              <a:t>4/21/26</a:t>
            </a:fld>
            <a:endParaRPr lang="zh-CN" altLang="en-US"/>
          </a:p>
        </p:txBody>
      </p:sp>
      <p:sp>
        <p:nvSpPr>
          <p:cNvPr id="5" name="页脚占位符 4">
            <a:extLst>
              <a:ext uri="{FF2B5EF4-FFF2-40B4-BE49-F238E27FC236}">
                <a16:creationId xmlns:a16="http://schemas.microsoft.com/office/drawing/2014/main" id="{A31A8BFC-88E2-D64E-9100-2935BC0E169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05F905B-3A6B-9F41-91E0-879AFD0A1315}"/>
              </a:ext>
            </a:extLst>
          </p:cNvPr>
          <p:cNvSpPr>
            <a:spLocks noGrp="1" noChangeArrowheads="1"/>
          </p:cNvSpPr>
          <p:nvPr>
            <p:ph type="sldNum" sz="quarter" idx="12"/>
          </p:nvPr>
        </p:nvSpPr>
        <p:spPr>
          <a:ln/>
        </p:spPr>
        <p:txBody>
          <a:bodyPr/>
          <a:lstStyle>
            <a:lvl1pPr>
              <a:defRPr/>
            </a:lvl1pPr>
          </a:lstStyle>
          <a:p>
            <a:fld id="{DA563FD9-D5B2-5242-9B85-87776E269316}" type="slidenum">
              <a:rPr lang="zh-CN" altLang="en-US"/>
              <a:pPr/>
              <a:t>‹#›</a:t>
            </a:fld>
            <a:endParaRPr lang="zh-CN" altLang="en-US"/>
          </a:p>
        </p:txBody>
      </p:sp>
    </p:spTree>
    <p:extLst>
      <p:ext uri="{BB962C8B-B14F-4D97-AF65-F5344CB8AC3E}">
        <p14:creationId xmlns:p14="http://schemas.microsoft.com/office/powerpoint/2010/main" val="550543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18C9BD5-EF6F-FA47-A3B5-A729DB9D6D44}"/>
              </a:ext>
            </a:extLst>
          </p:cNvPr>
          <p:cNvSpPr>
            <a:spLocks noGrp="1" noChangeArrowheads="1"/>
          </p:cNvSpPr>
          <p:nvPr>
            <p:ph type="dt" sz="half" idx="10"/>
          </p:nvPr>
        </p:nvSpPr>
        <p:spPr>
          <a:ln/>
        </p:spPr>
        <p:txBody>
          <a:bodyPr/>
          <a:lstStyle>
            <a:lvl1pPr>
              <a:defRPr/>
            </a:lvl1pPr>
          </a:lstStyle>
          <a:p>
            <a:pPr>
              <a:defRPr/>
            </a:pPr>
            <a:fld id="{9AFA2E22-C1B9-2C47-9957-88347AE9DDC4}" type="datetime1">
              <a:rPr lang="en-US" altLang="zh-CN" smtClean="0"/>
              <a:t>4/21/26</a:t>
            </a:fld>
            <a:endParaRPr lang="zh-CN" altLang="en-US"/>
          </a:p>
        </p:txBody>
      </p:sp>
      <p:sp>
        <p:nvSpPr>
          <p:cNvPr id="5" name="页脚占位符 4">
            <a:extLst>
              <a:ext uri="{FF2B5EF4-FFF2-40B4-BE49-F238E27FC236}">
                <a16:creationId xmlns:a16="http://schemas.microsoft.com/office/drawing/2014/main" id="{59225D0F-A18E-6740-A67F-9F8C3D64C15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66D8155-F130-8946-9D9A-F6521B258C5A}"/>
              </a:ext>
            </a:extLst>
          </p:cNvPr>
          <p:cNvSpPr>
            <a:spLocks noGrp="1" noChangeArrowheads="1"/>
          </p:cNvSpPr>
          <p:nvPr>
            <p:ph type="sldNum" sz="quarter" idx="12"/>
          </p:nvPr>
        </p:nvSpPr>
        <p:spPr>
          <a:ln/>
        </p:spPr>
        <p:txBody>
          <a:bodyPr/>
          <a:lstStyle>
            <a:lvl1pPr>
              <a:defRPr/>
            </a:lvl1pPr>
          </a:lstStyle>
          <a:p>
            <a:fld id="{BC76C593-A2E9-3947-B9DD-F9F82F10F7EC}" type="slidenum">
              <a:rPr lang="zh-CN" altLang="en-US"/>
              <a:pPr/>
              <a:t>‹#›</a:t>
            </a:fld>
            <a:endParaRPr lang="zh-CN" altLang="en-US"/>
          </a:p>
        </p:txBody>
      </p:sp>
    </p:spTree>
    <p:extLst>
      <p:ext uri="{BB962C8B-B14F-4D97-AF65-F5344CB8AC3E}">
        <p14:creationId xmlns:p14="http://schemas.microsoft.com/office/powerpoint/2010/main" val="1653931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F4EDD65D-C47D-DC42-B1CE-DF6D5047E91F}"/>
              </a:ext>
            </a:extLst>
          </p:cNvPr>
          <p:cNvSpPr>
            <a:spLocks noGrp="1" noChangeArrowheads="1"/>
          </p:cNvSpPr>
          <p:nvPr>
            <p:ph type="dt" sz="half" idx="10"/>
          </p:nvPr>
        </p:nvSpPr>
        <p:spPr>
          <a:ln/>
        </p:spPr>
        <p:txBody>
          <a:bodyPr/>
          <a:lstStyle>
            <a:lvl1pPr>
              <a:defRPr/>
            </a:lvl1pPr>
          </a:lstStyle>
          <a:p>
            <a:pPr>
              <a:defRPr/>
            </a:pPr>
            <a:fld id="{18CC428E-3B85-A243-9CC1-2C696133C6B4}" type="datetime1">
              <a:rPr lang="en-US" altLang="zh-CN" smtClean="0"/>
              <a:t>4/21/26</a:t>
            </a:fld>
            <a:endParaRPr lang="zh-CN" altLang="en-US"/>
          </a:p>
        </p:txBody>
      </p:sp>
      <p:sp>
        <p:nvSpPr>
          <p:cNvPr id="6" name="页脚占位符 4">
            <a:extLst>
              <a:ext uri="{FF2B5EF4-FFF2-40B4-BE49-F238E27FC236}">
                <a16:creationId xmlns:a16="http://schemas.microsoft.com/office/drawing/2014/main" id="{24285BE5-3ACA-1647-95EF-908C3C13516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CE82ACA6-BB7B-7B43-83D0-2BDE05A01992}"/>
              </a:ext>
            </a:extLst>
          </p:cNvPr>
          <p:cNvSpPr>
            <a:spLocks noGrp="1" noChangeArrowheads="1"/>
          </p:cNvSpPr>
          <p:nvPr>
            <p:ph type="sldNum" sz="quarter" idx="12"/>
          </p:nvPr>
        </p:nvSpPr>
        <p:spPr>
          <a:ln/>
        </p:spPr>
        <p:txBody>
          <a:bodyPr/>
          <a:lstStyle>
            <a:lvl1pPr>
              <a:defRPr/>
            </a:lvl1pPr>
          </a:lstStyle>
          <a:p>
            <a:fld id="{F993768D-BAF3-0C40-925A-C0E3799B72BC}" type="slidenum">
              <a:rPr lang="zh-CN" altLang="en-US"/>
              <a:pPr/>
              <a:t>‹#›</a:t>
            </a:fld>
            <a:endParaRPr lang="zh-CN" altLang="en-US"/>
          </a:p>
        </p:txBody>
      </p:sp>
    </p:spTree>
    <p:extLst>
      <p:ext uri="{BB962C8B-B14F-4D97-AF65-F5344CB8AC3E}">
        <p14:creationId xmlns:p14="http://schemas.microsoft.com/office/powerpoint/2010/main" val="15329825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0BE7F4C-CC48-E94E-824E-DFA2E172731E}"/>
              </a:ext>
            </a:extLst>
          </p:cNvPr>
          <p:cNvSpPr>
            <a:spLocks noGrp="1" noChangeArrowheads="1"/>
          </p:cNvSpPr>
          <p:nvPr>
            <p:ph type="dt" sz="half" idx="10"/>
          </p:nvPr>
        </p:nvSpPr>
        <p:spPr>
          <a:ln/>
        </p:spPr>
        <p:txBody>
          <a:bodyPr/>
          <a:lstStyle>
            <a:lvl1pPr>
              <a:defRPr/>
            </a:lvl1pPr>
          </a:lstStyle>
          <a:p>
            <a:pPr>
              <a:defRPr/>
            </a:pPr>
            <a:fld id="{2E606E46-1592-AF48-91BE-F30AA3B6B99B}" type="datetime1">
              <a:rPr lang="en-US" altLang="zh-CN" smtClean="0"/>
              <a:t>4/21/26</a:t>
            </a:fld>
            <a:endParaRPr lang="zh-CN" altLang="en-US"/>
          </a:p>
        </p:txBody>
      </p:sp>
      <p:sp>
        <p:nvSpPr>
          <p:cNvPr id="8" name="页脚占位符 4">
            <a:extLst>
              <a:ext uri="{FF2B5EF4-FFF2-40B4-BE49-F238E27FC236}">
                <a16:creationId xmlns:a16="http://schemas.microsoft.com/office/drawing/2014/main" id="{A4DD40CA-B6A2-924B-A6A0-3F180002FD4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0EA7FA84-8DDF-F04B-AD05-80AFD210F164}"/>
              </a:ext>
            </a:extLst>
          </p:cNvPr>
          <p:cNvSpPr>
            <a:spLocks noGrp="1" noChangeArrowheads="1"/>
          </p:cNvSpPr>
          <p:nvPr>
            <p:ph type="sldNum" sz="quarter" idx="12"/>
          </p:nvPr>
        </p:nvSpPr>
        <p:spPr>
          <a:ln/>
        </p:spPr>
        <p:txBody>
          <a:bodyPr/>
          <a:lstStyle>
            <a:lvl1pPr>
              <a:defRPr/>
            </a:lvl1pPr>
          </a:lstStyle>
          <a:p>
            <a:fld id="{074981CD-E885-D642-82DB-93B61CD50985}" type="slidenum">
              <a:rPr lang="zh-CN" altLang="en-US"/>
              <a:pPr/>
              <a:t>‹#›</a:t>
            </a:fld>
            <a:endParaRPr lang="zh-CN" altLang="en-US"/>
          </a:p>
        </p:txBody>
      </p:sp>
    </p:spTree>
    <p:extLst>
      <p:ext uri="{BB962C8B-B14F-4D97-AF65-F5344CB8AC3E}">
        <p14:creationId xmlns:p14="http://schemas.microsoft.com/office/powerpoint/2010/main" val="2338742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02ED381-694D-7A4D-A70D-F00CFD605CFF}"/>
              </a:ext>
            </a:extLst>
          </p:cNvPr>
          <p:cNvSpPr>
            <a:spLocks noGrp="1" noChangeArrowheads="1"/>
          </p:cNvSpPr>
          <p:nvPr>
            <p:ph type="dt" sz="half" idx="10"/>
          </p:nvPr>
        </p:nvSpPr>
        <p:spPr>
          <a:ln/>
        </p:spPr>
        <p:txBody>
          <a:bodyPr/>
          <a:lstStyle>
            <a:lvl1pPr>
              <a:defRPr/>
            </a:lvl1pPr>
          </a:lstStyle>
          <a:p>
            <a:pPr>
              <a:defRPr/>
            </a:pPr>
            <a:fld id="{96C41D71-C529-B64C-9BD0-8270CD5FD641}" type="datetime1">
              <a:rPr lang="en-US" altLang="zh-CN" smtClean="0"/>
              <a:t>4/21/26</a:t>
            </a:fld>
            <a:endParaRPr lang="zh-CN" altLang="en-US"/>
          </a:p>
        </p:txBody>
      </p:sp>
      <p:sp>
        <p:nvSpPr>
          <p:cNvPr id="4" name="页脚占位符 4">
            <a:extLst>
              <a:ext uri="{FF2B5EF4-FFF2-40B4-BE49-F238E27FC236}">
                <a16:creationId xmlns:a16="http://schemas.microsoft.com/office/drawing/2014/main" id="{23544D85-9211-F741-B5FD-B2BA43AD714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B223783E-B8A3-D540-B165-042827390146}"/>
              </a:ext>
            </a:extLst>
          </p:cNvPr>
          <p:cNvSpPr>
            <a:spLocks noGrp="1" noChangeArrowheads="1"/>
          </p:cNvSpPr>
          <p:nvPr>
            <p:ph type="sldNum" sz="quarter" idx="12"/>
          </p:nvPr>
        </p:nvSpPr>
        <p:spPr>
          <a:ln/>
        </p:spPr>
        <p:txBody>
          <a:bodyPr/>
          <a:lstStyle>
            <a:lvl1pPr>
              <a:defRPr/>
            </a:lvl1pPr>
          </a:lstStyle>
          <a:p>
            <a:fld id="{B530C4E3-CE5F-A247-AFF9-51B782C9791E}" type="slidenum">
              <a:rPr lang="zh-CN" altLang="en-US"/>
              <a:pPr/>
              <a:t>‹#›</a:t>
            </a:fld>
            <a:endParaRPr lang="zh-CN" altLang="en-US"/>
          </a:p>
        </p:txBody>
      </p:sp>
    </p:spTree>
    <p:extLst>
      <p:ext uri="{BB962C8B-B14F-4D97-AF65-F5344CB8AC3E}">
        <p14:creationId xmlns:p14="http://schemas.microsoft.com/office/powerpoint/2010/main" val="22164611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717FDE1-2106-ED4D-9C4C-86BD351BDD67}"/>
              </a:ext>
            </a:extLst>
          </p:cNvPr>
          <p:cNvSpPr>
            <a:spLocks noGrp="1" noChangeArrowheads="1"/>
          </p:cNvSpPr>
          <p:nvPr>
            <p:ph type="dt" sz="half" idx="10"/>
          </p:nvPr>
        </p:nvSpPr>
        <p:spPr>
          <a:ln/>
        </p:spPr>
        <p:txBody>
          <a:bodyPr/>
          <a:lstStyle>
            <a:lvl1pPr>
              <a:defRPr/>
            </a:lvl1pPr>
          </a:lstStyle>
          <a:p>
            <a:pPr>
              <a:defRPr/>
            </a:pPr>
            <a:fld id="{8F42C2FE-FFE5-904C-BA05-2B0638D2807B}" type="datetime1">
              <a:rPr lang="en-US" altLang="zh-CN" smtClean="0"/>
              <a:t>4/21/26</a:t>
            </a:fld>
            <a:endParaRPr lang="zh-CN" altLang="en-US"/>
          </a:p>
        </p:txBody>
      </p:sp>
      <p:sp>
        <p:nvSpPr>
          <p:cNvPr id="3" name="页脚占位符 4">
            <a:extLst>
              <a:ext uri="{FF2B5EF4-FFF2-40B4-BE49-F238E27FC236}">
                <a16:creationId xmlns:a16="http://schemas.microsoft.com/office/drawing/2014/main" id="{9AAA0780-1018-B24D-9529-31813DA10CC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7CC6E25F-844F-4541-8895-80319100CEDA}"/>
              </a:ext>
            </a:extLst>
          </p:cNvPr>
          <p:cNvSpPr>
            <a:spLocks noGrp="1" noChangeArrowheads="1"/>
          </p:cNvSpPr>
          <p:nvPr>
            <p:ph type="sldNum" sz="quarter" idx="12"/>
          </p:nvPr>
        </p:nvSpPr>
        <p:spPr>
          <a:ln/>
        </p:spPr>
        <p:txBody>
          <a:bodyPr/>
          <a:lstStyle>
            <a:lvl1pPr>
              <a:defRPr/>
            </a:lvl1pPr>
          </a:lstStyle>
          <a:p>
            <a:fld id="{F719E57F-B6A3-6040-8266-0D628304DFBD}" type="slidenum">
              <a:rPr lang="zh-CN" altLang="en-US"/>
              <a:pPr/>
              <a:t>‹#›</a:t>
            </a:fld>
            <a:endParaRPr lang="zh-CN" altLang="en-US"/>
          </a:p>
        </p:txBody>
      </p:sp>
    </p:spTree>
    <p:extLst>
      <p:ext uri="{BB962C8B-B14F-4D97-AF65-F5344CB8AC3E}">
        <p14:creationId xmlns:p14="http://schemas.microsoft.com/office/powerpoint/2010/main" val="2836866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6A699A5-200E-7D4A-9377-D8B0EC7C5A4E}"/>
              </a:ext>
            </a:extLst>
          </p:cNvPr>
          <p:cNvSpPr>
            <a:spLocks noGrp="1" noChangeArrowheads="1"/>
          </p:cNvSpPr>
          <p:nvPr>
            <p:ph type="dt" sz="half" idx="10"/>
          </p:nvPr>
        </p:nvSpPr>
        <p:spPr>
          <a:ln/>
        </p:spPr>
        <p:txBody>
          <a:bodyPr/>
          <a:lstStyle>
            <a:lvl1pPr>
              <a:defRPr/>
            </a:lvl1pPr>
          </a:lstStyle>
          <a:p>
            <a:pPr>
              <a:defRPr/>
            </a:pPr>
            <a:fld id="{A22DA405-0BB4-8741-BD90-30AE2A9B35DC}" type="datetime1">
              <a:rPr lang="en-US" altLang="zh-CN" smtClean="0"/>
              <a:t>4/21/26</a:t>
            </a:fld>
            <a:endParaRPr lang="zh-CN" altLang="en-US"/>
          </a:p>
        </p:txBody>
      </p:sp>
      <p:sp>
        <p:nvSpPr>
          <p:cNvPr id="6" name="页脚占位符 4">
            <a:extLst>
              <a:ext uri="{FF2B5EF4-FFF2-40B4-BE49-F238E27FC236}">
                <a16:creationId xmlns:a16="http://schemas.microsoft.com/office/drawing/2014/main" id="{EF70BCDE-A9B3-9A48-8561-3E4D35FDD11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1CD81C1-EF48-2C48-812A-A5B348ECD5E1}"/>
              </a:ext>
            </a:extLst>
          </p:cNvPr>
          <p:cNvSpPr>
            <a:spLocks noGrp="1" noChangeArrowheads="1"/>
          </p:cNvSpPr>
          <p:nvPr>
            <p:ph type="sldNum" sz="quarter" idx="12"/>
          </p:nvPr>
        </p:nvSpPr>
        <p:spPr>
          <a:ln/>
        </p:spPr>
        <p:txBody>
          <a:bodyPr/>
          <a:lstStyle>
            <a:lvl1pPr>
              <a:defRPr/>
            </a:lvl1pPr>
          </a:lstStyle>
          <a:p>
            <a:fld id="{29F84157-C227-FD4A-B76B-9F6CA0F99BA2}" type="slidenum">
              <a:rPr lang="zh-CN" altLang="en-US"/>
              <a:pPr/>
              <a:t>‹#›</a:t>
            </a:fld>
            <a:endParaRPr lang="zh-CN" altLang="en-US"/>
          </a:p>
        </p:txBody>
      </p:sp>
    </p:spTree>
    <p:extLst>
      <p:ext uri="{BB962C8B-B14F-4D97-AF65-F5344CB8AC3E}">
        <p14:creationId xmlns:p14="http://schemas.microsoft.com/office/powerpoint/2010/main" val="19636841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B03BAF5-B9EC-C44F-9AAC-C1760E75AD7B}"/>
              </a:ext>
            </a:extLst>
          </p:cNvPr>
          <p:cNvSpPr>
            <a:spLocks noGrp="1" noChangeArrowheads="1"/>
          </p:cNvSpPr>
          <p:nvPr>
            <p:ph type="dt" sz="half" idx="10"/>
          </p:nvPr>
        </p:nvSpPr>
        <p:spPr>
          <a:ln/>
        </p:spPr>
        <p:txBody>
          <a:bodyPr/>
          <a:lstStyle>
            <a:lvl1pPr>
              <a:defRPr/>
            </a:lvl1pPr>
          </a:lstStyle>
          <a:p>
            <a:pPr>
              <a:defRPr/>
            </a:pPr>
            <a:fld id="{2EEDBFC3-C158-964D-BC1A-65A279276F79}" type="datetime1">
              <a:rPr lang="en-US" altLang="zh-CN" smtClean="0"/>
              <a:t>4/21/26</a:t>
            </a:fld>
            <a:endParaRPr lang="zh-CN" altLang="en-US"/>
          </a:p>
        </p:txBody>
      </p:sp>
      <p:sp>
        <p:nvSpPr>
          <p:cNvPr id="6" name="页脚占位符 4">
            <a:extLst>
              <a:ext uri="{FF2B5EF4-FFF2-40B4-BE49-F238E27FC236}">
                <a16:creationId xmlns:a16="http://schemas.microsoft.com/office/drawing/2014/main" id="{16ADEA67-CB62-6A4C-9F19-43587E94015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C639FB9-3284-C54F-BF28-F8676EB71F33}"/>
              </a:ext>
            </a:extLst>
          </p:cNvPr>
          <p:cNvSpPr>
            <a:spLocks noGrp="1" noChangeArrowheads="1"/>
          </p:cNvSpPr>
          <p:nvPr>
            <p:ph type="sldNum" sz="quarter" idx="12"/>
          </p:nvPr>
        </p:nvSpPr>
        <p:spPr>
          <a:ln/>
        </p:spPr>
        <p:txBody>
          <a:bodyPr/>
          <a:lstStyle>
            <a:lvl1pPr>
              <a:defRPr/>
            </a:lvl1pPr>
          </a:lstStyle>
          <a:p>
            <a:fld id="{6FED5780-DBB0-474E-88AF-C77068869AB7}" type="slidenum">
              <a:rPr lang="zh-CN" altLang="en-US"/>
              <a:pPr/>
              <a:t>‹#›</a:t>
            </a:fld>
            <a:endParaRPr lang="zh-CN" altLang="en-US"/>
          </a:p>
        </p:txBody>
      </p:sp>
    </p:spTree>
    <p:extLst>
      <p:ext uri="{BB962C8B-B14F-4D97-AF65-F5344CB8AC3E}">
        <p14:creationId xmlns:p14="http://schemas.microsoft.com/office/powerpoint/2010/main" val="613816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1A3C8D5-A7D0-2F44-8163-1719C8BD1BC6}"/>
              </a:ext>
            </a:extLst>
          </p:cNvPr>
          <p:cNvSpPr>
            <a:spLocks noGrp="1" noChangeArrowheads="1"/>
          </p:cNvSpPr>
          <p:nvPr>
            <p:ph type="dt" sz="half" idx="10"/>
          </p:nvPr>
        </p:nvSpPr>
        <p:spPr>
          <a:ln/>
        </p:spPr>
        <p:txBody>
          <a:bodyPr/>
          <a:lstStyle>
            <a:lvl1pPr>
              <a:defRPr/>
            </a:lvl1pPr>
          </a:lstStyle>
          <a:p>
            <a:pPr>
              <a:defRPr/>
            </a:pPr>
            <a:fld id="{6C5D6053-F1BB-9846-A9B1-7ADB78A2D14B}" type="datetime1">
              <a:rPr lang="en-US" altLang="zh-CN" smtClean="0"/>
              <a:t>4/21/26</a:t>
            </a:fld>
            <a:endParaRPr lang="zh-CN" altLang="en-US"/>
          </a:p>
        </p:txBody>
      </p:sp>
      <p:sp>
        <p:nvSpPr>
          <p:cNvPr id="5" name="页脚占位符 4">
            <a:extLst>
              <a:ext uri="{FF2B5EF4-FFF2-40B4-BE49-F238E27FC236}">
                <a16:creationId xmlns:a16="http://schemas.microsoft.com/office/drawing/2014/main" id="{8F5F654A-9D47-2147-9CD0-15D25C619D7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799E5FB0-207E-784D-8C3F-0EA91DFC3832}"/>
              </a:ext>
            </a:extLst>
          </p:cNvPr>
          <p:cNvSpPr>
            <a:spLocks noGrp="1" noChangeArrowheads="1"/>
          </p:cNvSpPr>
          <p:nvPr>
            <p:ph type="sldNum" sz="quarter" idx="12"/>
          </p:nvPr>
        </p:nvSpPr>
        <p:spPr>
          <a:ln/>
        </p:spPr>
        <p:txBody>
          <a:bodyPr/>
          <a:lstStyle>
            <a:lvl1pPr>
              <a:defRPr/>
            </a:lvl1pPr>
          </a:lstStyle>
          <a:p>
            <a:fld id="{3D73E199-78DD-2B4D-B0F7-B99F29BAC89E}" type="slidenum">
              <a:rPr lang="zh-CN" altLang="en-US"/>
              <a:pPr/>
              <a:t>‹#›</a:t>
            </a:fld>
            <a:endParaRPr lang="zh-CN" altLang="en-US"/>
          </a:p>
        </p:txBody>
      </p:sp>
    </p:spTree>
    <p:extLst>
      <p:ext uri="{BB962C8B-B14F-4D97-AF65-F5344CB8AC3E}">
        <p14:creationId xmlns:p14="http://schemas.microsoft.com/office/powerpoint/2010/main" val="3047187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0F92647-20A9-734C-8A3D-62E6B7144010}"/>
              </a:ext>
            </a:extLst>
          </p:cNvPr>
          <p:cNvSpPr>
            <a:spLocks noGrp="1" noChangeArrowheads="1"/>
          </p:cNvSpPr>
          <p:nvPr>
            <p:ph type="dt" sz="half" idx="10"/>
          </p:nvPr>
        </p:nvSpPr>
        <p:spPr>
          <a:ln/>
        </p:spPr>
        <p:txBody>
          <a:bodyPr/>
          <a:lstStyle>
            <a:lvl1pPr>
              <a:defRPr/>
            </a:lvl1pPr>
          </a:lstStyle>
          <a:p>
            <a:pPr>
              <a:defRPr/>
            </a:pPr>
            <a:fld id="{1A3C0EB6-14CA-9444-BF34-F0B7E85BB5A2}" type="datetime1">
              <a:rPr lang="en-US" altLang="zh-CN" smtClean="0"/>
              <a:t>4/21/26</a:t>
            </a:fld>
            <a:endParaRPr lang="zh-CN" altLang="en-US"/>
          </a:p>
        </p:txBody>
      </p:sp>
      <p:sp>
        <p:nvSpPr>
          <p:cNvPr id="5" name="页脚占位符 4">
            <a:extLst>
              <a:ext uri="{FF2B5EF4-FFF2-40B4-BE49-F238E27FC236}">
                <a16:creationId xmlns:a16="http://schemas.microsoft.com/office/drawing/2014/main" id="{5CF50345-828C-0546-93B9-E445F4189B1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34CD0C9-2128-9042-9EC8-DCF435422139}"/>
              </a:ext>
            </a:extLst>
          </p:cNvPr>
          <p:cNvSpPr>
            <a:spLocks noGrp="1" noChangeArrowheads="1"/>
          </p:cNvSpPr>
          <p:nvPr>
            <p:ph type="sldNum" sz="quarter" idx="12"/>
          </p:nvPr>
        </p:nvSpPr>
        <p:spPr>
          <a:ln/>
        </p:spPr>
        <p:txBody>
          <a:bodyPr/>
          <a:lstStyle>
            <a:lvl1pPr>
              <a:defRPr/>
            </a:lvl1pPr>
          </a:lstStyle>
          <a:p>
            <a:fld id="{7E3AAE80-D7CA-1540-9ACA-1F173E546E67}" type="slidenum">
              <a:rPr lang="zh-CN" altLang="en-US"/>
              <a:pPr/>
              <a:t>‹#›</a:t>
            </a:fld>
            <a:endParaRPr lang="zh-CN" altLang="en-US"/>
          </a:p>
        </p:txBody>
      </p:sp>
    </p:spTree>
    <p:extLst>
      <p:ext uri="{BB962C8B-B14F-4D97-AF65-F5344CB8AC3E}">
        <p14:creationId xmlns:p14="http://schemas.microsoft.com/office/powerpoint/2010/main" val="29419096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10FDEB-EA52-2346-8265-8E6765D2894F}"/>
              </a:ext>
            </a:extLst>
          </p:cNvPr>
          <p:cNvSpPr>
            <a:spLocks noGrp="1" noChangeArrowheads="1"/>
          </p:cNvSpPr>
          <p:nvPr>
            <p:ph type="dt" sz="half" idx="10"/>
          </p:nvPr>
        </p:nvSpPr>
        <p:spPr>
          <a:ln/>
        </p:spPr>
        <p:txBody>
          <a:bodyPr/>
          <a:lstStyle>
            <a:lvl1pPr>
              <a:defRPr/>
            </a:lvl1pPr>
          </a:lstStyle>
          <a:p>
            <a:pPr>
              <a:defRPr/>
            </a:pPr>
            <a:fld id="{72B96327-CCFF-D148-80DD-4217C92D46FF}" type="datetime1">
              <a:rPr lang="en-US" altLang="zh-CN" smtClean="0"/>
              <a:t>4/21/26</a:t>
            </a:fld>
            <a:endParaRPr lang="zh-CN" altLang="en-US"/>
          </a:p>
        </p:txBody>
      </p:sp>
      <p:sp>
        <p:nvSpPr>
          <p:cNvPr id="5" name="页脚占位符 4">
            <a:extLst>
              <a:ext uri="{FF2B5EF4-FFF2-40B4-BE49-F238E27FC236}">
                <a16:creationId xmlns:a16="http://schemas.microsoft.com/office/drawing/2014/main" id="{F1E6F47C-8DC2-7749-9688-8545523F5EB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3E5BA6E-02EA-3445-81B7-A65C3E68F749}"/>
              </a:ext>
            </a:extLst>
          </p:cNvPr>
          <p:cNvSpPr>
            <a:spLocks noGrp="1" noChangeArrowheads="1"/>
          </p:cNvSpPr>
          <p:nvPr>
            <p:ph type="sldNum" sz="quarter" idx="12"/>
          </p:nvPr>
        </p:nvSpPr>
        <p:spPr>
          <a:ln/>
        </p:spPr>
        <p:txBody>
          <a:bodyPr/>
          <a:lstStyle>
            <a:lvl1pPr>
              <a:defRPr/>
            </a:lvl1pPr>
          </a:lstStyle>
          <a:p>
            <a:fld id="{04FBA4AC-EA2D-6849-AF48-2AEF0B5E133E}" type="slidenum">
              <a:rPr lang="zh-CN" altLang="en-US"/>
              <a:pPr/>
              <a:t>‹#›</a:t>
            </a:fld>
            <a:endParaRPr lang="zh-CN" altLang="en-US"/>
          </a:p>
        </p:txBody>
      </p:sp>
    </p:spTree>
    <p:extLst>
      <p:ext uri="{BB962C8B-B14F-4D97-AF65-F5344CB8AC3E}">
        <p14:creationId xmlns:p14="http://schemas.microsoft.com/office/powerpoint/2010/main" val="4898412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978FDC8-BACF-2842-9992-307ACC21FB61}"/>
              </a:ext>
            </a:extLst>
          </p:cNvPr>
          <p:cNvSpPr>
            <a:spLocks noGrp="1" noChangeArrowheads="1"/>
          </p:cNvSpPr>
          <p:nvPr>
            <p:ph type="dt" sz="half" idx="10"/>
          </p:nvPr>
        </p:nvSpPr>
        <p:spPr>
          <a:ln/>
        </p:spPr>
        <p:txBody>
          <a:bodyPr/>
          <a:lstStyle>
            <a:lvl1pPr>
              <a:defRPr/>
            </a:lvl1pPr>
          </a:lstStyle>
          <a:p>
            <a:pPr>
              <a:defRPr/>
            </a:pPr>
            <a:fld id="{F219596E-BBFB-2E4E-9044-EFFFCBCECCB0}" type="datetime1">
              <a:rPr lang="en-US" altLang="zh-CN" smtClean="0"/>
              <a:t>4/21/26</a:t>
            </a:fld>
            <a:endParaRPr lang="zh-CN" altLang="en-US"/>
          </a:p>
        </p:txBody>
      </p:sp>
      <p:sp>
        <p:nvSpPr>
          <p:cNvPr id="5" name="页脚占位符 4">
            <a:extLst>
              <a:ext uri="{FF2B5EF4-FFF2-40B4-BE49-F238E27FC236}">
                <a16:creationId xmlns:a16="http://schemas.microsoft.com/office/drawing/2014/main" id="{358622E7-C74A-B343-BBD3-0395FA44B4E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BBF7446-9C74-684B-AAA8-593C77F40122}"/>
              </a:ext>
            </a:extLst>
          </p:cNvPr>
          <p:cNvSpPr>
            <a:spLocks noGrp="1" noChangeArrowheads="1"/>
          </p:cNvSpPr>
          <p:nvPr>
            <p:ph type="sldNum" sz="quarter" idx="12"/>
          </p:nvPr>
        </p:nvSpPr>
        <p:spPr>
          <a:ln/>
        </p:spPr>
        <p:txBody>
          <a:bodyPr/>
          <a:lstStyle>
            <a:lvl1pPr>
              <a:defRPr/>
            </a:lvl1pPr>
          </a:lstStyle>
          <a:p>
            <a:fld id="{C537EECA-0F83-074E-AA7E-7B277D6F2F37}" type="slidenum">
              <a:rPr lang="zh-CN" altLang="en-US"/>
              <a:pPr/>
              <a:t>‹#›</a:t>
            </a:fld>
            <a:endParaRPr lang="zh-CN" altLang="en-US"/>
          </a:p>
        </p:txBody>
      </p:sp>
    </p:spTree>
    <p:extLst>
      <p:ext uri="{BB962C8B-B14F-4D97-AF65-F5344CB8AC3E}">
        <p14:creationId xmlns:p14="http://schemas.microsoft.com/office/powerpoint/2010/main" val="2655817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4EBD0F4-9FFA-A24C-A7CA-F9A3C16A2BBD}"/>
              </a:ext>
            </a:extLst>
          </p:cNvPr>
          <p:cNvSpPr>
            <a:spLocks noGrp="1" noChangeArrowheads="1"/>
          </p:cNvSpPr>
          <p:nvPr>
            <p:ph type="dt" sz="half" idx="10"/>
          </p:nvPr>
        </p:nvSpPr>
        <p:spPr>
          <a:ln/>
        </p:spPr>
        <p:txBody>
          <a:bodyPr/>
          <a:lstStyle>
            <a:lvl1pPr>
              <a:defRPr/>
            </a:lvl1pPr>
          </a:lstStyle>
          <a:p>
            <a:pPr>
              <a:defRPr/>
            </a:pPr>
            <a:fld id="{BA425C01-CC83-6A4C-BFF7-4DC80C026B55}" type="datetime1">
              <a:rPr lang="en-US" altLang="zh-CN" smtClean="0"/>
              <a:t>4/21/26</a:t>
            </a:fld>
            <a:endParaRPr lang="zh-CN" altLang="en-US"/>
          </a:p>
        </p:txBody>
      </p:sp>
      <p:sp>
        <p:nvSpPr>
          <p:cNvPr id="5" name="页脚占位符 4">
            <a:extLst>
              <a:ext uri="{FF2B5EF4-FFF2-40B4-BE49-F238E27FC236}">
                <a16:creationId xmlns:a16="http://schemas.microsoft.com/office/drawing/2014/main" id="{C5F78BB1-0C65-F046-A24C-7F0595E73BE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4A34F60-E979-3646-9903-4089B54FC6F4}"/>
              </a:ext>
            </a:extLst>
          </p:cNvPr>
          <p:cNvSpPr>
            <a:spLocks noGrp="1" noChangeArrowheads="1"/>
          </p:cNvSpPr>
          <p:nvPr>
            <p:ph type="sldNum" sz="quarter" idx="12"/>
          </p:nvPr>
        </p:nvSpPr>
        <p:spPr>
          <a:ln/>
        </p:spPr>
        <p:txBody>
          <a:bodyPr/>
          <a:lstStyle>
            <a:lvl1pPr>
              <a:defRPr/>
            </a:lvl1pPr>
          </a:lstStyle>
          <a:p>
            <a:fld id="{91CD24CD-3C82-4B4F-A560-23EB0F06C0A6}" type="slidenum">
              <a:rPr lang="zh-CN" altLang="en-US"/>
              <a:pPr/>
              <a:t>‹#›</a:t>
            </a:fld>
            <a:endParaRPr lang="zh-CN" altLang="en-US"/>
          </a:p>
        </p:txBody>
      </p:sp>
    </p:spTree>
    <p:extLst>
      <p:ext uri="{BB962C8B-B14F-4D97-AF65-F5344CB8AC3E}">
        <p14:creationId xmlns:p14="http://schemas.microsoft.com/office/powerpoint/2010/main" val="18718452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3DB27D0A-34AF-A74C-B90F-3284D80FC450}"/>
              </a:ext>
            </a:extLst>
          </p:cNvPr>
          <p:cNvSpPr>
            <a:spLocks noGrp="1" noChangeArrowheads="1"/>
          </p:cNvSpPr>
          <p:nvPr>
            <p:ph type="dt" sz="half" idx="10"/>
          </p:nvPr>
        </p:nvSpPr>
        <p:spPr>
          <a:ln/>
        </p:spPr>
        <p:txBody>
          <a:bodyPr/>
          <a:lstStyle>
            <a:lvl1pPr>
              <a:defRPr/>
            </a:lvl1pPr>
          </a:lstStyle>
          <a:p>
            <a:pPr>
              <a:defRPr/>
            </a:pPr>
            <a:fld id="{7716655D-39D1-8241-8274-4BD26BEA4C01}" type="datetime1">
              <a:rPr lang="en-US" altLang="zh-CN" smtClean="0"/>
              <a:t>4/21/26</a:t>
            </a:fld>
            <a:endParaRPr lang="zh-CN" altLang="en-US"/>
          </a:p>
        </p:txBody>
      </p:sp>
      <p:sp>
        <p:nvSpPr>
          <p:cNvPr id="6" name="页脚占位符 4">
            <a:extLst>
              <a:ext uri="{FF2B5EF4-FFF2-40B4-BE49-F238E27FC236}">
                <a16:creationId xmlns:a16="http://schemas.microsoft.com/office/drawing/2014/main" id="{E9976F53-D8BE-044D-AC02-E519EEB712C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53DFBC08-2EEC-1048-A350-0AE20427244B}"/>
              </a:ext>
            </a:extLst>
          </p:cNvPr>
          <p:cNvSpPr>
            <a:spLocks noGrp="1" noChangeArrowheads="1"/>
          </p:cNvSpPr>
          <p:nvPr>
            <p:ph type="sldNum" sz="quarter" idx="12"/>
          </p:nvPr>
        </p:nvSpPr>
        <p:spPr>
          <a:ln/>
        </p:spPr>
        <p:txBody>
          <a:bodyPr/>
          <a:lstStyle>
            <a:lvl1pPr>
              <a:defRPr/>
            </a:lvl1pPr>
          </a:lstStyle>
          <a:p>
            <a:fld id="{ADAE121C-B84C-DA4F-BEC3-E4CC4DF89DF3}" type="slidenum">
              <a:rPr lang="zh-CN" altLang="en-US"/>
              <a:pPr/>
              <a:t>‹#›</a:t>
            </a:fld>
            <a:endParaRPr lang="zh-CN" altLang="en-US"/>
          </a:p>
        </p:txBody>
      </p:sp>
    </p:spTree>
    <p:extLst>
      <p:ext uri="{BB962C8B-B14F-4D97-AF65-F5344CB8AC3E}">
        <p14:creationId xmlns:p14="http://schemas.microsoft.com/office/powerpoint/2010/main" val="1019857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88A61A66-6B9B-8A47-9AFD-0E9924D1DE2E}"/>
              </a:ext>
            </a:extLst>
          </p:cNvPr>
          <p:cNvSpPr>
            <a:spLocks noGrp="1" noChangeArrowheads="1"/>
          </p:cNvSpPr>
          <p:nvPr>
            <p:ph type="dt" sz="half" idx="10"/>
          </p:nvPr>
        </p:nvSpPr>
        <p:spPr>
          <a:ln/>
        </p:spPr>
        <p:txBody>
          <a:bodyPr/>
          <a:lstStyle>
            <a:lvl1pPr>
              <a:defRPr/>
            </a:lvl1pPr>
          </a:lstStyle>
          <a:p>
            <a:pPr>
              <a:defRPr/>
            </a:pPr>
            <a:fld id="{B8F7CD7E-6380-FB4A-9F98-64B87AB4A625}" type="datetime1">
              <a:rPr lang="en-US" altLang="zh-CN" smtClean="0"/>
              <a:t>4/21/26</a:t>
            </a:fld>
            <a:endParaRPr lang="zh-CN" altLang="en-US"/>
          </a:p>
        </p:txBody>
      </p:sp>
      <p:sp>
        <p:nvSpPr>
          <p:cNvPr id="8" name="页脚占位符 4">
            <a:extLst>
              <a:ext uri="{FF2B5EF4-FFF2-40B4-BE49-F238E27FC236}">
                <a16:creationId xmlns:a16="http://schemas.microsoft.com/office/drawing/2014/main" id="{3C770653-107D-F847-92BB-F55E0F38026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47BEF9AF-EEFC-E44F-8EE9-A3AE3EB1294B}"/>
              </a:ext>
            </a:extLst>
          </p:cNvPr>
          <p:cNvSpPr>
            <a:spLocks noGrp="1" noChangeArrowheads="1"/>
          </p:cNvSpPr>
          <p:nvPr>
            <p:ph type="sldNum" sz="quarter" idx="12"/>
          </p:nvPr>
        </p:nvSpPr>
        <p:spPr>
          <a:ln/>
        </p:spPr>
        <p:txBody>
          <a:bodyPr/>
          <a:lstStyle>
            <a:lvl1pPr>
              <a:defRPr/>
            </a:lvl1pPr>
          </a:lstStyle>
          <a:p>
            <a:fld id="{B8EA4755-CACD-BC44-B90E-1486543FFC74}" type="slidenum">
              <a:rPr lang="zh-CN" altLang="en-US"/>
              <a:pPr/>
              <a:t>‹#›</a:t>
            </a:fld>
            <a:endParaRPr lang="zh-CN" altLang="en-US"/>
          </a:p>
        </p:txBody>
      </p:sp>
    </p:spTree>
    <p:extLst>
      <p:ext uri="{BB962C8B-B14F-4D97-AF65-F5344CB8AC3E}">
        <p14:creationId xmlns:p14="http://schemas.microsoft.com/office/powerpoint/2010/main" val="1033999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F7F92E6F-5811-9D4E-8839-E9B8087CD470}"/>
              </a:ext>
            </a:extLst>
          </p:cNvPr>
          <p:cNvSpPr>
            <a:spLocks noGrp="1" noChangeArrowheads="1"/>
          </p:cNvSpPr>
          <p:nvPr>
            <p:ph type="dt" sz="half" idx="10"/>
          </p:nvPr>
        </p:nvSpPr>
        <p:spPr>
          <a:ln/>
        </p:spPr>
        <p:txBody>
          <a:bodyPr/>
          <a:lstStyle>
            <a:lvl1pPr>
              <a:defRPr/>
            </a:lvl1pPr>
          </a:lstStyle>
          <a:p>
            <a:pPr>
              <a:defRPr/>
            </a:pPr>
            <a:fld id="{2353DA9D-CD71-6449-845E-FCD7206B46C3}" type="datetime1">
              <a:rPr lang="en-US" altLang="zh-CN" smtClean="0"/>
              <a:t>4/21/26</a:t>
            </a:fld>
            <a:endParaRPr lang="zh-CN" altLang="en-US"/>
          </a:p>
        </p:txBody>
      </p:sp>
      <p:sp>
        <p:nvSpPr>
          <p:cNvPr id="4" name="页脚占位符 4">
            <a:extLst>
              <a:ext uri="{FF2B5EF4-FFF2-40B4-BE49-F238E27FC236}">
                <a16:creationId xmlns:a16="http://schemas.microsoft.com/office/drawing/2014/main" id="{CCE58DD4-A724-3B41-B9EA-C0BAFEB12B1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E7F8F36C-47FF-504E-B8F8-A727FD6EA6EF}"/>
              </a:ext>
            </a:extLst>
          </p:cNvPr>
          <p:cNvSpPr>
            <a:spLocks noGrp="1" noChangeArrowheads="1"/>
          </p:cNvSpPr>
          <p:nvPr>
            <p:ph type="sldNum" sz="quarter" idx="12"/>
          </p:nvPr>
        </p:nvSpPr>
        <p:spPr>
          <a:ln/>
        </p:spPr>
        <p:txBody>
          <a:bodyPr/>
          <a:lstStyle>
            <a:lvl1pPr>
              <a:defRPr/>
            </a:lvl1pPr>
          </a:lstStyle>
          <a:p>
            <a:fld id="{97C31C0B-3BD0-C346-AD92-FFB9409DEC4A}" type="slidenum">
              <a:rPr lang="zh-CN" altLang="en-US"/>
              <a:pPr/>
              <a:t>‹#›</a:t>
            </a:fld>
            <a:endParaRPr lang="zh-CN" altLang="en-US"/>
          </a:p>
        </p:txBody>
      </p:sp>
    </p:spTree>
    <p:extLst>
      <p:ext uri="{BB962C8B-B14F-4D97-AF65-F5344CB8AC3E}">
        <p14:creationId xmlns:p14="http://schemas.microsoft.com/office/powerpoint/2010/main" val="670603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597CFEF-3BBC-7F49-9699-E6FE9C4D956B}"/>
              </a:ext>
            </a:extLst>
          </p:cNvPr>
          <p:cNvSpPr>
            <a:spLocks noGrp="1" noChangeArrowheads="1"/>
          </p:cNvSpPr>
          <p:nvPr>
            <p:ph type="dt" sz="half" idx="10"/>
          </p:nvPr>
        </p:nvSpPr>
        <p:spPr>
          <a:ln/>
        </p:spPr>
        <p:txBody>
          <a:bodyPr/>
          <a:lstStyle>
            <a:lvl1pPr>
              <a:defRPr/>
            </a:lvl1pPr>
          </a:lstStyle>
          <a:p>
            <a:pPr>
              <a:defRPr/>
            </a:pPr>
            <a:fld id="{507987D8-232F-8842-8DC5-CD4A5461FAB8}" type="datetime1">
              <a:rPr lang="en-US" altLang="zh-CN" smtClean="0"/>
              <a:t>4/21/26</a:t>
            </a:fld>
            <a:endParaRPr lang="zh-CN" altLang="en-US"/>
          </a:p>
        </p:txBody>
      </p:sp>
      <p:sp>
        <p:nvSpPr>
          <p:cNvPr id="3" name="页脚占位符 4">
            <a:extLst>
              <a:ext uri="{FF2B5EF4-FFF2-40B4-BE49-F238E27FC236}">
                <a16:creationId xmlns:a16="http://schemas.microsoft.com/office/drawing/2014/main" id="{932D3A42-FAF6-EC47-83EC-7292A52DD50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0317BA92-3C06-EE4A-8412-22902F56AF47}"/>
              </a:ext>
            </a:extLst>
          </p:cNvPr>
          <p:cNvSpPr>
            <a:spLocks noGrp="1" noChangeArrowheads="1"/>
          </p:cNvSpPr>
          <p:nvPr>
            <p:ph type="sldNum" sz="quarter" idx="12"/>
          </p:nvPr>
        </p:nvSpPr>
        <p:spPr>
          <a:ln/>
        </p:spPr>
        <p:txBody>
          <a:bodyPr/>
          <a:lstStyle>
            <a:lvl1pPr>
              <a:defRPr/>
            </a:lvl1pPr>
          </a:lstStyle>
          <a:p>
            <a:fld id="{6103A8A3-875B-954D-A713-5CE8E4FF9A13}" type="slidenum">
              <a:rPr lang="zh-CN" altLang="en-US"/>
              <a:pPr/>
              <a:t>‹#›</a:t>
            </a:fld>
            <a:endParaRPr lang="zh-CN" altLang="en-US"/>
          </a:p>
        </p:txBody>
      </p:sp>
    </p:spTree>
    <p:extLst>
      <p:ext uri="{BB962C8B-B14F-4D97-AF65-F5344CB8AC3E}">
        <p14:creationId xmlns:p14="http://schemas.microsoft.com/office/powerpoint/2010/main" val="4025581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8E28CDD2-7E41-4A4C-8AEC-13F56AD7E291}"/>
              </a:ext>
            </a:extLst>
          </p:cNvPr>
          <p:cNvSpPr>
            <a:spLocks noGrp="1" noChangeArrowheads="1"/>
          </p:cNvSpPr>
          <p:nvPr>
            <p:ph type="dt" sz="half" idx="10"/>
          </p:nvPr>
        </p:nvSpPr>
        <p:spPr>
          <a:ln/>
        </p:spPr>
        <p:txBody>
          <a:bodyPr/>
          <a:lstStyle>
            <a:lvl1pPr>
              <a:defRPr/>
            </a:lvl1pPr>
          </a:lstStyle>
          <a:p>
            <a:pPr>
              <a:defRPr/>
            </a:pPr>
            <a:fld id="{482A0D55-B912-C14F-9C93-9589D42A4265}" type="datetime1">
              <a:rPr lang="en-US" altLang="zh-CN" smtClean="0"/>
              <a:t>4/21/26</a:t>
            </a:fld>
            <a:endParaRPr lang="zh-CN" altLang="en-US"/>
          </a:p>
        </p:txBody>
      </p:sp>
      <p:sp>
        <p:nvSpPr>
          <p:cNvPr id="6" name="页脚占位符 4">
            <a:extLst>
              <a:ext uri="{FF2B5EF4-FFF2-40B4-BE49-F238E27FC236}">
                <a16:creationId xmlns:a16="http://schemas.microsoft.com/office/drawing/2014/main" id="{4C65C12A-03DC-FB47-A050-D8DC8F804D7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EE7509F-D544-8443-91B2-ABF72C74EF0B}"/>
              </a:ext>
            </a:extLst>
          </p:cNvPr>
          <p:cNvSpPr>
            <a:spLocks noGrp="1" noChangeArrowheads="1"/>
          </p:cNvSpPr>
          <p:nvPr>
            <p:ph type="sldNum" sz="quarter" idx="12"/>
          </p:nvPr>
        </p:nvSpPr>
        <p:spPr>
          <a:ln/>
        </p:spPr>
        <p:txBody>
          <a:bodyPr/>
          <a:lstStyle>
            <a:lvl1pPr>
              <a:defRPr/>
            </a:lvl1pPr>
          </a:lstStyle>
          <a:p>
            <a:fld id="{56DC716C-6385-8E4A-928B-89DC07E842CE}" type="slidenum">
              <a:rPr lang="zh-CN" altLang="en-US"/>
              <a:pPr/>
              <a:t>‹#›</a:t>
            </a:fld>
            <a:endParaRPr lang="zh-CN" altLang="en-US"/>
          </a:p>
        </p:txBody>
      </p:sp>
    </p:spTree>
    <p:extLst>
      <p:ext uri="{BB962C8B-B14F-4D97-AF65-F5344CB8AC3E}">
        <p14:creationId xmlns:p14="http://schemas.microsoft.com/office/powerpoint/2010/main" val="38687748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270CA67-7657-DA44-AA98-AC9872067D69}"/>
              </a:ext>
            </a:extLst>
          </p:cNvPr>
          <p:cNvSpPr>
            <a:spLocks noGrp="1" noChangeArrowheads="1"/>
          </p:cNvSpPr>
          <p:nvPr>
            <p:ph type="dt" sz="half" idx="10"/>
          </p:nvPr>
        </p:nvSpPr>
        <p:spPr>
          <a:ln/>
        </p:spPr>
        <p:txBody>
          <a:bodyPr/>
          <a:lstStyle>
            <a:lvl1pPr>
              <a:defRPr/>
            </a:lvl1pPr>
          </a:lstStyle>
          <a:p>
            <a:pPr>
              <a:defRPr/>
            </a:pPr>
            <a:fld id="{86E3FF8C-955B-DC4F-B658-29DC43C90DE8}" type="datetime1">
              <a:rPr lang="en-US" altLang="zh-CN" smtClean="0"/>
              <a:t>4/21/26</a:t>
            </a:fld>
            <a:endParaRPr lang="zh-CN" altLang="en-US"/>
          </a:p>
        </p:txBody>
      </p:sp>
      <p:sp>
        <p:nvSpPr>
          <p:cNvPr id="6" name="页脚占位符 4">
            <a:extLst>
              <a:ext uri="{FF2B5EF4-FFF2-40B4-BE49-F238E27FC236}">
                <a16:creationId xmlns:a16="http://schemas.microsoft.com/office/drawing/2014/main" id="{4D6EFD2E-F6C8-7F4D-84D6-C3F447A1E3A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AB5604D6-BEC4-DC40-AF5E-C63E76BAF45B}"/>
              </a:ext>
            </a:extLst>
          </p:cNvPr>
          <p:cNvSpPr>
            <a:spLocks noGrp="1" noChangeArrowheads="1"/>
          </p:cNvSpPr>
          <p:nvPr>
            <p:ph type="sldNum" sz="quarter" idx="12"/>
          </p:nvPr>
        </p:nvSpPr>
        <p:spPr>
          <a:ln/>
        </p:spPr>
        <p:txBody>
          <a:bodyPr/>
          <a:lstStyle>
            <a:lvl1pPr>
              <a:defRPr/>
            </a:lvl1pPr>
          </a:lstStyle>
          <a:p>
            <a:fld id="{7318B4DC-A52F-EB46-8B05-9A4A51063D41}" type="slidenum">
              <a:rPr lang="zh-CN" altLang="en-US"/>
              <a:pPr/>
              <a:t>‹#›</a:t>
            </a:fld>
            <a:endParaRPr lang="zh-CN" altLang="en-US"/>
          </a:p>
        </p:txBody>
      </p:sp>
    </p:spTree>
    <p:extLst>
      <p:ext uri="{BB962C8B-B14F-4D97-AF65-F5344CB8AC3E}">
        <p14:creationId xmlns:p14="http://schemas.microsoft.com/office/powerpoint/2010/main" val="10626577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5B930BD-725F-6F42-8AAF-FBB932D7E52A}"/>
              </a:ext>
            </a:extLst>
          </p:cNvPr>
          <p:cNvSpPr>
            <a:spLocks noGrp="1" noChangeArrowheads="1"/>
          </p:cNvSpPr>
          <p:nvPr>
            <p:ph type="dt" sz="half" idx="10"/>
          </p:nvPr>
        </p:nvSpPr>
        <p:spPr>
          <a:ln/>
        </p:spPr>
        <p:txBody>
          <a:bodyPr/>
          <a:lstStyle>
            <a:lvl1pPr>
              <a:defRPr/>
            </a:lvl1pPr>
          </a:lstStyle>
          <a:p>
            <a:pPr>
              <a:defRPr/>
            </a:pPr>
            <a:fld id="{F73B1C8E-0710-354A-8D7E-47799037A974}" type="datetime1">
              <a:rPr lang="en-US" altLang="zh-CN" smtClean="0"/>
              <a:t>4/21/26</a:t>
            </a:fld>
            <a:endParaRPr lang="zh-CN" altLang="en-US"/>
          </a:p>
        </p:txBody>
      </p:sp>
      <p:sp>
        <p:nvSpPr>
          <p:cNvPr id="5" name="页脚占位符 4">
            <a:extLst>
              <a:ext uri="{FF2B5EF4-FFF2-40B4-BE49-F238E27FC236}">
                <a16:creationId xmlns:a16="http://schemas.microsoft.com/office/drawing/2014/main" id="{81BFDD64-46F6-AF44-BF2A-6D9B1ECF6AC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BB1E2D13-CEB9-054D-9F0B-E238B417DE6F}"/>
              </a:ext>
            </a:extLst>
          </p:cNvPr>
          <p:cNvSpPr>
            <a:spLocks noGrp="1" noChangeArrowheads="1"/>
          </p:cNvSpPr>
          <p:nvPr>
            <p:ph type="sldNum" sz="quarter" idx="12"/>
          </p:nvPr>
        </p:nvSpPr>
        <p:spPr>
          <a:ln/>
        </p:spPr>
        <p:txBody>
          <a:bodyPr/>
          <a:lstStyle>
            <a:lvl1pPr>
              <a:defRPr/>
            </a:lvl1pPr>
          </a:lstStyle>
          <a:p>
            <a:fld id="{F2BB69BC-FDED-EE49-928C-B293EB696119}" type="slidenum">
              <a:rPr lang="zh-CN" altLang="en-US"/>
              <a:pPr/>
              <a:t>‹#›</a:t>
            </a:fld>
            <a:endParaRPr lang="zh-CN" altLang="en-US"/>
          </a:p>
        </p:txBody>
      </p:sp>
    </p:spTree>
    <p:extLst>
      <p:ext uri="{BB962C8B-B14F-4D97-AF65-F5344CB8AC3E}">
        <p14:creationId xmlns:p14="http://schemas.microsoft.com/office/powerpoint/2010/main" val="40910971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3168026-32F8-114E-898B-53DE75BB8079}"/>
              </a:ext>
            </a:extLst>
          </p:cNvPr>
          <p:cNvSpPr>
            <a:spLocks noGrp="1" noChangeArrowheads="1"/>
          </p:cNvSpPr>
          <p:nvPr>
            <p:ph type="dt" sz="half" idx="10"/>
          </p:nvPr>
        </p:nvSpPr>
        <p:spPr>
          <a:ln/>
        </p:spPr>
        <p:txBody>
          <a:bodyPr/>
          <a:lstStyle>
            <a:lvl1pPr>
              <a:defRPr/>
            </a:lvl1pPr>
          </a:lstStyle>
          <a:p>
            <a:pPr>
              <a:defRPr/>
            </a:pPr>
            <a:fld id="{AA6D06A7-4595-3E44-9624-55ABD5A29D45}" type="datetime1">
              <a:rPr lang="en-US" altLang="zh-CN" smtClean="0"/>
              <a:t>4/21/26</a:t>
            </a:fld>
            <a:endParaRPr lang="zh-CN" altLang="en-US"/>
          </a:p>
        </p:txBody>
      </p:sp>
      <p:sp>
        <p:nvSpPr>
          <p:cNvPr id="5" name="页脚占位符 4">
            <a:extLst>
              <a:ext uri="{FF2B5EF4-FFF2-40B4-BE49-F238E27FC236}">
                <a16:creationId xmlns:a16="http://schemas.microsoft.com/office/drawing/2014/main" id="{1CDFBFDD-8453-F845-9472-FEBEABA7B31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E3FB33F-94CB-1F40-8B9B-38EAFDE5D749}"/>
              </a:ext>
            </a:extLst>
          </p:cNvPr>
          <p:cNvSpPr>
            <a:spLocks noGrp="1" noChangeArrowheads="1"/>
          </p:cNvSpPr>
          <p:nvPr>
            <p:ph type="sldNum" sz="quarter" idx="12"/>
          </p:nvPr>
        </p:nvSpPr>
        <p:spPr>
          <a:ln/>
        </p:spPr>
        <p:txBody>
          <a:bodyPr/>
          <a:lstStyle>
            <a:lvl1pPr>
              <a:defRPr/>
            </a:lvl1pPr>
          </a:lstStyle>
          <a:p>
            <a:fld id="{A47F94A6-02EC-8345-87EE-A586ED6F70E6}" type="slidenum">
              <a:rPr lang="zh-CN" altLang="en-US"/>
              <a:pPr/>
              <a:t>‹#›</a:t>
            </a:fld>
            <a:endParaRPr lang="zh-CN" altLang="en-US"/>
          </a:p>
        </p:txBody>
      </p:sp>
    </p:spTree>
    <p:extLst>
      <p:ext uri="{BB962C8B-B14F-4D97-AF65-F5344CB8AC3E}">
        <p14:creationId xmlns:p14="http://schemas.microsoft.com/office/powerpoint/2010/main" val="33072186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a:extLst>
              <a:ext uri="{FF2B5EF4-FFF2-40B4-BE49-F238E27FC236}">
                <a16:creationId xmlns:a16="http://schemas.microsoft.com/office/drawing/2014/main" id="{60425F41-71D5-484E-96BD-D020F5D8D643}"/>
              </a:ext>
            </a:extLst>
          </p:cNvPr>
          <p:cNvSpPr>
            <a:spLocks noGrp="1" noChangeArrowheads="1"/>
          </p:cNvSpPr>
          <p:nvPr>
            <p:ph type="dt" sz="half" idx="10"/>
          </p:nvPr>
        </p:nvSpPr>
        <p:spPr>
          <a:ln/>
        </p:spPr>
        <p:txBody>
          <a:bodyPr/>
          <a:lstStyle>
            <a:lvl1pPr>
              <a:defRPr/>
            </a:lvl1pPr>
          </a:lstStyle>
          <a:p>
            <a:pPr>
              <a:defRPr/>
            </a:pPr>
            <a:fld id="{8545BD0D-D921-6049-B455-767B289D0E99}" type="datetime1">
              <a:rPr lang="en-US" altLang="zh-CN" smtClean="0"/>
              <a:t>4/21/26</a:t>
            </a:fld>
            <a:endParaRPr lang="zh-CN" altLang="en-US"/>
          </a:p>
        </p:txBody>
      </p:sp>
      <p:sp>
        <p:nvSpPr>
          <p:cNvPr id="5" name="页脚占位符 5">
            <a:extLst>
              <a:ext uri="{FF2B5EF4-FFF2-40B4-BE49-F238E27FC236}">
                <a16:creationId xmlns:a16="http://schemas.microsoft.com/office/drawing/2014/main" id="{B8A92874-7BA8-B24B-AECF-F7480B42CB2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8F47D846-FD40-F245-BB6F-BCECEDB7D74D}"/>
              </a:ext>
            </a:extLst>
          </p:cNvPr>
          <p:cNvSpPr>
            <a:spLocks noGrp="1" noChangeArrowheads="1"/>
          </p:cNvSpPr>
          <p:nvPr>
            <p:ph type="sldNum" sz="quarter" idx="12"/>
          </p:nvPr>
        </p:nvSpPr>
        <p:spPr>
          <a:ln/>
        </p:spPr>
        <p:txBody>
          <a:bodyPr/>
          <a:lstStyle>
            <a:lvl1pPr>
              <a:defRPr/>
            </a:lvl1pPr>
          </a:lstStyle>
          <a:p>
            <a:fld id="{D8ABB781-CC6B-FC4F-A7FF-0A27906B55D2}" type="slidenum">
              <a:rPr lang="zh-CN" altLang="en-US"/>
              <a:pPr/>
              <a:t>‹#›</a:t>
            </a:fld>
            <a:endParaRPr lang="zh-CN" altLang="en-US"/>
          </a:p>
        </p:txBody>
      </p:sp>
    </p:spTree>
    <p:extLst>
      <p:ext uri="{BB962C8B-B14F-4D97-AF65-F5344CB8AC3E}">
        <p14:creationId xmlns:p14="http://schemas.microsoft.com/office/powerpoint/2010/main" val="2320171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22DA0284-9269-B043-AA6F-9FBCE758EB79}"/>
              </a:ext>
            </a:extLst>
          </p:cNvPr>
          <p:cNvSpPr>
            <a:spLocks noGrp="1" noChangeArrowheads="1"/>
          </p:cNvSpPr>
          <p:nvPr>
            <p:ph type="dt" sz="half" idx="10"/>
          </p:nvPr>
        </p:nvSpPr>
        <p:spPr>
          <a:ln/>
        </p:spPr>
        <p:txBody>
          <a:bodyPr/>
          <a:lstStyle>
            <a:lvl1pPr>
              <a:defRPr/>
            </a:lvl1pPr>
          </a:lstStyle>
          <a:p>
            <a:pPr>
              <a:defRPr/>
            </a:pPr>
            <a:fld id="{C4D6AD2E-147F-F346-BFED-0ADF4DE5366E}" type="datetime1">
              <a:rPr lang="en-US" altLang="zh-CN" smtClean="0"/>
              <a:t>4/21/26</a:t>
            </a:fld>
            <a:endParaRPr lang="zh-CN" altLang="en-US"/>
          </a:p>
        </p:txBody>
      </p:sp>
      <p:sp>
        <p:nvSpPr>
          <p:cNvPr id="5" name="页脚占位符 5">
            <a:extLst>
              <a:ext uri="{FF2B5EF4-FFF2-40B4-BE49-F238E27FC236}">
                <a16:creationId xmlns:a16="http://schemas.microsoft.com/office/drawing/2014/main" id="{F4C2B37A-73EB-784D-8F7C-97B816B8E41C}"/>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26007F20-460F-CB47-941B-B35F39FB2696}"/>
              </a:ext>
            </a:extLst>
          </p:cNvPr>
          <p:cNvSpPr>
            <a:spLocks noGrp="1" noChangeArrowheads="1"/>
          </p:cNvSpPr>
          <p:nvPr>
            <p:ph type="sldNum" sz="quarter" idx="12"/>
          </p:nvPr>
        </p:nvSpPr>
        <p:spPr>
          <a:ln/>
        </p:spPr>
        <p:txBody>
          <a:bodyPr/>
          <a:lstStyle>
            <a:lvl1pPr>
              <a:defRPr/>
            </a:lvl1pPr>
          </a:lstStyle>
          <a:p>
            <a:fld id="{E2CE755E-A803-7640-A3FF-BF603684BD8F}" type="slidenum">
              <a:rPr lang="zh-CN" altLang="en-US"/>
              <a:pPr/>
              <a:t>‹#›</a:t>
            </a:fld>
            <a:endParaRPr lang="zh-CN" altLang="en-US"/>
          </a:p>
        </p:txBody>
      </p:sp>
    </p:spTree>
    <p:extLst>
      <p:ext uri="{BB962C8B-B14F-4D97-AF65-F5344CB8AC3E}">
        <p14:creationId xmlns:p14="http://schemas.microsoft.com/office/powerpoint/2010/main" val="5026353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a:extLst>
              <a:ext uri="{FF2B5EF4-FFF2-40B4-BE49-F238E27FC236}">
                <a16:creationId xmlns:a16="http://schemas.microsoft.com/office/drawing/2014/main" id="{1053F3A6-F4B2-3645-A461-81C7A2979C60}"/>
              </a:ext>
            </a:extLst>
          </p:cNvPr>
          <p:cNvSpPr>
            <a:spLocks noGrp="1" noChangeArrowheads="1"/>
          </p:cNvSpPr>
          <p:nvPr>
            <p:ph type="dt" sz="half" idx="10"/>
          </p:nvPr>
        </p:nvSpPr>
        <p:spPr>
          <a:ln/>
        </p:spPr>
        <p:txBody>
          <a:bodyPr/>
          <a:lstStyle>
            <a:lvl1pPr>
              <a:defRPr/>
            </a:lvl1pPr>
          </a:lstStyle>
          <a:p>
            <a:pPr>
              <a:defRPr/>
            </a:pPr>
            <a:fld id="{9D04F0B9-8938-0940-853D-19F44105FD20}" type="datetime1">
              <a:rPr lang="en-US" altLang="zh-CN" smtClean="0"/>
              <a:t>4/21/26</a:t>
            </a:fld>
            <a:endParaRPr lang="zh-CN" altLang="en-US"/>
          </a:p>
        </p:txBody>
      </p:sp>
      <p:sp>
        <p:nvSpPr>
          <p:cNvPr id="5" name="页脚占位符 5">
            <a:extLst>
              <a:ext uri="{FF2B5EF4-FFF2-40B4-BE49-F238E27FC236}">
                <a16:creationId xmlns:a16="http://schemas.microsoft.com/office/drawing/2014/main" id="{7F34A315-6B82-744A-AC60-AB8B54189A7E}"/>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4ABE2A66-E692-304E-9D65-8CC9FAA91499}"/>
              </a:ext>
            </a:extLst>
          </p:cNvPr>
          <p:cNvSpPr>
            <a:spLocks noGrp="1" noChangeArrowheads="1"/>
          </p:cNvSpPr>
          <p:nvPr>
            <p:ph type="sldNum" sz="quarter" idx="12"/>
          </p:nvPr>
        </p:nvSpPr>
        <p:spPr>
          <a:ln/>
        </p:spPr>
        <p:txBody>
          <a:bodyPr/>
          <a:lstStyle>
            <a:lvl1pPr>
              <a:defRPr/>
            </a:lvl1pPr>
          </a:lstStyle>
          <a:p>
            <a:fld id="{9721E47F-C5EB-284D-A7B6-E3826DFC133A}" type="slidenum">
              <a:rPr lang="zh-CN" altLang="en-US"/>
              <a:pPr/>
              <a:t>‹#›</a:t>
            </a:fld>
            <a:endParaRPr lang="zh-CN" altLang="en-US"/>
          </a:p>
        </p:txBody>
      </p:sp>
    </p:spTree>
    <p:extLst>
      <p:ext uri="{BB962C8B-B14F-4D97-AF65-F5344CB8AC3E}">
        <p14:creationId xmlns:p14="http://schemas.microsoft.com/office/powerpoint/2010/main" val="39873312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7D078AB8-6413-0F4E-8475-04FCD2954E9A}"/>
              </a:ext>
            </a:extLst>
          </p:cNvPr>
          <p:cNvSpPr>
            <a:spLocks noGrp="1" noChangeArrowheads="1"/>
          </p:cNvSpPr>
          <p:nvPr>
            <p:ph type="dt" sz="half" idx="10"/>
          </p:nvPr>
        </p:nvSpPr>
        <p:spPr>
          <a:ln/>
        </p:spPr>
        <p:txBody>
          <a:bodyPr/>
          <a:lstStyle>
            <a:lvl1pPr>
              <a:defRPr/>
            </a:lvl1pPr>
          </a:lstStyle>
          <a:p>
            <a:pPr>
              <a:defRPr/>
            </a:pPr>
            <a:fld id="{C87A6AC4-5230-7747-8E3D-9A10E50DF0A3}" type="datetime1">
              <a:rPr lang="en-US" altLang="zh-CN" smtClean="0"/>
              <a:t>4/21/26</a:t>
            </a:fld>
            <a:endParaRPr lang="zh-CN" altLang="en-US"/>
          </a:p>
        </p:txBody>
      </p:sp>
      <p:sp>
        <p:nvSpPr>
          <p:cNvPr id="6" name="页脚占位符 5">
            <a:extLst>
              <a:ext uri="{FF2B5EF4-FFF2-40B4-BE49-F238E27FC236}">
                <a16:creationId xmlns:a16="http://schemas.microsoft.com/office/drawing/2014/main" id="{ED030E47-781D-CF43-80FE-26B630BE3F8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FF7D7155-4402-4741-9673-660FDC2E13E7}"/>
              </a:ext>
            </a:extLst>
          </p:cNvPr>
          <p:cNvSpPr>
            <a:spLocks noGrp="1" noChangeArrowheads="1"/>
          </p:cNvSpPr>
          <p:nvPr>
            <p:ph type="sldNum" sz="quarter" idx="12"/>
          </p:nvPr>
        </p:nvSpPr>
        <p:spPr>
          <a:ln/>
        </p:spPr>
        <p:txBody>
          <a:bodyPr/>
          <a:lstStyle>
            <a:lvl1pPr>
              <a:defRPr/>
            </a:lvl1pPr>
          </a:lstStyle>
          <a:p>
            <a:fld id="{C8E2E26D-6F32-634B-9A48-EE5B4A7F7ACA}" type="slidenum">
              <a:rPr lang="zh-CN" altLang="en-US"/>
              <a:pPr/>
              <a:t>‹#›</a:t>
            </a:fld>
            <a:endParaRPr lang="zh-CN" altLang="en-US"/>
          </a:p>
        </p:txBody>
      </p:sp>
    </p:spTree>
    <p:extLst>
      <p:ext uri="{BB962C8B-B14F-4D97-AF65-F5344CB8AC3E}">
        <p14:creationId xmlns:p14="http://schemas.microsoft.com/office/powerpoint/2010/main" val="3232153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a:extLst>
              <a:ext uri="{FF2B5EF4-FFF2-40B4-BE49-F238E27FC236}">
                <a16:creationId xmlns:a16="http://schemas.microsoft.com/office/drawing/2014/main" id="{886894DD-99B1-2A4A-9F48-9F006A681895}"/>
              </a:ext>
            </a:extLst>
          </p:cNvPr>
          <p:cNvSpPr>
            <a:spLocks noGrp="1" noChangeArrowheads="1"/>
          </p:cNvSpPr>
          <p:nvPr>
            <p:ph type="dt" sz="half" idx="10"/>
          </p:nvPr>
        </p:nvSpPr>
        <p:spPr>
          <a:ln/>
        </p:spPr>
        <p:txBody>
          <a:bodyPr/>
          <a:lstStyle>
            <a:lvl1pPr>
              <a:defRPr/>
            </a:lvl1pPr>
          </a:lstStyle>
          <a:p>
            <a:pPr>
              <a:defRPr/>
            </a:pPr>
            <a:fld id="{D7C30BF4-83FB-B04B-A51B-ABDA731CFA32}" type="datetime1">
              <a:rPr lang="en-US" altLang="zh-CN" smtClean="0"/>
              <a:t>4/21/26</a:t>
            </a:fld>
            <a:endParaRPr lang="zh-CN" altLang="en-US"/>
          </a:p>
        </p:txBody>
      </p:sp>
      <p:sp>
        <p:nvSpPr>
          <p:cNvPr id="8" name="页脚占位符 5">
            <a:extLst>
              <a:ext uri="{FF2B5EF4-FFF2-40B4-BE49-F238E27FC236}">
                <a16:creationId xmlns:a16="http://schemas.microsoft.com/office/drawing/2014/main" id="{848F41F4-05E1-834F-8021-09B2FB29923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961E89C7-565E-3E42-B431-5D69FCB079CD}"/>
              </a:ext>
            </a:extLst>
          </p:cNvPr>
          <p:cNvSpPr>
            <a:spLocks noGrp="1" noChangeArrowheads="1"/>
          </p:cNvSpPr>
          <p:nvPr>
            <p:ph type="sldNum" sz="quarter" idx="12"/>
          </p:nvPr>
        </p:nvSpPr>
        <p:spPr>
          <a:ln/>
        </p:spPr>
        <p:txBody>
          <a:bodyPr/>
          <a:lstStyle>
            <a:lvl1pPr>
              <a:defRPr/>
            </a:lvl1pPr>
          </a:lstStyle>
          <a:p>
            <a:fld id="{45D23AE2-7081-8B4F-B96C-ACA9609EE66E}" type="slidenum">
              <a:rPr lang="zh-CN" altLang="en-US"/>
              <a:pPr/>
              <a:t>‹#›</a:t>
            </a:fld>
            <a:endParaRPr lang="zh-CN" altLang="en-US"/>
          </a:p>
        </p:txBody>
      </p:sp>
    </p:spTree>
    <p:extLst>
      <p:ext uri="{BB962C8B-B14F-4D97-AF65-F5344CB8AC3E}">
        <p14:creationId xmlns:p14="http://schemas.microsoft.com/office/powerpoint/2010/main" val="13027592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a:extLst>
              <a:ext uri="{FF2B5EF4-FFF2-40B4-BE49-F238E27FC236}">
                <a16:creationId xmlns:a16="http://schemas.microsoft.com/office/drawing/2014/main" id="{5BA29FEB-DADB-B544-8331-2113E9D653ED}"/>
              </a:ext>
            </a:extLst>
          </p:cNvPr>
          <p:cNvSpPr>
            <a:spLocks noGrp="1" noChangeArrowheads="1"/>
          </p:cNvSpPr>
          <p:nvPr>
            <p:ph type="dt" sz="half" idx="10"/>
          </p:nvPr>
        </p:nvSpPr>
        <p:spPr>
          <a:ln/>
        </p:spPr>
        <p:txBody>
          <a:bodyPr/>
          <a:lstStyle>
            <a:lvl1pPr>
              <a:defRPr/>
            </a:lvl1pPr>
          </a:lstStyle>
          <a:p>
            <a:pPr>
              <a:defRPr/>
            </a:pPr>
            <a:fld id="{5AF1F228-FADB-A74A-98E4-467D12C634A4}" type="datetime1">
              <a:rPr lang="en-US" altLang="zh-CN" smtClean="0"/>
              <a:t>4/21/26</a:t>
            </a:fld>
            <a:endParaRPr lang="zh-CN" altLang="en-US"/>
          </a:p>
        </p:txBody>
      </p:sp>
      <p:sp>
        <p:nvSpPr>
          <p:cNvPr id="4" name="页脚占位符 5">
            <a:extLst>
              <a:ext uri="{FF2B5EF4-FFF2-40B4-BE49-F238E27FC236}">
                <a16:creationId xmlns:a16="http://schemas.microsoft.com/office/drawing/2014/main" id="{EF97A4F5-134D-E846-A86D-C0291327503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6">
            <a:extLst>
              <a:ext uri="{FF2B5EF4-FFF2-40B4-BE49-F238E27FC236}">
                <a16:creationId xmlns:a16="http://schemas.microsoft.com/office/drawing/2014/main" id="{2019CCAD-D740-E04B-9E84-9BC2A882472F}"/>
              </a:ext>
            </a:extLst>
          </p:cNvPr>
          <p:cNvSpPr>
            <a:spLocks noGrp="1" noChangeArrowheads="1"/>
          </p:cNvSpPr>
          <p:nvPr>
            <p:ph type="sldNum" sz="quarter" idx="12"/>
          </p:nvPr>
        </p:nvSpPr>
        <p:spPr>
          <a:ln/>
        </p:spPr>
        <p:txBody>
          <a:bodyPr/>
          <a:lstStyle>
            <a:lvl1pPr>
              <a:defRPr/>
            </a:lvl1pPr>
          </a:lstStyle>
          <a:p>
            <a:fld id="{88470904-7208-9E4A-9BFF-271990FF0925}" type="slidenum">
              <a:rPr lang="zh-CN" altLang="en-US"/>
              <a:pPr/>
              <a:t>‹#›</a:t>
            </a:fld>
            <a:endParaRPr lang="zh-CN" altLang="en-US"/>
          </a:p>
        </p:txBody>
      </p:sp>
    </p:spTree>
    <p:extLst>
      <p:ext uri="{BB962C8B-B14F-4D97-AF65-F5344CB8AC3E}">
        <p14:creationId xmlns:p14="http://schemas.microsoft.com/office/powerpoint/2010/main" val="3162423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a:extLst>
              <a:ext uri="{FF2B5EF4-FFF2-40B4-BE49-F238E27FC236}">
                <a16:creationId xmlns:a16="http://schemas.microsoft.com/office/drawing/2014/main" id="{87214611-E0A7-B845-87BA-7C438F1C0E64}"/>
              </a:ext>
            </a:extLst>
          </p:cNvPr>
          <p:cNvSpPr>
            <a:spLocks noGrp="1" noChangeArrowheads="1"/>
          </p:cNvSpPr>
          <p:nvPr>
            <p:ph type="dt" sz="half" idx="10"/>
          </p:nvPr>
        </p:nvSpPr>
        <p:spPr>
          <a:ln/>
        </p:spPr>
        <p:txBody>
          <a:bodyPr/>
          <a:lstStyle>
            <a:lvl1pPr>
              <a:defRPr/>
            </a:lvl1pPr>
          </a:lstStyle>
          <a:p>
            <a:pPr>
              <a:defRPr/>
            </a:pPr>
            <a:fld id="{AE1DCBCF-D1F4-E346-9F9E-B3641FE64900}" type="datetime1">
              <a:rPr lang="en-US" altLang="zh-CN" smtClean="0"/>
              <a:t>4/21/26</a:t>
            </a:fld>
            <a:endParaRPr lang="zh-CN" altLang="en-US"/>
          </a:p>
        </p:txBody>
      </p:sp>
      <p:sp>
        <p:nvSpPr>
          <p:cNvPr id="3" name="页脚占位符 5">
            <a:extLst>
              <a:ext uri="{FF2B5EF4-FFF2-40B4-BE49-F238E27FC236}">
                <a16:creationId xmlns:a16="http://schemas.microsoft.com/office/drawing/2014/main" id="{68812837-06A1-D140-B8F4-F54957EC9FA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6">
            <a:extLst>
              <a:ext uri="{FF2B5EF4-FFF2-40B4-BE49-F238E27FC236}">
                <a16:creationId xmlns:a16="http://schemas.microsoft.com/office/drawing/2014/main" id="{5F80CC64-7046-474E-A2CD-49FB0D390BAF}"/>
              </a:ext>
            </a:extLst>
          </p:cNvPr>
          <p:cNvSpPr>
            <a:spLocks noGrp="1" noChangeArrowheads="1"/>
          </p:cNvSpPr>
          <p:nvPr>
            <p:ph type="sldNum" sz="quarter" idx="12"/>
          </p:nvPr>
        </p:nvSpPr>
        <p:spPr>
          <a:ln/>
        </p:spPr>
        <p:txBody>
          <a:bodyPr/>
          <a:lstStyle>
            <a:lvl1pPr>
              <a:defRPr/>
            </a:lvl1pPr>
          </a:lstStyle>
          <a:p>
            <a:fld id="{F6DB1672-7A00-4549-AB3D-AEE8B19E8C16}" type="slidenum">
              <a:rPr lang="zh-CN" altLang="en-US"/>
              <a:pPr/>
              <a:t>‹#›</a:t>
            </a:fld>
            <a:endParaRPr lang="zh-CN" altLang="en-US"/>
          </a:p>
        </p:txBody>
      </p:sp>
    </p:spTree>
    <p:extLst>
      <p:ext uri="{BB962C8B-B14F-4D97-AF65-F5344CB8AC3E}">
        <p14:creationId xmlns:p14="http://schemas.microsoft.com/office/powerpoint/2010/main" val="37817757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0A4B32-0175-9E48-AC60-406AFFD81C60}"/>
              </a:ext>
            </a:extLst>
          </p:cNvPr>
          <p:cNvSpPr>
            <a:spLocks noGrp="1" noChangeArrowheads="1"/>
          </p:cNvSpPr>
          <p:nvPr>
            <p:ph type="dt" sz="half" idx="10"/>
          </p:nvPr>
        </p:nvSpPr>
        <p:spPr>
          <a:ln/>
        </p:spPr>
        <p:txBody>
          <a:bodyPr/>
          <a:lstStyle>
            <a:lvl1pPr>
              <a:defRPr/>
            </a:lvl1pPr>
          </a:lstStyle>
          <a:p>
            <a:pPr>
              <a:defRPr/>
            </a:pPr>
            <a:fld id="{78D18A33-5EFE-1542-8268-C323C50DAE73}" type="datetime1">
              <a:rPr lang="en-US" altLang="zh-CN" smtClean="0"/>
              <a:t>4/21/26</a:t>
            </a:fld>
            <a:endParaRPr lang="zh-CN" altLang="en-US"/>
          </a:p>
        </p:txBody>
      </p:sp>
      <p:sp>
        <p:nvSpPr>
          <p:cNvPr id="6" name="页脚占位符 5">
            <a:extLst>
              <a:ext uri="{FF2B5EF4-FFF2-40B4-BE49-F238E27FC236}">
                <a16:creationId xmlns:a16="http://schemas.microsoft.com/office/drawing/2014/main" id="{89D95AEE-B537-D749-B8B4-794B42DA483E}"/>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4DB1D42D-7C42-6E4A-9773-EB0D3184EAAC}"/>
              </a:ext>
            </a:extLst>
          </p:cNvPr>
          <p:cNvSpPr>
            <a:spLocks noGrp="1" noChangeArrowheads="1"/>
          </p:cNvSpPr>
          <p:nvPr>
            <p:ph type="sldNum" sz="quarter" idx="12"/>
          </p:nvPr>
        </p:nvSpPr>
        <p:spPr>
          <a:ln/>
        </p:spPr>
        <p:txBody>
          <a:bodyPr/>
          <a:lstStyle>
            <a:lvl1pPr>
              <a:defRPr/>
            </a:lvl1pPr>
          </a:lstStyle>
          <a:p>
            <a:fld id="{4F106E02-3276-5245-A752-8C1FD94193F9}" type="slidenum">
              <a:rPr lang="zh-CN" altLang="en-US"/>
              <a:pPr/>
              <a:t>‹#›</a:t>
            </a:fld>
            <a:endParaRPr lang="zh-CN" altLang="en-US"/>
          </a:p>
        </p:txBody>
      </p:sp>
    </p:spTree>
    <p:extLst>
      <p:ext uri="{BB962C8B-B14F-4D97-AF65-F5344CB8AC3E}">
        <p14:creationId xmlns:p14="http://schemas.microsoft.com/office/powerpoint/2010/main" val="18994843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E5B9341-165A-8A43-8FB8-CE69F3B008CA}"/>
              </a:ext>
            </a:extLst>
          </p:cNvPr>
          <p:cNvSpPr>
            <a:spLocks noGrp="1" noChangeArrowheads="1"/>
          </p:cNvSpPr>
          <p:nvPr>
            <p:ph type="dt" sz="half" idx="10"/>
          </p:nvPr>
        </p:nvSpPr>
        <p:spPr>
          <a:ln/>
        </p:spPr>
        <p:txBody>
          <a:bodyPr/>
          <a:lstStyle>
            <a:lvl1pPr>
              <a:defRPr/>
            </a:lvl1pPr>
          </a:lstStyle>
          <a:p>
            <a:pPr>
              <a:defRPr/>
            </a:pPr>
            <a:fld id="{B1468379-A818-944E-A376-491D64E5D92A}" type="datetime1">
              <a:rPr lang="en-US" altLang="zh-CN" smtClean="0"/>
              <a:t>4/21/26</a:t>
            </a:fld>
            <a:endParaRPr lang="zh-CN" altLang="en-US"/>
          </a:p>
        </p:txBody>
      </p:sp>
      <p:sp>
        <p:nvSpPr>
          <p:cNvPr id="6" name="页脚占位符 5">
            <a:extLst>
              <a:ext uri="{FF2B5EF4-FFF2-40B4-BE49-F238E27FC236}">
                <a16:creationId xmlns:a16="http://schemas.microsoft.com/office/drawing/2014/main" id="{5603778E-0078-0D44-B6DB-EAB7F88C39B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13ACE831-5B38-4C48-A53A-5C3D89C6FC5E}"/>
              </a:ext>
            </a:extLst>
          </p:cNvPr>
          <p:cNvSpPr>
            <a:spLocks noGrp="1" noChangeArrowheads="1"/>
          </p:cNvSpPr>
          <p:nvPr>
            <p:ph type="sldNum" sz="quarter" idx="12"/>
          </p:nvPr>
        </p:nvSpPr>
        <p:spPr>
          <a:ln/>
        </p:spPr>
        <p:txBody>
          <a:bodyPr/>
          <a:lstStyle>
            <a:lvl1pPr>
              <a:defRPr/>
            </a:lvl1pPr>
          </a:lstStyle>
          <a:p>
            <a:fld id="{E9E0D207-9059-D24D-AFC7-3310A8798DEF}" type="slidenum">
              <a:rPr lang="zh-CN" altLang="en-US"/>
              <a:pPr/>
              <a:t>‹#›</a:t>
            </a:fld>
            <a:endParaRPr lang="zh-CN" altLang="en-US"/>
          </a:p>
        </p:txBody>
      </p:sp>
    </p:spTree>
    <p:extLst>
      <p:ext uri="{BB962C8B-B14F-4D97-AF65-F5344CB8AC3E}">
        <p14:creationId xmlns:p14="http://schemas.microsoft.com/office/powerpoint/2010/main" val="28867530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413F51B1-1FD2-7340-A8ED-4F2E81A80D3A}"/>
              </a:ext>
            </a:extLst>
          </p:cNvPr>
          <p:cNvSpPr>
            <a:spLocks noGrp="1" noChangeArrowheads="1"/>
          </p:cNvSpPr>
          <p:nvPr>
            <p:ph type="dt" sz="half" idx="10"/>
          </p:nvPr>
        </p:nvSpPr>
        <p:spPr>
          <a:ln/>
        </p:spPr>
        <p:txBody>
          <a:bodyPr/>
          <a:lstStyle>
            <a:lvl1pPr>
              <a:defRPr/>
            </a:lvl1pPr>
          </a:lstStyle>
          <a:p>
            <a:pPr>
              <a:defRPr/>
            </a:pPr>
            <a:fld id="{A29B1726-83C6-B949-A512-1E13A274449E}" type="datetime1">
              <a:rPr lang="en-US" altLang="zh-CN" smtClean="0"/>
              <a:t>4/21/26</a:t>
            </a:fld>
            <a:endParaRPr lang="zh-CN" altLang="en-US"/>
          </a:p>
        </p:txBody>
      </p:sp>
      <p:sp>
        <p:nvSpPr>
          <p:cNvPr id="5" name="页脚占位符 5">
            <a:extLst>
              <a:ext uri="{FF2B5EF4-FFF2-40B4-BE49-F238E27FC236}">
                <a16:creationId xmlns:a16="http://schemas.microsoft.com/office/drawing/2014/main" id="{1EC87056-70D8-0649-9749-69DAE2A7BB8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16486645-93C8-414D-A07B-344C246E7D19}"/>
              </a:ext>
            </a:extLst>
          </p:cNvPr>
          <p:cNvSpPr>
            <a:spLocks noGrp="1" noChangeArrowheads="1"/>
          </p:cNvSpPr>
          <p:nvPr>
            <p:ph type="sldNum" sz="quarter" idx="12"/>
          </p:nvPr>
        </p:nvSpPr>
        <p:spPr>
          <a:ln/>
        </p:spPr>
        <p:txBody>
          <a:bodyPr/>
          <a:lstStyle>
            <a:lvl1pPr>
              <a:defRPr/>
            </a:lvl1pPr>
          </a:lstStyle>
          <a:p>
            <a:fld id="{3DBC3009-4657-434F-95A9-0EA6511CD909}" type="slidenum">
              <a:rPr lang="zh-CN" altLang="en-US"/>
              <a:pPr/>
              <a:t>‹#›</a:t>
            </a:fld>
            <a:endParaRPr lang="zh-CN" altLang="en-US"/>
          </a:p>
        </p:txBody>
      </p:sp>
    </p:spTree>
    <p:extLst>
      <p:ext uri="{BB962C8B-B14F-4D97-AF65-F5344CB8AC3E}">
        <p14:creationId xmlns:p14="http://schemas.microsoft.com/office/powerpoint/2010/main" val="15434820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CD705CA7-FD2B-3A4B-ACDB-40C172AB8A54}"/>
              </a:ext>
            </a:extLst>
          </p:cNvPr>
          <p:cNvSpPr>
            <a:spLocks noGrp="1" noChangeArrowheads="1"/>
          </p:cNvSpPr>
          <p:nvPr>
            <p:ph type="dt" sz="half" idx="10"/>
          </p:nvPr>
        </p:nvSpPr>
        <p:spPr>
          <a:ln/>
        </p:spPr>
        <p:txBody>
          <a:bodyPr/>
          <a:lstStyle>
            <a:lvl1pPr>
              <a:defRPr/>
            </a:lvl1pPr>
          </a:lstStyle>
          <a:p>
            <a:pPr>
              <a:defRPr/>
            </a:pPr>
            <a:fld id="{F1ACD68B-C4C6-9449-927E-08846023097B}" type="datetime1">
              <a:rPr lang="en-US" altLang="zh-CN" smtClean="0"/>
              <a:t>4/21/26</a:t>
            </a:fld>
            <a:endParaRPr lang="zh-CN" altLang="en-US"/>
          </a:p>
        </p:txBody>
      </p:sp>
      <p:sp>
        <p:nvSpPr>
          <p:cNvPr id="5" name="页脚占位符 5">
            <a:extLst>
              <a:ext uri="{FF2B5EF4-FFF2-40B4-BE49-F238E27FC236}">
                <a16:creationId xmlns:a16="http://schemas.microsoft.com/office/drawing/2014/main" id="{7303FA6B-FD33-B645-9E2C-3B0EE6CEDDE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ABBB2F52-0555-8F4E-94F5-EF5A248311A1}"/>
              </a:ext>
            </a:extLst>
          </p:cNvPr>
          <p:cNvSpPr>
            <a:spLocks noGrp="1" noChangeArrowheads="1"/>
          </p:cNvSpPr>
          <p:nvPr>
            <p:ph type="sldNum" sz="quarter" idx="12"/>
          </p:nvPr>
        </p:nvSpPr>
        <p:spPr>
          <a:ln/>
        </p:spPr>
        <p:txBody>
          <a:bodyPr/>
          <a:lstStyle>
            <a:lvl1pPr>
              <a:defRPr/>
            </a:lvl1pPr>
          </a:lstStyle>
          <a:p>
            <a:fld id="{28C439BB-0BD1-AA43-A823-BD5607ABF965}" type="slidenum">
              <a:rPr lang="zh-CN" altLang="en-US"/>
              <a:pPr/>
              <a:t>‹#›</a:t>
            </a:fld>
            <a:endParaRPr lang="zh-CN" altLang="en-US"/>
          </a:p>
        </p:txBody>
      </p:sp>
    </p:spTree>
    <p:extLst>
      <p:ext uri="{BB962C8B-B14F-4D97-AF65-F5344CB8AC3E}">
        <p14:creationId xmlns:p14="http://schemas.microsoft.com/office/powerpoint/2010/main" val="11827498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6">
            <a:extLst>
              <a:ext uri="{FF2B5EF4-FFF2-40B4-BE49-F238E27FC236}">
                <a16:creationId xmlns:a16="http://schemas.microsoft.com/office/drawing/2014/main" id="{B1E4B12D-1299-2D46-956D-AD489B5A9D5B}"/>
              </a:ext>
            </a:extLst>
          </p:cNvPr>
          <p:cNvSpPr>
            <a:spLocks noGrp="1" noChangeArrowheads="1"/>
          </p:cNvSpPr>
          <p:nvPr>
            <p:ph type="dt" sz="half" idx="10"/>
          </p:nvPr>
        </p:nvSpPr>
        <p:spPr>
          <a:ln/>
        </p:spPr>
        <p:txBody>
          <a:bodyPr/>
          <a:lstStyle>
            <a:lvl1pPr>
              <a:defRPr/>
            </a:lvl1pPr>
          </a:lstStyle>
          <a:p>
            <a:pPr>
              <a:defRPr/>
            </a:pPr>
            <a:fld id="{5600DE4B-FF2B-2544-8FE2-DE58B726F058}" type="datetime1">
              <a:rPr lang="en-US" altLang="zh-CN" smtClean="0"/>
              <a:t>4/21/26</a:t>
            </a:fld>
            <a:endParaRPr lang="zh-CN" altLang="en-US"/>
          </a:p>
        </p:txBody>
      </p:sp>
      <p:sp>
        <p:nvSpPr>
          <p:cNvPr id="5" name="页脚占位符 7">
            <a:extLst>
              <a:ext uri="{FF2B5EF4-FFF2-40B4-BE49-F238E27FC236}">
                <a16:creationId xmlns:a16="http://schemas.microsoft.com/office/drawing/2014/main" id="{EEF471BF-F10D-5544-B703-89AAD922286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8">
            <a:extLst>
              <a:ext uri="{FF2B5EF4-FFF2-40B4-BE49-F238E27FC236}">
                <a16:creationId xmlns:a16="http://schemas.microsoft.com/office/drawing/2014/main" id="{E4A6F2CB-BA23-BC4D-99C8-50EE691773CF}"/>
              </a:ext>
            </a:extLst>
          </p:cNvPr>
          <p:cNvSpPr>
            <a:spLocks noGrp="1" noChangeArrowheads="1"/>
          </p:cNvSpPr>
          <p:nvPr>
            <p:ph type="sldNum" sz="quarter" idx="12"/>
          </p:nvPr>
        </p:nvSpPr>
        <p:spPr>
          <a:ln/>
        </p:spPr>
        <p:txBody>
          <a:bodyPr/>
          <a:lstStyle>
            <a:lvl1pPr>
              <a:defRPr/>
            </a:lvl1pPr>
          </a:lstStyle>
          <a:p>
            <a:fld id="{E2D81148-126A-7541-9ECE-406D8F80CFA4}" type="slidenum">
              <a:rPr lang="zh-CN" altLang="en-US"/>
              <a:pPr/>
              <a:t>‹#›</a:t>
            </a:fld>
            <a:endParaRPr lang="zh-CN" altLang="en-US"/>
          </a:p>
        </p:txBody>
      </p:sp>
    </p:spTree>
    <p:extLst>
      <p:ext uri="{BB962C8B-B14F-4D97-AF65-F5344CB8AC3E}">
        <p14:creationId xmlns:p14="http://schemas.microsoft.com/office/powerpoint/2010/main" val="238441998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a:extLst>
              <a:ext uri="{FF2B5EF4-FFF2-40B4-BE49-F238E27FC236}">
                <a16:creationId xmlns:a16="http://schemas.microsoft.com/office/drawing/2014/main" id="{DCFC79F1-DE32-F04E-B049-537067360EC7}"/>
              </a:ext>
            </a:extLst>
          </p:cNvPr>
          <p:cNvSpPr>
            <a:spLocks noGrp="1" noChangeArrowheads="1"/>
          </p:cNvSpPr>
          <p:nvPr>
            <p:ph type="dt" sz="half" idx="10"/>
          </p:nvPr>
        </p:nvSpPr>
        <p:spPr>
          <a:ln/>
        </p:spPr>
        <p:txBody>
          <a:bodyPr/>
          <a:lstStyle>
            <a:lvl1pPr>
              <a:defRPr/>
            </a:lvl1pPr>
          </a:lstStyle>
          <a:p>
            <a:pPr>
              <a:defRPr/>
            </a:pPr>
            <a:fld id="{00297C59-D173-4E48-9751-A1DBEE6E5146}" type="datetime1">
              <a:rPr lang="en-US" altLang="zh-CN" smtClean="0"/>
              <a:t>4/21/26</a:t>
            </a:fld>
            <a:endParaRPr lang="zh-CN" altLang="en-US"/>
          </a:p>
        </p:txBody>
      </p:sp>
      <p:sp>
        <p:nvSpPr>
          <p:cNvPr id="5" name="页脚占位符 7">
            <a:extLst>
              <a:ext uri="{FF2B5EF4-FFF2-40B4-BE49-F238E27FC236}">
                <a16:creationId xmlns:a16="http://schemas.microsoft.com/office/drawing/2014/main" id="{19905D10-B247-D44F-9C17-FE823E6B7F3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8">
            <a:extLst>
              <a:ext uri="{FF2B5EF4-FFF2-40B4-BE49-F238E27FC236}">
                <a16:creationId xmlns:a16="http://schemas.microsoft.com/office/drawing/2014/main" id="{A5165190-CB55-0941-925E-442ED6989EEA}"/>
              </a:ext>
            </a:extLst>
          </p:cNvPr>
          <p:cNvSpPr>
            <a:spLocks noGrp="1" noChangeArrowheads="1"/>
          </p:cNvSpPr>
          <p:nvPr>
            <p:ph type="sldNum" sz="quarter" idx="12"/>
          </p:nvPr>
        </p:nvSpPr>
        <p:spPr>
          <a:ln/>
        </p:spPr>
        <p:txBody>
          <a:bodyPr/>
          <a:lstStyle>
            <a:lvl1pPr>
              <a:defRPr/>
            </a:lvl1pPr>
          </a:lstStyle>
          <a:p>
            <a:fld id="{F8A788D1-EB4B-B442-95D8-569563E658E5}" type="slidenum">
              <a:rPr lang="zh-CN" altLang="en-US"/>
              <a:pPr/>
              <a:t>‹#›</a:t>
            </a:fld>
            <a:endParaRPr lang="zh-CN" altLang="en-US"/>
          </a:p>
        </p:txBody>
      </p:sp>
    </p:spTree>
    <p:extLst>
      <p:ext uri="{BB962C8B-B14F-4D97-AF65-F5344CB8AC3E}">
        <p14:creationId xmlns:p14="http://schemas.microsoft.com/office/powerpoint/2010/main" val="379652664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6">
            <a:extLst>
              <a:ext uri="{FF2B5EF4-FFF2-40B4-BE49-F238E27FC236}">
                <a16:creationId xmlns:a16="http://schemas.microsoft.com/office/drawing/2014/main" id="{DC64BFB6-4D5E-3249-B31F-03D903593DE8}"/>
              </a:ext>
            </a:extLst>
          </p:cNvPr>
          <p:cNvSpPr>
            <a:spLocks noGrp="1" noChangeArrowheads="1"/>
          </p:cNvSpPr>
          <p:nvPr>
            <p:ph type="dt" sz="half" idx="10"/>
          </p:nvPr>
        </p:nvSpPr>
        <p:spPr>
          <a:ln/>
        </p:spPr>
        <p:txBody>
          <a:bodyPr/>
          <a:lstStyle>
            <a:lvl1pPr>
              <a:defRPr/>
            </a:lvl1pPr>
          </a:lstStyle>
          <a:p>
            <a:pPr>
              <a:defRPr/>
            </a:pPr>
            <a:fld id="{2DE75807-E1AE-5842-A07A-20BEA7EFB5BA}" type="datetime1">
              <a:rPr lang="en-US" altLang="zh-CN" smtClean="0"/>
              <a:t>4/21/26</a:t>
            </a:fld>
            <a:endParaRPr lang="zh-CN" altLang="en-US"/>
          </a:p>
        </p:txBody>
      </p:sp>
      <p:sp>
        <p:nvSpPr>
          <p:cNvPr id="5" name="页脚占位符 7">
            <a:extLst>
              <a:ext uri="{FF2B5EF4-FFF2-40B4-BE49-F238E27FC236}">
                <a16:creationId xmlns:a16="http://schemas.microsoft.com/office/drawing/2014/main" id="{EB0F4508-31A3-AE46-A8C6-31F9E1079F7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8">
            <a:extLst>
              <a:ext uri="{FF2B5EF4-FFF2-40B4-BE49-F238E27FC236}">
                <a16:creationId xmlns:a16="http://schemas.microsoft.com/office/drawing/2014/main" id="{03ED4E60-182E-3443-B916-B702A61D351D}"/>
              </a:ext>
            </a:extLst>
          </p:cNvPr>
          <p:cNvSpPr>
            <a:spLocks noGrp="1" noChangeArrowheads="1"/>
          </p:cNvSpPr>
          <p:nvPr>
            <p:ph type="sldNum" sz="quarter" idx="12"/>
          </p:nvPr>
        </p:nvSpPr>
        <p:spPr>
          <a:ln/>
        </p:spPr>
        <p:txBody>
          <a:bodyPr/>
          <a:lstStyle>
            <a:lvl1pPr>
              <a:defRPr/>
            </a:lvl1pPr>
          </a:lstStyle>
          <a:p>
            <a:fld id="{58C270AC-778B-764F-B6A2-873E9DE2BA40}" type="slidenum">
              <a:rPr lang="zh-CN" altLang="en-US"/>
              <a:pPr/>
              <a:t>‹#›</a:t>
            </a:fld>
            <a:endParaRPr lang="zh-CN" altLang="en-US"/>
          </a:p>
        </p:txBody>
      </p:sp>
    </p:spTree>
    <p:extLst>
      <p:ext uri="{BB962C8B-B14F-4D97-AF65-F5344CB8AC3E}">
        <p14:creationId xmlns:p14="http://schemas.microsoft.com/office/powerpoint/2010/main" val="1691932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6">
            <a:extLst>
              <a:ext uri="{FF2B5EF4-FFF2-40B4-BE49-F238E27FC236}">
                <a16:creationId xmlns:a16="http://schemas.microsoft.com/office/drawing/2014/main" id="{36C1B8E5-E9CB-C141-AA36-2CE1A7CBC028}"/>
              </a:ext>
            </a:extLst>
          </p:cNvPr>
          <p:cNvSpPr>
            <a:spLocks noGrp="1" noChangeArrowheads="1"/>
          </p:cNvSpPr>
          <p:nvPr>
            <p:ph type="dt" sz="half" idx="10"/>
          </p:nvPr>
        </p:nvSpPr>
        <p:spPr>
          <a:ln/>
        </p:spPr>
        <p:txBody>
          <a:bodyPr/>
          <a:lstStyle>
            <a:lvl1pPr>
              <a:defRPr/>
            </a:lvl1pPr>
          </a:lstStyle>
          <a:p>
            <a:pPr>
              <a:defRPr/>
            </a:pPr>
            <a:fld id="{E9BC5860-E230-5A4F-AA4A-4A15150EAFA3}" type="datetime1">
              <a:rPr lang="en-US" altLang="zh-CN" smtClean="0"/>
              <a:t>4/21/26</a:t>
            </a:fld>
            <a:endParaRPr lang="zh-CN" altLang="en-US"/>
          </a:p>
        </p:txBody>
      </p:sp>
      <p:sp>
        <p:nvSpPr>
          <p:cNvPr id="6" name="页脚占位符 7">
            <a:extLst>
              <a:ext uri="{FF2B5EF4-FFF2-40B4-BE49-F238E27FC236}">
                <a16:creationId xmlns:a16="http://schemas.microsoft.com/office/drawing/2014/main" id="{B8D920A4-33CE-B343-B811-14A84FE0EB4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8">
            <a:extLst>
              <a:ext uri="{FF2B5EF4-FFF2-40B4-BE49-F238E27FC236}">
                <a16:creationId xmlns:a16="http://schemas.microsoft.com/office/drawing/2014/main" id="{7C7491BF-E59C-D141-A8ED-E3F07EFC9AAD}"/>
              </a:ext>
            </a:extLst>
          </p:cNvPr>
          <p:cNvSpPr>
            <a:spLocks noGrp="1" noChangeArrowheads="1"/>
          </p:cNvSpPr>
          <p:nvPr>
            <p:ph type="sldNum" sz="quarter" idx="12"/>
          </p:nvPr>
        </p:nvSpPr>
        <p:spPr>
          <a:ln/>
        </p:spPr>
        <p:txBody>
          <a:bodyPr/>
          <a:lstStyle>
            <a:lvl1pPr>
              <a:defRPr/>
            </a:lvl1pPr>
          </a:lstStyle>
          <a:p>
            <a:fld id="{82B261E1-BF67-E64B-9356-70540B6F13BA}" type="slidenum">
              <a:rPr lang="zh-CN" altLang="en-US"/>
              <a:pPr/>
              <a:t>‹#›</a:t>
            </a:fld>
            <a:endParaRPr lang="zh-CN" altLang="en-US"/>
          </a:p>
        </p:txBody>
      </p:sp>
    </p:spTree>
    <p:extLst>
      <p:ext uri="{BB962C8B-B14F-4D97-AF65-F5344CB8AC3E}">
        <p14:creationId xmlns:p14="http://schemas.microsoft.com/office/powerpoint/2010/main" val="33203610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69A4AA9F-784C-2D40-89D1-F330AC3D277D}"/>
              </a:ext>
            </a:extLst>
          </p:cNvPr>
          <p:cNvSpPr>
            <a:spLocks noGrp="1" noChangeArrowheads="1"/>
          </p:cNvSpPr>
          <p:nvPr>
            <p:ph type="dt" sz="half" idx="10"/>
          </p:nvPr>
        </p:nvSpPr>
        <p:spPr>
          <a:ln/>
        </p:spPr>
        <p:txBody>
          <a:bodyPr/>
          <a:lstStyle>
            <a:lvl1pPr>
              <a:defRPr/>
            </a:lvl1pPr>
          </a:lstStyle>
          <a:p>
            <a:pPr>
              <a:defRPr/>
            </a:pPr>
            <a:fld id="{4F875EF8-28C2-3C49-9013-B2C1695E8098}" type="datetime1">
              <a:rPr lang="en-US" altLang="zh-CN" smtClean="0"/>
              <a:t>4/21/26</a:t>
            </a:fld>
            <a:endParaRPr lang="zh-CN" altLang="en-US"/>
          </a:p>
        </p:txBody>
      </p:sp>
      <p:sp>
        <p:nvSpPr>
          <p:cNvPr id="8" name="页脚占位符 7">
            <a:extLst>
              <a:ext uri="{FF2B5EF4-FFF2-40B4-BE49-F238E27FC236}">
                <a16:creationId xmlns:a16="http://schemas.microsoft.com/office/drawing/2014/main" id="{7E047ED4-F9DC-BB41-BB8F-8F85EA3449A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8">
            <a:extLst>
              <a:ext uri="{FF2B5EF4-FFF2-40B4-BE49-F238E27FC236}">
                <a16:creationId xmlns:a16="http://schemas.microsoft.com/office/drawing/2014/main" id="{E4F0ED69-81B8-C74A-864B-66CB9E1FD6F3}"/>
              </a:ext>
            </a:extLst>
          </p:cNvPr>
          <p:cNvSpPr>
            <a:spLocks noGrp="1" noChangeArrowheads="1"/>
          </p:cNvSpPr>
          <p:nvPr>
            <p:ph type="sldNum" sz="quarter" idx="12"/>
          </p:nvPr>
        </p:nvSpPr>
        <p:spPr>
          <a:ln/>
        </p:spPr>
        <p:txBody>
          <a:bodyPr/>
          <a:lstStyle>
            <a:lvl1pPr>
              <a:defRPr/>
            </a:lvl1pPr>
          </a:lstStyle>
          <a:p>
            <a:fld id="{4056AAD7-28BA-B940-8D0A-F00FC15E9187}" type="slidenum">
              <a:rPr lang="zh-CN" altLang="en-US"/>
              <a:pPr/>
              <a:t>‹#›</a:t>
            </a:fld>
            <a:endParaRPr lang="zh-CN" altLang="en-US"/>
          </a:p>
        </p:txBody>
      </p:sp>
    </p:spTree>
    <p:extLst>
      <p:ext uri="{BB962C8B-B14F-4D97-AF65-F5344CB8AC3E}">
        <p14:creationId xmlns:p14="http://schemas.microsoft.com/office/powerpoint/2010/main" val="39024835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6">
            <a:extLst>
              <a:ext uri="{FF2B5EF4-FFF2-40B4-BE49-F238E27FC236}">
                <a16:creationId xmlns:a16="http://schemas.microsoft.com/office/drawing/2014/main" id="{5F79C2CD-86D0-824A-915A-C3B568EFCC5B}"/>
              </a:ext>
            </a:extLst>
          </p:cNvPr>
          <p:cNvSpPr>
            <a:spLocks noGrp="1" noChangeArrowheads="1"/>
          </p:cNvSpPr>
          <p:nvPr>
            <p:ph type="dt" sz="half" idx="10"/>
          </p:nvPr>
        </p:nvSpPr>
        <p:spPr>
          <a:ln/>
        </p:spPr>
        <p:txBody>
          <a:bodyPr/>
          <a:lstStyle>
            <a:lvl1pPr>
              <a:defRPr/>
            </a:lvl1pPr>
          </a:lstStyle>
          <a:p>
            <a:pPr>
              <a:defRPr/>
            </a:pPr>
            <a:fld id="{1EF6986A-1EA0-3648-B6EF-0BDAF1960F9D}" type="datetime1">
              <a:rPr lang="en-US" altLang="zh-CN" smtClean="0"/>
              <a:t>4/21/26</a:t>
            </a:fld>
            <a:endParaRPr lang="zh-CN" altLang="en-US"/>
          </a:p>
        </p:txBody>
      </p:sp>
      <p:sp>
        <p:nvSpPr>
          <p:cNvPr id="4" name="页脚占位符 7">
            <a:extLst>
              <a:ext uri="{FF2B5EF4-FFF2-40B4-BE49-F238E27FC236}">
                <a16:creationId xmlns:a16="http://schemas.microsoft.com/office/drawing/2014/main" id="{B51F74FB-00C3-3E46-B78A-DF7A0C594E81}"/>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8">
            <a:extLst>
              <a:ext uri="{FF2B5EF4-FFF2-40B4-BE49-F238E27FC236}">
                <a16:creationId xmlns:a16="http://schemas.microsoft.com/office/drawing/2014/main" id="{FB62B65D-7F1C-8F46-860B-DCFE8DB0CD90}"/>
              </a:ext>
            </a:extLst>
          </p:cNvPr>
          <p:cNvSpPr>
            <a:spLocks noGrp="1" noChangeArrowheads="1"/>
          </p:cNvSpPr>
          <p:nvPr>
            <p:ph type="sldNum" sz="quarter" idx="12"/>
          </p:nvPr>
        </p:nvSpPr>
        <p:spPr>
          <a:ln/>
        </p:spPr>
        <p:txBody>
          <a:bodyPr/>
          <a:lstStyle>
            <a:lvl1pPr>
              <a:defRPr/>
            </a:lvl1pPr>
          </a:lstStyle>
          <a:p>
            <a:fld id="{DD495862-99F7-B14C-A46D-B9DC526AFDC1}" type="slidenum">
              <a:rPr lang="zh-CN" altLang="en-US"/>
              <a:pPr/>
              <a:t>‹#›</a:t>
            </a:fld>
            <a:endParaRPr lang="zh-CN" altLang="en-US"/>
          </a:p>
        </p:txBody>
      </p:sp>
    </p:spTree>
    <p:extLst>
      <p:ext uri="{BB962C8B-B14F-4D97-AF65-F5344CB8AC3E}">
        <p14:creationId xmlns:p14="http://schemas.microsoft.com/office/powerpoint/2010/main" val="16240112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6">
            <a:extLst>
              <a:ext uri="{FF2B5EF4-FFF2-40B4-BE49-F238E27FC236}">
                <a16:creationId xmlns:a16="http://schemas.microsoft.com/office/drawing/2014/main" id="{AC975E63-D008-8642-8448-BCE3DCFAB0F5}"/>
              </a:ext>
            </a:extLst>
          </p:cNvPr>
          <p:cNvSpPr>
            <a:spLocks noGrp="1" noChangeArrowheads="1"/>
          </p:cNvSpPr>
          <p:nvPr>
            <p:ph type="dt" sz="half" idx="10"/>
          </p:nvPr>
        </p:nvSpPr>
        <p:spPr>
          <a:ln/>
        </p:spPr>
        <p:txBody>
          <a:bodyPr/>
          <a:lstStyle>
            <a:lvl1pPr>
              <a:defRPr/>
            </a:lvl1pPr>
          </a:lstStyle>
          <a:p>
            <a:pPr>
              <a:defRPr/>
            </a:pPr>
            <a:fld id="{87430C44-AFD0-CB42-B452-567536048F23}" type="datetime1">
              <a:rPr lang="en-US" altLang="zh-CN" smtClean="0"/>
              <a:t>4/21/26</a:t>
            </a:fld>
            <a:endParaRPr lang="zh-CN" altLang="en-US"/>
          </a:p>
        </p:txBody>
      </p:sp>
      <p:sp>
        <p:nvSpPr>
          <p:cNvPr id="3" name="页脚占位符 7">
            <a:extLst>
              <a:ext uri="{FF2B5EF4-FFF2-40B4-BE49-F238E27FC236}">
                <a16:creationId xmlns:a16="http://schemas.microsoft.com/office/drawing/2014/main" id="{A5F5E198-AF39-D448-AFD5-6C92A218CB2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8">
            <a:extLst>
              <a:ext uri="{FF2B5EF4-FFF2-40B4-BE49-F238E27FC236}">
                <a16:creationId xmlns:a16="http://schemas.microsoft.com/office/drawing/2014/main" id="{B5B2F684-CB71-2E4A-9346-772DD708BA44}"/>
              </a:ext>
            </a:extLst>
          </p:cNvPr>
          <p:cNvSpPr>
            <a:spLocks noGrp="1" noChangeArrowheads="1"/>
          </p:cNvSpPr>
          <p:nvPr>
            <p:ph type="sldNum" sz="quarter" idx="12"/>
          </p:nvPr>
        </p:nvSpPr>
        <p:spPr>
          <a:ln/>
        </p:spPr>
        <p:txBody>
          <a:bodyPr/>
          <a:lstStyle>
            <a:lvl1pPr>
              <a:defRPr/>
            </a:lvl1pPr>
          </a:lstStyle>
          <a:p>
            <a:fld id="{8033BFF2-F9AB-3D42-BEBB-8945BE53A5A8}" type="slidenum">
              <a:rPr lang="zh-CN" altLang="en-US"/>
              <a:pPr/>
              <a:t>‹#›</a:t>
            </a:fld>
            <a:endParaRPr lang="zh-CN" altLang="en-US"/>
          </a:p>
        </p:txBody>
      </p:sp>
    </p:spTree>
    <p:extLst>
      <p:ext uri="{BB962C8B-B14F-4D97-AF65-F5344CB8AC3E}">
        <p14:creationId xmlns:p14="http://schemas.microsoft.com/office/powerpoint/2010/main" val="37063327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6">
            <a:extLst>
              <a:ext uri="{FF2B5EF4-FFF2-40B4-BE49-F238E27FC236}">
                <a16:creationId xmlns:a16="http://schemas.microsoft.com/office/drawing/2014/main" id="{04B9B8E8-431F-864A-8A17-902D1D05A501}"/>
              </a:ext>
            </a:extLst>
          </p:cNvPr>
          <p:cNvSpPr>
            <a:spLocks noGrp="1" noChangeArrowheads="1"/>
          </p:cNvSpPr>
          <p:nvPr>
            <p:ph type="dt" sz="half" idx="10"/>
          </p:nvPr>
        </p:nvSpPr>
        <p:spPr>
          <a:ln/>
        </p:spPr>
        <p:txBody>
          <a:bodyPr/>
          <a:lstStyle>
            <a:lvl1pPr>
              <a:defRPr/>
            </a:lvl1pPr>
          </a:lstStyle>
          <a:p>
            <a:pPr>
              <a:defRPr/>
            </a:pPr>
            <a:fld id="{12EE1DA3-5986-ED42-AB72-91D1ECC9539A}" type="datetime1">
              <a:rPr lang="en-US" altLang="zh-CN" smtClean="0"/>
              <a:t>4/21/26</a:t>
            </a:fld>
            <a:endParaRPr lang="zh-CN" altLang="en-US"/>
          </a:p>
        </p:txBody>
      </p:sp>
      <p:sp>
        <p:nvSpPr>
          <p:cNvPr id="6" name="页脚占位符 7">
            <a:extLst>
              <a:ext uri="{FF2B5EF4-FFF2-40B4-BE49-F238E27FC236}">
                <a16:creationId xmlns:a16="http://schemas.microsoft.com/office/drawing/2014/main" id="{67B647B5-A6A9-3F45-A54B-1DC2D34307F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8">
            <a:extLst>
              <a:ext uri="{FF2B5EF4-FFF2-40B4-BE49-F238E27FC236}">
                <a16:creationId xmlns:a16="http://schemas.microsoft.com/office/drawing/2014/main" id="{2E597769-18A9-B84B-BBE0-61A6A98A9B0C}"/>
              </a:ext>
            </a:extLst>
          </p:cNvPr>
          <p:cNvSpPr>
            <a:spLocks noGrp="1" noChangeArrowheads="1"/>
          </p:cNvSpPr>
          <p:nvPr>
            <p:ph type="sldNum" sz="quarter" idx="12"/>
          </p:nvPr>
        </p:nvSpPr>
        <p:spPr>
          <a:ln/>
        </p:spPr>
        <p:txBody>
          <a:bodyPr/>
          <a:lstStyle>
            <a:lvl1pPr>
              <a:defRPr/>
            </a:lvl1pPr>
          </a:lstStyle>
          <a:p>
            <a:fld id="{39B43873-9AEA-5740-86A5-F7E5152F0C53}" type="slidenum">
              <a:rPr lang="zh-CN" altLang="en-US"/>
              <a:pPr/>
              <a:t>‹#›</a:t>
            </a:fld>
            <a:endParaRPr lang="zh-CN" altLang="en-US"/>
          </a:p>
        </p:txBody>
      </p:sp>
    </p:spTree>
    <p:extLst>
      <p:ext uri="{BB962C8B-B14F-4D97-AF65-F5344CB8AC3E}">
        <p14:creationId xmlns:p14="http://schemas.microsoft.com/office/powerpoint/2010/main" val="330468767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6">
            <a:extLst>
              <a:ext uri="{FF2B5EF4-FFF2-40B4-BE49-F238E27FC236}">
                <a16:creationId xmlns:a16="http://schemas.microsoft.com/office/drawing/2014/main" id="{7B535910-16D0-964A-A398-5BD8ECF492AC}"/>
              </a:ext>
            </a:extLst>
          </p:cNvPr>
          <p:cNvSpPr>
            <a:spLocks noGrp="1" noChangeArrowheads="1"/>
          </p:cNvSpPr>
          <p:nvPr>
            <p:ph type="dt" sz="half" idx="10"/>
          </p:nvPr>
        </p:nvSpPr>
        <p:spPr>
          <a:ln/>
        </p:spPr>
        <p:txBody>
          <a:bodyPr/>
          <a:lstStyle>
            <a:lvl1pPr>
              <a:defRPr/>
            </a:lvl1pPr>
          </a:lstStyle>
          <a:p>
            <a:pPr>
              <a:defRPr/>
            </a:pPr>
            <a:fld id="{67045DC8-A95D-5942-8C22-7939AE39E475}" type="datetime1">
              <a:rPr lang="en-US" altLang="zh-CN" smtClean="0"/>
              <a:t>4/21/26</a:t>
            </a:fld>
            <a:endParaRPr lang="zh-CN" altLang="en-US"/>
          </a:p>
        </p:txBody>
      </p:sp>
      <p:sp>
        <p:nvSpPr>
          <p:cNvPr id="6" name="页脚占位符 7">
            <a:extLst>
              <a:ext uri="{FF2B5EF4-FFF2-40B4-BE49-F238E27FC236}">
                <a16:creationId xmlns:a16="http://schemas.microsoft.com/office/drawing/2014/main" id="{620D48D9-CBED-D84D-8C9E-DF64275DF3A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8">
            <a:extLst>
              <a:ext uri="{FF2B5EF4-FFF2-40B4-BE49-F238E27FC236}">
                <a16:creationId xmlns:a16="http://schemas.microsoft.com/office/drawing/2014/main" id="{FDDF5271-192E-8F44-93BC-AFC8E3F4D70E}"/>
              </a:ext>
            </a:extLst>
          </p:cNvPr>
          <p:cNvSpPr>
            <a:spLocks noGrp="1" noChangeArrowheads="1"/>
          </p:cNvSpPr>
          <p:nvPr>
            <p:ph type="sldNum" sz="quarter" idx="12"/>
          </p:nvPr>
        </p:nvSpPr>
        <p:spPr>
          <a:ln/>
        </p:spPr>
        <p:txBody>
          <a:bodyPr/>
          <a:lstStyle>
            <a:lvl1pPr>
              <a:defRPr/>
            </a:lvl1pPr>
          </a:lstStyle>
          <a:p>
            <a:fld id="{F35D7442-9B1E-FD4E-A9C7-63FAF1ABB3E8}" type="slidenum">
              <a:rPr lang="zh-CN" altLang="en-US"/>
              <a:pPr/>
              <a:t>‹#›</a:t>
            </a:fld>
            <a:endParaRPr lang="zh-CN" altLang="en-US"/>
          </a:p>
        </p:txBody>
      </p:sp>
    </p:spTree>
    <p:extLst>
      <p:ext uri="{BB962C8B-B14F-4D97-AF65-F5344CB8AC3E}">
        <p14:creationId xmlns:p14="http://schemas.microsoft.com/office/powerpoint/2010/main" val="28080589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a:extLst>
              <a:ext uri="{FF2B5EF4-FFF2-40B4-BE49-F238E27FC236}">
                <a16:creationId xmlns:a16="http://schemas.microsoft.com/office/drawing/2014/main" id="{ECD28FBE-13DE-8D43-8E81-C2CE6D852665}"/>
              </a:ext>
            </a:extLst>
          </p:cNvPr>
          <p:cNvSpPr>
            <a:spLocks noGrp="1" noChangeArrowheads="1"/>
          </p:cNvSpPr>
          <p:nvPr>
            <p:ph type="dt" sz="half" idx="10"/>
          </p:nvPr>
        </p:nvSpPr>
        <p:spPr>
          <a:ln/>
        </p:spPr>
        <p:txBody>
          <a:bodyPr/>
          <a:lstStyle>
            <a:lvl1pPr>
              <a:defRPr/>
            </a:lvl1pPr>
          </a:lstStyle>
          <a:p>
            <a:pPr>
              <a:defRPr/>
            </a:pPr>
            <a:fld id="{265A1358-77B0-4145-969D-9D79FB0B347B}" type="datetime1">
              <a:rPr lang="en-US" altLang="zh-CN" smtClean="0"/>
              <a:t>4/21/26</a:t>
            </a:fld>
            <a:endParaRPr lang="zh-CN" altLang="en-US"/>
          </a:p>
        </p:txBody>
      </p:sp>
      <p:sp>
        <p:nvSpPr>
          <p:cNvPr id="5" name="页脚占位符 7">
            <a:extLst>
              <a:ext uri="{FF2B5EF4-FFF2-40B4-BE49-F238E27FC236}">
                <a16:creationId xmlns:a16="http://schemas.microsoft.com/office/drawing/2014/main" id="{D6F9A085-6D7A-D04B-92C3-7C2A2E555D3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8">
            <a:extLst>
              <a:ext uri="{FF2B5EF4-FFF2-40B4-BE49-F238E27FC236}">
                <a16:creationId xmlns:a16="http://schemas.microsoft.com/office/drawing/2014/main" id="{0F5AFCE5-8938-DB40-A200-50AFE0A40598}"/>
              </a:ext>
            </a:extLst>
          </p:cNvPr>
          <p:cNvSpPr>
            <a:spLocks noGrp="1" noChangeArrowheads="1"/>
          </p:cNvSpPr>
          <p:nvPr>
            <p:ph type="sldNum" sz="quarter" idx="12"/>
          </p:nvPr>
        </p:nvSpPr>
        <p:spPr>
          <a:ln/>
        </p:spPr>
        <p:txBody>
          <a:bodyPr/>
          <a:lstStyle>
            <a:lvl1pPr>
              <a:defRPr/>
            </a:lvl1pPr>
          </a:lstStyle>
          <a:p>
            <a:fld id="{94F2578B-4FB3-0D41-916F-9183CB71EEE2}" type="slidenum">
              <a:rPr lang="zh-CN" altLang="en-US"/>
              <a:pPr/>
              <a:t>‹#›</a:t>
            </a:fld>
            <a:endParaRPr lang="zh-CN" altLang="en-US"/>
          </a:p>
        </p:txBody>
      </p:sp>
    </p:spTree>
    <p:extLst>
      <p:ext uri="{BB962C8B-B14F-4D97-AF65-F5344CB8AC3E}">
        <p14:creationId xmlns:p14="http://schemas.microsoft.com/office/powerpoint/2010/main" val="396976997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a:extLst>
              <a:ext uri="{FF2B5EF4-FFF2-40B4-BE49-F238E27FC236}">
                <a16:creationId xmlns:a16="http://schemas.microsoft.com/office/drawing/2014/main" id="{226FEFDD-C91A-CC4E-8A6E-28F00652D06C}"/>
              </a:ext>
            </a:extLst>
          </p:cNvPr>
          <p:cNvSpPr>
            <a:spLocks noGrp="1" noChangeArrowheads="1"/>
          </p:cNvSpPr>
          <p:nvPr>
            <p:ph type="dt" sz="half" idx="10"/>
          </p:nvPr>
        </p:nvSpPr>
        <p:spPr>
          <a:ln/>
        </p:spPr>
        <p:txBody>
          <a:bodyPr/>
          <a:lstStyle>
            <a:lvl1pPr>
              <a:defRPr/>
            </a:lvl1pPr>
          </a:lstStyle>
          <a:p>
            <a:pPr>
              <a:defRPr/>
            </a:pPr>
            <a:fld id="{1DBA5F5A-6225-AE4B-94C0-E0F16E395809}" type="datetime1">
              <a:rPr lang="en-US" altLang="zh-CN" smtClean="0"/>
              <a:t>4/21/26</a:t>
            </a:fld>
            <a:endParaRPr lang="zh-CN" altLang="en-US"/>
          </a:p>
        </p:txBody>
      </p:sp>
      <p:sp>
        <p:nvSpPr>
          <p:cNvPr id="5" name="页脚占位符 7">
            <a:extLst>
              <a:ext uri="{FF2B5EF4-FFF2-40B4-BE49-F238E27FC236}">
                <a16:creationId xmlns:a16="http://schemas.microsoft.com/office/drawing/2014/main" id="{87389493-A5D6-C046-8584-1C4015FC83F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8">
            <a:extLst>
              <a:ext uri="{FF2B5EF4-FFF2-40B4-BE49-F238E27FC236}">
                <a16:creationId xmlns:a16="http://schemas.microsoft.com/office/drawing/2014/main" id="{B1622DD8-E7DB-124C-A3A0-7996A154FDF4}"/>
              </a:ext>
            </a:extLst>
          </p:cNvPr>
          <p:cNvSpPr>
            <a:spLocks noGrp="1" noChangeArrowheads="1"/>
          </p:cNvSpPr>
          <p:nvPr>
            <p:ph type="sldNum" sz="quarter" idx="12"/>
          </p:nvPr>
        </p:nvSpPr>
        <p:spPr>
          <a:ln/>
        </p:spPr>
        <p:txBody>
          <a:bodyPr/>
          <a:lstStyle>
            <a:lvl1pPr>
              <a:defRPr/>
            </a:lvl1pPr>
          </a:lstStyle>
          <a:p>
            <a:fld id="{8D85CA9C-5849-B14C-9D4D-C1AD01493C59}" type="slidenum">
              <a:rPr lang="zh-CN" altLang="en-US"/>
              <a:pPr/>
              <a:t>‹#›</a:t>
            </a:fld>
            <a:endParaRPr lang="zh-CN" altLang="en-US"/>
          </a:p>
        </p:txBody>
      </p:sp>
    </p:spTree>
    <p:extLst>
      <p:ext uri="{BB962C8B-B14F-4D97-AF65-F5344CB8AC3E}">
        <p14:creationId xmlns:p14="http://schemas.microsoft.com/office/powerpoint/2010/main" val="28822221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2">
            <a:extLst>
              <a:ext uri="{FF2B5EF4-FFF2-40B4-BE49-F238E27FC236}">
                <a16:creationId xmlns:a16="http://schemas.microsoft.com/office/drawing/2014/main" id="{8606B35B-B0BB-3C49-B09C-44EBB16213E8}"/>
              </a:ext>
            </a:extLst>
          </p:cNvPr>
          <p:cNvSpPr>
            <a:spLocks noGrp="1" noChangeArrowheads="1"/>
          </p:cNvSpPr>
          <p:nvPr>
            <p:ph type="dt" sz="half" idx="10"/>
          </p:nvPr>
        </p:nvSpPr>
        <p:spPr>
          <a:ln/>
        </p:spPr>
        <p:txBody>
          <a:bodyPr/>
          <a:lstStyle>
            <a:lvl1pPr>
              <a:defRPr/>
            </a:lvl1pPr>
          </a:lstStyle>
          <a:p>
            <a:pPr>
              <a:defRPr/>
            </a:pPr>
            <a:fld id="{79C2F608-3B03-6D4C-BDD6-DFEC938DBE67}" type="datetime1">
              <a:rPr lang="en-US" altLang="zh-CN" smtClean="0"/>
              <a:t>4/21/26</a:t>
            </a:fld>
            <a:endParaRPr lang="zh-CN" altLang="en-US"/>
          </a:p>
        </p:txBody>
      </p:sp>
      <p:sp>
        <p:nvSpPr>
          <p:cNvPr id="5" name="页脚占位符 3">
            <a:extLst>
              <a:ext uri="{FF2B5EF4-FFF2-40B4-BE49-F238E27FC236}">
                <a16:creationId xmlns:a16="http://schemas.microsoft.com/office/drawing/2014/main" id="{30209FBC-5FBC-7D41-8764-83044E3D8E3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639D79A1-3F31-2C44-AFCA-7AA77E76FBCE}"/>
              </a:ext>
            </a:extLst>
          </p:cNvPr>
          <p:cNvSpPr>
            <a:spLocks noGrp="1" noChangeArrowheads="1"/>
          </p:cNvSpPr>
          <p:nvPr>
            <p:ph type="sldNum" sz="quarter" idx="12"/>
          </p:nvPr>
        </p:nvSpPr>
        <p:spPr>
          <a:ln/>
        </p:spPr>
        <p:txBody>
          <a:bodyPr/>
          <a:lstStyle>
            <a:lvl1pPr>
              <a:defRPr/>
            </a:lvl1pPr>
          </a:lstStyle>
          <a:p>
            <a:fld id="{2303EB9B-8BFB-CC4D-8ED5-8EDC6FDDA47E}" type="slidenum">
              <a:rPr lang="zh-CN" altLang="en-US"/>
              <a:pPr/>
              <a:t>‹#›</a:t>
            </a:fld>
            <a:endParaRPr lang="zh-CN" altLang="en-US"/>
          </a:p>
        </p:txBody>
      </p:sp>
    </p:spTree>
    <p:extLst>
      <p:ext uri="{BB962C8B-B14F-4D97-AF65-F5344CB8AC3E}">
        <p14:creationId xmlns:p14="http://schemas.microsoft.com/office/powerpoint/2010/main" val="4497487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a:extLst>
              <a:ext uri="{FF2B5EF4-FFF2-40B4-BE49-F238E27FC236}">
                <a16:creationId xmlns:a16="http://schemas.microsoft.com/office/drawing/2014/main" id="{EFE76759-3590-E043-9904-C2278DB692F5}"/>
              </a:ext>
            </a:extLst>
          </p:cNvPr>
          <p:cNvSpPr>
            <a:spLocks noGrp="1" noChangeArrowheads="1"/>
          </p:cNvSpPr>
          <p:nvPr>
            <p:ph type="dt" sz="half" idx="10"/>
          </p:nvPr>
        </p:nvSpPr>
        <p:spPr>
          <a:ln/>
        </p:spPr>
        <p:txBody>
          <a:bodyPr/>
          <a:lstStyle>
            <a:lvl1pPr>
              <a:defRPr/>
            </a:lvl1pPr>
          </a:lstStyle>
          <a:p>
            <a:pPr>
              <a:defRPr/>
            </a:pPr>
            <a:fld id="{E69C3134-D7EB-C849-9F46-1876458D3C1D}" type="datetime1">
              <a:rPr lang="en-US" altLang="zh-CN" smtClean="0"/>
              <a:t>4/21/26</a:t>
            </a:fld>
            <a:endParaRPr lang="zh-CN" altLang="en-US"/>
          </a:p>
        </p:txBody>
      </p:sp>
      <p:sp>
        <p:nvSpPr>
          <p:cNvPr id="5" name="页脚占位符 3">
            <a:extLst>
              <a:ext uri="{FF2B5EF4-FFF2-40B4-BE49-F238E27FC236}">
                <a16:creationId xmlns:a16="http://schemas.microsoft.com/office/drawing/2014/main" id="{D3A0310E-A2AE-3B4D-9CB5-6DA1DCA5FFE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B1FF7D25-FAFA-5249-9784-203C353B4CCF}"/>
              </a:ext>
            </a:extLst>
          </p:cNvPr>
          <p:cNvSpPr>
            <a:spLocks noGrp="1" noChangeArrowheads="1"/>
          </p:cNvSpPr>
          <p:nvPr>
            <p:ph type="sldNum" sz="quarter" idx="12"/>
          </p:nvPr>
        </p:nvSpPr>
        <p:spPr>
          <a:ln/>
        </p:spPr>
        <p:txBody>
          <a:bodyPr/>
          <a:lstStyle>
            <a:lvl1pPr>
              <a:defRPr/>
            </a:lvl1pPr>
          </a:lstStyle>
          <a:p>
            <a:fld id="{1C2E51BC-1F7A-5140-8BA7-490B296FF5B1}" type="slidenum">
              <a:rPr lang="zh-CN" altLang="en-US"/>
              <a:pPr/>
              <a:t>‹#›</a:t>
            </a:fld>
            <a:endParaRPr lang="zh-CN" altLang="en-US"/>
          </a:p>
        </p:txBody>
      </p:sp>
    </p:spTree>
    <p:extLst>
      <p:ext uri="{BB962C8B-B14F-4D97-AF65-F5344CB8AC3E}">
        <p14:creationId xmlns:p14="http://schemas.microsoft.com/office/powerpoint/2010/main" val="380787221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2">
            <a:extLst>
              <a:ext uri="{FF2B5EF4-FFF2-40B4-BE49-F238E27FC236}">
                <a16:creationId xmlns:a16="http://schemas.microsoft.com/office/drawing/2014/main" id="{7BC214D5-B5F8-C841-A0FF-807239737BC1}"/>
              </a:ext>
            </a:extLst>
          </p:cNvPr>
          <p:cNvSpPr>
            <a:spLocks noGrp="1" noChangeArrowheads="1"/>
          </p:cNvSpPr>
          <p:nvPr>
            <p:ph type="dt" sz="half" idx="10"/>
          </p:nvPr>
        </p:nvSpPr>
        <p:spPr>
          <a:ln/>
        </p:spPr>
        <p:txBody>
          <a:bodyPr/>
          <a:lstStyle>
            <a:lvl1pPr>
              <a:defRPr/>
            </a:lvl1pPr>
          </a:lstStyle>
          <a:p>
            <a:pPr>
              <a:defRPr/>
            </a:pPr>
            <a:fld id="{7445A007-48AD-1A4A-B704-999531B31B0C}" type="datetime1">
              <a:rPr lang="en-US" altLang="zh-CN" smtClean="0"/>
              <a:t>4/21/26</a:t>
            </a:fld>
            <a:endParaRPr lang="zh-CN" altLang="en-US"/>
          </a:p>
        </p:txBody>
      </p:sp>
      <p:sp>
        <p:nvSpPr>
          <p:cNvPr id="5" name="页脚占位符 3">
            <a:extLst>
              <a:ext uri="{FF2B5EF4-FFF2-40B4-BE49-F238E27FC236}">
                <a16:creationId xmlns:a16="http://schemas.microsoft.com/office/drawing/2014/main" id="{8A9E19A9-DE6C-8346-812F-C2F8B366360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55269467-2121-6047-A348-6B11E3E3719D}"/>
              </a:ext>
            </a:extLst>
          </p:cNvPr>
          <p:cNvSpPr>
            <a:spLocks noGrp="1" noChangeArrowheads="1"/>
          </p:cNvSpPr>
          <p:nvPr>
            <p:ph type="sldNum" sz="quarter" idx="12"/>
          </p:nvPr>
        </p:nvSpPr>
        <p:spPr>
          <a:ln/>
        </p:spPr>
        <p:txBody>
          <a:bodyPr/>
          <a:lstStyle>
            <a:lvl1pPr>
              <a:defRPr/>
            </a:lvl1pPr>
          </a:lstStyle>
          <a:p>
            <a:fld id="{AC641C08-80B9-824F-80AA-1FD655EBA343}" type="slidenum">
              <a:rPr lang="zh-CN" altLang="en-US"/>
              <a:pPr/>
              <a:t>‹#›</a:t>
            </a:fld>
            <a:endParaRPr lang="zh-CN" altLang="en-US"/>
          </a:p>
        </p:txBody>
      </p:sp>
    </p:spTree>
    <p:extLst>
      <p:ext uri="{BB962C8B-B14F-4D97-AF65-F5344CB8AC3E}">
        <p14:creationId xmlns:p14="http://schemas.microsoft.com/office/powerpoint/2010/main" val="27657753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2">
            <a:extLst>
              <a:ext uri="{FF2B5EF4-FFF2-40B4-BE49-F238E27FC236}">
                <a16:creationId xmlns:a16="http://schemas.microsoft.com/office/drawing/2014/main" id="{2139F33C-54C9-2C47-8A50-AFBC688066BA}"/>
              </a:ext>
            </a:extLst>
          </p:cNvPr>
          <p:cNvSpPr>
            <a:spLocks noGrp="1" noChangeArrowheads="1"/>
          </p:cNvSpPr>
          <p:nvPr>
            <p:ph type="dt" sz="half" idx="10"/>
          </p:nvPr>
        </p:nvSpPr>
        <p:spPr>
          <a:ln/>
        </p:spPr>
        <p:txBody>
          <a:bodyPr/>
          <a:lstStyle>
            <a:lvl1pPr>
              <a:defRPr/>
            </a:lvl1pPr>
          </a:lstStyle>
          <a:p>
            <a:pPr>
              <a:defRPr/>
            </a:pPr>
            <a:fld id="{0FB9B331-A639-DD43-B591-E597A8FAFB5E}" type="datetime1">
              <a:rPr lang="en-US" altLang="zh-CN" smtClean="0"/>
              <a:t>4/21/26</a:t>
            </a:fld>
            <a:endParaRPr lang="zh-CN" altLang="en-US"/>
          </a:p>
        </p:txBody>
      </p:sp>
      <p:sp>
        <p:nvSpPr>
          <p:cNvPr id="6" name="页脚占位符 3">
            <a:extLst>
              <a:ext uri="{FF2B5EF4-FFF2-40B4-BE49-F238E27FC236}">
                <a16:creationId xmlns:a16="http://schemas.microsoft.com/office/drawing/2014/main" id="{AE2D115C-F811-EB42-A918-BF8FD91563A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45F2C150-D2C4-144C-B003-D57CE63B1875}"/>
              </a:ext>
            </a:extLst>
          </p:cNvPr>
          <p:cNvSpPr>
            <a:spLocks noGrp="1" noChangeArrowheads="1"/>
          </p:cNvSpPr>
          <p:nvPr>
            <p:ph type="sldNum" sz="quarter" idx="12"/>
          </p:nvPr>
        </p:nvSpPr>
        <p:spPr>
          <a:ln/>
        </p:spPr>
        <p:txBody>
          <a:bodyPr/>
          <a:lstStyle>
            <a:lvl1pPr>
              <a:defRPr/>
            </a:lvl1pPr>
          </a:lstStyle>
          <a:p>
            <a:fld id="{0011BCF0-D6C5-F545-B348-41573C4085C7}" type="slidenum">
              <a:rPr lang="zh-CN" altLang="en-US"/>
              <a:pPr/>
              <a:t>‹#›</a:t>
            </a:fld>
            <a:endParaRPr lang="zh-CN" altLang="en-US"/>
          </a:p>
        </p:txBody>
      </p:sp>
    </p:spTree>
    <p:extLst>
      <p:ext uri="{BB962C8B-B14F-4D97-AF65-F5344CB8AC3E}">
        <p14:creationId xmlns:p14="http://schemas.microsoft.com/office/powerpoint/2010/main" val="17699053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2">
            <a:extLst>
              <a:ext uri="{FF2B5EF4-FFF2-40B4-BE49-F238E27FC236}">
                <a16:creationId xmlns:a16="http://schemas.microsoft.com/office/drawing/2014/main" id="{D95B598F-DD48-8E45-91C4-E386F54F5B7B}"/>
              </a:ext>
            </a:extLst>
          </p:cNvPr>
          <p:cNvSpPr>
            <a:spLocks noGrp="1" noChangeArrowheads="1"/>
          </p:cNvSpPr>
          <p:nvPr>
            <p:ph type="dt" sz="half" idx="10"/>
          </p:nvPr>
        </p:nvSpPr>
        <p:spPr>
          <a:ln/>
        </p:spPr>
        <p:txBody>
          <a:bodyPr/>
          <a:lstStyle>
            <a:lvl1pPr>
              <a:defRPr/>
            </a:lvl1pPr>
          </a:lstStyle>
          <a:p>
            <a:pPr>
              <a:defRPr/>
            </a:pPr>
            <a:fld id="{378ED8CA-34EB-1A43-B2F8-5B047F67EA75}" type="datetime1">
              <a:rPr lang="en-US" altLang="zh-CN" smtClean="0"/>
              <a:t>4/21/26</a:t>
            </a:fld>
            <a:endParaRPr lang="zh-CN" altLang="en-US"/>
          </a:p>
        </p:txBody>
      </p:sp>
      <p:sp>
        <p:nvSpPr>
          <p:cNvPr id="8" name="页脚占位符 3">
            <a:extLst>
              <a:ext uri="{FF2B5EF4-FFF2-40B4-BE49-F238E27FC236}">
                <a16:creationId xmlns:a16="http://schemas.microsoft.com/office/drawing/2014/main" id="{D2F8A1A9-E24F-794A-9BC2-7B6B521673A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4">
            <a:extLst>
              <a:ext uri="{FF2B5EF4-FFF2-40B4-BE49-F238E27FC236}">
                <a16:creationId xmlns:a16="http://schemas.microsoft.com/office/drawing/2014/main" id="{B4854524-31F4-EF45-B1E2-B6262E72020D}"/>
              </a:ext>
            </a:extLst>
          </p:cNvPr>
          <p:cNvSpPr>
            <a:spLocks noGrp="1" noChangeArrowheads="1"/>
          </p:cNvSpPr>
          <p:nvPr>
            <p:ph type="sldNum" sz="quarter" idx="12"/>
          </p:nvPr>
        </p:nvSpPr>
        <p:spPr>
          <a:ln/>
        </p:spPr>
        <p:txBody>
          <a:bodyPr/>
          <a:lstStyle>
            <a:lvl1pPr>
              <a:defRPr/>
            </a:lvl1pPr>
          </a:lstStyle>
          <a:p>
            <a:fld id="{8E6A2CFA-4A84-7B41-A0C7-9953F846978C}" type="slidenum">
              <a:rPr lang="zh-CN" altLang="en-US"/>
              <a:pPr/>
              <a:t>‹#›</a:t>
            </a:fld>
            <a:endParaRPr lang="zh-CN" altLang="en-US"/>
          </a:p>
        </p:txBody>
      </p:sp>
    </p:spTree>
    <p:extLst>
      <p:ext uri="{BB962C8B-B14F-4D97-AF65-F5344CB8AC3E}">
        <p14:creationId xmlns:p14="http://schemas.microsoft.com/office/powerpoint/2010/main" val="29225579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93B345-31A2-A645-8177-8CCAE48722BE}"/>
              </a:ext>
            </a:extLst>
          </p:cNvPr>
          <p:cNvSpPr>
            <a:spLocks noGrp="1" noChangeArrowheads="1"/>
          </p:cNvSpPr>
          <p:nvPr>
            <p:ph type="dt" sz="half" idx="10"/>
          </p:nvPr>
        </p:nvSpPr>
        <p:spPr>
          <a:ln/>
        </p:spPr>
        <p:txBody>
          <a:bodyPr/>
          <a:lstStyle>
            <a:lvl1pPr>
              <a:defRPr/>
            </a:lvl1pPr>
          </a:lstStyle>
          <a:p>
            <a:pPr>
              <a:defRPr/>
            </a:pPr>
            <a:fld id="{01F9AAE2-6B61-0143-961B-858B00B0F595}" type="datetime1">
              <a:rPr lang="en-US" altLang="zh-CN" smtClean="0"/>
              <a:t>4/21/26</a:t>
            </a:fld>
            <a:endParaRPr lang="zh-CN" altLang="en-US"/>
          </a:p>
        </p:txBody>
      </p:sp>
      <p:sp>
        <p:nvSpPr>
          <p:cNvPr id="4" name="页脚占位符 3">
            <a:extLst>
              <a:ext uri="{FF2B5EF4-FFF2-40B4-BE49-F238E27FC236}">
                <a16:creationId xmlns:a16="http://schemas.microsoft.com/office/drawing/2014/main" id="{322E33F5-B698-4D46-AD2D-DE518A5395F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4">
            <a:extLst>
              <a:ext uri="{FF2B5EF4-FFF2-40B4-BE49-F238E27FC236}">
                <a16:creationId xmlns:a16="http://schemas.microsoft.com/office/drawing/2014/main" id="{B89B8BDD-1918-B04A-8800-FC31826126D4}"/>
              </a:ext>
            </a:extLst>
          </p:cNvPr>
          <p:cNvSpPr>
            <a:spLocks noGrp="1" noChangeArrowheads="1"/>
          </p:cNvSpPr>
          <p:nvPr>
            <p:ph type="sldNum" sz="quarter" idx="12"/>
          </p:nvPr>
        </p:nvSpPr>
        <p:spPr>
          <a:ln/>
        </p:spPr>
        <p:txBody>
          <a:bodyPr/>
          <a:lstStyle>
            <a:lvl1pPr>
              <a:defRPr/>
            </a:lvl1pPr>
          </a:lstStyle>
          <a:p>
            <a:fld id="{AC12F683-DD74-1748-971B-0DA0BE4A670F}" type="slidenum">
              <a:rPr lang="zh-CN" altLang="en-US"/>
              <a:pPr/>
              <a:t>‹#›</a:t>
            </a:fld>
            <a:endParaRPr lang="zh-CN" altLang="en-US"/>
          </a:p>
        </p:txBody>
      </p:sp>
    </p:spTree>
    <p:extLst>
      <p:ext uri="{BB962C8B-B14F-4D97-AF65-F5344CB8AC3E}">
        <p14:creationId xmlns:p14="http://schemas.microsoft.com/office/powerpoint/2010/main" val="2398167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38B4143D-2C6E-BD42-8A76-72F00B8E9CEF}"/>
              </a:ext>
            </a:extLst>
          </p:cNvPr>
          <p:cNvSpPr>
            <a:spLocks noGrp="1" noChangeArrowheads="1"/>
          </p:cNvSpPr>
          <p:nvPr>
            <p:ph type="dt" sz="half" idx="10"/>
          </p:nvPr>
        </p:nvSpPr>
        <p:spPr>
          <a:ln/>
        </p:spPr>
        <p:txBody>
          <a:bodyPr/>
          <a:lstStyle>
            <a:lvl1pPr>
              <a:defRPr/>
            </a:lvl1pPr>
          </a:lstStyle>
          <a:p>
            <a:pPr>
              <a:defRPr/>
            </a:pPr>
            <a:fld id="{6B767585-FF37-6049-B129-74614F4BCD96}" type="datetime1">
              <a:rPr lang="en-US" altLang="zh-CN" smtClean="0"/>
              <a:t>4/21/26</a:t>
            </a:fld>
            <a:endParaRPr lang="zh-CN" altLang="en-US"/>
          </a:p>
        </p:txBody>
      </p:sp>
      <p:sp>
        <p:nvSpPr>
          <p:cNvPr id="3" name="页脚占位符 3">
            <a:extLst>
              <a:ext uri="{FF2B5EF4-FFF2-40B4-BE49-F238E27FC236}">
                <a16:creationId xmlns:a16="http://schemas.microsoft.com/office/drawing/2014/main" id="{E5A58B61-6DA5-F048-9DCC-D5463CE9B242}"/>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4">
            <a:extLst>
              <a:ext uri="{FF2B5EF4-FFF2-40B4-BE49-F238E27FC236}">
                <a16:creationId xmlns:a16="http://schemas.microsoft.com/office/drawing/2014/main" id="{DDDA0464-57BC-E24B-BDC2-78F67CA385A8}"/>
              </a:ext>
            </a:extLst>
          </p:cNvPr>
          <p:cNvSpPr>
            <a:spLocks noGrp="1" noChangeArrowheads="1"/>
          </p:cNvSpPr>
          <p:nvPr>
            <p:ph type="sldNum" sz="quarter" idx="12"/>
          </p:nvPr>
        </p:nvSpPr>
        <p:spPr>
          <a:ln/>
        </p:spPr>
        <p:txBody>
          <a:bodyPr/>
          <a:lstStyle>
            <a:lvl1pPr>
              <a:defRPr/>
            </a:lvl1pPr>
          </a:lstStyle>
          <a:p>
            <a:fld id="{92692129-A7ED-1744-B958-4C0EC93A1312}" type="slidenum">
              <a:rPr lang="zh-CN" altLang="en-US"/>
              <a:pPr/>
              <a:t>‹#›</a:t>
            </a:fld>
            <a:endParaRPr lang="zh-CN" altLang="en-US"/>
          </a:p>
        </p:txBody>
      </p:sp>
    </p:spTree>
    <p:extLst>
      <p:ext uri="{BB962C8B-B14F-4D97-AF65-F5344CB8AC3E}">
        <p14:creationId xmlns:p14="http://schemas.microsoft.com/office/powerpoint/2010/main" val="14329616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a:extLst>
              <a:ext uri="{FF2B5EF4-FFF2-40B4-BE49-F238E27FC236}">
                <a16:creationId xmlns:a16="http://schemas.microsoft.com/office/drawing/2014/main" id="{7018CF10-1F18-F246-A1CC-FBF982BD7D76}"/>
              </a:ext>
            </a:extLst>
          </p:cNvPr>
          <p:cNvSpPr>
            <a:spLocks noGrp="1" noChangeArrowheads="1"/>
          </p:cNvSpPr>
          <p:nvPr>
            <p:ph type="dt" sz="half" idx="10"/>
          </p:nvPr>
        </p:nvSpPr>
        <p:spPr>
          <a:ln/>
        </p:spPr>
        <p:txBody>
          <a:bodyPr/>
          <a:lstStyle>
            <a:lvl1pPr>
              <a:defRPr/>
            </a:lvl1pPr>
          </a:lstStyle>
          <a:p>
            <a:pPr>
              <a:defRPr/>
            </a:pPr>
            <a:fld id="{DD29AB56-62D2-4A4C-9D0C-2151D0FDC354}" type="datetime1">
              <a:rPr lang="en-US" altLang="zh-CN" smtClean="0"/>
              <a:t>4/21/26</a:t>
            </a:fld>
            <a:endParaRPr lang="zh-CN" altLang="en-US"/>
          </a:p>
        </p:txBody>
      </p:sp>
      <p:sp>
        <p:nvSpPr>
          <p:cNvPr id="6" name="页脚占位符 3">
            <a:extLst>
              <a:ext uri="{FF2B5EF4-FFF2-40B4-BE49-F238E27FC236}">
                <a16:creationId xmlns:a16="http://schemas.microsoft.com/office/drawing/2014/main" id="{1895BA8C-AA8C-5F4A-84EF-6D59C80B5C1C}"/>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A543E309-25DB-0A47-BF15-A4DEBC9A95B9}"/>
              </a:ext>
            </a:extLst>
          </p:cNvPr>
          <p:cNvSpPr>
            <a:spLocks noGrp="1" noChangeArrowheads="1"/>
          </p:cNvSpPr>
          <p:nvPr>
            <p:ph type="sldNum" sz="quarter" idx="12"/>
          </p:nvPr>
        </p:nvSpPr>
        <p:spPr>
          <a:ln/>
        </p:spPr>
        <p:txBody>
          <a:bodyPr/>
          <a:lstStyle>
            <a:lvl1pPr>
              <a:defRPr/>
            </a:lvl1pPr>
          </a:lstStyle>
          <a:p>
            <a:fld id="{AF8F63FA-0215-3943-97B2-090CD15AA2FF}" type="slidenum">
              <a:rPr lang="zh-CN" altLang="en-US"/>
              <a:pPr/>
              <a:t>‹#›</a:t>
            </a:fld>
            <a:endParaRPr lang="zh-CN" altLang="en-US"/>
          </a:p>
        </p:txBody>
      </p:sp>
    </p:spTree>
    <p:extLst>
      <p:ext uri="{BB962C8B-B14F-4D97-AF65-F5344CB8AC3E}">
        <p14:creationId xmlns:p14="http://schemas.microsoft.com/office/powerpoint/2010/main" val="370902971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a:extLst>
              <a:ext uri="{FF2B5EF4-FFF2-40B4-BE49-F238E27FC236}">
                <a16:creationId xmlns:a16="http://schemas.microsoft.com/office/drawing/2014/main" id="{2731FFB4-E20E-F349-8FF3-ADA7C20EE0A2}"/>
              </a:ext>
            </a:extLst>
          </p:cNvPr>
          <p:cNvSpPr>
            <a:spLocks noGrp="1" noChangeArrowheads="1"/>
          </p:cNvSpPr>
          <p:nvPr>
            <p:ph type="dt" sz="half" idx="10"/>
          </p:nvPr>
        </p:nvSpPr>
        <p:spPr>
          <a:ln/>
        </p:spPr>
        <p:txBody>
          <a:bodyPr/>
          <a:lstStyle>
            <a:lvl1pPr>
              <a:defRPr/>
            </a:lvl1pPr>
          </a:lstStyle>
          <a:p>
            <a:pPr>
              <a:defRPr/>
            </a:pPr>
            <a:fld id="{D414298F-C323-6441-8315-543F41E20972}" type="datetime1">
              <a:rPr lang="en-US" altLang="zh-CN" smtClean="0"/>
              <a:t>4/21/26</a:t>
            </a:fld>
            <a:endParaRPr lang="zh-CN" altLang="en-US"/>
          </a:p>
        </p:txBody>
      </p:sp>
      <p:sp>
        <p:nvSpPr>
          <p:cNvPr id="6" name="页脚占位符 3">
            <a:extLst>
              <a:ext uri="{FF2B5EF4-FFF2-40B4-BE49-F238E27FC236}">
                <a16:creationId xmlns:a16="http://schemas.microsoft.com/office/drawing/2014/main" id="{09F56D7B-52D9-264C-8EF7-8238EA53AAB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4">
            <a:extLst>
              <a:ext uri="{FF2B5EF4-FFF2-40B4-BE49-F238E27FC236}">
                <a16:creationId xmlns:a16="http://schemas.microsoft.com/office/drawing/2014/main" id="{1AF430AE-2DC4-A246-BF09-97279791981C}"/>
              </a:ext>
            </a:extLst>
          </p:cNvPr>
          <p:cNvSpPr>
            <a:spLocks noGrp="1" noChangeArrowheads="1"/>
          </p:cNvSpPr>
          <p:nvPr>
            <p:ph type="sldNum" sz="quarter" idx="12"/>
          </p:nvPr>
        </p:nvSpPr>
        <p:spPr>
          <a:ln/>
        </p:spPr>
        <p:txBody>
          <a:bodyPr/>
          <a:lstStyle>
            <a:lvl1pPr>
              <a:defRPr/>
            </a:lvl1pPr>
          </a:lstStyle>
          <a:p>
            <a:fld id="{BD11AEA3-4361-4348-AD6C-FBEF0C0D1C64}" type="slidenum">
              <a:rPr lang="zh-CN" altLang="en-US"/>
              <a:pPr/>
              <a:t>‹#›</a:t>
            </a:fld>
            <a:endParaRPr lang="zh-CN" altLang="en-US"/>
          </a:p>
        </p:txBody>
      </p:sp>
    </p:spTree>
    <p:extLst>
      <p:ext uri="{BB962C8B-B14F-4D97-AF65-F5344CB8AC3E}">
        <p14:creationId xmlns:p14="http://schemas.microsoft.com/office/powerpoint/2010/main" val="125634554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a:extLst>
              <a:ext uri="{FF2B5EF4-FFF2-40B4-BE49-F238E27FC236}">
                <a16:creationId xmlns:a16="http://schemas.microsoft.com/office/drawing/2014/main" id="{320839A5-BF36-3B4D-96F8-FA949966ED72}"/>
              </a:ext>
            </a:extLst>
          </p:cNvPr>
          <p:cNvSpPr>
            <a:spLocks noGrp="1" noChangeArrowheads="1"/>
          </p:cNvSpPr>
          <p:nvPr>
            <p:ph type="dt" sz="half" idx="10"/>
          </p:nvPr>
        </p:nvSpPr>
        <p:spPr>
          <a:ln/>
        </p:spPr>
        <p:txBody>
          <a:bodyPr/>
          <a:lstStyle>
            <a:lvl1pPr>
              <a:defRPr/>
            </a:lvl1pPr>
          </a:lstStyle>
          <a:p>
            <a:pPr>
              <a:defRPr/>
            </a:pPr>
            <a:fld id="{72CE229D-C0DB-544B-BE5B-B50154EDAF77}" type="datetime1">
              <a:rPr lang="en-US" altLang="zh-CN" smtClean="0"/>
              <a:t>4/21/26</a:t>
            </a:fld>
            <a:endParaRPr lang="zh-CN" altLang="en-US"/>
          </a:p>
        </p:txBody>
      </p:sp>
      <p:sp>
        <p:nvSpPr>
          <p:cNvPr id="5" name="页脚占位符 3">
            <a:extLst>
              <a:ext uri="{FF2B5EF4-FFF2-40B4-BE49-F238E27FC236}">
                <a16:creationId xmlns:a16="http://schemas.microsoft.com/office/drawing/2014/main" id="{9D641754-3E4B-0146-8243-3696A4730FD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50B3EB3B-7BEE-1E42-8862-D4139A3E4805}"/>
              </a:ext>
            </a:extLst>
          </p:cNvPr>
          <p:cNvSpPr>
            <a:spLocks noGrp="1" noChangeArrowheads="1"/>
          </p:cNvSpPr>
          <p:nvPr>
            <p:ph type="sldNum" sz="quarter" idx="12"/>
          </p:nvPr>
        </p:nvSpPr>
        <p:spPr>
          <a:ln/>
        </p:spPr>
        <p:txBody>
          <a:bodyPr/>
          <a:lstStyle>
            <a:lvl1pPr>
              <a:defRPr/>
            </a:lvl1pPr>
          </a:lstStyle>
          <a:p>
            <a:fld id="{FDD79E03-43E7-C643-B12C-B8A5F159406B}" type="slidenum">
              <a:rPr lang="zh-CN" altLang="en-US"/>
              <a:pPr/>
              <a:t>‹#›</a:t>
            </a:fld>
            <a:endParaRPr lang="zh-CN" altLang="en-US"/>
          </a:p>
        </p:txBody>
      </p:sp>
    </p:spTree>
    <p:extLst>
      <p:ext uri="{BB962C8B-B14F-4D97-AF65-F5344CB8AC3E}">
        <p14:creationId xmlns:p14="http://schemas.microsoft.com/office/powerpoint/2010/main" val="28899498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a:extLst>
              <a:ext uri="{FF2B5EF4-FFF2-40B4-BE49-F238E27FC236}">
                <a16:creationId xmlns:a16="http://schemas.microsoft.com/office/drawing/2014/main" id="{118EB4F2-8728-6E4D-82E0-FD5CAAE8C125}"/>
              </a:ext>
            </a:extLst>
          </p:cNvPr>
          <p:cNvSpPr>
            <a:spLocks noGrp="1" noChangeArrowheads="1"/>
          </p:cNvSpPr>
          <p:nvPr>
            <p:ph type="dt" sz="half" idx="10"/>
          </p:nvPr>
        </p:nvSpPr>
        <p:spPr>
          <a:ln/>
        </p:spPr>
        <p:txBody>
          <a:bodyPr/>
          <a:lstStyle>
            <a:lvl1pPr>
              <a:defRPr/>
            </a:lvl1pPr>
          </a:lstStyle>
          <a:p>
            <a:pPr>
              <a:defRPr/>
            </a:pPr>
            <a:fld id="{85561BF6-9F7D-0D4B-9E09-AA620CD9EB48}" type="datetime1">
              <a:rPr lang="en-US" altLang="zh-CN" smtClean="0"/>
              <a:t>4/21/26</a:t>
            </a:fld>
            <a:endParaRPr lang="zh-CN" altLang="en-US"/>
          </a:p>
        </p:txBody>
      </p:sp>
      <p:sp>
        <p:nvSpPr>
          <p:cNvPr id="5" name="页脚占位符 3">
            <a:extLst>
              <a:ext uri="{FF2B5EF4-FFF2-40B4-BE49-F238E27FC236}">
                <a16:creationId xmlns:a16="http://schemas.microsoft.com/office/drawing/2014/main" id="{108FAEAF-B715-4248-992C-9852ABC6D08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4">
            <a:extLst>
              <a:ext uri="{FF2B5EF4-FFF2-40B4-BE49-F238E27FC236}">
                <a16:creationId xmlns:a16="http://schemas.microsoft.com/office/drawing/2014/main" id="{248B603A-7B61-CC4A-A112-8EAF9C030AB0}"/>
              </a:ext>
            </a:extLst>
          </p:cNvPr>
          <p:cNvSpPr>
            <a:spLocks noGrp="1" noChangeArrowheads="1"/>
          </p:cNvSpPr>
          <p:nvPr>
            <p:ph type="sldNum" sz="quarter" idx="12"/>
          </p:nvPr>
        </p:nvSpPr>
        <p:spPr>
          <a:ln/>
        </p:spPr>
        <p:txBody>
          <a:bodyPr/>
          <a:lstStyle>
            <a:lvl1pPr>
              <a:defRPr/>
            </a:lvl1pPr>
          </a:lstStyle>
          <a:p>
            <a:fld id="{C93A7075-4477-DF45-BA2A-1877F6F52904}" type="slidenum">
              <a:rPr lang="zh-CN" altLang="en-US"/>
              <a:pPr/>
              <a:t>‹#›</a:t>
            </a:fld>
            <a:endParaRPr lang="zh-CN" altLang="en-US"/>
          </a:p>
        </p:txBody>
      </p:sp>
    </p:spTree>
    <p:extLst>
      <p:ext uri="{BB962C8B-B14F-4D97-AF65-F5344CB8AC3E}">
        <p14:creationId xmlns:p14="http://schemas.microsoft.com/office/powerpoint/2010/main" val="380849954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1">
            <a:extLst>
              <a:ext uri="{FF2B5EF4-FFF2-40B4-BE49-F238E27FC236}">
                <a16:creationId xmlns:a16="http://schemas.microsoft.com/office/drawing/2014/main" id="{B9E83EE6-27E6-304B-9034-CD1A69C38AA3}"/>
              </a:ext>
            </a:extLst>
          </p:cNvPr>
          <p:cNvSpPr>
            <a:spLocks noGrp="1" noChangeArrowheads="1"/>
          </p:cNvSpPr>
          <p:nvPr>
            <p:ph type="dt" sz="half" idx="10"/>
          </p:nvPr>
        </p:nvSpPr>
        <p:spPr>
          <a:ln/>
        </p:spPr>
        <p:txBody>
          <a:bodyPr/>
          <a:lstStyle>
            <a:lvl1pPr>
              <a:defRPr/>
            </a:lvl1pPr>
          </a:lstStyle>
          <a:p>
            <a:pPr>
              <a:defRPr/>
            </a:pPr>
            <a:fld id="{640678C5-E45C-E447-B16D-3F6287AFEE97}" type="datetime1">
              <a:rPr lang="en-US" altLang="zh-CN" smtClean="0"/>
              <a:t>4/21/26</a:t>
            </a:fld>
            <a:endParaRPr lang="zh-CN" altLang="en-US"/>
          </a:p>
        </p:txBody>
      </p:sp>
      <p:sp>
        <p:nvSpPr>
          <p:cNvPr id="5" name="页脚占位符 2">
            <a:extLst>
              <a:ext uri="{FF2B5EF4-FFF2-40B4-BE49-F238E27FC236}">
                <a16:creationId xmlns:a16="http://schemas.microsoft.com/office/drawing/2014/main" id="{C4290305-C625-9B45-AE8D-9BF0D9B67F2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3">
            <a:extLst>
              <a:ext uri="{FF2B5EF4-FFF2-40B4-BE49-F238E27FC236}">
                <a16:creationId xmlns:a16="http://schemas.microsoft.com/office/drawing/2014/main" id="{54513A9C-D024-1F49-BCA7-1EE83FE0A645}"/>
              </a:ext>
            </a:extLst>
          </p:cNvPr>
          <p:cNvSpPr>
            <a:spLocks noGrp="1" noChangeArrowheads="1"/>
          </p:cNvSpPr>
          <p:nvPr>
            <p:ph type="sldNum" sz="quarter" idx="12"/>
          </p:nvPr>
        </p:nvSpPr>
        <p:spPr>
          <a:ln/>
        </p:spPr>
        <p:txBody>
          <a:bodyPr/>
          <a:lstStyle>
            <a:lvl1pPr>
              <a:defRPr/>
            </a:lvl1pPr>
          </a:lstStyle>
          <a:p>
            <a:fld id="{0B4513A7-FA35-EC43-926A-68A927A14379}" type="slidenum">
              <a:rPr lang="zh-CN" altLang="en-US"/>
              <a:pPr/>
              <a:t>‹#›</a:t>
            </a:fld>
            <a:endParaRPr lang="zh-CN" altLang="en-US"/>
          </a:p>
        </p:txBody>
      </p:sp>
    </p:spTree>
    <p:extLst>
      <p:ext uri="{BB962C8B-B14F-4D97-AF65-F5344CB8AC3E}">
        <p14:creationId xmlns:p14="http://schemas.microsoft.com/office/powerpoint/2010/main" val="2755135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
            <a:extLst>
              <a:ext uri="{FF2B5EF4-FFF2-40B4-BE49-F238E27FC236}">
                <a16:creationId xmlns:a16="http://schemas.microsoft.com/office/drawing/2014/main" id="{7DA5DBAF-4B2B-FA41-B7EB-D000E07DA918}"/>
              </a:ext>
            </a:extLst>
          </p:cNvPr>
          <p:cNvSpPr>
            <a:spLocks noGrp="1" noChangeArrowheads="1"/>
          </p:cNvSpPr>
          <p:nvPr>
            <p:ph type="dt" sz="half" idx="10"/>
          </p:nvPr>
        </p:nvSpPr>
        <p:spPr>
          <a:ln/>
        </p:spPr>
        <p:txBody>
          <a:bodyPr/>
          <a:lstStyle>
            <a:lvl1pPr>
              <a:defRPr/>
            </a:lvl1pPr>
          </a:lstStyle>
          <a:p>
            <a:pPr>
              <a:defRPr/>
            </a:pPr>
            <a:fld id="{317494CF-264C-6541-AB1D-57E0774F308B}" type="datetime1">
              <a:rPr lang="en-US" altLang="zh-CN" smtClean="0"/>
              <a:t>4/21/26</a:t>
            </a:fld>
            <a:endParaRPr lang="zh-CN" altLang="en-US"/>
          </a:p>
        </p:txBody>
      </p:sp>
      <p:sp>
        <p:nvSpPr>
          <p:cNvPr id="5" name="页脚占位符 2">
            <a:extLst>
              <a:ext uri="{FF2B5EF4-FFF2-40B4-BE49-F238E27FC236}">
                <a16:creationId xmlns:a16="http://schemas.microsoft.com/office/drawing/2014/main" id="{A676E9FC-500F-4F4D-93CE-467E6F01962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3">
            <a:extLst>
              <a:ext uri="{FF2B5EF4-FFF2-40B4-BE49-F238E27FC236}">
                <a16:creationId xmlns:a16="http://schemas.microsoft.com/office/drawing/2014/main" id="{D9FD63A8-5111-034F-B879-EC06875CBE20}"/>
              </a:ext>
            </a:extLst>
          </p:cNvPr>
          <p:cNvSpPr>
            <a:spLocks noGrp="1" noChangeArrowheads="1"/>
          </p:cNvSpPr>
          <p:nvPr>
            <p:ph type="sldNum" sz="quarter" idx="12"/>
          </p:nvPr>
        </p:nvSpPr>
        <p:spPr>
          <a:ln/>
        </p:spPr>
        <p:txBody>
          <a:bodyPr/>
          <a:lstStyle>
            <a:lvl1pPr>
              <a:defRPr/>
            </a:lvl1pPr>
          </a:lstStyle>
          <a:p>
            <a:fld id="{D9C8D41C-C3D4-B345-B5A9-0BDE241F22EA}" type="slidenum">
              <a:rPr lang="zh-CN" altLang="en-US"/>
              <a:pPr/>
              <a:t>‹#›</a:t>
            </a:fld>
            <a:endParaRPr lang="zh-CN" altLang="en-US"/>
          </a:p>
        </p:txBody>
      </p:sp>
    </p:spTree>
    <p:extLst>
      <p:ext uri="{BB962C8B-B14F-4D97-AF65-F5344CB8AC3E}">
        <p14:creationId xmlns:p14="http://schemas.microsoft.com/office/powerpoint/2010/main" val="285928430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1">
            <a:extLst>
              <a:ext uri="{FF2B5EF4-FFF2-40B4-BE49-F238E27FC236}">
                <a16:creationId xmlns:a16="http://schemas.microsoft.com/office/drawing/2014/main" id="{B7513F04-53BB-DE4A-82D0-A8B422F7B86F}"/>
              </a:ext>
            </a:extLst>
          </p:cNvPr>
          <p:cNvSpPr>
            <a:spLocks noGrp="1" noChangeArrowheads="1"/>
          </p:cNvSpPr>
          <p:nvPr>
            <p:ph type="dt" sz="half" idx="10"/>
          </p:nvPr>
        </p:nvSpPr>
        <p:spPr>
          <a:ln/>
        </p:spPr>
        <p:txBody>
          <a:bodyPr/>
          <a:lstStyle>
            <a:lvl1pPr>
              <a:defRPr/>
            </a:lvl1pPr>
          </a:lstStyle>
          <a:p>
            <a:pPr>
              <a:defRPr/>
            </a:pPr>
            <a:fld id="{15A7121B-BAA1-FE4F-A4A5-63E46F1B7EB3}" type="datetime1">
              <a:rPr lang="en-US" altLang="zh-CN" smtClean="0"/>
              <a:t>4/21/26</a:t>
            </a:fld>
            <a:endParaRPr lang="zh-CN" altLang="en-US"/>
          </a:p>
        </p:txBody>
      </p:sp>
      <p:sp>
        <p:nvSpPr>
          <p:cNvPr id="5" name="页脚占位符 2">
            <a:extLst>
              <a:ext uri="{FF2B5EF4-FFF2-40B4-BE49-F238E27FC236}">
                <a16:creationId xmlns:a16="http://schemas.microsoft.com/office/drawing/2014/main" id="{EB2EF3B8-DB6E-3F41-9344-3B95213DBAB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3">
            <a:extLst>
              <a:ext uri="{FF2B5EF4-FFF2-40B4-BE49-F238E27FC236}">
                <a16:creationId xmlns:a16="http://schemas.microsoft.com/office/drawing/2014/main" id="{467FC5E5-B84D-1943-80F7-AED7DE3B825C}"/>
              </a:ext>
            </a:extLst>
          </p:cNvPr>
          <p:cNvSpPr>
            <a:spLocks noGrp="1" noChangeArrowheads="1"/>
          </p:cNvSpPr>
          <p:nvPr>
            <p:ph type="sldNum" sz="quarter" idx="12"/>
          </p:nvPr>
        </p:nvSpPr>
        <p:spPr>
          <a:ln/>
        </p:spPr>
        <p:txBody>
          <a:bodyPr/>
          <a:lstStyle>
            <a:lvl1pPr>
              <a:defRPr/>
            </a:lvl1pPr>
          </a:lstStyle>
          <a:p>
            <a:fld id="{0E06B251-8A4D-A04B-BFD7-848ED45A9AB7}" type="slidenum">
              <a:rPr lang="zh-CN" altLang="en-US"/>
              <a:pPr/>
              <a:t>‹#›</a:t>
            </a:fld>
            <a:endParaRPr lang="zh-CN" altLang="en-US"/>
          </a:p>
        </p:txBody>
      </p:sp>
    </p:spTree>
    <p:extLst>
      <p:ext uri="{BB962C8B-B14F-4D97-AF65-F5344CB8AC3E}">
        <p14:creationId xmlns:p14="http://schemas.microsoft.com/office/powerpoint/2010/main" val="275449715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1">
            <a:extLst>
              <a:ext uri="{FF2B5EF4-FFF2-40B4-BE49-F238E27FC236}">
                <a16:creationId xmlns:a16="http://schemas.microsoft.com/office/drawing/2014/main" id="{A16CA4CA-E62C-8F45-A4AC-C737E5C0A71C}"/>
              </a:ext>
            </a:extLst>
          </p:cNvPr>
          <p:cNvSpPr>
            <a:spLocks noGrp="1" noChangeArrowheads="1"/>
          </p:cNvSpPr>
          <p:nvPr>
            <p:ph type="dt" sz="half" idx="10"/>
          </p:nvPr>
        </p:nvSpPr>
        <p:spPr>
          <a:ln/>
        </p:spPr>
        <p:txBody>
          <a:bodyPr/>
          <a:lstStyle>
            <a:lvl1pPr>
              <a:defRPr/>
            </a:lvl1pPr>
          </a:lstStyle>
          <a:p>
            <a:pPr>
              <a:defRPr/>
            </a:pPr>
            <a:fld id="{DA80225B-005C-D744-B78F-2070FA6C8ABE}" type="datetime1">
              <a:rPr lang="en-US" altLang="zh-CN" smtClean="0"/>
              <a:t>4/21/26</a:t>
            </a:fld>
            <a:endParaRPr lang="zh-CN" altLang="en-US"/>
          </a:p>
        </p:txBody>
      </p:sp>
      <p:sp>
        <p:nvSpPr>
          <p:cNvPr id="6" name="页脚占位符 2">
            <a:extLst>
              <a:ext uri="{FF2B5EF4-FFF2-40B4-BE49-F238E27FC236}">
                <a16:creationId xmlns:a16="http://schemas.microsoft.com/office/drawing/2014/main" id="{40ECE7CB-4C77-4443-8EE2-FACC5CDE46A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3">
            <a:extLst>
              <a:ext uri="{FF2B5EF4-FFF2-40B4-BE49-F238E27FC236}">
                <a16:creationId xmlns:a16="http://schemas.microsoft.com/office/drawing/2014/main" id="{B8EA6A32-73C4-B148-9A77-C9305EF10C7C}"/>
              </a:ext>
            </a:extLst>
          </p:cNvPr>
          <p:cNvSpPr>
            <a:spLocks noGrp="1" noChangeArrowheads="1"/>
          </p:cNvSpPr>
          <p:nvPr>
            <p:ph type="sldNum" sz="quarter" idx="12"/>
          </p:nvPr>
        </p:nvSpPr>
        <p:spPr>
          <a:ln/>
        </p:spPr>
        <p:txBody>
          <a:bodyPr/>
          <a:lstStyle>
            <a:lvl1pPr>
              <a:defRPr/>
            </a:lvl1pPr>
          </a:lstStyle>
          <a:p>
            <a:fld id="{A28EDDA4-C9D8-604A-AC71-38AFFB71A38E}" type="slidenum">
              <a:rPr lang="zh-CN" altLang="en-US"/>
              <a:pPr/>
              <a:t>‹#›</a:t>
            </a:fld>
            <a:endParaRPr lang="zh-CN" altLang="en-US"/>
          </a:p>
        </p:txBody>
      </p:sp>
    </p:spTree>
    <p:extLst>
      <p:ext uri="{BB962C8B-B14F-4D97-AF65-F5344CB8AC3E}">
        <p14:creationId xmlns:p14="http://schemas.microsoft.com/office/powerpoint/2010/main" val="8389466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1">
            <a:extLst>
              <a:ext uri="{FF2B5EF4-FFF2-40B4-BE49-F238E27FC236}">
                <a16:creationId xmlns:a16="http://schemas.microsoft.com/office/drawing/2014/main" id="{2438E07B-B7F4-7640-801F-CABE1A303233}"/>
              </a:ext>
            </a:extLst>
          </p:cNvPr>
          <p:cNvSpPr>
            <a:spLocks noGrp="1" noChangeArrowheads="1"/>
          </p:cNvSpPr>
          <p:nvPr>
            <p:ph type="dt" sz="half" idx="10"/>
          </p:nvPr>
        </p:nvSpPr>
        <p:spPr>
          <a:ln/>
        </p:spPr>
        <p:txBody>
          <a:bodyPr/>
          <a:lstStyle>
            <a:lvl1pPr>
              <a:defRPr/>
            </a:lvl1pPr>
          </a:lstStyle>
          <a:p>
            <a:pPr>
              <a:defRPr/>
            </a:pPr>
            <a:fld id="{500284D7-4D0D-694D-9396-AA66FD757779}" type="datetime1">
              <a:rPr lang="en-US" altLang="zh-CN" smtClean="0"/>
              <a:t>4/21/26</a:t>
            </a:fld>
            <a:endParaRPr lang="zh-CN" altLang="en-US"/>
          </a:p>
        </p:txBody>
      </p:sp>
      <p:sp>
        <p:nvSpPr>
          <p:cNvPr id="8" name="页脚占位符 2">
            <a:extLst>
              <a:ext uri="{FF2B5EF4-FFF2-40B4-BE49-F238E27FC236}">
                <a16:creationId xmlns:a16="http://schemas.microsoft.com/office/drawing/2014/main" id="{96D1C29B-3F55-444E-88AB-E19AAB0ACCA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3">
            <a:extLst>
              <a:ext uri="{FF2B5EF4-FFF2-40B4-BE49-F238E27FC236}">
                <a16:creationId xmlns:a16="http://schemas.microsoft.com/office/drawing/2014/main" id="{CFA80D5E-5961-D647-87A0-C81BC0236898}"/>
              </a:ext>
            </a:extLst>
          </p:cNvPr>
          <p:cNvSpPr>
            <a:spLocks noGrp="1" noChangeArrowheads="1"/>
          </p:cNvSpPr>
          <p:nvPr>
            <p:ph type="sldNum" sz="quarter" idx="12"/>
          </p:nvPr>
        </p:nvSpPr>
        <p:spPr>
          <a:ln/>
        </p:spPr>
        <p:txBody>
          <a:bodyPr/>
          <a:lstStyle>
            <a:lvl1pPr>
              <a:defRPr/>
            </a:lvl1pPr>
          </a:lstStyle>
          <a:p>
            <a:fld id="{51F1BB10-3AEF-2845-9C0A-63595EEB50FF}" type="slidenum">
              <a:rPr lang="zh-CN" altLang="en-US"/>
              <a:pPr/>
              <a:t>‹#›</a:t>
            </a:fld>
            <a:endParaRPr lang="zh-CN" altLang="en-US"/>
          </a:p>
        </p:txBody>
      </p:sp>
    </p:spTree>
    <p:extLst>
      <p:ext uri="{BB962C8B-B14F-4D97-AF65-F5344CB8AC3E}">
        <p14:creationId xmlns:p14="http://schemas.microsoft.com/office/powerpoint/2010/main" val="113753722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1">
            <a:extLst>
              <a:ext uri="{FF2B5EF4-FFF2-40B4-BE49-F238E27FC236}">
                <a16:creationId xmlns:a16="http://schemas.microsoft.com/office/drawing/2014/main" id="{6C1C3945-B987-8C45-8738-1EECC9A698E9}"/>
              </a:ext>
            </a:extLst>
          </p:cNvPr>
          <p:cNvSpPr>
            <a:spLocks noGrp="1" noChangeArrowheads="1"/>
          </p:cNvSpPr>
          <p:nvPr>
            <p:ph type="dt" sz="half" idx="10"/>
          </p:nvPr>
        </p:nvSpPr>
        <p:spPr>
          <a:ln/>
        </p:spPr>
        <p:txBody>
          <a:bodyPr/>
          <a:lstStyle>
            <a:lvl1pPr>
              <a:defRPr/>
            </a:lvl1pPr>
          </a:lstStyle>
          <a:p>
            <a:pPr>
              <a:defRPr/>
            </a:pPr>
            <a:fld id="{BC417756-586D-E84B-9CE3-8DF80DDBF296}" type="datetime1">
              <a:rPr lang="en-US" altLang="zh-CN" smtClean="0"/>
              <a:t>4/21/26</a:t>
            </a:fld>
            <a:endParaRPr lang="zh-CN" altLang="en-US"/>
          </a:p>
        </p:txBody>
      </p:sp>
      <p:sp>
        <p:nvSpPr>
          <p:cNvPr id="4" name="页脚占位符 2">
            <a:extLst>
              <a:ext uri="{FF2B5EF4-FFF2-40B4-BE49-F238E27FC236}">
                <a16:creationId xmlns:a16="http://schemas.microsoft.com/office/drawing/2014/main" id="{BE459432-59CA-A14A-9669-4E369498238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3">
            <a:extLst>
              <a:ext uri="{FF2B5EF4-FFF2-40B4-BE49-F238E27FC236}">
                <a16:creationId xmlns:a16="http://schemas.microsoft.com/office/drawing/2014/main" id="{89132870-D176-2743-9A23-C0D4254E4EF6}"/>
              </a:ext>
            </a:extLst>
          </p:cNvPr>
          <p:cNvSpPr>
            <a:spLocks noGrp="1" noChangeArrowheads="1"/>
          </p:cNvSpPr>
          <p:nvPr>
            <p:ph type="sldNum" sz="quarter" idx="12"/>
          </p:nvPr>
        </p:nvSpPr>
        <p:spPr>
          <a:ln/>
        </p:spPr>
        <p:txBody>
          <a:bodyPr/>
          <a:lstStyle>
            <a:lvl1pPr>
              <a:defRPr/>
            </a:lvl1pPr>
          </a:lstStyle>
          <a:p>
            <a:fld id="{ADBED793-AE94-F24C-83AD-239CA033AF47}" type="slidenum">
              <a:rPr lang="zh-CN" altLang="en-US"/>
              <a:pPr/>
              <a:t>‹#›</a:t>
            </a:fld>
            <a:endParaRPr lang="zh-CN" altLang="en-US"/>
          </a:p>
        </p:txBody>
      </p:sp>
    </p:spTree>
    <p:extLst>
      <p:ext uri="{BB962C8B-B14F-4D97-AF65-F5344CB8AC3E}">
        <p14:creationId xmlns:p14="http://schemas.microsoft.com/office/powerpoint/2010/main" val="275811347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E72A44-8A8D-444D-A138-3D0733883ECA}"/>
              </a:ext>
            </a:extLst>
          </p:cNvPr>
          <p:cNvSpPr>
            <a:spLocks noGrp="1" noChangeArrowheads="1"/>
          </p:cNvSpPr>
          <p:nvPr>
            <p:ph type="dt" sz="half" idx="10"/>
          </p:nvPr>
        </p:nvSpPr>
        <p:spPr>
          <a:ln/>
        </p:spPr>
        <p:txBody>
          <a:bodyPr/>
          <a:lstStyle>
            <a:lvl1pPr>
              <a:defRPr/>
            </a:lvl1pPr>
          </a:lstStyle>
          <a:p>
            <a:pPr>
              <a:defRPr/>
            </a:pPr>
            <a:fld id="{88D6B8E5-12AE-1C4C-B0DD-455B4F32BAA6}" type="datetime1">
              <a:rPr lang="en-US" altLang="zh-CN" smtClean="0"/>
              <a:t>4/21/26</a:t>
            </a:fld>
            <a:endParaRPr lang="zh-CN" altLang="en-US"/>
          </a:p>
        </p:txBody>
      </p:sp>
      <p:sp>
        <p:nvSpPr>
          <p:cNvPr id="3" name="页脚占位符 2">
            <a:extLst>
              <a:ext uri="{FF2B5EF4-FFF2-40B4-BE49-F238E27FC236}">
                <a16:creationId xmlns:a16="http://schemas.microsoft.com/office/drawing/2014/main" id="{185ADAC1-1815-2C45-9889-4AE10F120D5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3">
            <a:extLst>
              <a:ext uri="{FF2B5EF4-FFF2-40B4-BE49-F238E27FC236}">
                <a16:creationId xmlns:a16="http://schemas.microsoft.com/office/drawing/2014/main" id="{328CDDAA-FD05-FA43-A06B-0215412BEF27}"/>
              </a:ext>
            </a:extLst>
          </p:cNvPr>
          <p:cNvSpPr>
            <a:spLocks noGrp="1" noChangeArrowheads="1"/>
          </p:cNvSpPr>
          <p:nvPr>
            <p:ph type="sldNum" sz="quarter" idx="12"/>
          </p:nvPr>
        </p:nvSpPr>
        <p:spPr>
          <a:ln/>
        </p:spPr>
        <p:txBody>
          <a:bodyPr/>
          <a:lstStyle>
            <a:lvl1pPr>
              <a:defRPr/>
            </a:lvl1pPr>
          </a:lstStyle>
          <a:p>
            <a:fld id="{239E93C3-39D6-8949-B9DD-3A37464483A8}" type="slidenum">
              <a:rPr lang="zh-CN" altLang="en-US"/>
              <a:pPr/>
              <a:t>‹#›</a:t>
            </a:fld>
            <a:endParaRPr lang="zh-CN" altLang="en-US"/>
          </a:p>
        </p:txBody>
      </p:sp>
    </p:spTree>
    <p:extLst>
      <p:ext uri="{BB962C8B-B14F-4D97-AF65-F5344CB8AC3E}">
        <p14:creationId xmlns:p14="http://schemas.microsoft.com/office/powerpoint/2010/main" val="417836543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1">
            <a:extLst>
              <a:ext uri="{FF2B5EF4-FFF2-40B4-BE49-F238E27FC236}">
                <a16:creationId xmlns:a16="http://schemas.microsoft.com/office/drawing/2014/main" id="{32A3F09D-E859-0E44-B116-5B2AD4C6EB5A}"/>
              </a:ext>
            </a:extLst>
          </p:cNvPr>
          <p:cNvSpPr>
            <a:spLocks noGrp="1" noChangeArrowheads="1"/>
          </p:cNvSpPr>
          <p:nvPr>
            <p:ph type="dt" sz="half" idx="10"/>
          </p:nvPr>
        </p:nvSpPr>
        <p:spPr>
          <a:ln/>
        </p:spPr>
        <p:txBody>
          <a:bodyPr/>
          <a:lstStyle>
            <a:lvl1pPr>
              <a:defRPr/>
            </a:lvl1pPr>
          </a:lstStyle>
          <a:p>
            <a:pPr>
              <a:defRPr/>
            </a:pPr>
            <a:fld id="{0B1F136D-F8CA-7848-8B3E-FBCED5A96E7B}" type="datetime1">
              <a:rPr lang="en-US" altLang="zh-CN" smtClean="0"/>
              <a:t>4/21/26</a:t>
            </a:fld>
            <a:endParaRPr lang="zh-CN" altLang="en-US"/>
          </a:p>
        </p:txBody>
      </p:sp>
      <p:sp>
        <p:nvSpPr>
          <p:cNvPr id="6" name="页脚占位符 2">
            <a:extLst>
              <a:ext uri="{FF2B5EF4-FFF2-40B4-BE49-F238E27FC236}">
                <a16:creationId xmlns:a16="http://schemas.microsoft.com/office/drawing/2014/main" id="{E3C12474-71E2-4B4E-A786-205A3AB61C7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3">
            <a:extLst>
              <a:ext uri="{FF2B5EF4-FFF2-40B4-BE49-F238E27FC236}">
                <a16:creationId xmlns:a16="http://schemas.microsoft.com/office/drawing/2014/main" id="{6ED46336-090A-1149-A5D2-3DD7BF59E902}"/>
              </a:ext>
            </a:extLst>
          </p:cNvPr>
          <p:cNvSpPr>
            <a:spLocks noGrp="1" noChangeArrowheads="1"/>
          </p:cNvSpPr>
          <p:nvPr>
            <p:ph type="sldNum" sz="quarter" idx="12"/>
          </p:nvPr>
        </p:nvSpPr>
        <p:spPr>
          <a:ln/>
        </p:spPr>
        <p:txBody>
          <a:bodyPr/>
          <a:lstStyle>
            <a:lvl1pPr>
              <a:defRPr/>
            </a:lvl1pPr>
          </a:lstStyle>
          <a:p>
            <a:fld id="{BBE9DC21-C7A6-3549-972A-1CA66D4D7EBC}" type="slidenum">
              <a:rPr lang="zh-CN" altLang="en-US"/>
              <a:pPr/>
              <a:t>‹#›</a:t>
            </a:fld>
            <a:endParaRPr lang="zh-CN" altLang="en-US"/>
          </a:p>
        </p:txBody>
      </p:sp>
    </p:spTree>
    <p:extLst>
      <p:ext uri="{BB962C8B-B14F-4D97-AF65-F5344CB8AC3E}">
        <p14:creationId xmlns:p14="http://schemas.microsoft.com/office/powerpoint/2010/main" val="369821668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1">
            <a:extLst>
              <a:ext uri="{FF2B5EF4-FFF2-40B4-BE49-F238E27FC236}">
                <a16:creationId xmlns:a16="http://schemas.microsoft.com/office/drawing/2014/main" id="{348CCA13-F9C4-FA41-A7B6-ECEFAA570B37}"/>
              </a:ext>
            </a:extLst>
          </p:cNvPr>
          <p:cNvSpPr>
            <a:spLocks noGrp="1" noChangeArrowheads="1"/>
          </p:cNvSpPr>
          <p:nvPr>
            <p:ph type="dt" sz="half" idx="10"/>
          </p:nvPr>
        </p:nvSpPr>
        <p:spPr>
          <a:ln/>
        </p:spPr>
        <p:txBody>
          <a:bodyPr/>
          <a:lstStyle>
            <a:lvl1pPr>
              <a:defRPr/>
            </a:lvl1pPr>
          </a:lstStyle>
          <a:p>
            <a:pPr>
              <a:defRPr/>
            </a:pPr>
            <a:fld id="{FBC6E2BD-4CEE-8A48-8488-0E0BDA8AB426}" type="datetime1">
              <a:rPr lang="en-US" altLang="zh-CN" smtClean="0"/>
              <a:t>4/21/26</a:t>
            </a:fld>
            <a:endParaRPr lang="zh-CN" altLang="en-US"/>
          </a:p>
        </p:txBody>
      </p:sp>
      <p:sp>
        <p:nvSpPr>
          <p:cNvPr id="6" name="页脚占位符 2">
            <a:extLst>
              <a:ext uri="{FF2B5EF4-FFF2-40B4-BE49-F238E27FC236}">
                <a16:creationId xmlns:a16="http://schemas.microsoft.com/office/drawing/2014/main" id="{3FFBBC62-D54F-9F49-ADF9-DBE0C517853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3">
            <a:extLst>
              <a:ext uri="{FF2B5EF4-FFF2-40B4-BE49-F238E27FC236}">
                <a16:creationId xmlns:a16="http://schemas.microsoft.com/office/drawing/2014/main" id="{3A900357-1292-E749-9C6F-D2AB38D7F8F4}"/>
              </a:ext>
            </a:extLst>
          </p:cNvPr>
          <p:cNvSpPr>
            <a:spLocks noGrp="1" noChangeArrowheads="1"/>
          </p:cNvSpPr>
          <p:nvPr>
            <p:ph type="sldNum" sz="quarter" idx="12"/>
          </p:nvPr>
        </p:nvSpPr>
        <p:spPr>
          <a:ln/>
        </p:spPr>
        <p:txBody>
          <a:bodyPr/>
          <a:lstStyle>
            <a:lvl1pPr>
              <a:defRPr/>
            </a:lvl1pPr>
          </a:lstStyle>
          <a:p>
            <a:fld id="{7E591506-34F3-B046-82E1-00B0CB69ADD7}" type="slidenum">
              <a:rPr lang="zh-CN" altLang="en-US"/>
              <a:pPr/>
              <a:t>‹#›</a:t>
            </a:fld>
            <a:endParaRPr lang="zh-CN" altLang="en-US"/>
          </a:p>
        </p:txBody>
      </p:sp>
    </p:spTree>
    <p:extLst>
      <p:ext uri="{BB962C8B-B14F-4D97-AF65-F5344CB8AC3E}">
        <p14:creationId xmlns:p14="http://schemas.microsoft.com/office/powerpoint/2010/main" val="337569501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
            <a:extLst>
              <a:ext uri="{FF2B5EF4-FFF2-40B4-BE49-F238E27FC236}">
                <a16:creationId xmlns:a16="http://schemas.microsoft.com/office/drawing/2014/main" id="{61ADF084-840D-6746-9DD8-01577FD13FD3}"/>
              </a:ext>
            </a:extLst>
          </p:cNvPr>
          <p:cNvSpPr>
            <a:spLocks noGrp="1" noChangeArrowheads="1"/>
          </p:cNvSpPr>
          <p:nvPr>
            <p:ph type="dt" sz="half" idx="10"/>
          </p:nvPr>
        </p:nvSpPr>
        <p:spPr>
          <a:ln/>
        </p:spPr>
        <p:txBody>
          <a:bodyPr/>
          <a:lstStyle>
            <a:lvl1pPr>
              <a:defRPr/>
            </a:lvl1pPr>
          </a:lstStyle>
          <a:p>
            <a:pPr>
              <a:defRPr/>
            </a:pPr>
            <a:fld id="{4C1F2620-1865-5446-8312-58675EB60E39}" type="datetime1">
              <a:rPr lang="en-US" altLang="zh-CN" smtClean="0"/>
              <a:t>4/21/26</a:t>
            </a:fld>
            <a:endParaRPr lang="zh-CN" altLang="en-US"/>
          </a:p>
        </p:txBody>
      </p:sp>
      <p:sp>
        <p:nvSpPr>
          <p:cNvPr id="5" name="页脚占位符 2">
            <a:extLst>
              <a:ext uri="{FF2B5EF4-FFF2-40B4-BE49-F238E27FC236}">
                <a16:creationId xmlns:a16="http://schemas.microsoft.com/office/drawing/2014/main" id="{2DD3DF45-8680-EA4F-BA89-EA7F26930B6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3">
            <a:extLst>
              <a:ext uri="{FF2B5EF4-FFF2-40B4-BE49-F238E27FC236}">
                <a16:creationId xmlns:a16="http://schemas.microsoft.com/office/drawing/2014/main" id="{78BEBA83-EE1E-7845-8E8F-2BAA7E07E446}"/>
              </a:ext>
            </a:extLst>
          </p:cNvPr>
          <p:cNvSpPr>
            <a:spLocks noGrp="1" noChangeArrowheads="1"/>
          </p:cNvSpPr>
          <p:nvPr>
            <p:ph type="sldNum" sz="quarter" idx="12"/>
          </p:nvPr>
        </p:nvSpPr>
        <p:spPr>
          <a:ln/>
        </p:spPr>
        <p:txBody>
          <a:bodyPr/>
          <a:lstStyle>
            <a:lvl1pPr>
              <a:defRPr/>
            </a:lvl1pPr>
          </a:lstStyle>
          <a:p>
            <a:fld id="{5BCA6DA6-0486-F643-8E6E-066CF6F885EB}" type="slidenum">
              <a:rPr lang="zh-CN" altLang="en-US"/>
              <a:pPr/>
              <a:t>‹#›</a:t>
            </a:fld>
            <a:endParaRPr lang="zh-CN" altLang="en-US"/>
          </a:p>
        </p:txBody>
      </p:sp>
    </p:spTree>
    <p:extLst>
      <p:ext uri="{BB962C8B-B14F-4D97-AF65-F5344CB8AC3E}">
        <p14:creationId xmlns:p14="http://schemas.microsoft.com/office/powerpoint/2010/main" val="25827045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
            <a:extLst>
              <a:ext uri="{FF2B5EF4-FFF2-40B4-BE49-F238E27FC236}">
                <a16:creationId xmlns:a16="http://schemas.microsoft.com/office/drawing/2014/main" id="{D3FB13A8-90DA-A647-82A2-6D85B7FB3FAD}"/>
              </a:ext>
            </a:extLst>
          </p:cNvPr>
          <p:cNvSpPr>
            <a:spLocks noGrp="1" noChangeArrowheads="1"/>
          </p:cNvSpPr>
          <p:nvPr>
            <p:ph type="dt" sz="half" idx="10"/>
          </p:nvPr>
        </p:nvSpPr>
        <p:spPr>
          <a:ln/>
        </p:spPr>
        <p:txBody>
          <a:bodyPr/>
          <a:lstStyle>
            <a:lvl1pPr>
              <a:defRPr/>
            </a:lvl1pPr>
          </a:lstStyle>
          <a:p>
            <a:pPr>
              <a:defRPr/>
            </a:pPr>
            <a:fld id="{A12F294C-82AD-1C46-B9A5-D3B54440D8F4}" type="datetime1">
              <a:rPr lang="en-US" altLang="zh-CN" smtClean="0"/>
              <a:t>4/21/26</a:t>
            </a:fld>
            <a:endParaRPr lang="zh-CN" altLang="en-US"/>
          </a:p>
        </p:txBody>
      </p:sp>
      <p:sp>
        <p:nvSpPr>
          <p:cNvPr id="5" name="页脚占位符 2">
            <a:extLst>
              <a:ext uri="{FF2B5EF4-FFF2-40B4-BE49-F238E27FC236}">
                <a16:creationId xmlns:a16="http://schemas.microsoft.com/office/drawing/2014/main" id="{6CC61A16-0823-5E41-9878-528ACB98CABF}"/>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3">
            <a:extLst>
              <a:ext uri="{FF2B5EF4-FFF2-40B4-BE49-F238E27FC236}">
                <a16:creationId xmlns:a16="http://schemas.microsoft.com/office/drawing/2014/main" id="{4BE61FD0-D654-6C4D-8354-791F5A3B76D5}"/>
              </a:ext>
            </a:extLst>
          </p:cNvPr>
          <p:cNvSpPr>
            <a:spLocks noGrp="1" noChangeArrowheads="1"/>
          </p:cNvSpPr>
          <p:nvPr>
            <p:ph type="sldNum" sz="quarter" idx="12"/>
          </p:nvPr>
        </p:nvSpPr>
        <p:spPr>
          <a:ln/>
        </p:spPr>
        <p:txBody>
          <a:bodyPr/>
          <a:lstStyle>
            <a:lvl1pPr>
              <a:defRPr/>
            </a:lvl1pPr>
          </a:lstStyle>
          <a:p>
            <a:fld id="{3FBBC115-B61A-3141-8B9E-08C41243C688}" type="slidenum">
              <a:rPr lang="zh-CN" altLang="en-US"/>
              <a:pPr/>
              <a:t>‹#›</a:t>
            </a:fld>
            <a:endParaRPr lang="zh-CN" altLang="en-US"/>
          </a:p>
        </p:txBody>
      </p:sp>
    </p:spTree>
    <p:extLst>
      <p:ext uri="{BB962C8B-B14F-4D97-AF65-F5344CB8AC3E}">
        <p14:creationId xmlns:p14="http://schemas.microsoft.com/office/powerpoint/2010/main" val="426410924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a:extLst>
              <a:ext uri="{FF2B5EF4-FFF2-40B4-BE49-F238E27FC236}">
                <a16:creationId xmlns:a16="http://schemas.microsoft.com/office/drawing/2014/main" id="{3B9CEE6B-0AD3-3941-A1AF-2D6396A57607}"/>
              </a:ext>
            </a:extLst>
          </p:cNvPr>
          <p:cNvSpPr>
            <a:spLocks noGrp="1" noChangeArrowheads="1"/>
          </p:cNvSpPr>
          <p:nvPr>
            <p:ph type="dt" sz="half" idx="10"/>
          </p:nvPr>
        </p:nvSpPr>
        <p:spPr>
          <a:ln/>
        </p:spPr>
        <p:txBody>
          <a:bodyPr/>
          <a:lstStyle>
            <a:lvl1pPr>
              <a:defRPr/>
            </a:lvl1pPr>
          </a:lstStyle>
          <a:p>
            <a:pPr>
              <a:defRPr/>
            </a:pPr>
            <a:fld id="{B905A384-8245-9F43-9C9C-6603A9EF34F1}" type="datetime1">
              <a:rPr lang="en-US" altLang="zh-CN" smtClean="0"/>
              <a:t>4/21/26</a:t>
            </a:fld>
            <a:endParaRPr lang="zh-CN" altLang="en-US"/>
          </a:p>
        </p:txBody>
      </p:sp>
      <p:sp>
        <p:nvSpPr>
          <p:cNvPr id="5" name="页脚占位符 5">
            <a:extLst>
              <a:ext uri="{FF2B5EF4-FFF2-40B4-BE49-F238E27FC236}">
                <a16:creationId xmlns:a16="http://schemas.microsoft.com/office/drawing/2014/main" id="{E8F7A757-24A2-6F40-9C3A-2B8780D8CC3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7CBF2CE3-2400-C94C-8D86-E89C517DAE8D}"/>
              </a:ext>
            </a:extLst>
          </p:cNvPr>
          <p:cNvSpPr>
            <a:spLocks noGrp="1" noChangeArrowheads="1"/>
          </p:cNvSpPr>
          <p:nvPr>
            <p:ph type="sldNum" sz="quarter" idx="12"/>
          </p:nvPr>
        </p:nvSpPr>
        <p:spPr>
          <a:ln/>
        </p:spPr>
        <p:txBody>
          <a:bodyPr/>
          <a:lstStyle>
            <a:lvl1pPr>
              <a:defRPr/>
            </a:lvl1pPr>
          </a:lstStyle>
          <a:p>
            <a:fld id="{CBFFF5E3-8A0D-8746-96D6-F41F8EE735AB}" type="slidenum">
              <a:rPr lang="zh-CN" altLang="en-US"/>
              <a:pPr/>
              <a:t>‹#›</a:t>
            </a:fld>
            <a:endParaRPr lang="zh-CN" altLang="en-US"/>
          </a:p>
        </p:txBody>
      </p:sp>
    </p:spTree>
    <p:extLst>
      <p:ext uri="{BB962C8B-B14F-4D97-AF65-F5344CB8AC3E}">
        <p14:creationId xmlns:p14="http://schemas.microsoft.com/office/powerpoint/2010/main" val="41112070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06A13C00-BBD3-F144-A044-AFB4EAFEDDCB}"/>
              </a:ext>
            </a:extLst>
          </p:cNvPr>
          <p:cNvSpPr>
            <a:spLocks noGrp="1" noChangeArrowheads="1"/>
          </p:cNvSpPr>
          <p:nvPr>
            <p:ph type="dt" sz="half" idx="10"/>
          </p:nvPr>
        </p:nvSpPr>
        <p:spPr>
          <a:ln/>
        </p:spPr>
        <p:txBody>
          <a:bodyPr/>
          <a:lstStyle>
            <a:lvl1pPr>
              <a:defRPr/>
            </a:lvl1pPr>
          </a:lstStyle>
          <a:p>
            <a:pPr>
              <a:defRPr/>
            </a:pPr>
            <a:fld id="{96CF782A-2FCB-3E4F-8C02-4AAC4FCE3DC8}" type="datetime1">
              <a:rPr lang="en-US" altLang="zh-CN" smtClean="0"/>
              <a:t>4/21/26</a:t>
            </a:fld>
            <a:endParaRPr lang="zh-CN" altLang="en-US"/>
          </a:p>
        </p:txBody>
      </p:sp>
      <p:sp>
        <p:nvSpPr>
          <p:cNvPr id="5" name="页脚占位符 5">
            <a:extLst>
              <a:ext uri="{FF2B5EF4-FFF2-40B4-BE49-F238E27FC236}">
                <a16:creationId xmlns:a16="http://schemas.microsoft.com/office/drawing/2014/main" id="{76977E23-3F74-0E41-A62B-97F7CC8DEC2C}"/>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DF435F4F-1F7A-F34F-883F-867A0351897B}"/>
              </a:ext>
            </a:extLst>
          </p:cNvPr>
          <p:cNvSpPr>
            <a:spLocks noGrp="1" noChangeArrowheads="1"/>
          </p:cNvSpPr>
          <p:nvPr>
            <p:ph type="sldNum" sz="quarter" idx="12"/>
          </p:nvPr>
        </p:nvSpPr>
        <p:spPr>
          <a:ln/>
        </p:spPr>
        <p:txBody>
          <a:bodyPr/>
          <a:lstStyle>
            <a:lvl1pPr>
              <a:defRPr/>
            </a:lvl1pPr>
          </a:lstStyle>
          <a:p>
            <a:fld id="{7D904B0D-75F0-BE48-8957-F01C903218E1}" type="slidenum">
              <a:rPr lang="zh-CN" altLang="en-US"/>
              <a:pPr/>
              <a:t>‹#›</a:t>
            </a:fld>
            <a:endParaRPr lang="zh-CN" altLang="en-US"/>
          </a:p>
        </p:txBody>
      </p:sp>
    </p:spTree>
    <p:extLst>
      <p:ext uri="{BB962C8B-B14F-4D97-AF65-F5344CB8AC3E}">
        <p14:creationId xmlns:p14="http://schemas.microsoft.com/office/powerpoint/2010/main" val="372148978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a:extLst>
              <a:ext uri="{FF2B5EF4-FFF2-40B4-BE49-F238E27FC236}">
                <a16:creationId xmlns:a16="http://schemas.microsoft.com/office/drawing/2014/main" id="{CB8FF329-476E-D543-B59E-C9DD85C5801A}"/>
              </a:ext>
            </a:extLst>
          </p:cNvPr>
          <p:cNvSpPr>
            <a:spLocks noGrp="1" noChangeArrowheads="1"/>
          </p:cNvSpPr>
          <p:nvPr>
            <p:ph type="dt" sz="half" idx="10"/>
          </p:nvPr>
        </p:nvSpPr>
        <p:spPr>
          <a:ln/>
        </p:spPr>
        <p:txBody>
          <a:bodyPr/>
          <a:lstStyle>
            <a:lvl1pPr>
              <a:defRPr/>
            </a:lvl1pPr>
          </a:lstStyle>
          <a:p>
            <a:pPr>
              <a:defRPr/>
            </a:pPr>
            <a:fld id="{9977D37E-48C1-BE42-A4E6-50420974C11B}" type="datetime1">
              <a:rPr lang="en-US" altLang="zh-CN" smtClean="0"/>
              <a:t>4/21/26</a:t>
            </a:fld>
            <a:endParaRPr lang="zh-CN" altLang="en-US"/>
          </a:p>
        </p:txBody>
      </p:sp>
      <p:sp>
        <p:nvSpPr>
          <p:cNvPr id="5" name="页脚占位符 5">
            <a:extLst>
              <a:ext uri="{FF2B5EF4-FFF2-40B4-BE49-F238E27FC236}">
                <a16:creationId xmlns:a16="http://schemas.microsoft.com/office/drawing/2014/main" id="{4D2A137E-0316-8D46-947C-7D5B01742D2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CE56CC9B-45D2-5E4A-A91C-C2809726F07D}"/>
              </a:ext>
            </a:extLst>
          </p:cNvPr>
          <p:cNvSpPr>
            <a:spLocks noGrp="1" noChangeArrowheads="1"/>
          </p:cNvSpPr>
          <p:nvPr>
            <p:ph type="sldNum" sz="quarter" idx="12"/>
          </p:nvPr>
        </p:nvSpPr>
        <p:spPr>
          <a:ln/>
        </p:spPr>
        <p:txBody>
          <a:bodyPr/>
          <a:lstStyle>
            <a:lvl1pPr>
              <a:defRPr/>
            </a:lvl1pPr>
          </a:lstStyle>
          <a:p>
            <a:fld id="{0C8095E6-A521-E646-833A-68E4CAE578C7}" type="slidenum">
              <a:rPr lang="zh-CN" altLang="en-US"/>
              <a:pPr/>
              <a:t>‹#›</a:t>
            </a:fld>
            <a:endParaRPr lang="zh-CN" altLang="en-US"/>
          </a:p>
        </p:txBody>
      </p:sp>
    </p:spTree>
    <p:extLst>
      <p:ext uri="{BB962C8B-B14F-4D97-AF65-F5344CB8AC3E}">
        <p14:creationId xmlns:p14="http://schemas.microsoft.com/office/powerpoint/2010/main" val="399794187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BD934B70-932F-7349-97FE-84956EC68A71}"/>
              </a:ext>
            </a:extLst>
          </p:cNvPr>
          <p:cNvSpPr>
            <a:spLocks noGrp="1" noChangeArrowheads="1"/>
          </p:cNvSpPr>
          <p:nvPr>
            <p:ph type="dt" sz="half" idx="10"/>
          </p:nvPr>
        </p:nvSpPr>
        <p:spPr>
          <a:ln/>
        </p:spPr>
        <p:txBody>
          <a:bodyPr/>
          <a:lstStyle>
            <a:lvl1pPr>
              <a:defRPr/>
            </a:lvl1pPr>
          </a:lstStyle>
          <a:p>
            <a:pPr>
              <a:defRPr/>
            </a:pPr>
            <a:fld id="{35F6A0AB-6B03-4841-8C50-6046AEEE407A}" type="datetime1">
              <a:rPr lang="en-US" altLang="zh-CN" smtClean="0"/>
              <a:t>4/21/26</a:t>
            </a:fld>
            <a:endParaRPr lang="zh-CN" altLang="en-US"/>
          </a:p>
        </p:txBody>
      </p:sp>
      <p:sp>
        <p:nvSpPr>
          <p:cNvPr id="6" name="页脚占位符 5">
            <a:extLst>
              <a:ext uri="{FF2B5EF4-FFF2-40B4-BE49-F238E27FC236}">
                <a16:creationId xmlns:a16="http://schemas.microsoft.com/office/drawing/2014/main" id="{69656756-355E-4345-B1D8-77EFB40E84E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866608ED-B5C6-8143-AA87-BB2CAF00D60A}"/>
              </a:ext>
            </a:extLst>
          </p:cNvPr>
          <p:cNvSpPr>
            <a:spLocks noGrp="1" noChangeArrowheads="1"/>
          </p:cNvSpPr>
          <p:nvPr>
            <p:ph type="sldNum" sz="quarter" idx="12"/>
          </p:nvPr>
        </p:nvSpPr>
        <p:spPr>
          <a:ln/>
        </p:spPr>
        <p:txBody>
          <a:bodyPr/>
          <a:lstStyle>
            <a:lvl1pPr>
              <a:defRPr/>
            </a:lvl1pPr>
          </a:lstStyle>
          <a:p>
            <a:fld id="{4C478631-1D92-BC45-BD06-49E4721BD4E2}" type="slidenum">
              <a:rPr lang="zh-CN" altLang="en-US"/>
              <a:pPr/>
              <a:t>‹#›</a:t>
            </a:fld>
            <a:endParaRPr lang="zh-CN" altLang="en-US"/>
          </a:p>
        </p:txBody>
      </p:sp>
    </p:spTree>
    <p:extLst>
      <p:ext uri="{BB962C8B-B14F-4D97-AF65-F5344CB8AC3E}">
        <p14:creationId xmlns:p14="http://schemas.microsoft.com/office/powerpoint/2010/main" val="187033544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a:extLst>
              <a:ext uri="{FF2B5EF4-FFF2-40B4-BE49-F238E27FC236}">
                <a16:creationId xmlns:a16="http://schemas.microsoft.com/office/drawing/2014/main" id="{32415AD0-EAB0-134E-8B12-BB394CC0BDEC}"/>
              </a:ext>
            </a:extLst>
          </p:cNvPr>
          <p:cNvSpPr>
            <a:spLocks noGrp="1" noChangeArrowheads="1"/>
          </p:cNvSpPr>
          <p:nvPr>
            <p:ph type="dt" sz="half" idx="10"/>
          </p:nvPr>
        </p:nvSpPr>
        <p:spPr>
          <a:ln/>
        </p:spPr>
        <p:txBody>
          <a:bodyPr/>
          <a:lstStyle>
            <a:lvl1pPr>
              <a:defRPr/>
            </a:lvl1pPr>
          </a:lstStyle>
          <a:p>
            <a:pPr>
              <a:defRPr/>
            </a:pPr>
            <a:fld id="{2EF35280-DFCF-5445-8524-BA260841C441}" type="datetime1">
              <a:rPr lang="en-US" altLang="zh-CN" smtClean="0"/>
              <a:t>4/21/26</a:t>
            </a:fld>
            <a:endParaRPr lang="zh-CN" altLang="en-US"/>
          </a:p>
        </p:txBody>
      </p:sp>
      <p:sp>
        <p:nvSpPr>
          <p:cNvPr id="8" name="页脚占位符 5">
            <a:extLst>
              <a:ext uri="{FF2B5EF4-FFF2-40B4-BE49-F238E27FC236}">
                <a16:creationId xmlns:a16="http://schemas.microsoft.com/office/drawing/2014/main" id="{20BFD098-6957-8B44-B3CB-6A7498E6CE8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0292B5B1-8324-2E4E-AA37-9ED1B57B2B94}"/>
              </a:ext>
            </a:extLst>
          </p:cNvPr>
          <p:cNvSpPr>
            <a:spLocks noGrp="1" noChangeArrowheads="1"/>
          </p:cNvSpPr>
          <p:nvPr>
            <p:ph type="sldNum" sz="quarter" idx="12"/>
          </p:nvPr>
        </p:nvSpPr>
        <p:spPr>
          <a:ln/>
        </p:spPr>
        <p:txBody>
          <a:bodyPr/>
          <a:lstStyle>
            <a:lvl1pPr>
              <a:defRPr/>
            </a:lvl1pPr>
          </a:lstStyle>
          <a:p>
            <a:fld id="{C5A4351C-0A12-CF46-A04D-DFF08B6A9F44}" type="slidenum">
              <a:rPr lang="zh-CN" altLang="en-US"/>
              <a:pPr/>
              <a:t>‹#›</a:t>
            </a:fld>
            <a:endParaRPr lang="zh-CN" altLang="en-US"/>
          </a:p>
        </p:txBody>
      </p:sp>
    </p:spTree>
    <p:extLst>
      <p:ext uri="{BB962C8B-B14F-4D97-AF65-F5344CB8AC3E}">
        <p14:creationId xmlns:p14="http://schemas.microsoft.com/office/powerpoint/2010/main" val="10925775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a:extLst>
              <a:ext uri="{FF2B5EF4-FFF2-40B4-BE49-F238E27FC236}">
                <a16:creationId xmlns:a16="http://schemas.microsoft.com/office/drawing/2014/main" id="{0E96D74E-8749-EC4D-8ACC-7663EFEBBB74}"/>
              </a:ext>
            </a:extLst>
          </p:cNvPr>
          <p:cNvSpPr>
            <a:spLocks noGrp="1" noChangeArrowheads="1"/>
          </p:cNvSpPr>
          <p:nvPr>
            <p:ph type="dt" sz="half" idx="10"/>
          </p:nvPr>
        </p:nvSpPr>
        <p:spPr>
          <a:ln/>
        </p:spPr>
        <p:txBody>
          <a:bodyPr/>
          <a:lstStyle>
            <a:lvl1pPr>
              <a:defRPr/>
            </a:lvl1pPr>
          </a:lstStyle>
          <a:p>
            <a:pPr>
              <a:defRPr/>
            </a:pPr>
            <a:fld id="{A9B1AFAD-E1ED-F846-BB1E-3A14427F4236}" type="datetime1">
              <a:rPr lang="en-US" altLang="zh-CN" smtClean="0"/>
              <a:t>4/21/26</a:t>
            </a:fld>
            <a:endParaRPr lang="zh-CN" altLang="en-US"/>
          </a:p>
        </p:txBody>
      </p:sp>
      <p:sp>
        <p:nvSpPr>
          <p:cNvPr id="4" name="页脚占位符 5">
            <a:extLst>
              <a:ext uri="{FF2B5EF4-FFF2-40B4-BE49-F238E27FC236}">
                <a16:creationId xmlns:a16="http://schemas.microsoft.com/office/drawing/2014/main" id="{E3A55F1F-285B-964B-94A3-E76350615A1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6">
            <a:extLst>
              <a:ext uri="{FF2B5EF4-FFF2-40B4-BE49-F238E27FC236}">
                <a16:creationId xmlns:a16="http://schemas.microsoft.com/office/drawing/2014/main" id="{4F6092DF-27C1-3848-81E8-AEB45A429368}"/>
              </a:ext>
            </a:extLst>
          </p:cNvPr>
          <p:cNvSpPr>
            <a:spLocks noGrp="1" noChangeArrowheads="1"/>
          </p:cNvSpPr>
          <p:nvPr>
            <p:ph type="sldNum" sz="quarter" idx="12"/>
          </p:nvPr>
        </p:nvSpPr>
        <p:spPr>
          <a:ln/>
        </p:spPr>
        <p:txBody>
          <a:bodyPr/>
          <a:lstStyle>
            <a:lvl1pPr>
              <a:defRPr/>
            </a:lvl1pPr>
          </a:lstStyle>
          <a:p>
            <a:fld id="{A4617E54-B653-DD4A-8876-8055C1DFE309}" type="slidenum">
              <a:rPr lang="zh-CN" altLang="en-US"/>
              <a:pPr/>
              <a:t>‹#›</a:t>
            </a:fld>
            <a:endParaRPr lang="zh-CN" altLang="en-US"/>
          </a:p>
        </p:txBody>
      </p:sp>
    </p:spTree>
    <p:extLst>
      <p:ext uri="{BB962C8B-B14F-4D97-AF65-F5344CB8AC3E}">
        <p14:creationId xmlns:p14="http://schemas.microsoft.com/office/powerpoint/2010/main" val="66211002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a:extLst>
              <a:ext uri="{FF2B5EF4-FFF2-40B4-BE49-F238E27FC236}">
                <a16:creationId xmlns:a16="http://schemas.microsoft.com/office/drawing/2014/main" id="{A9DFB865-20C9-8C42-92AB-D1B775ACD78E}"/>
              </a:ext>
            </a:extLst>
          </p:cNvPr>
          <p:cNvSpPr>
            <a:spLocks noGrp="1" noChangeArrowheads="1"/>
          </p:cNvSpPr>
          <p:nvPr>
            <p:ph type="dt" sz="half" idx="10"/>
          </p:nvPr>
        </p:nvSpPr>
        <p:spPr>
          <a:ln/>
        </p:spPr>
        <p:txBody>
          <a:bodyPr/>
          <a:lstStyle>
            <a:lvl1pPr>
              <a:defRPr/>
            </a:lvl1pPr>
          </a:lstStyle>
          <a:p>
            <a:pPr>
              <a:defRPr/>
            </a:pPr>
            <a:fld id="{D5D41A2B-E87D-4141-9E1F-B54530408C72}" type="datetime1">
              <a:rPr lang="en-US" altLang="zh-CN" smtClean="0"/>
              <a:t>4/21/26</a:t>
            </a:fld>
            <a:endParaRPr lang="zh-CN" altLang="en-US"/>
          </a:p>
        </p:txBody>
      </p:sp>
      <p:sp>
        <p:nvSpPr>
          <p:cNvPr id="3" name="页脚占位符 5">
            <a:extLst>
              <a:ext uri="{FF2B5EF4-FFF2-40B4-BE49-F238E27FC236}">
                <a16:creationId xmlns:a16="http://schemas.microsoft.com/office/drawing/2014/main" id="{46E00CBA-9CA8-464E-8188-7A33B8125E4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6">
            <a:extLst>
              <a:ext uri="{FF2B5EF4-FFF2-40B4-BE49-F238E27FC236}">
                <a16:creationId xmlns:a16="http://schemas.microsoft.com/office/drawing/2014/main" id="{3F2C6657-ADC3-8B40-B65E-3EE27236FB45}"/>
              </a:ext>
            </a:extLst>
          </p:cNvPr>
          <p:cNvSpPr>
            <a:spLocks noGrp="1" noChangeArrowheads="1"/>
          </p:cNvSpPr>
          <p:nvPr>
            <p:ph type="sldNum" sz="quarter" idx="12"/>
          </p:nvPr>
        </p:nvSpPr>
        <p:spPr>
          <a:ln/>
        </p:spPr>
        <p:txBody>
          <a:bodyPr/>
          <a:lstStyle>
            <a:lvl1pPr>
              <a:defRPr/>
            </a:lvl1pPr>
          </a:lstStyle>
          <a:p>
            <a:fld id="{8FABFF3D-9371-444D-9D12-7ED5C1FDE82D}" type="slidenum">
              <a:rPr lang="zh-CN" altLang="en-US"/>
              <a:pPr/>
              <a:t>‹#›</a:t>
            </a:fld>
            <a:endParaRPr lang="zh-CN" altLang="en-US"/>
          </a:p>
        </p:txBody>
      </p:sp>
    </p:spTree>
    <p:extLst>
      <p:ext uri="{BB962C8B-B14F-4D97-AF65-F5344CB8AC3E}">
        <p14:creationId xmlns:p14="http://schemas.microsoft.com/office/powerpoint/2010/main" val="262575093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15E7DDC-6AF3-2A45-99F6-13C6B2747744}"/>
              </a:ext>
            </a:extLst>
          </p:cNvPr>
          <p:cNvSpPr>
            <a:spLocks noGrp="1" noChangeArrowheads="1"/>
          </p:cNvSpPr>
          <p:nvPr>
            <p:ph type="dt" sz="half" idx="10"/>
          </p:nvPr>
        </p:nvSpPr>
        <p:spPr>
          <a:ln/>
        </p:spPr>
        <p:txBody>
          <a:bodyPr/>
          <a:lstStyle>
            <a:lvl1pPr>
              <a:defRPr/>
            </a:lvl1pPr>
          </a:lstStyle>
          <a:p>
            <a:pPr>
              <a:defRPr/>
            </a:pPr>
            <a:fld id="{B584337F-D679-604D-BF25-1222E50C84C3}" type="datetime1">
              <a:rPr lang="en-US" altLang="zh-CN" smtClean="0"/>
              <a:t>4/21/26</a:t>
            </a:fld>
            <a:endParaRPr lang="zh-CN" altLang="en-US"/>
          </a:p>
        </p:txBody>
      </p:sp>
      <p:sp>
        <p:nvSpPr>
          <p:cNvPr id="6" name="页脚占位符 5">
            <a:extLst>
              <a:ext uri="{FF2B5EF4-FFF2-40B4-BE49-F238E27FC236}">
                <a16:creationId xmlns:a16="http://schemas.microsoft.com/office/drawing/2014/main" id="{0B6C8E90-1A75-7E45-8173-27351ECD879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81B5CADC-E6EE-EE49-9895-C461CFB3A474}"/>
              </a:ext>
            </a:extLst>
          </p:cNvPr>
          <p:cNvSpPr>
            <a:spLocks noGrp="1" noChangeArrowheads="1"/>
          </p:cNvSpPr>
          <p:nvPr>
            <p:ph type="sldNum" sz="quarter" idx="12"/>
          </p:nvPr>
        </p:nvSpPr>
        <p:spPr>
          <a:ln/>
        </p:spPr>
        <p:txBody>
          <a:bodyPr/>
          <a:lstStyle>
            <a:lvl1pPr>
              <a:defRPr/>
            </a:lvl1pPr>
          </a:lstStyle>
          <a:p>
            <a:fld id="{48CACDB7-5677-BD49-B656-753E25C7E53C}" type="slidenum">
              <a:rPr lang="zh-CN" altLang="en-US"/>
              <a:pPr/>
              <a:t>‹#›</a:t>
            </a:fld>
            <a:endParaRPr lang="zh-CN" altLang="en-US"/>
          </a:p>
        </p:txBody>
      </p:sp>
    </p:spTree>
    <p:extLst>
      <p:ext uri="{BB962C8B-B14F-4D97-AF65-F5344CB8AC3E}">
        <p14:creationId xmlns:p14="http://schemas.microsoft.com/office/powerpoint/2010/main" val="237709109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30F2C7B-0758-3A47-BB86-4E5FFD0E57A8}"/>
              </a:ext>
            </a:extLst>
          </p:cNvPr>
          <p:cNvSpPr>
            <a:spLocks noGrp="1" noChangeArrowheads="1"/>
          </p:cNvSpPr>
          <p:nvPr>
            <p:ph type="dt" sz="half" idx="10"/>
          </p:nvPr>
        </p:nvSpPr>
        <p:spPr>
          <a:ln/>
        </p:spPr>
        <p:txBody>
          <a:bodyPr/>
          <a:lstStyle>
            <a:lvl1pPr>
              <a:defRPr/>
            </a:lvl1pPr>
          </a:lstStyle>
          <a:p>
            <a:pPr>
              <a:defRPr/>
            </a:pPr>
            <a:fld id="{47AAD2DC-7628-BA4D-91DF-236AA3B62F83}" type="datetime1">
              <a:rPr lang="en-US" altLang="zh-CN" smtClean="0"/>
              <a:t>4/21/26</a:t>
            </a:fld>
            <a:endParaRPr lang="zh-CN" altLang="en-US"/>
          </a:p>
        </p:txBody>
      </p:sp>
      <p:sp>
        <p:nvSpPr>
          <p:cNvPr id="6" name="页脚占位符 5">
            <a:extLst>
              <a:ext uri="{FF2B5EF4-FFF2-40B4-BE49-F238E27FC236}">
                <a16:creationId xmlns:a16="http://schemas.microsoft.com/office/drawing/2014/main" id="{4636869A-8AE0-4C4C-AF49-D0E28126B08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E75BB5FF-0FCB-8B49-984C-AB858B0A8FDA}"/>
              </a:ext>
            </a:extLst>
          </p:cNvPr>
          <p:cNvSpPr>
            <a:spLocks noGrp="1" noChangeArrowheads="1"/>
          </p:cNvSpPr>
          <p:nvPr>
            <p:ph type="sldNum" sz="quarter" idx="12"/>
          </p:nvPr>
        </p:nvSpPr>
        <p:spPr>
          <a:ln/>
        </p:spPr>
        <p:txBody>
          <a:bodyPr/>
          <a:lstStyle>
            <a:lvl1pPr>
              <a:defRPr/>
            </a:lvl1pPr>
          </a:lstStyle>
          <a:p>
            <a:fld id="{B32D3B05-56E4-8949-A3F8-6707964F9ED8}" type="slidenum">
              <a:rPr lang="zh-CN" altLang="en-US"/>
              <a:pPr/>
              <a:t>‹#›</a:t>
            </a:fld>
            <a:endParaRPr lang="zh-CN" altLang="en-US"/>
          </a:p>
        </p:txBody>
      </p:sp>
    </p:spTree>
    <p:extLst>
      <p:ext uri="{BB962C8B-B14F-4D97-AF65-F5344CB8AC3E}">
        <p14:creationId xmlns:p14="http://schemas.microsoft.com/office/powerpoint/2010/main" val="202737815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64EC367A-8073-B247-9828-38920D275567}"/>
              </a:ext>
            </a:extLst>
          </p:cNvPr>
          <p:cNvSpPr>
            <a:spLocks noGrp="1" noChangeArrowheads="1"/>
          </p:cNvSpPr>
          <p:nvPr>
            <p:ph type="dt" sz="half" idx="10"/>
          </p:nvPr>
        </p:nvSpPr>
        <p:spPr>
          <a:ln/>
        </p:spPr>
        <p:txBody>
          <a:bodyPr/>
          <a:lstStyle>
            <a:lvl1pPr>
              <a:defRPr/>
            </a:lvl1pPr>
          </a:lstStyle>
          <a:p>
            <a:pPr>
              <a:defRPr/>
            </a:pPr>
            <a:fld id="{1C558E28-F4AB-E046-BFF0-E95E04C9ED4C}" type="datetime1">
              <a:rPr lang="en-US" altLang="zh-CN" smtClean="0"/>
              <a:t>4/21/26</a:t>
            </a:fld>
            <a:endParaRPr lang="zh-CN" altLang="en-US"/>
          </a:p>
        </p:txBody>
      </p:sp>
      <p:sp>
        <p:nvSpPr>
          <p:cNvPr id="5" name="页脚占位符 5">
            <a:extLst>
              <a:ext uri="{FF2B5EF4-FFF2-40B4-BE49-F238E27FC236}">
                <a16:creationId xmlns:a16="http://schemas.microsoft.com/office/drawing/2014/main" id="{1C5258AC-2B32-F74C-BDF8-35C0214B080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BD99E122-FDF6-4C43-9566-ED799B9D3546}"/>
              </a:ext>
            </a:extLst>
          </p:cNvPr>
          <p:cNvSpPr>
            <a:spLocks noGrp="1" noChangeArrowheads="1"/>
          </p:cNvSpPr>
          <p:nvPr>
            <p:ph type="sldNum" sz="quarter" idx="12"/>
          </p:nvPr>
        </p:nvSpPr>
        <p:spPr>
          <a:ln/>
        </p:spPr>
        <p:txBody>
          <a:bodyPr/>
          <a:lstStyle>
            <a:lvl1pPr>
              <a:defRPr/>
            </a:lvl1pPr>
          </a:lstStyle>
          <a:p>
            <a:fld id="{3C48F664-FF76-744A-877E-2F4AF717EA00}" type="slidenum">
              <a:rPr lang="zh-CN" altLang="en-US"/>
              <a:pPr/>
              <a:t>‹#›</a:t>
            </a:fld>
            <a:endParaRPr lang="zh-CN" altLang="en-US"/>
          </a:p>
        </p:txBody>
      </p:sp>
    </p:spTree>
    <p:extLst>
      <p:ext uri="{BB962C8B-B14F-4D97-AF65-F5344CB8AC3E}">
        <p14:creationId xmlns:p14="http://schemas.microsoft.com/office/powerpoint/2010/main" val="12265104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8DBE7F55-DFA0-7E4E-BC57-AEFC3BB0B9CC}"/>
              </a:ext>
            </a:extLst>
          </p:cNvPr>
          <p:cNvSpPr>
            <a:spLocks noGrp="1" noChangeArrowheads="1"/>
          </p:cNvSpPr>
          <p:nvPr>
            <p:ph type="dt" sz="half" idx="10"/>
          </p:nvPr>
        </p:nvSpPr>
        <p:spPr>
          <a:ln/>
        </p:spPr>
        <p:txBody>
          <a:bodyPr/>
          <a:lstStyle>
            <a:lvl1pPr>
              <a:defRPr/>
            </a:lvl1pPr>
          </a:lstStyle>
          <a:p>
            <a:pPr>
              <a:defRPr/>
            </a:pPr>
            <a:fld id="{B1848CA6-D9CC-7546-9330-55CD55F3BC31}" type="datetime1">
              <a:rPr lang="en-US" altLang="zh-CN" smtClean="0"/>
              <a:t>4/21/26</a:t>
            </a:fld>
            <a:endParaRPr lang="zh-CN" altLang="en-US"/>
          </a:p>
        </p:txBody>
      </p:sp>
      <p:sp>
        <p:nvSpPr>
          <p:cNvPr id="5" name="页脚占位符 5">
            <a:extLst>
              <a:ext uri="{FF2B5EF4-FFF2-40B4-BE49-F238E27FC236}">
                <a16:creationId xmlns:a16="http://schemas.microsoft.com/office/drawing/2014/main" id="{419D4118-DF1C-3940-B31C-B8E2B07078CC}"/>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48DE85D1-D317-7146-9820-CB3E6AE22FBE}"/>
              </a:ext>
            </a:extLst>
          </p:cNvPr>
          <p:cNvSpPr>
            <a:spLocks noGrp="1" noChangeArrowheads="1"/>
          </p:cNvSpPr>
          <p:nvPr>
            <p:ph type="sldNum" sz="quarter" idx="12"/>
          </p:nvPr>
        </p:nvSpPr>
        <p:spPr>
          <a:ln/>
        </p:spPr>
        <p:txBody>
          <a:bodyPr/>
          <a:lstStyle>
            <a:lvl1pPr>
              <a:defRPr/>
            </a:lvl1pPr>
          </a:lstStyle>
          <a:p>
            <a:fld id="{603DCD65-BE4B-7746-9C5D-B7EBB9417E0A}" type="slidenum">
              <a:rPr lang="zh-CN" altLang="en-US"/>
              <a:pPr/>
              <a:t>‹#›</a:t>
            </a:fld>
            <a:endParaRPr lang="zh-CN" altLang="en-US"/>
          </a:p>
        </p:txBody>
      </p:sp>
    </p:spTree>
    <p:extLst>
      <p:ext uri="{BB962C8B-B14F-4D97-AF65-F5344CB8AC3E}">
        <p14:creationId xmlns:p14="http://schemas.microsoft.com/office/powerpoint/2010/main" val="150914598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a:extLst>
              <a:ext uri="{FF2B5EF4-FFF2-40B4-BE49-F238E27FC236}">
                <a16:creationId xmlns:a16="http://schemas.microsoft.com/office/drawing/2014/main" id="{A260DF43-E282-9345-A25A-D298D7EBF6A3}"/>
              </a:ext>
            </a:extLst>
          </p:cNvPr>
          <p:cNvSpPr>
            <a:spLocks noGrp="1" noChangeArrowheads="1"/>
          </p:cNvSpPr>
          <p:nvPr>
            <p:ph type="dt" sz="half" idx="10"/>
          </p:nvPr>
        </p:nvSpPr>
        <p:spPr>
          <a:ln/>
        </p:spPr>
        <p:txBody>
          <a:bodyPr/>
          <a:lstStyle>
            <a:lvl1pPr>
              <a:defRPr/>
            </a:lvl1pPr>
          </a:lstStyle>
          <a:p>
            <a:pPr>
              <a:defRPr/>
            </a:pPr>
            <a:fld id="{C74C97F3-9886-2949-ADA4-4D245D3A1486}" type="datetime1">
              <a:rPr lang="en-US" altLang="zh-CN" smtClean="0"/>
              <a:t>4/21/26</a:t>
            </a:fld>
            <a:endParaRPr lang="zh-CN" altLang="en-US"/>
          </a:p>
        </p:txBody>
      </p:sp>
      <p:sp>
        <p:nvSpPr>
          <p:cNvPr id="5" name="页脚占位符 5">
            <a:extLst>
              <a:ext uri="{FF2B5EF4-FFF2-40B4-BE49-F238E27FC236}">
                <a16:creationId xmlns:a16="http://schemas.microsoft.com/office/drawing/2014/main" id="{6D07272F-4F4E-3F47-A847-976ADAF5DA8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E58DF4F5-07BB-9341-972E-16C1F266DA91}"/>
              </a:ext>
            </a:extLst>
          </p:cNvPr>
          <p:cNvSpPr>
            <a:spLocks noGrp="1" noChangeArrowheads="1"/>
          </p:cNvSpPr>
          <p:nvPr>
            <p:ph type="sldNum" sz="quarter" idx="12"/>
          </p:nvPr>
        </p:nvSpPr>
        <p:spPr>
          <a:ln/>
        </p:spPr>
        <p:txBody>
          <a:bodyPr/>
          <a:lstStyle>
            <a:lvl1pPr>
              <a:defRPr/>
            </a:lvl1pPr>
          </a:lstStyle>
          <a:p>
            <a:fld id="{4F45F684-B793-2040-9B85-EF8479B351E0}" type="slidenum">
              <a:rPr lang="zh-CN" altLang="en-US"/>
              <a:pPr/>
              <a:t>‹#›</a:t>
            </a:fld>
            <a:endParaRPr lang="zh-CN" altLang="en-US"/>
          </a:p>
        </p:txBody>
      </p:sp>
    </p:spTree>
    <p:extLst>
      <p:ext uri="{BB962C8B-B14F-4D97-AF65-F5344CB8AC3E}">
        <p14:creationId xmlns:p14="http://schemas.microsoft.com/office/powerpoint/2010/main" val="100637868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11CA94C3-74D9-014B-9A21-1BF62BCB6D2D}"/>
              </a:ext>
            </a:extLst>
          </p:cNvPr>
          <p:cNvSpPr>
            <a:spLocks noGrp="1" noChangeArrowheads="1"/>
          </p:cNvSpPr>
          <p:nvPr>
            <p:ph type="dt" sz="half" idx="10"/>
          </p:nvPr>
        </p:nvSpPr>
        <p:spPr>
          <a:ln/>
        </p:spPr>
        <p:txBody>
          <a:bodyPr/>
          <a:lstStyle>
            <a:lvl1pPr>
              <a:defRPr/>
            </a:lvl1pPr>
          </a:lstStyle>
          <a:p>
            <a:pPr>
              <a:defRPr/>
            </a:pPr>
            <a:fld id="{1A0A649B-B31B-2D4F-89E7-0BBE4A711E1B}" type="datetime1">
              <a:rPr lang="en-US" altLang="zh-CN" smtClean="0"/>
              <a:t>4/21/26</a:t>
            </a:fld>
            <a:endParaRPr lang="zh-CN" altLang="en-US"/>
          </a:p>
        </p:txBody>
      </p:sp>
      <p:sp>
        <p:nvSpPr>
          <p:cNvPr id="5" name="页脚占位符 5">
            <a:extLst>
              <a:ext uri="{FF2B5EF4-FFF2-40B4-BE49-F238E27FC236}">
                <a16:creationId xmlns:a16="http://schemas.microsoft.com/office/drawing/2014/main" id="{5DEB5EBF-977F-2847-9DEF-C253DD2401A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37557231-9AB0-E749-B5A8-B5DF985623CD}"/>
              </a:ext>
            </a:extLst>
          </p:cNvPr>
          <p:cNvSpPr>
            <a:spLocks noGrp="1" noChangeArrowheads="1"/>
          </p:cNvSpPr>
          <p:nvPr>
            <p:ph type="sldNum" sz="quarter" idx="12"/>
          </p:nvPr>
        </p:nvSpPr>
        <p:spPr>
          <a:ln/>
        </p:spPr>
        <p:txBody>
          <a:bodyPr/>
          <a:lstStyle>
            <a:lvl1pPr>
              <a:defRPr/>
            </a:lvl1pPr>
          </a:lstStyle>
          <a:p>
            <a:fld id="{28C993C0-5B18-4348-AB6E-FCD45C38E6C3}" type="slidenum">
              <a:rPr lang="zh-CN" altLang="en-US"/>
              <a:pPr/>
              <a:t>‹#›</a:t>
            </a:fld>
            <a:endParaRPr lang="zh-CN" altLang="en-US"/>
          </a:p>
        </p:txBody>
      </p:sp>
    </p:spTree>
    <p:extLst>
      <p:ext uri="{BB962C8B-B14F-4D97-AF65-F5344CB8AC3E}">
        <p14:creationId xmlns:p14="http://schemas.microsoft.com/office/powerpoint/2010/main" val="337427701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a:extLst>
              <a:ext uri="{FF2B5EF4-FFF2-40B4-BE49-F238E27FC236}">
                <a16:creationId xmlns:a16="http://schemas.microsoft.com/office/drawing/2014/main" id="{2C95C442-B75B-4446-A3AE-13ED655AF30C}"/>
              </a:ext>
            </a:extLst>
          </p:cNvPr>
          <p:cNvSpPr>
            <a:spLocks noGrp="1" noChangeArrowheads="1"/>
          </p:cNvSpPr>
          <p:nvPr>
            <p:ph type="dt" sz="half" idx="10"/>
          </p:nvPr>
        </p:nvSpPr>
        <p:spPr>
          <a:ln/>
        </p:spPr>
        <p:txBody>
          <a:bodyPr/>
          <a:lstStyle>
            <a:lvl1pPr>
              <a:defRPr/>
            </a:lvl1pPr>
          </a:lstStyle>
          <a:p>
            <a:pPr>
              <a:defRPr/>
            </a:pPr>
            <a:fld id="{DFAEB705-417F-F648-985D-8B6DF5DEEB29}" type="datetime1">
              <a:rPr lang="en-US" altLang="zh-CN" smtClean="0"/>
              <a:t>4/21/26</a:t>
            </a:fld>
            <a:endParaRPr lang="zh-CN" altLang="en-US"/>
          </a:p>
        </p:txBody>
      </p:sp>
      <p:sp>
        <p:nvSpPr>
          <p:cNvPr id="5" name="页脚占位符 5">
            <a:extLst>
              <a:ext uri="{FF2B5EF4-FFF2-40B4-BE49-F238E27FC236}">
                <a16:creationId xmlns:a16="http://schemas.microsoft.com/office/drawing/2014/main" id="{75FBAB4B-65BF-EE44-B0C2-DCE1DA57151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C95288FB-8C4F-BB4F-A674-1E5AEF9EBB6D}"/>
              </a:ext>
            </a:extLst>
          </p:cNvPr>
          <p:cNvSpPr>
            <a:spLocks noGrp="1" noChangeArrowheads="1"/>
          </p:cNvSpPr>
          <p:nvPr>
            <p:ph type="sldNum" sz="quarter" idx="12"/>
          </p:nvPr>
        </p:nvSpPr>
        <p:spPr>
          <a:ln/>
        </p:spPr>
        <p:txBody>
          <a:bodyPr/>
          <a:lstStyle>
            <a:lvl1pPr>
              <a:defRPr/>
            </a:lvl1pPr>
          </a:lstStyle>
          <a:p>
            <a:fld id="{635A44F6-D451-3049-B2BC-A92990A56FEE}" type="slidenum">
              <a:rPr lang="zh-CN" altLang="en-US"/>
              <a:pPr/>
              <a:t>‹#›</a:t>
            </a:fld>
            <a:endParaRPr lang="zh-CN" altLang="en-US"/>
          </a:p>
        </p:txBody>
      </p:sp>
    </p:spTree>
    <p:extLst>
      <p:ext uri="{BB962C8B-B14F-4D97-AF65-F5344CB8AC3E}">
        <p14:creationId xmlns:p14="http://schemas.microsoft.com/office/powerpoint/2010/main" val="426663034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EDBCD8B-726E-3341-865D-A430498B4AE2}"/>
              </a:ext>
            </a:extLst>
          </p:cNvPr>
          <p:cNvSpPr>
            <a:spLocks noGrp="1" noChangeArrowheads="1"/>
          </p:cNvSpPr>
          <p:nvPr>
            <p:ph type="dt" sz="half" idx="10"/>
          </p:nvPr>
        </p:nvSpPr>
        <p:spPr>
          <a:ln/>
        </p:spPr>
        <p:txBody>
          <a:bodyPr/>
          <a:lstStyle>
            <a:lvl1pPr>
              <a:defRPr/>
            </a:lvl1pPr>
          </a:lstStyle>
          <a:p>
            <a:pPr>
              <a:defRPr/>
            </a:pPr>
            <a:fld id="{00635847-39AB-7549-BBF1-BF15C7210830}" type="datetime1">
              <a:rPr lang="en-US" altLang="zh-CN" smtClean="0"/>
              <a:t>4/21/26</a:t>
            </a:fld>
            <a:endParaRPr lang="zh-CN" altLang="en-US"/>
          </a:p>
        </p:txBody>
      </p:sp>
      <p:sp>
        <p:nvSpPr>
          <p:cNvPr id="6" name="页脚占位符 5">
            <a:extLst>
              <a:ext uri="{FF2B5EF4-FFF2-40B4-BE49-F238E27FC236}">
                <a16:creationId xmlns:a16="http://schemas.microsoft.com/office/drawing/2014/main" id="{173787C5-2AED-BE4F-8808-C5A85377B6F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95C49730-DCDC-044A-9B06-858CA21B63B0}"/>
              </a:ext>
            </a:extLst>
          </p:cNvPr>
          <p:cNvSpPr>
            <a:spLocks noGrp="1" noChangeArrowheads="1"/>
          </p:cNvSpPr>
          <p:nvPr>
            <p:ph type="sldNum" sz="quarter" idx="12"/>
          </p:nvPr>
        </p:nvSpPr>
        <p:spPr>
          <a:ln/>
        </p:spPr>
        <p:txBody>
          <a:bodyPr/>
          <a:lstStyle>
            <a:lvl1pPr>
              <a:defRPr/>
            </a:lvl1pPr>
          </a:lstStyle>
          <a:p>
            <a:fld id="{3CC42477-1F48-1848-9CA6-603CE5FFA427}" type="slidenum">
              <a:rPr lang="zh-CN" altLang="en-US"/>
              <a:pPr/>
              <a:t>‹#›</a:t>
            </a:fld>
            <a:endParaRPr lang="zh-CN" altLang="en-US"/>
          </a:p>
        </p:txBody>
      </p:sp>
    </p:spTree>
    <p:extLst>
      <p:ext uri="{BB962C8B-B14F-4D97-AF65-F5344CB8AC3E}">
        <p14:creationId xmlns:p14="http://schemas.microsoft.com/office/powerpoint/2010/main" val="258326847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a:extLst>
              <a:ext uri="{FF2B5EF4-FFF2-40B4-BE49-F238E27FC236}">
                <a16:creationId xmlns:a16="http://schemas.microsoft.com/office/drawing/2014/main" id="{CA5D63A1-6242-4346-A876-01C1B0CAB6F9}"/>
              </a:ext>
            </a:extLst>
          </p:cNvPr>
          <p:cNvSpPr>
            <a:spLocks noGrp="1" noChangeArrowheads="1"/>
          </p:cNvSpPr>
          <p:nvPr>
            <p:ph type="dt" sz="half" idx="10"/>
          </p:nvPr>
        </p:nvSpPr>
        <p:spPr>
          <a:ln/>
        </p:spPr>
        <p:txBody>
          <a:bodyPr/>
          <a:lstStyle>
            <a:lvl1pPr>
              <a:defRPr/>
            </a:lvl1pPr>
          </a:lstStyle>
          <a:p>
            <a:pPr>
              <a:defRPr/>
            </a:pPr>
            <a:fld id="{B40C1D8F-2D47-F948-B221-EA101555A50C}" type="datetime1">
              <a:rPr lang="en-US" altLang="zh-CN" smtClean="0"/>
              <a:t>4/21/26</a:t>
            </a:fld>
            <a:endParaRPr lang="zh-CN" altLang="en-US"/>
          </a:p>
        </p:txBody>
      </p:sp>
      <p:sp>
        <p:nvSpPr>
          <p:cNvPr id="8" name="页脚占位符 5">
            <a:extLst>
              <a:ext uri="{FF2B5EF4-FFF2-40B4-BE49-F238E27FC236}">
                <a16:creationId xmlns:a16="http://schemas.microsoft.com/office/drawing/2014/main" id="{A236746E-EDBD-C345-AC2E-ADD761AD1EE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6">
            <a:extLst>
              <a:ext uri="{FF2B5EF4-FFF2-40B4-BE49-F238E27FC236}">
                <a16:creationId xmlns:a16="http://schemas.microsoft.com/office/drawing/2014/main" id="{217323DD-F328-9847-B993-3DEB7C1AA850}"/>
              </a:ext>
            </a:extLst>
          </p:cNvPr>
          <p:cNvSpPr>
            <a:spLocks noGrp="1" noChangeArrowheads="1"/>
          </p:cNvSpPr>
          <p:nvPr>
            <p:ph type="sldNum" sz="quarter" idx="12"/>
          </p:nvPr>
        </p:nvSpPr>
        <p:spPr>
          <a:ln/>
        </p:spPr>
        <p:txBody>
          <a:bodyPr/>
          <a:lstStyle>
            <a:lvl1pPr>
              <a:defRPr/>
            </a:lvl1pPr>
          </a:lstStyle>
          <a:p>
            <a:fld id="{4E00D7A0-F7A4-C641-A984-D298EEBDC02D}" type="slidenum">
              <a:rPr lang="zh-CN" altLang="en-US"/>
              <a:pPr/>
              <a:t>‹#›</a:t>
            </a:fld>
            <a:endParaRPr lang="zh-CN" altLang="en-US"/>
          </a:p>
        </p:txBody>
      </p:sp>
    </p:spTree>
    <p:extLst>
      <p:ext uri="{BB962C8B-B14F-4D97-AF65-F5344CB8AC3E}">
        <p14:creationId xmlns:p14="http://schemas.microsoft.com/office/powerpoint/2010/main" val="59643704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a:extLst>
              <a:ext uri="{FF2B5EF4-FFF2-40B4-BE49-F238E27FC236}">
                <a16:creationId xmlns:a16="http://schemas.microsoft.com/office/drawing/2014/main" id="{9066703A-0AB5-4240-ACD6-E8D0D3F2EAC7}"/>
              </a:ext>
            </a:extLst>
          </p:cNvPr>
          <p:cNvSpPr>
            <a:spLocks noGrp="1" noChangeArrowheads="1"/>
          </p:cNvSpPr>
          <p:nvPr>
            <p:ph type="dt" sz="half" idx="10"/>
          </p:nvPr>
        </p:nvSpPr>
        <p:spPr>
          <a:ln/>
        </p:spPr>
        <p:txBody>
          <a:bodyPr/>
          <a:lstStyle>
            <a:lvl1pPr>
              <a:defRPr/>
            </a:lvl1pPr>
          </a:lstStyle>
          <a:p>
            <a:pPr>
              <a:defRPr/>
            </a:pPr>
            <a:fld id="{A519387E-AD36-F840-B52A-06B07D9F5B14}" type="datetime1">
              <a:rPr lang="en-US" altLang="zh-CN" smtClean="0"/>
              <a:t>4/21/26</a:t>
            </a:fld>
            <a:endParaRPr lang="zh-CN" altLang="en-US"/>
          </a:p>
        </p:txBody>
      </p:sp>
      <p:sp>
        <p:nvSpPr>
          <p:cNvPr id="4" name="页脚占位符 5">
            <a:extLst>
              <a:ext uri="{FF2B5EF4-FFF2-40B4-BE49-F238E27FC236}">
                <a16:creationId xmlns:a16="http://schemas.microsoft.com/office/drawing/2014/main" id="{533EF589-7935-FC48-B3CD-D69B04EAA72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6">
            <a:extLst>
              <a:ext uri="{FF2B5EF4-FFF2-40B4-BE49-F238E27FC236}">
                <a16:creationId xmlns:a16="http://schemas.microsoft.com/office/drawing/2014/main" id="{70D4997A-3BE2-B94B-92FB-4B2A5435B8A4}"/>
              </a:ext>
            </a:extLst>
          </p:cNvPr>
          <p:cNvSpPr>
            <a:spLocks noGrp="1" noChangeArrowheads="1"/>
          </p:cNvSpPr>
          <p:nvPr>
            <p:ph type="sldNum" sz="quarter" idx="12"/>
          </p:nvPr>
        </p:nvSpPr>
        <p:spPr>
          <a:ln/>
        </p:spPr>
        <p:txBody>
          <a:bodyPr/>
          <a:lstStyle>
            <a:lvl1pPr>
              <a:defRPr/>
            </a:lvl1pPr>
          </a:lstStyle>
          <a:p>
            <a:fld id="{73B1BE9A-2E3A-D944-B600-FD78ECE517DC}" type="slidenum">
              <a:rPr lang="zh-CN" altLang="en-US"/>
              <a:pPr/>
              <a:t>‹#›</a:t>
            </a:fld>
            <a:endParaRPr lang="zh-CN" altLang="en-US"/>
          </a:p>
        </p:txBody>
      </p:sp>
    </p:spTree>
    <p:extLst>
      <p:ext uri="{BB962C8B-B14F-4D97-AF65-F5344CB8AC3E}">
        <p14:creationId xmlns:p14="http://schemas.microsoft.com/office/powerpoint/2010/main" val="173542388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a:extLst>
              <a:ext uri="{FF2B5EF4-FFF2-40B4-BE49-F238E27FC236}">
                <a16:creationId xmlns:a16="http://schemas.microsoft.com/office/drawing/2014/main" id="{EF5056DB-7073-D646-BF42-F0ADBA256640}"/>
              </a:ext>
            </a:extLst>
          </p:cNvPr>
          <p:cNvSpPr>
            <a:spLocks noGrp="1" noChangeArrowheads="1"/>
          </p:cNvSpPr>
          <p:nvPr>
            <p:ph type="dt" sz="half" idx="10"/>
          </p:nvPr>
        </p:nvSpPr>
        <p:spPr>
          <a:ln/>
        </p:spPr>
        <p:txBody>
          <a:bodyPr/>
          <a:lstStyle>
            <a:lvl1pPr>
              <a:defRPr/>
            </a:lvl1pPr>
          </a:lstStyle>
          <a:p>
            <a:pPr>
              <a:defRPr/>
            </a:pPr>
            <a:fld id="{2D4ACB4F-5CB0-3547-A8FD-1C9A4734A25B}" type="datetime1">
              <a:rPr lang="en-US" altLang="zh-CN" smtClean="0"/>
              <a:t>4/21/26</a:t>
            </a:fld>
            <a:endParaRPr lang="zh-CN" altLang="en-US"/>
          </a:p>
        </p:txBody>
      </p:sp>
      <p:sp>
        <p:nvSpPr>
          <p:cNvPr id="3" name="页脚占位符 5">
            <a:extLst>
              <a:ext uri="{FF2B5EF4-FFF2-40B4-BE49-F238E27FC236}">
                <a16:creationId xmlns:a16="http://schemas.microsoft.com/office/drawing/2014/main" id="{0B7BD68A-1B72-0542-87EE-8833A6F8D33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6">
            <a:extLst>
              <a:ext uri="{FF2B5EF4-FFF2-40B4-BE49-F238E27FC236}">
                <a16:creationId xmlns:a16="http://schemas.microsoft.com/office/drawing/2014/main" id="{71EEC956-8694-A14E-AD70-0997C7492DF5}"/>
              </a:ext>
            </a:extLst>
          </p:cNvPr>
          <p:cNvSpPr>
            <a:spLocks noGrp="1" noChangeArrowheads="1"/>
          </p:cNvSpPr>
          <p:nvPr>
            <p:ph type="sldNum" sz="quarter" idx="12"/>
          </p:nvPr>
        </p:nvSpPr>
        <p:spPr>
          <a:ln/>
        </p:spPr>
        <p:txBody>
          <a:bodyPr/>
          <a:lstStyle>
            <a:lvl1pPr>
              <a:defRPr/>
            </a:lvl1pPr>
          </a:lstStyle>
          <a:p>
            <a:fld id="{C54CB762-3337-8945-A920-C05E78563C9E}" type="slidenum">
              <a:rPr lang="zh-CN" altLang="en-US"/>
              <a:pPr/>
              <a:t>‹#›</a:t>
            </a:fld>
            <a:endParaRPr lang="zh-CN" altLang="en-US"/>
          </a:p>
        </p:txBody>
      </p:sp>
    </p:spTree>
    <p:extLst>
      <p:ext uri="{BB962C8B-B14F-4D97-AF65-F5344CB8AC3E}">
        <p14:creationId xmlns:p14="http://schemas.microsoft.com/office/powerpoint/2010/main" val="49134223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9098ECC-7D14-2449-B645-1F8FBF78AE5C}"/>
              </a:ext>
            </a:extLst>
          </p:cNvPr>
          <p:cNvSpPr>
            <a:spLocks noGrp="1" noChangeArrowheads="1"/>
          </p:cNvSpPr>
          <p:nvPr>
            <p:ph type="dt" sz="half" idx="10"/>
          </p:nvPr>
        </p:nvSpPr>
        <p:spPr>
          <a:ln/>
        </p:spPr>
        <p:txBody>
          <a:bodyPr/>
          <a:lstStyle>
            <a:lvl1pPr>
              <a:defRPr/>
            </a:lvl1pPr>
          </a:lstStyle>
          <a:p>
            <a:pPr>
              <a:defRPr/>
            </a:pPr>
            <a:fld id="{8C2153BD-65AB-DD48-9E97-54E43E5EC59A}" type="datetime1">
              <a:rPr lang="en-US" altLang="zh-CN" smtClean="0"/>
              <a:t>4/21/26</a:t>
            </a:fld>
            <a:endParaRPr lang="zh-CN" altLang="en-US"/>
          </a:p>
        </p:txBody>
      </p:sp>
      <p:sp>
        <p:nvSpPr>
          <p:cNvPr id="6" name="页脚占位符 5">
            <a:extLst>
              <a:ext uri="{FF2B5EF4-FFF2-40B4-BE49-F238E27FC236}">
                <a16:creationId xmlns:a16="http://schemas.microsoft.com/office/drawing/2014/main" id="{FCC20EE8-B7EC-044C-AEC3-DFD30251F4AE}"/>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035A30A5-1673-AF4D-9E21-070E0AAF6955}"/>
              </a:ext>
            </a:extLst>
          </p:cNvPr>
          <p:cNvSpPr>
            <a:spLocks noGrp="1" noChangeArrowheads="1"/>
          </p:cNvSpPr>
          <p:nvPr>
            <p:ph type="sldNum" sz="quarter" idx="12"/>
          </p:nvPr>
        </p:nvSpPr>
        <p:spPr>
          <a:ln/>
        </p:spPr>
        <p:txBody>
          <a:bodyPr/>
          <a:lstStyle>
            <a:lvl1pPr>
              <a:defRPr/>
            </a:lvl1pPr>
          </a:lstStyle>
          <a:p>
            <a:fld id="{EC50BB63-AF7F-7141-A78F-FB22CFF88B62}" type="slidenum">
              <a:rPr lang="zh-CN" altLang="en-US"/>
              <a:pPr/>
              <a:t>‹#›</a:t>
            </a:fld>
            <a:endParaRPr lang="zh-CN" altLang="en-US"/>
          </a:p>
        </p:txBody>
      </p:sp>
    </p:spTree>
    <p:extLst>
      <p:ext uri="{BB962C8B-B14F-4D97-AF65-F5344CB8AC3E}">
        <p14:creationId xmlns:p14="http://schemas.microsoft.com/office/powerpoint/2010/main" val="325257594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5CCDAD5-0018-2A46-B3F0-90001D0AEA7F}"/>
              </a:ext>
            </a:extLst>
          </p:cNvPr>
          <p:cNvSpPr>
            <a:spLocks noGrp="1" noChangeArrowheads="1"/>
          </p:cNvSpPr>
          <p:nvPr>
            <p:ph type="dt" sz="half" idx="10"/>
          </p:nvPr>
        </p:nvSpPr>
        <p:spPr>
          <a:ln/>
        </p:spPr>
        <p:txBody>
          <a:bodyPr/>
          <a:lstStyle>
            <a:lvl1pPr>
              <a:defRPr/>
            </a:lvl1pPr>
          </a:lstStyle>
          <a:p>
            <a:pPr>
              <a:defRPr/>
            </a:pPr>
            <a:fld id="{A6917744-19CD-BD4C-ACC3-B38DE07B96CB}" type="datetime1">
              <a:rPr lang="en-US" altLang="zh-CN" smtClean="0"/>
              <a:t>4/21/26</a:t>
            </a:fld>
            <a:endParaRPr lang="zh-CN" altLang="en-US"/>
          </a:p>
        </p:txBody>
      </p:sp>
      <p:sp>
        <p:nvSpPr>
          <p:cNvPr id="6" name="页脚占位符 5">
            <a:extLst>
              <a:ext uri="{FF2B5EF4-FFF2-40B4-BE49-F238E27FC236}">
                <a16:creationId xmlns:a16="http://schemas.microsoft.com/office/drawing/2014/main" id="{AE58531A-183F-7144-8356-053AC8A1AA5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6">
            <a:extLst>
              <a:ext uri="{FF2B5EF4-FFF2-40B4-BE49-F238E27FC236}">
                <a16:creationId xmlns:a16="http://schemas.microsoft.com/office/drawing/2014/main" id="{7817B323-55AB-5642-81B6-3BD1B608BB3C}"/>
              </a:ext>
            </a:extLst>
          </p:cNvPr>
          <p:cNvSpPr>
            <a:spLocks noGrp="1" noChangeArrowheads="1"/>
          </p:cNvSpPr>
          <p:nvPr>
            <p:ph type="sldNum" sz="quarter" idx="12"/>
          </p:nvPr>
        </p:nvSpPr>
        <p:spPr>
          <a:ln/>
        </p:spPr>
        <p:txBody>
          <a:bodyPr/>
          <a:lstStyle>
            <a:lvl1pPr>
              <a:defRPr/>
            </a:lvl1pPr>
          </a:lstStyle>
          <a:p>
            <a:fld id="{257225B1-C709-B549-AD5A-23301F8F24F8}" type="slidenum">
              <a:rPr lang="zh-CN" altLang="en-US"/>
              <a:pPr/>
              <a:t>‹#›</a:t>
            </a:fld>
            <a:endParaRPr lang="zh-CN" altLang="en-US"/>
          </a:p>
        </p:txBody>
      </p:sp>
    </p:spTree>
    <p:extLst>
      <p:ext uri="{BB962C8B-B14F-4D97-AF65-F5344CB8AC3E}">
        <p14:creationId xmlns:p14="http://schemas.microsoft.com/office/powerpoint/2010/main" val="221439948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2C2EEBD8-EE85-4A4F-B2C1-B352BEAFFFD9}"/>
              </a:ext>
            </a:extLst>
          </p:cNvPr>
          <p:cNvSpPr>
            <a:spLocks noGrp="1" noChangeArrowheads="1"/>
          </p:cNvSpPr>
          <p:nvPr>
            <p:ph type="dt" sz="half" idx="10"/>
          </p:nvPr>
        </p:nvSpPr>
        <p:spPr>
          <a:ln/>
        </p:spPr>
        <p:txBody>
          <a:bodyPr/>
          <a:lstStyle>
            <a:lvl1pPr>
              <a:defRPr/>
            </a:lvl1pPr>
          </a:lstStyle>
          <a:p>
            <a:pPr>
              <a:defRPr/>
            </a:pPr>
            <a:fld id="{B553A6E7-50F1-F547-9FA8-BE48A58AA6D8}" type="datetime1">
              <a:rPr lang="en-US" altLang="zh-CN" smtClean="0"/>
              <a:t>4/21/26</a:t>
            </a:fld>
            <a:endParaRPr lang="zh-CN" altLang="en-US"/>
          </a:p>
        </p:txBody>
      </p:sp>
      <p:sp>
        <p:nvSpPr>
          <p:cNvPr id="5" name="页脚占位符 5">
            <a:extLst>
              <a:ext uri="{FF2B5EF4-FFF2-40B4-BE49-F238E27FC236}">
                <a16:creationId xmlns:a16="http://schemas.microsoft.com/office/drawing/2014/main" id="{F5E438EE-0222-BA49-ABCC-AB5DD2087F6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67CCF922-5BAA-9E44-AF50-CB4CA398AD06}"/>
              </a:ext>
            </a:extLst>
          </p:cNvPr>
          <p:cNvSpPr>
            <a:spLocks noGrp="1" noChangeArrowheads="1"/>
          </p:cNvSpPr>
          <p:nvPr>
            <p:ph type="sldNum" sz="quarter" idx="12"/>
          </p:nvPr>
        </p:nvSpPr>
        <p:spPr>
          <a:ln/>
        </p:spPr>
        <p:txBody>
          <a:bodyPr/>
          <a:lstStyle>
            <a:lvl1pPr>
              <a:defRPr/>
            </a:lvl1pPr>
          </a:lstStyle>
          <a:p>
            <a:fld id="{3CB0051C-61E0-5B43-9EAE-D6648830660B}" type="slidenum">
              <a:rPr lang="zh-CN" altLang="en-US"/>
              <a:pPr/>
              <a:t>‹#›</a:t>
            </a:fld>
            <a:endParaRPr lang="zh-CN" altLang="en-US"/>
          </a:p>
        </p:txBody>
      </p:sp>
    </p:spTree>
    <p:extLst>
      <p:ext uri="{BB962C8B-B14F-4D97-AF65-F5344CB8AC3E}">
        <p14:creationId xmlns:p14="http://schemas.microsoft.com/office/powerpoint/2010/main" val="320112294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a:extLst>
              <a:ext uri="{FF2B5EF4-FFF2-40B4-BE49-F238E27FC236}">
                <a16:creationId xmlns:a16="http://schemas.microsoft.com/office/drawing/2014/main" id="{8A9CBA3A-0617-3C43-AE12-858749723CB5}"/>
              </a:ext>
            </a:extLst>
          </p:cNvPr>
          <p:cNvSpPr>
            <a:spLocks noGrp="1" noChangeArrowheads="1"/>
          </p:cNvSpPr>
          <p:nvPr>
            <p:ph type="dt" sz="half" idx="10"/>
          </p:nvPr>
        </p:nvSpPr>
        <p:spPr>
          <a:ln/>
        </p:spPr>
        <p:txBody>
          <a:bodyPr/>
          <a:lstStyle>
            <a:lvl1pPr>
              <a:defRPr/>
            </a:lvl1pPr>
          </a:lstStyle>
          <a:p>
            <a:pPr>
              <a:defRPr/>
            </a:pPr>
            <a:fld id="{F309B754-6AB5-A543-AFD6-DC1A030E1269}" type="datetime1">
              <a:rPr lang="en-US" altLang="zh-CN" smtClean="0"/>
              <a:t>4/21/26</a:t>
            </a:fld>
            <a:endParaRPr lang="zh-CN" altLang="en-US"/>
          </a:p>
        </p:txBody>
      </p:sp>
      <p:sp>
        <p:nvSpPr>
          <p:cNvPr id="5" name="页脚占位符 5">
            <a:extLst>
              <a:ext uri="{FF2B5EF4-FFF2-40B4-BE49-F238E27FC236}">
                <a16:creationId xmlns:a16="http://schemas.microsoft.com/office/drawing/2014/main" id="{C369AD1A-DD04-954C-ADFF-218D4F7F6D8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6">
            <a:extLst>
              <a:ext uri="{FF2B5EF4-FFF2-40B4-BE49-F238E27FC236}">
                <a16:creationId xmlns:a16="http://schemas.microsoft.com/office/drawing/2014/main" id="{53B4E73D-FD2C-8248-967A-D8985AC9B1AC}"/>
              </a:ext>
            </a:extLst>
          </p:cNvPr>
          <p:cNvSpPr>
            <a:spLocks noGrp="1" noChangeArrowheads="1"/>
          </p:cNvSpPr>
          <p:nvPr>
            <p:ph type="sldNum" sz="quarter" idx="12"/>
          </p:nvPr>
        </p:nvSpPr>
        <p:spPr>
          <a:ln/>
        </p:spPr>
        <p:txBody>
          <a:bodyPr/>
          <a:lstStyle>
            <a:lvl1pPr>
              <a:defRPr/>
            </a:lvl1pPr>
          </a:lstStyle>
          <a:p>
            <a:fld id="{203BF901-B82C-C846-AC14-55A6A376F6B5}" type="slidenum">
              <a:rPr lang="zh-CN" altLang="en-US"/>
              <a:pPr/>
              <a:t>‹#›</a:t>
            </a:fld>
            <a:endParaRPr lang="zh-CN" altLang="en-US"/>
          </a:p>
        </p:txBody>
      </p:sp>
    </p:spTree>
    <p:extLst>
      <p:ext uri="{BB962C8B-B14F-4D97-AF65-F5344CB8AC3E}">
        <p14:creationId xmlns:p14="http://schemas.microsoft.com/office/powerpoint/2010/main" val="163176680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B7418279-5836-5E4E-B0AA-FD99D338F749}"/>
              </a:ext>
            </a:extLst>
          </p:cNvPr>
          <p:cNvSpPr>
            <a:spLocks noGrp="1" noChangeArrowheads="1"/>
          </p:cNvSpPr>
          <p:nvPr>
            <p:ph type="dt" sz="half" idx="10"/>
          </p:nvPr>
        </p:nvSpPr>
        <p:spPr>
          <a:ln/>
        </p:spPr>
        <p:txBody>
          <a:bodyPr/>
          <a:lstStyle>
            <a:lvl1pPr>
              <a:defRPr/>
            </a:lvl1pPr>
          </a:lstStyle>
          <a:p>
            <a:pPr>
              <a:defRPr/>
            </a:pPr>
            <a:fld id="{33DFEFC7-CAC9-D446-9555-3EB076A1AA69}" type="datetime1">
              <a:rPr lang="en-US" altLang="zh-CN" smtClean="0"/>
              <a:t>4/21/26</a:t>
            </a:fld>
            <a:endParaRPr lang="zh-CN" altLang="en-US"/>
          </a:p>
        </p:txBody>
      </p:sp>
      <p:sp>
        <p:nvSpPr>
          <p:cNvPr id="5" name="页脚占位符 4">
            <a:extLst>
              <a:ext uri="{FF2B5EF4-FFF2-40B4-BE49-F238E27FC236}">
                <a16:creationId xmlns:a16="http://schemas.microsoft.com/office/drawing/2014/main" id="{590C0718-03FE-4743-B3F0-344B8C216DC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0FE3711D-3B2E-0346-B964-7815DA8F11F0}"/>
              </a:ext>
            </a:extLst>
          </p:cNvPr>
          <p:cNvSpPr>
            <a:spLocks noGrp="1" noChangeArrowheads="1"/>
          </p:cNvSpPr>
          <p:nvPr>
            <p:ph type="sldNum" sz="quarter" idx="12"/>
          </p:nvPr>
        </p:nvSpPr>
        <p:spPr>
          <a:ln/>
        </p:spPr>
        <p:txBody>
          <a:bodyPr/>
          <a:lstStyle>
            <a:lvl1pPr>
              <a:defRPr/>
            </a:lvl1pPr>
          </a:lstStyle>
          <a:p>
            <a:fld id="{1FDD35FC-781B-EC42-AC3F-DAF392B7BE7C}" type="slidenum">
              <a:rPr lang="zh-CN" altLang="en-US"/>
              <a:pPr/>
              <a:t>‹#›</a:t>
            </a:fld>
            <a:endParaRPr lang="zh-CN" altLang="en-US"/>
          </a:p>
        </p:txBody>
      </p:sp>
    </p:spTree>
    <p:extLst>
      <p:ext uri="{BB962C8B-B14F-4D97-AF65-F5344CB8AC3E}">
        <p14:creationId xmlns:p14="http://schemas.microsoft.com/office/powerpoint/2010/main" val="164102226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B6693B8-6F35-E545-A746-968A949D056E}"/>
              </a:ext>
            </a:extLst>
          </p:cNvPr>
          <p:cNvSpPr>
            <a:spLocks noGrp="1" noChangeArrowheads="1"/>
          </p:cNvSpPr>
          <p:nvPr>
            <p:ph type="dt" sz="half" idx="10"/>
          </p:nvPr>
        </p:nvSpPr>
        <p:spPr>
          <a:ln/>
        </p:spPr>
        <p:txBody>
          <a:bodyPr/>
          <a:lstStyle>
            <a:lvl1pPr>
              <a:defRPr/>
            </a:lvl1pPr>
          </a:lstStyle>
          <a:p>
            <a:pPr>
              <a:defRPr/>
            </a:pPr>
            <a:fld id="{3C9087D5-EE1D-854F-BB1A-C813D18F2DEF}" type="datetime1">
              <a:rPr lang="en-US" altLang="zh-CN" smtClean="0"/>
              <a:t>4/21/26</a:t>
            </a:fld>
            <a:endParaRPr lang="zh-CN" altLang="en-US"/>
          </a:p>
        </p:txBody>
      </p:sp>
      <p:sp>
        <p:nvSpPr>
          <p:cNvPr id="5" name="页脚占位符 4">
            <a:extLst>
              <a:ext uri="{FF2B5EF4-FFF2-40B4-BE49-F238E27FC236}">
                <a16:creationId xmlns:a16="http://schemas.microsoft.com/office/drawing/2014/main" id="{8A99E5E5-C102-9046-B481-A8B40C36D95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36BAC71-6F1D-A04E-9CB8-AED0EBA39BE3}"/>
              </a:ext>
            </a:extLst>
          </p:cNvPr>
          <p:cNvSpPr>
            <a:spLocks noGrp="1" noChangeArrowheads="1"/>
          </p:cNvSpPr>
          <p:nvPr>
            <p:ph type="sldNum" sz="quarter" idx="12"/>
          </p:nvPr>
        </p:nvSpPr>
        <p:spPr>
          <a:ln/>
        </p:spPr>
        <p:txBody>
          <a:bodyPr/>
          <a:lstStyle>
            <a:lvl1pPr>
              <a:defRPr/>
            </a:lvl1pPr>
          </a:lstStyle>
          <a:p>
            <a:fld id="{69E548D4-152F-C04E-A88C-9B4842267FAD}" type="slidenum">
              <a:rPr lang="zh-CN" altLang="en-US"/>
              <a:pPr/>
              <a:t>‹#›</a:t>
            </a:fld>
            <a:endParaRPr lang="zh-CN" altLang="en-US"/>
          </a:p>
        </p:txBody>
      </p:sp>
    </p:spTree>
    <p:extLst>
      <p:ext uri="{BB962C8B-B14F-4D97-AF65-F5344CB8AC3E}">
        <p14:creationId xmlns:p14="http://schemas.microsoft.com/office/powerpoint/2010/main" val="166684815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B8A2FAC-2A2F-5E4C-8FD5-B1CDFE6C469F}"/>
              </a:ext>
            </a:extLst>
          </p:cNvPr>
          <p:cNvSpPr>
            <a:spLocks noGrp="1" noChangeArrowheads="1"/>
          </p:cNvSpPr>
          <p:nvPr>
            <p:ph type="dt" sz="half" idx="10"/>
          </p:nvPr>
        </p:nvSpPr>
        <p:spPr>
          <a:ln/>
        </p:spPr>
        <p:txBody>
          <a:bodyPr/>
          <a:lstStyle>
            <a:lvl1pPr>
              <a:defRPr/>
            </a:lvl1pPr>
          </a:lstStyle>
          <a:p>
            <a:pPr>
              <a:defRPr/>
            </a:pPr>
            <a:fld id="{0ECF0BB5-F0D6-1F46-B04B-FD472505B191}" type="datetime1">
              <a:rPr lang="en-US" altLang="zh-CN" smtClean="0"/>
              <a:t>4/21/26</a:t>
            </a:fld>
            <a:endParaRPr lang="zh-CN" altLang="en-US"/>
          </a:p>
        </p:txBody>
      </p:sp>
      <p:sp>
        <p:nvSpPr>
          <p:cNvPr id="5" name="页脚占位符 4">
            <a:extLst>
              <a:ext uri="{FF2B5EF4-FFF2-40B4-BE49-F238E27FC236}">
                <a16:creationId xmlns:a16="http://schemas.microsoft.com/office/drawing/2014/main" id="{36A47DF8-993A-7449-A602-4BC5FBA6D88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8CE2AFAE-43ED-AC4A-BDA3-757D2E827245}"/>
              </a:ext>
            </a:extLst>
          </p:cNvPr>
          <p:cNvSpPr>
            <a:spLocks noGrp="1" noChangeArrowheads="1"/>
          </p:cNvSpPr>
          <p:nvPr>
            <p:ph type="sldNum" sz="quarter" idx="12"/>
          </p:nvPr>
        </p:nvSpPr>
        <p:spPr>
          <a:ln/>
        </p:spPr>
        <p:txBody>
          <a:bodyPr/>
          <a:lstStyle>
            <a:lvl1pPr>
              <a:defRPr/>
            </a:lvl1pPr>
          </a:lstStyle>
          <a:p>
            <a:fld id="{A3E7FA86-86A4-3444-A1D4-5128ECD2AE2D}" type="slidenum">
              <a:rPr lang="zh-CN" altLang="en-US"/>
              <a:pPr/>
              <a:t>‹#›</a:t>
            </a:fld>
            <a:endParaRPr lang="zh-CN" altLang="en-US"/>
          </a:p>
        </p:txBody>
      </p:sp>
    </p:spTree>
    <p:extLst>
      <p:ext uri="{BB962C8B-B14F-4D97-AF65-F5344CB8AC3E}">
        <p14:creationId xmlns:p14="http://schemas.microsoft.com/office/powerpoint/2010/main" val="128156229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F8E55409-4CF4-B246-97CE-B6EEFC28B4D3}"/>
              </a:ext>
            </a:extLst>
          </p:cNvPr>
          <p:cNvSpPr>
            <a:spLocks noGrp="1" noChangeArrowheads="1"/>
          </p:cNvSpPr>
          <p:nvPr>
            <p:ph type="dt" sz="half" idx="10"/>
          </p:nvPr>
        </p:nvSpPr>
        <p:spPr>
          <a:ln/>
        </p:spPr>
        <p:txBody>
          <a:bodyPr/>
          <a:lstStyle>
            <a:lvl1pPr>
              <a:defRPr/>
            </a:lvl1pPr>
          </a:lstStyle>
          <a:p>
            <a:pPr>
              <a:defRPr/>
            </a:pPr>
            <a:fld id="{60B33E72-C55A-DC4D-87AB-EC8352FDD494}" type="datetime1">
              <a:rPr lang="en-US" altLang="zh-CN" smtClean="0"/>
              <a:t>4/21/26</a:t>
            </a:fld>
            <a:endParaRPr lang="zh-CN" altLang="en-US"/>
          </a:p>
        </p:txBody>
      </p:sp>
      <p:sp>
        <p:nvSpPr>
          <p:cNvPr id="6" name="页脚占位符 4">
            <a:extLst>
              <a:ext uri="{FF2B5EF4-FFF2-40B4-BE49-F238E27FC236}">
                <a16:creationId xmlns:a16="http://schemas.microsoft.com/office/drawing/2014/main" id="{8477B00F-46BE-014D-88A5-6772D0F5A87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A4E5FFF-DCAF-D54C-A188-304F99EE94BF}"/>
              </a:ext>
            </a:extLst>
          </p:cNvPr>
          <p:cNvSpPr>
            <a:spLocks noGrp="1" noChangeArrowheads="1"/>
          </p:cNvSpPr>
          <p:nvPr>
            <p:ph type="sldNum" sz="quarter" idx="12"/>
          </p:nvPr>
        </p:nvSpPr>
        <p:spPr>
          <a:ln/>
        </p:spPr>
        <p:txBody>
          <a:bodyPr/>
          <a:lstStyle>
            <a:lvl1pPr>
              <a:defRPr/>
            </a:lvl1pPr>
          </a:lstStyle>
          <a:p>
            <a:fld id="{A266712B-AAD8-B24F-B38A-9A614F828418}" type="slidenum">
              <a:rPr lang="zh-CN" altLang="en-US"/>
              <a:pPr/>
              <a:t>‹#›</a:t>
            </a:fld>
            <a:endParaRPr lang="zh-CN" altLang="en-US"/>
          </a:p>
        </p:txBody>
      </p:sp>
    </p:spTree>
    <p:extLst>
      <p:ext uri="{BB962C8B-B14F-4D97-AF65-F5344CB8AC3E}">
        <p14:creationId xmlns:p14="http://schemas.microsoft.com/office/powerpoint/2010/main" val="122796498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941B19E6-BC1F-5947-B0CD-280DD8975372}"/>
              </a:ext>
            </a:extLst>
          </p:cNvPr>
          <p:cNvSpPr>
            <a:spLocks noGrp="1" noChangeArrowheads="1"/>
          </p:cNvSpPr>
          <p:nvPr>
            <p:ph type="dt" sz="half" idx="10"/>
          </p:nvPr>
        </p:nvSpPr>
        <p:spPr>
          <a:ln/>
        </p:spPr>
        <p:txBody>
          <a:bodyPr/>
          <a:lstStyle>
            <a:lvl1pPr>
              <a:defRPr/>
            </a:lvl1pPr>
          </a:lstStyle>
          <a:p>
            <a:pPr>
              <a:defRPr/>
            </a:pPr>
            <a:fld id="{8F991044-5780-8047-AB32-8442925684C4}" type="datetime1">
              <a:rPr lang="en-US" altLang="zh-CN" smtClean="0"/>
              <a:t>4/21/26</a:t>
            </a:fld>
            <a:endParaRPr lang="zh-CN" altLang="en-US"/>
          </a:p>
        </p:txBody>
      </p:sp>
      <p:sp>
        <p:nvSpPr>
          <p:cNvPr id="8" name="页脚占位符 4">
            <a:extLst>
              <a:ext uri="{FF2B5EF4-FFF2-40B4-BE49-F238E27FC236}">
                <a16:creationId xmlns:a16="http://schemas.microsoft.com/office/drawing/2014/main" id="{478AB694-65FB-6441-8CCB-8E255F5DC12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CDBAB34F-926A-DC41-AC70-22562A0D12B3}"/>
              </a:ext>
            </a:extLst>
          </p:cNvPr>
          <p:cNvSpPr>
            <a:spLocks noGrp="1" noChangeArrowheads="1"/>
          </p:cNvSpPr>
          <p:nvPr>
            <p:ph type="sldNum" sz="quarter" idx="12"/>
          </p:nvPr>
        </p:nvSpPr>
        <p:spPr>
          <a:ln/>
        </p:spPr>
        <p:txBody>
          <a:bodyPr/>
          <a:lstStyle>
            <a:lvl1pPr>
              <a:defRPr/>
            </a:lvl1pPr>
          </a:lstStyle>
          <a:p>
            <a:fld id="{4BB39C5C-B68D-FD4A-87DE-315398F1D801}" type="slidenum">
              <a:rPr lang="zh-CN" altLang="en-US"/>
              <a:pPr/>
              <a:t>‹#›</a:t>
            </a:fld>
            <a:endParaRPr lang="zh-CN" altLang="en-US"/>
          </a:p>
        </p:txBody>
      </p:sp>
    </p:spTree>
    <p:extLst>
      <p:ext uri="{BB962C8B-B14F-4D97-AF65-F5344CB8AC3E}">
        <p14:creationId xmlns:p14="http://schemas.microsoft.com/office/powerpoint/2010/main" val="53204461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BB2019CB-E21B-5A49-AEC6-E43CBB8813E7}"/>
              </a:ext>
            </a:extLst>
          </p:cNvPr>
          <p:cNvSpPr>
            <a:spLocks noGrp="1" noChangeArrowheads="1"/>
          </p:cNvSpPr>
          <p:nvPr>
            <p:ph type="dt" sz="half" idx="10"/>
          </p:nvPr>
        </p:nvSpPr>
        <p:spPr>
          <a:ln/>
        </p:spPr>
        <p:txBody>
          <a:bodyPr/>
          <a:lstStyle>
            <a:lvl1pPr>
              <a:defRPr/>
            </a:lvl1pPr>
          </a:lstStyle>
          <a:p>
            <a:pPr>
              <a:defRPr/>
            </a:pPr>
            <a:fld id="{30348DC1-FF2C-2449-BA4D-D48C86B125A1}" type="datetime1">
              <a:rPr lang="en-US" altLang="zh-CN" smtClean="0"/>
              <a:t>4/21/26</a:t>
            </a:fld>
            <a:endParaRPr lang="zh-CN" altLang="en-US"/>
          </a:p>
        </p:txBody>
      </p:sp>
      <p:sp>
        <p:nvSpPr>
          <p:cNvPr id="4" name="页脚占位符 4">
            <a:extLst>
              <a:ext uri="{FF2B5EF4-FFF2-40B4-BE49-F238E27FC236}">
                <a16:creationId xmlns:a16="http://schemas.microsoft.com/office/drawing/2014/main" id="{778D7013-B443-514B-98CD-5D37B17ED3C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CD6247F-DA5E-3F4F-92BE-07FA2A3A62DC}"/>
              </a:ext>
            </a:extLst>
          </p:cNvPr>
          <p:cNvSpPr>
            <a:spLocks noGrp="1" noChangeArrowheads="1"/>
          </p:cNvSpPr>
          <p:nvPr>
            <p:ph type="sldNum" sz="quarter" idx="12"/>
          </p:nvPr>
        </p:nvSpPr>
        <p:spPr>
          <a:ln/>
        </p:spPr>
        <p:txBody>
          <a:bodyPr/>
          <a:lstStyle>
            <a:lvl1pPr>
              <a:defRPr/>
            </a:lvl1pPr>
          </a:lstStyle>
          <a:p>
            <a:fld id="{A3284F26-4F21-7E4D-B67B-3A952E6573CD}" type="slidenum">
              <a:rPr lang="zh-CN" altLang="en-US"/>
              <a:pPr/>
              <a:t>‹#›</a:t>
            </a:fld>
            <a:endParaRPr lang="zh-CN" altLang="en-US"/>
          </a:p>
        </p:txBody>
      </p:sp>
    </p:spTree>
    <p:extLst>
      <p:ext uri="{BB962C8B-B14F-4D97-AF65-F5344CB8AC3E}">
        <p14:creationId xmlns:p14="http://schemas.microsoft.com/office/powerpoint/2010/main" val="325122272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F02C1BB-20CB-204C-B061-A336F3C8BAD6}"/>
              </a:ext>
            </a:extLst>
          </p:cNvPr>
          <p:cNvSpPr>
            <a:spLocks noGrp="1" noChangeArrowheads="1"/>
          </p:cNvSpPr>
          <p:nvPr>
            <p:ph type="dt" sz="half" idx="10"/>
          </p:nvPr>
        </p:nvSpPr>
        <p:spPr>
          <a:ln/>
        </p:spPr>
        <p:txBody>
          <a:bodyPr/>
          <a:lstStyle>
            <a:lvl1pPr>
              <a:defRPr/>
            </a:lvl1pPr>
          </a:lstStyle>
          <a:p>
            <a:pPr>
              <a:defRPr/>
            </a:pPr>
            <a:fld id="{9856A7A4-13E5-DA4B-A893-D8EB1C5F9A1E}" type="datetime1">
              <a:rPr lang="en-US" altLang="zh-CN" smtClean="0"/>
              <a:t>4/21/26</a:t>
            </a:fld>
            <a:endParaRPr lang="zh-CN" altLang="en-US"/>
          </a:p>
        </p:txBody>
      </p:sp>
      <p:sp>
        <p:nvSpPr>
          <p:cNvPr id="3" name="页脚占位符 4">
            <a:extLst>
              <a:ext uri="{FF2B5EF4-FFF2-40B4-BE49-F238E27FC236}">
                <a16:creationId xmlns:a16="http://schemas.microsoft.com/office/drawing/2014/main" id="{B1DD9F11-0717-174A-9785-F6C79315355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23B33EA9-A8C4-F44E-8CDC-AD13EE8129DF}"/>
              </a:ext>
            </a:extLst>
          </p:cNvPr>
          <p:cNvSpPr>
            <a:spLocks noGrp="1" noChangeArrowheads="1"/>
          </p:cNvSpPr>
          <p:nvPr>
            <p:ph type="sldNum" sz="quarter" idx="12"/>
          </p:nvPr>
        </p:nvSpPr>
        <p:spPr>
          <a:ln/>
        </p:spPr>
        <p:txBody>
          <a:bodyPr/>
          <a:lstStyle>
            <a:lvl1pPr>
              <a:defRPr/>
            </a:lvl1pPr>
          </a:lstStyle>
          <a:p>
            <a:fld id="{91748A91-654E-E642-A6FD-C60B1E82567A}" type="slidenum">
              <a:rPr lang="zh-CN" altLang="en-US"/>
              <a:pPr/>
              <a:t>‹#›</a:t>
            </a:fld>
            <a:endParaRPr lang="zh-CN" altLang="en-US"/>
          </a:p>
        </p:txBody>
      </p:sp>
    </p:spTree>
    <p:extLst>
      <p:ext uri="{BB962C8B-B14F-4D97-AF65-F5344CB8AC3E}">
        <p14:creationId xmlns:p14="http://schemas.microsoft.com/office/powerpoint/2010/main" val="72837831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06916E5-88AC-C64F-8EA2-F743E21E6B23}"/>
              </a:ext>
            </a:extLst>
          </p:cNvPr>
          <p:cNvSpPr>
            <a:spLocks noGrp="1" noChangeArrowheads="1"/>
          </p:cNvSpPr>
          <p:nvPr>
            <p:ph type="dt" sz="half" idx="10"/>
          </p:nvPr>
        </p:nvSpPr>
        <p:spPr>
          <a:ln/>
        </p:spPr>
        <p:txBody>
          <a:bodyPr/>
          <a:lstStyle>
            <a:lvl1pPr>
              <a:defRPr/>
            </a:lvl1pPr>
          </a:lstStyle>
          <a:p>
            <a:pPr>
              <a:defRPr/>
            </a:pPr>
            <a:fld id="{B0B43A93-3955-AD4E-8F44-42394EC3C4D5}" type="datetime1">
              <a:rPr lang="en-US" altLang="zh-CN" smtClean="0"/>
              <a:t>4/21/26</a:t>
            </a:fld>
            <a:endParaRPr lang="zh-CN" altLang="en-US"/>
          </a:p>
        </p:txBody>
      </p:sp>
      <p:sp>
        <p:nvSpPr>
          <p:cNvPr id="6" name="页脚占位符 4">
            <a:extLst>
              <a:ext uri="{FF2B5EF4-FFF2-40B4-BE49-F238E27FC236}">
                <a16:creationId xmlns:a16="http://schemas.microsoft.com/office/drawing/2014/main" id="{FA854175-4F67-7946-8C01-5FDEC345D60D}"/>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000AD62-FEB5-E348-976F-F612083914EF}"/>
              </a:ext>
            </a:extLst>
          </p:cNvPr>
          <p:cNvSpPr>
            <a:spLocks noGrp="1" noChangeArrowheads="1"/>
          </p:cNvSpPr>
          <p:nvPr>
            <p:ph type="sldNum" sz="quarter" idx="12"/>
          </p:nvPr>
        </p:nvSpPr>
        <p:spPr>
          <a:ln/>
        </p:spPr>
        <p:txBody>
          <a:bodyPr/>
          <a:lstStyle>
            <a:lvl1pPr>
              <a:defRPr/>
            </a:lvl1pPr>
          </a:lstStyle>
          <a:p>
            <a:fld id="{8FF09E2A-99F4-4F4F-973F-65227356958A}" type="slidenum">
              <a:rPr lang="zh-CN" altLang="en-US"/>
              <a:pPr/>
              <a:t>‹#›</a:t>
            </a:fld>
            <a:endParaRPr lang="zh-CN" altLang="en-US"/>
          </a:p>
        </p:txBody>
      </p:sp>
    </p:spTree>
    <p:extLst>
      <p:ext uri="{BB962C8B-B14F-4D97-AF65-F5344CB8AC3E}">
        <p14:creationId xmlns:p14="http://schemas.microsoft.com/office/powerpoint/2010/main" val="244038016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17ADB10-D499-0048-9A11-49F9C14D4EAF}"/>
              </a:ext>
            </a:extLst>
          </p:cNvPr>
          <p:cNvSpPr>
            <a:spLocks noGrp="1" noChangeArrowheads="1"/>
          </p:cNvSpPr>
          <p:nvPr>
            <p:ph type="dt" sz="half" idx="10"/>
          </p:nvPr>
        </p:nvSpPr>
        <p:spPr>
          <a:ln/>
        </p:spPr>
        <p:txBody>
          <a:bodyPr/>
          <a:lstStyle>
            <a:lvl1pPr>
              <a:defRPr/>
            </a:lvl1pPr>
          </a:lstStyle>
          <a:p>
            <a:pPr>
              <a:defRPr/>
            </a:pPr>
            <a:fld id="{BD4CF4D0-C78D-1746-8BBC-FD3FF766128F}" type="datetime1">
              <a:rPr lang="en-US" altLang="zh-CN" smtClean="0"/>
              <a:t>4/21/26</a:t>
            </a:fld>
            <a:endParaRPr lang="zh-CN" altLang="en-US"/>
          </a:p>
        </p:txBody>
      </p:sp>
      <p:sp>
        <p:nvSpPr>
          <p:cNvPr id="6" name="页脚占位符 4">
            <a:extLst>
              <a:ext uri="{FF2B5EF4-FFF2-40B4-BE49-F238E27FC236}">
                <a16:creationId xmlns:a16="http://schemas.microsoft.com/office/drawing/2014/main" id="{BC361501-2F4E-774F-ACCB-F34AA22E1F6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08A8DE0-A504-7249-AAC7-BF341F449EBD}"/>
              </a:ext>
            </a:extLst>
          </p:cNvPr>
          <p:cNvSpPr>
            <a:spLocks noGrp="1" noChangeArrowheads="1"/>
          </p:cNvSpPr>
          <p:nvPr>
            <p:ph type="sldNum" sz="quarter" idx="12"/>
          </p:nvPr>
        </p:nvSpPr>
        <p:spPr>
          <a:ln/>
        </p:spPr>
        <p:txBody>
          <a:bodyPr/>
          <a:lstStyle>
            <a:lvl1pPr>
              <a:defRPr/>
            </a:lvl1pPr>
          </a:lstStyle>
          <a:p>
            <a:fld id="{E7949832-7897-A448-AC2E-A168D8A7C167}" type="slidenum">
              <a:rPr lang="zh-CN" altLang="en-US"/>
              <a:pPr/>
              <a:t>‹#›</a:t>
            </a:fld>
            <a:endParaRPr lang="zh-CN" altLang="en-US"/>
          </a:p>
        </p:txBody>
      </p:sp>
    </p:spTree>
    <p:extLst>
      <p:ext uri="{BB962C8B-B14F-4D97-AF65-F5344CB8AC3E}">
        <p14:creationId xmlns:p14="http://schemas.microsoft.com/office/powerpoint/2010/main" val="174214793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726E5EC-872B-1A4A-B16C-716F2511D1CC}"/>
              </a:ext>
            </a:extLst>
          </p:cNvPr>
          <p:cNvSpPr>
            <a:spLocks noGrp="1" noChangeArrowheads="1"/>
          </p:cNvSpPr>
          <p:nvPr>
            <p:ph type="dt" sz="half" idx="10"/>
          </p:nvPr>
        </p:nvSpPr>
        <p:spPr>
          <a:ln/>
        </p:spPr>
        <p:txBody>
          <a:bodyPr/>
          <a:lstStyle>
            <a:lvl1pPr>
              <a:defRPr/>
            </a:lvl1pPr>
          </a:lstStyle>
          <a:p>
            <a:pPr>
              <a:defRPr/>
            </a:pPr>
            <a:fld id="{7F5555E0-EF7B-094B-A080-0B99E63AAFB0}" type="datetime1">
              <a:rPr lang="en-US" altLang="zh-CN" smtClean="0"/>
              <a:t>4/21/26</a:t>
            </a:fld>
            <a:endParaRPr lang="zh-CN" altLang="en-US"/>
          </a:p>
        </p:txBody>
      </p:sp>
      <p:sp>
        <p:nvSpPr>
          <p:cNvPr id="5" name="页脚占位符 4">
            <a:extLst>
              <a:ext uri="{FF2B5EF4-FFF2-40B4-BE49-F238E27FC236}">
                <a16:creationId xmlns:a16="http://schemas.microsoft.com/office/drawing/2014/main" id="{693B583E-514D-5A46-814D-1DA65BCBA39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75F6E61-A7F7-A142-AF06-5882022F957E}"/>
              </a:ext>
            </a:extLst>
          </p:cNvPr>
          <p:cNvSpPr>
            <a:spLocks noGrp="1" noChangeArrowheads="1"/>
          </p:cNvSpPr>
          <p:nvPr>
            <p:ph type="sldNum" sz="quarter" idx="12"/>
          </p:nvPr>
        </p:nvSpPr>
        <p:spPr>
          <a:ln/>
        </p:spPr>
        <p:txBody>
          <a:bodyPr/>
          <a:lstStyle>
            <a:lvl1pPr>
              <a:defRPr/>
            </a:lvl1pPr>
          </a:lstStyle>
          <a:p>
            <a:fld id="{06CB85B9-2ECF-E74B-A413-C50AE856B2DC}" type="slidenum">
              <a:rPr lang="zh-CN" altLang="en-US"/>
              <a:pPr/>
              <a:t>‹#›</a:t>
            </a:fld>
            <a:endParaRPr lang="zh-CN" altLang="en-US"/>
          </a:p>
        </p:txBody>
      </p:sp>
    </p:spTree>
    <p:extLst>
      <p:ext uri="{BB962C8B-B14F-4D97-AF65-F5344CB8AC3E}">
        <p14:creationId xmlns:p14="http://schemas.microsoft.com/office/powerpoint/2010/main" val="114719313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BC445DE-A7D2-444C-A767-6BF9B468D482}"/>
              </a:ext>
            </a:extLst>
          </p:cNvPr>
          <p:cNvSpPr>
            <a:spLocks noGrp="1" noChangeArrowheads="1"/>
          </p:cNvSpPr>
          <p:nvPr>
            <p:ph type="dt" sz="half" idx="10"/>
          </p:nvPr>
        </p:nvSpPr>
        <p:spPr>
          <a:ln/>
        </p:spPr>
        <p:txBody>
          <a:bodyPr/>
          <a:lstStyle>
            <a:lvl1pPr>
              <a:defRPr/>
            </a:lvl1pPr>
          </a:lstStyle>
          <a:p>
            <a:pPr>
              <a:defRPr/>
            </a:pPr>
            <a:fld id="{862D9A4D-29DD-4C48-A829-E7013E7AF0E5}" type="datetime1">
              <a:rPr lang="en-US" altLang="zh-CN" smtClean="0"/>
              <a:t>4/21/26</a:t>
            </a:fld>
            <a:endParaRPr lang="zh-CN" altLang="en-US"/>
          </a:p>
        </p:txBody>
      </p:sp>
      <p:sp>
        <p:nvSpPr>
          <p:cNvPr id="5" name="页脚占位符 4">
            <a:extLst>
              <a:ext uri="{FF2B5EF4-FFF2-40B4-BE49-F238E27FC236}">
                <a16:creationId xmlns:a16="http://schemas.microsoft.com/office/drawing/2014/main" id="{2DE837A1-E71D-9840-8EF3-8C7BB1477C7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328214-2835-CB43-AC9B-5DCABF7D9852}"/>
              </a:ext>
            </a:extLst>
          </p:cNvPr>
          <p:cNvSpPr>
            <a:spLocks noGrp="1" noChangeArrowheads="1"/>
          </p:cNvSpPr>
          <p:nvPr>
            <p:ph type="sldNum" sz="quarter" idx="12"/>
          </p:nvPr>
        </p:nvSpPr>
        <p:spPr>
          <a:ln/>
        </p:spPr>
        <p:txBody>
          <a:bodyPr/>
          <a:lstStyle>
            <a:lvl1pPr>
              <a:defRPr/>
            </a:lvl1pPr>
          </a:lstStyle>
          <a:p>
            <a:fld id="{B6A0ED7A-4F4A-F94F-8DEF-B5098261059C}" type="slidenum">
              <a:rPr lang="zh-CN" altLang="en-US"/>
              <a:pPr/>
              <a:t>‹#›</a:t>
            </a:fld>
            <a:endParaRPr lang="zh-CN" altLang="en-US"/>
          </a:p>
        </p:txBody>
      </p:sp>
    </p:spTree>
    <p:extLst>
      <p:ext uri="{BB962C8B-B14F-4D97-AF65-F5344CB8AC3E}">
        <p14:creationId xmlns:p14="http://schemas.microsoft.com/office/powerpoint/2010/main" val="134835906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EB987CDA-69D9-FA43-A5DB-C7DE73ED68F7}"/>
              </a:ext>
            </a:extLst>
          </p:cNvPr>
          <p:cNvSpPr>
            <a:spLocks noGrp="1" noChangeArrowheads="1"/>
          </p:cNvSpPr>
          <p:nvPr>
            <p:ph type="dt" sz="half" idx="10"/>
          </p:nvPr>
        </p:nvSpPr>
        <p:spPr>
          <a:ln/>
        </p:spPr>
        <p:txBody>
          <a:bodyPr/>
          <a:lstStyle>
            <a:lvl1pPr>
              <a:defRPr/>
            </a:lvl1pPr>
          </a:lstStyle>
          <a:p>
            <a:pPr>
              <a:defRPr/>
            </a:pPr>
            <a:fld id="{64D0BEFC-BACC-CD43-B7EE-23578DFDC932}" type="datetime1">
              <a:rPr lang="en-US" altLang="zh-CN" smtClean="0"/>
              <a:t>4/21/26</a:t>
            </a:fld>
            <a:endParaRPr lang="zh-CN" altLang="en-US"/>
          </a:p>
        </p:txBody>
      </p:sp>
      <p:sp>
        <p:nvSpPr>
          <p:cNvPr id="5" name="页脚占位符 4">
            <a:extLst>
              <a:ext uri="{FF2B5EF4-FFF2-40B4-BE49-F238E27FC236}">
                <a16:creationId xmlns:a16="http://schemas.microsoft.com/office/drawing/2014/main" id="{97BC74C2-AEBA-8745-BC5F-5A2E051F15D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87FD01FA-1FAD-8242-A4C7-AE361A755953}"/>
              </a:ext>
            </a:extLst>
          </p:cNvPr>
          <p:cNvSpPr>
            <a:spLocks noGrp="1" noChangeArrowheads="1"/>
          </p:cNvSpPr>
          <p:nvPr>
            <p:ph type="sldNum" sz="quarter" idx="12"/>
          </p:nvPr>
        </p:nvSpPr>
        <p:spPr>
          <a:ln/>
        </p:spPr>
        <p:txBody>
          <a:bodyPr/>
          <a:lstStyle>
            <a:lvl1pPr>
              <a:defRPr/>
            </a:lvl1pPr>
          </a:lstStyle>
          <a:p>
            <a:fld id="{49B16118-DFA5-B143-AD5F-4388C0AA9B6B}" type="slidenum">
              <a:rPr lang="zh-CN" altLang="en-US"/>
              <a:pPr/>
              <a:t>‹#›</a:t>
            </a:fld>
            <a:endParaRPr lang="zh-CN" altLang="en-US"/>
          </a:p>
        </p:txBody>
      </p:sp>
    </p:spTree>
    <p:extLst>
      <p:ext uri="{BB962C8B-B14F-4D97-AF65-F5344CB8AC3E}">
        <p14:creationId xmlns:p14="http://schemas.microsoft.com/office/powerpoint/2010/main" val="203312934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ECE1BF9-F848-7042-B836-6DECA9BF42F7}"/>
              </a:ext>
            </a:extLst>
          </p:cNvPr>
          <p:cNvSpPr>
            <a:spLocks noGrp="1" noChangeArrowheads="1"/>
          </p:cNvSpPr>
          <p:nvPr>
            <p:ph type="dt" sz="half" idx="10"/>
          </p:nvPr>
        </p:nvSpPr>
        <p:spPr>
          <a:ln/>
        </p:spPr>
        <p:txBody>
          <a:bodyPr/>
          <a:lstStyle>
            <a:lvl1pPr>
              <a:defRPr/>
            </a:lvl1pPr>
          </a:lstStyle>
          <a:p>
            <a:pPr>
              <a:defRPr/>
            </a:pPr>
            <a:fld id="{447743F6-92A9-F94D-8068-C4D750DA3174}" type="datetime1">
              <a:rPr lang="en-US" altLang="zh-CN" smtClean="0"/>
              <a:t>4/21/26</a:t>
            </a:fld>
            <a:endParaRPr lang="zh-CN" altLang="en-US"/>
          </a:p>
        </p:txBody>
      </p:sp>
      <p:sp>
        <p:nvSpPr>
          <p:cNvPr id="5" name="页脚占位符 4">
            <a:extLst>
              <a:ext uri="{FF2B5EF4-FFF2-40B4-BE49-F238E27FC236}">
                <a16:creationId xmlns:a16="http://schemas.microsoft.com/office/drawing/2014/main" id="{17838C3E-22E3-C442-93B7-A643F550AE5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1C91ACA-7C6F-C948-B465-FA696480564B}"/>
              </a:ext>
            </a:extLst>
          </p:cNvPr>
          <p:cNvSpPr>
            <a:spLocks noGrp="1" noChangeArrowheads="1"/>
          </p:cNvSpPr>
          <p:nvPr>
            <p:ph type="sldNum" sz="quarter" idx="12"/>
          </p:nvPr>
        </p:nvSpPr>
        <p:spPr>
          <a:ln/>
        </p:spPr>
        <p:txBody>
          <a:bodyPr/>
          <a:lstStyle>
            <a:lvl1pPr>
              <a:defRPr/>
            </a:lvl1pPr>
          </a:lstStyle>
          <a:p>
            <a:fld id="{ADEC248D-9754-4D4D-8D2E-B6C1D84BD2CE}" type="slidenum">
              <a:rPr lang="zh-CN" altLang="en-US"/>
              <a:pPr/>
              <a:t>‹#›</a:t>
            </a:fld>
            <a:endParaRPr lang="zh-CN" altLang="en-US"/>
          </a:p>
        </p:txBody>
      </p:sp>
    </p:spTree>
    <p:extLst>
      <p:ext uri="{BB962C8B-B14F-4D97-AF65-F5344CB8AC3E}">
        <p14:creationId xmlns:p14="http://schemas.microsoft.com/office/powerpoint/2010/main" val="142386400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E1985B-72C3-314B-A996-83C4D924FCF2}"/>
              </a:ext>
            </a:extLst>
          </p:cNvPr>
          <p:cNvSpPr>
            <a:spLocks noGrp="1" noChangeArrowheads="1"/>
          </p:cNvSpPr>
          <p:nvPr>
            <p:ph type="dt" sz="half" idx="10"/>
          </p:nvPr>
        </p:nvSpPr>
        <p:spPr>
          <a:ln/>
        </p:spPr>
        <p:txBody>
          <a:bodyPr/>
          <a:lstStyle>
            <a:lvl1pPr>
              <a:defRPr/>
            </a:lvl1pPr>
          </a:lstStyle>
          <a:p>
            <a:pPr>
              <a:defRPr/>
            </a:pPr>
            <a:fld id="{B7492A9F-EC36-1645-9619-88421F82AF85}" type="datetime1">
              <a:rPr lang="en-US" altLang="zh-CN" smtClean="0"/>
              <a:t>4/21/26</a:t>
            </a:fld>
            <a:endParaRPr lang="zh-CN" altLang="en-US"/>
          </a:p>
        </p:txBody>
      </p:sp>
      <p:sp>
        <p:nvSpPr>
          <p:cNvPr id="5" name="页脚占位符 4">
            <a:extLst>
              <a:ext uri="{FF2B5EF4-FFF2-40B4-BE49-F238E27FC236}">
                <a16:creationId xmlns:a16="http://schemas.microsoft.com/office/drawing/2014/main" id="{17C180E8-8221-F444-B330-816DC5CD80BC}"/>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DA39966-C2F0-734F-B864-95DCD918FB8B}"/>
              </a:ext>
            </a:extLst>
          </p:cNvPr>
          <p:cNvSpPr>
            <a:spLocks noGrp="1" noChangeArrowheads="1"/>
          </p:cNvSpPr>
          <p:nvPr>
            <p:ph type="sldNum" sz="quarter" idx="12"/>
          </p:nvPr>
        </p:nvSpPr>
        <p:spPr>
          <a:ln/>
        </p:spPr>
        <p:txBody>
          <a:bodyPr/>
          <a:lstStyle>
            <a:lvl1pPr>
              <a:defRPr/>
            </a:lvl1pPr>
          </a:lstStyle>
          <a:p>
            <a:fld id="{1C70E08A-2701-E04C-B159-47940852741B}" type="slidenum">
              <a:rPr lang="zh-CN" altLang="en-US"/>
              <a:pPr/>
              <a:t>‹#›</a:t>
            </a:fld>
            <a:endParaRPr lang="zh-CN" altLang="en-US"/>
          </a:p>
        </p:txBody>
      </p:sp>
    </p:spTree>
    <p:extLst>
      <p:ext uri="{BB962C8B-B14F-4D97-AF65-F5344CB8AC3E}">
        <p14:creationId xmlns:p14="http://schemas.microsoft.com/office/powerpoint/2010/main" val="87644052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E1D3AFE2-3D20-ED43-838F-35A5CAE4EC36}"/>
              </a:ext>
            </a:extLst>
          </p:cNvPr>
          <p:cNvSpPr>
            <a:spLocks noGrp="1" noChangeArrowheads="1"/>
          </p:cNvSpPr>
          <p:nvPr>
            <p:ph type="dt" sz="half" idx="10"/>
          </p:nvPr>
        </p:nvSpPr>
        <p:spPr>
          <a:ln/>
        </p:spPr>
        <p:txBody>
          <a:bodyPr/>
          <a:lstStyle>
            <a:lvl1pPr>
              <a:defRPr/>
            </a:lvl1pPr>
          </a:lstStyle>
          <a:p>
            <a:pPr>
              <a:defRPr/>
            </a:pPr>
            <a:fld id="{A82FA575-31E6-9D45-8BDA-72DFAA24510D}" type="datetime1">
              <a:rPr lang="en-US" altLang="zh-CN" smtClean="0"/>
              <a:t>4/21/26</a:t>
            </a:fld>
            <a:endParaRPr lang="zh-CN" altLang="en-US"/>
          </a:p>
        </p:txBody>
      </p:sp>
      <p:sp>
        <p:nvSpPr>
          <p:cNvPr id="6" name="页脚占位符 4">
            <a:extLst>
              <a:ext uri="{FF2B5EF4-FFF2-40B4-BE49-F238E27FC236}">
                <a16:creationId xmlns:a16="http://schemas.microsoft.com/office/drawing/2014/main" id="{BFBF344A-ADAB-B345-934D-E6BF7CBF2F0B}"/>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38AC03F2-1B3A-2F4F-9894-0B9234DB54AC}"/>
              </a:ext>
            </a:extLst>
          </p:cNvPr>
          <p:cNvSpPr>
            <a:spLocks noGrp="1" noChangeArrowheads="1"/>
          </p:cNvSpPr>
          <p:nvPr>
            <p:ph type="sldNum" sz="quarter" idx="12"/>
          </p:nvPr>
        </p:nvSpPr>
        <p:spPr>
          <a:ln/>
        </p:spPr>
        <p:txBody>
          <a:bodyPr/>
          <a:lstStyle>
            <a:lvl1pPr>
              <a:defRPr/>
            </a:lvl1pPr>
          </a:lstStyle>
          <a:p>
            <a:fld id="{5FEFF8B6-6F94-894A-8922-B2FC0650379E}" type="slidenum">
              <a:rPr lang="zh-CN" altLang="en-US"/>
              <a:pPr/>
              <a:t>‹#›</a:t>
            </a:fld>
            <a:endParaRPr lang="zh-CN" altLang="en-US"/>
          </a:p>
        </p:txBody>
      </p:sp>
    </p:spTree>
    <p:extLst>
      <p:ext uri="{BB962C8B-B14F-4D97-AF65-F5344CB8AC3E}">
        <p14:creationId xmlns:p14="http://schemas.microsoft.com/office/powerpoint/2010/main" val="268161673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B629BC42-E80F-F74B-8D05-7F7EA1463D83}"/>
              </a:ext>
            </a:extLst>
          </p:cNvPr>
          <p:cNvSpPr>
            <a:spLocks noGrp="1" noChangeArrowheads="1"/>
          </p:cNvSpPr>
          <p:nvPr>
            <p:ph type="dt" sz="half" idx="10"/>
          </p:nvPr>
        </p:nvSpPr>
        <p:spPr>
          <a:ln/>
        </p:spPr>
        <p:txBody>
          <a:bodyPr/>
          <a:lstStyle>
            <a:lvl1pPr>
              <a:defRPr/>
            </a:lvl1pPr>
          </a:lstStyle>
          <a:p>
            <a:pPr>
              <a:defRPr/>
            </a:pPr>
            <a:fld id="{07389617-B08B-6D40-938F-A7C8D6B51345}" type="datetime1">
              <a:rPr lang="en-US" altLang="zh-CN" smtClean="0"/>
              <a:t>4/21/26</a:t>
            </a:fld>
            <a:endParaRPr lang="zh-CN" altLang="en-US"/>
          </a:p>
        </p:txBody>
      </p:sp>
      <p:sp>
        <p:nvSpPr>
          <p:cNvPr id="8" name="页脚占位符 4">
            <a:extLst>
              <a:ext uri="{FF2B5EF4-FFF2-40B4-BE49-F238E27FC236}">
                <a16:creationId xmlns:a16="http://schemas.microsoft.com/office/drawing/2014/main" id="{FD9CC50D-4BA5-0345-B904-294FF6C15E6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A26EDC1F-213F-A84E-B977-855511835DC9}"/>
              </a:ext>
            </a:extLst>
          </p:cNvPr>
          <p:cNvSpPr>
            <a:spLocks noGrp="1" noChangeArrowheads="1"/>
          </p:cNvSpPr>
          <p:nvPr>
            <p:ph type="sldNum" sz="quarter" idx="12"/>
          </p:nvPr>
        </p:nvSpPr>
        <p:spPr>
          <a:ln/>
        </p:spPr>
        <p:txBody>
          <a:bodyPr/>
          <a:lstStyle>
            <a:lvl1pPr>
              <a:defRPr/>
            </a:lvl1pPr>
          </a:lstStyle>
          <a:p>
            <a:fld id="{A9887F62-FA4A-E74E-9B4E-3EC9F1D28173}" type="slidenum">
              <a:rPr lang="zh-CN" altLang="en-US"/>
              <a:pPr/>
              <a:t>‹#›</a:t>
            </a:fld>
            <a:endParaRPr lang="zh-CN" altLang="en-US"/>
          </a:p>
        </p:txBody>
      </p:sp>
    </p:spTree>
    <p:extLst>
      <p:ext uri="{BB962C8B-B14F-4D97-AF65-F5344CB8AC3E}">
        <p14:creationId xmlns:p14="http://schemas.microsoft.com/office/powerpoint/2010/main" val="30454699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BB77580E-2D61-344A-B297-86472B071436}"/>
              </a:ext>
            </a:extLst>
          </p:cNvPr>
          <p:cNvSpPr>
            <a:spLocks noGrp="1" noChangeArrowheads="1"/>
          </p:cNvSpPr>
          <p:nvPr>
            <p:ph type="dt" sz="half" idx="10"/>
          </p:nvPr>
        </p:nvSpPr>
        <p:spPr>
          <a:ln/>
        </p:spPr>
        <p:txBody>
          <a:bodyPr/>
          <a:lstStyle>
            <a:lvl1pPr>
              <a:defRPr/>
            </a:lvl1pPr>
          </a:lstStyle>
          <a:p>
            <a:pPr>
              <a:defRPr/>
            </a:pPr>
            <a:fld id="{278EFDEA-B256-7C41-A12C-AC14B532FD22}" type="datetime1">
              <a:rPr lang="en-US" altLang="zh-CN" smtClean="0"/>
              <a:t>4/21/26</a:t>
            </a:fld>
            <a:endParaRPr lang="zh-CN" altLang="en-US"/>
          </a:p>
        </p:txBody>
      </p:sp>
      <p:sp>
        <p:nvSpPr>
          <p:cNvPr id="4" name="页脚占位符 4">
            <a:extLst>
              <a:ext uri="{FF2B5EF4-FFF2-40B4-BE49-F238E27FC236}">
                <a16:creationId xmlns:a16="http://schemas.microsoft.com/office/drawing/2014/main" id="{4BC2F982-888E-E045-AE71-DDF93A89385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0CA8FC03-6F84-F94B-AE8A-AE1A42513FEC}"/>
              </a:ext>
            </a:extLst>
          </p:cNvPr>
          <p:cNvSpPr>
            <a:spLocks noGrp="1" noChangeArrowheads="1"/>
          </p:cNvSpPr>
          <p:nvPr>
            <p:ph type="sldNum" sz="quarter" idx="12"/>
          </p:nvPr>
        </p:nvSpPr>
        <p:spPr>
          <a:ln/>
        </p:spPr>
        <p:txBody>
          <a:bodyPr/>
          <a:lstStyle>
            <a:lvl1pPr>
              <a:defRPr/>
            </a:lvl1pPr>
          </a:lstStyle>
          <a:p>
            <a:fld id="{3F2CCB82-3FBE-134B-B2C6-D7AECAB1881A}" type="slidenum">
              <a:rPr lang="zh-CN" altLang="en-US"/>
              <a:pPr/>
              <a:t>‹#›</a:t>
            </a:fld>
            <a:endParaRPr lang="zh-CN" altLang="en-US"/>
          </a:p>
        </p:txBody>
      </p:sp>
    </p:spTree>
    <p:extLst>
      <p:ext uri="{BB962C8B-B14F-4D97-AF65-F5344CB8AC3E}">
        <p14:creationId xmlns:p14="http://schemas.microsoft.com/office/powerpoint/2010/main" val="223586459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2EAD9BC4-96A1-0C45-BB04-F4CED1BCBD14}"/>
              </a:ext>
            </a:extLst>
          </p:cNvPr>
          <p:cNvSpPr>
            <a:spLocks noGrp="1" noChangeArrowheads="1"/>
          </p:cNvSpPr>
          <p:nvPr>
            <p:ph type="dt" sz="half" idx="10"/>
          </p:nvPr>
        </p:nvSpPr>
        <p:spPr>
          <a:ln/>
        </p:spPr>
        <p:txBody>
          <a:bodyPr/>
          <a:lstStyle>
            <a:lvl1pPr>
              <a:defRPr/>
            </a:lvl1pPr>
          </a:lstStyle>
          <a:p>
            <a:pPr>
              <a:defRPr/>
            </a:pPr>
            <a:fld id="{0D099908-E06C-774D-8F42-F0406DD7C18E}" type="datetime1">
              <a:rPr lang="en-US" altLang="zh-CN" smtClean="0"/>
              <a:t>4/21/26</a:t>
            </a:fld>
            <a:endParaRPr lang="zh-CN" altLang="en-US"/>
          </a:p>
        </p:txBody>
      </p:sp>
      <p:sp>
        <p:nvSpPr>
          <p:cNvPr id="3" name="页脚占位符 4">
            <a:extLst>
              <a:ext uri="{FF2B5EF4-FFF2-40B4-BE49-F238E27FC236}">
                <a16:creationId xmlns:a16="http://schemas.microsoft.com/office/drawing/2014/main" id="{C5C48603-1DD7-8F45-BEBD-C70F7D55497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3316D5D4-C5C0-4345-BC86-1ECE10814910}"/>
              </a:ext>
            </a:extLst>
          </p:cNvPr>
          <p:cNvSpPr>
            <a:spLocks noGrp="1" noChangeArrowheads="1"/>
          </p:cNvSpPr>
          <p:nvPr>
            <p:ph type="sldNum" sz="quarter" idx="12"/>
          </p:nvPr>
        </p:nvSpPr>
        <p:spPr>
          <a:ln/>
        </p:spPr>
        <p:txBody>
          <a:bodyPr/>
          <a:lstStyle>
            <a:lvl1pPr>
              <a:defRPr/>
            </a:lvl1pPr>
          </a:lstStyle>
          <a:p>
            <a:fld id="{162CF3DC-31C8-F54A-8301-39B099F030C3}" type="slidenum">
              <a:rPr lang="zh-CN" altLang="en-US"/>
              <a:pPr/>
              <a:t>‹#›</a:t>
            </a:fld>
            <a:endParaRPr lang="zh-CN" altLang="en-US"/>
          </a:p>
        </p:txBody>
      </p:sp>
    </p:spTree>
    <p:extLst>
      <p:ext uri="{BB962C8B-B14F-4D97-AF65-F5344CB8AC3E}">
        <p14:creationId xmlns:p14="http://schemas.microsoft.com/office/powerpoint/2010/main" val="382718229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647A5126-6601-1645-8B82-0CDF42DCF0A5}"/>
              </a:ext>
            </a:extLst>
          </p:cNvPr>
          <p:cNvSpPr>
            <a:spLocks noGrp="1" noChangeArrowheads="1"/>
          </p:cNvSpPr>
          <p:nvPr>
            <p:ph type="dt" sz="half" idx="10"/>
          </p:nvPr>
        </p:nvSpPr>
        <p:spPr>
          <a:ln/>
        </p:spPr>
        <p:txBody>
          <a:bodyPr/>
          <a:lstStyle>
            <a:lvl1pPr>
              <a:defRPr/>
            </a:lvl1pPr>
          </a:lstStyle>
          <a:p>
            <a:pPr>
              <a:defRPr/>
            </a:pPr>
            <a:fld id="{FE830608-1959-A74A-A772-185542E666D7}" type="datetime1">
              <a:rPr lang="en-US" altLang="zh-CN" smtClean="0"/>
              <a:t>4/21/26</a:t>
            </a:fld>
            <a:endParaRPr lang="zh-CN" altLang="en-US"/>
          </a:p>
        </p:txBody>
      </p:sp>
      <p:sp>
        <p:nvSpPr>
          <p:cNvPr id="6" name="页脚占位符 4">
            <a:extLst>
              <a:ext uri="{FF2B5EF4-FFF2-40B4-BE49-F238E27FC236}">
                <a16:creationId xmlns:a16="http://schemas.microsoft.com/office/drawing/2014/main" id="{CD9D7DAD-0A27-0643-BECC-E7D53A9AE883}"/>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B35A4186-5ABD-0A45-8666-399B393977AC}"/>
              </a:ext>
            </a:extLst>
          </p:cNvPr>
          <p:cNvSpPr>
            <a:spLocks noGrp="1" noChangeArrowheads="1"/>
          </p:cNvSpPr>
          <p:nvPr>
            <p:ph type="sldNum" sz="quarter" idx="12"/>
          </p:nvPr>
        </p:nvSpPr>
        <p:spPr>
          <a:ln/>
        </p:spPr>
        <p:txBody>
          <a:bodyPr/>
          <a:lstStyle>
            <a:lvl1pPr>
              <a:defRPr/>
            </a:lvl1pPr>
          </a:lstStyle>
          <a:p>
            <a:fld id="{01097C93-B2AB-9049-BC76-DC00BAA73BAA}" type="slidenum">
              <a:rPr lang="zh-CN" altLang="en-US"/>
              <a:pPr/>
              <a:t>‹#›</a:t>
            </a:fld>
            <a:endParaRPr lang="zh-CN" altLang="en-US"/>
          </a:p>
        </p:txBody>
      </p:sp>
    </p:spTree>
    <p:extLst>
      <p:ext uri="{BB962C8B-B14F-4D97-AF65-F5344CB8AC3E}">
        <p14:creationId xmlns:p14="http://schemas.microsoft.com/office/powerpoint/2010/main" val="233365054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D1A6CED-910A-BB40-BB0C-09A2BBA37F6B}"/>
              </a:ext>
            </a:extLst>
          </p:cNvPr>
          <p:cNvSpPr>
            <a:spLocks noGrp="1" noChangeArrowheads="1"/>
          </p:cNvSpPr>
          <p:nvPr>
            <p:ph type="dt" sz="half" idx="10"/>
          </p:nvPr>
        </p:nvSpPr>
        <p:spPr>
          <a:ln/>
        </p:spPr>
        <p:txBody>
          <a:bodyPr/>
          <a:lstStyle>
            <a:lvl1pPr>
              <a:defRPr/>
            </a:lvl1pPr>
          </a:lstStyle>
          <a:p>
            <a:pPr>
              <a:defRPr/>
            </a:pPr>
            <a:fld id="{8BF83EAE-26E6-EB45-8CC6-3BBE08CC429B}" type="datetime1">
              <a:rPr lang="en-US" altLang="zh-CN" smtClean="0"/>
              <a:t>4/21/26</a:t>
            </a:fld>
            <a:endParaRPr lang="zh-CN" altLang="en-US"/>
          </a:p>
        </p:txBody>
      </p:sp>
      <p:sp>
        <p:nvSpPr>
          <p:cNvPr id="6" name="页脚占位符 4">
            <a:extLst>
              <a:ext uri="{FF2B5EF4-FFF2-40B4-BE49-F238E27FC236}">
                <a16:creationId xmlns:a16="http://schemas.microsoft.com/office/drawing/2014/main" id="{997BE68B-2181-344C-A3AC-9F6C4617CCAE}"/>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075721D5-A1FA-2949-A2C3-EB085E663243}"/>
              </a:ext>
            </a:extLst>
          </p:cNvPr>
          <p:cNvSpPr>
            <a:spLocks noGrp="1" noChangeArrowheads="1"/>
          </p:cNvSpPr>
          <p:nvPr>
            <p:ph type="sldNum" sz="quarter" idx="12"/>
          </p:nvPr>
        </p:nvSpPr>
        <p:spPr>
          <a:ln/>
        </p:spPr>
        <p:txBody>
          <a:bodyPr/>
          <a:lstStyle>
            <a:lvl1pPr>
              <a:defRPr/>
            </a:lvl1pPr>
          </a:lstStyle>
          <a:p>
            <a:fld id="{83CF1818-3177-E041-A4DD-00DE8C5F9B0A}" type="slidenum">
              <a:rPr lang="zh-CN" altLang="en-US"/>
              <a:pPr/>
              <a:t>‹#›</a:t>
            </a:fld>
            <a:endParaRPr lang="zh-CN" altLang="en-US"/>
          </a:p>
        </p:txBody>
      </p:sp>
    </p:spTree>
    <p:extLst>
      <p:ext uri="{BB962C8B-B14F-4D97-AF65-F5344CB8AC3E}">
        <p14:creationId xmlns:p14="http://schemas.microsoft.com/office/powerpoint/2010/main" val="123077100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762844C-324F-E140-97F6-C340D8983B76}"/>
              </a:ext>
            </a:extLst>
          </p:cNvPr>
          <p:cNvSpPr>
            <a:spLocks noGrp="1" noChangeArrowheads="1"/>
          </p:cNvSpPr>
          <p:nvPr>
            <p:ph type="dt" sz="half" idx="10"/>
          </p:nvPr>
        </p:nvSpPr>
        <p:spPr>
          <a:ln/>
        </p:spPr>
        <p:txBody>
          <a:bodyPr/>
          <a:lstStyle>
            <a:lvl1pPr>
              <a:defRPr/>
            </a:lvl1pPr>
          </a:lstStyle>
          <a:p>
            <a:pPr>
              <a:defRPr/>
            </a:pPr>
            <a:fld id="{A370FF0E-D202-144F-8F82-6CE186AAD015}" type="datetime1">
              <a:rPr lang="en-US" altLang="zh-CN" smtClean="0"/>
              <a:t>4/21/26</a:t>
            </a:fld>
            <a:endParaRPr lang="zh-CN" altLang="en-US"/>
          </a:p>
        </p:txBody>
      </p:sp>
      <p:sp>
        <p:nvSpPr>
          <p:cNvPr id="5" name="页脚占位符 4">
            <a:extLst>
              <a:ext uri="{FF2B5EF4-FFF2-40B4-BE49-F238E27FC236}">
                <a16:creationId xmlns:a16="http://schemas.microsoft.com/office/drawing/2014/main" id="{1CD7E75D-0630-5942-AA79-692CDE43E85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6CEA118-6D07-4340-9DAF-6E4BEC7A6961}"/>
              </a:ext>
            </a:extLst>
          </p:cNvPr>
          <p:cNvSpPr>
            <a:spLocks noGrp="1" noChangeArrowheads="1"/>
          </p:cNvSpPr>
          <p:nvPr>
            <p:ph type="sldNum" sz="quarter" idx="12"/>
          </p:nvPr>
        </p:nvSpPr>
        <p:spPr>
          <a:ln/>
        </p:spPr>
        <p:txBody>
          <a:bodyPr/>
          <a:lstStyle>
            <a:lvl1pPr>
              <a:defRPr/>
            </a:lvl1pPr>
          </a:lstStyle>
          <a:p>
            <a:fld id="{CBAA6F08-1033-4F42-9D11-F008C7474706}" type="slidenum">
              <a:rPr lang="zh-CN" altLang="en-US"/>
              <a:pPr/>
              <a:t>‹#›</a:t>
            </a:fld>
            <a:endParaRPr lang="zh-CN" altLang="en-US"/>
          </a:p>
        </p:txBody>
      </p:sp>
    </p:spTree>
    <p:extLst>
      <p:ext uri="{BB962C8B-B14F-4D97-AF65-F5344CB8AC3E}">
        <p14:creationId xmlns:p14="http://schemas.microsoft.com/office/powerpoint/2010/main" val="225623796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22B852C-24DC-DA4E-BD1E-DB92BD1F9CB8}"/>
              </a:ext>
            </a:extLst>
          </p:cNvPr>
          <p:cNvSpPr>
            <a:spLocks noGrp="1" noChangeArrowheads="1"/>
          </p:cNvSpPr>
          <p:nvPr>
            <p:ph type="dt" sz="half" idx="10"/>
          </p:nvPr>
        </p:nvSpPr>
        <p:spPr>
          <a:ln/>
        </p:spPr>
        <p:txBody>
          <a:bodyPr/>
          <a:lstStyle>
            <a:lvl1pPr>
              <a:defRPr/>
            </a:lvl1pPr>
          </a:lstStyle>
          <a:p>
            <a:pPr>
              <a:defRPr/>
            </a:pPr>
            <a:fld id="{E2AF48C0-B409-294F-807D-1CA7945CEB66}" type="datetime1">
              <a:rPr lang="en-US" altLang="zh-CN" smtClean="0"/>
              <a:t>4/21/26</a:t>
            </a:fld>
            <a:endParaRPr lang="zh-CN" altLang="en-US"/>
          </a:p>
        </p:txBody>
      </p:sp>
      <p:sp>
        <p:nvSpPr>
          <p:cNvPr id="5" name="页脚占位符 4">
            <a:extLst>
              <a:ext uri="{FF2B5EF4-FFF2-40B4-BE49-F238E27FC236}">
                <a16:creationId xmlns:a16="http://schemas.microsoft.com/office/drawing/2014/main" id="{47DEAAF2-F105-0C4A-84EB-1E1041A3F14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091DBDF-6756-814B-BCFD-E58A8C899518}"/>
              </a:ext>
            </a:extLst>
          </p:cNvPr>
          <p:cNvSpPr>
            <a:spLocks noGrp="1" noChangeArrowheads="1"/>
          </p:cNvSpPr>
          <p:nvPr>
            <p:ph type="sldNum" sz="quarter" idx="12"/>
          </p:nvPr>
        </p:nvSpPr>
        <p:spPr>
          <a:ln/>
        </p:spPr>
        <p:txBody>
          <a:bodyPr/>
          <a:lstStyle>
            <a:lvl1pPr>
              <a:defRPr/>
            </a:lvl1pPr>
          </a:lstStyle>
          <a:p>
            <a:fld id="{065CA4CA-0384-9346-B2DC-484D1E9885EB}" type="slidenum">
              <a:rPr lang="zh-CN" altLang="en-US"/>
              <a:pPr/>
              <a:t>‹#›</a:t>
            </a:fld>
            <a:endParaRPr lang="zh-CN" altLang="en-US"/>
          </a:p>
        </p:txBody>
      </p:sp>
    </p:spTree>
    <p:extLst>
      <p:ext uri="{BB962C8B-B14F-4D97-AF65-F5344CB8AC3E}">
        <p14:creationId xmlns:p14="http://schemas.microsoft.com/office/powerpoint/2010/main" val="600219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8.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theme" Target="../theme/theme10.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9.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theme" Target="../theme/theme11.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0.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theme" Target="../theme/theme12.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A81F82B4-32FE-7A42-8B13-64E89813584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1027" name="文本占位符 2">
            <a:extLst>
              <a:ext uri="{FF2B5EF4-FFF2-40B4-BE49-F238E27FC236}">
                <a16:creationId xmlns:a16="http://schemas.microsoft.com/office/drawing/2014/main" id="{E60A429E-0FE6-D24E-B102-CD1D1CB25A35}"/>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1028" name="日期占位符 3">
            <a:extLst>
              <a:ext uri="{FF2B5EF4-FFF2-40B4-BE49-F238E27FC236}">
                <a16:creationId xmlns:a16="http://schemas.microsoft.com/office/drawing/2014/main" id="{9CFE4460-83AD-774E-B35F-9DF085920E26}"/>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1200">
                <a:solidFill>
                  <a:srgbClr val="898989"/>
                </a:solidFill>
              </a:defRPr>
            </a:lvl1pPr>
          </a:lstStyle>
          <a:p>
            <a:pPr>
              <a:defRPr/>
            </a:pPr>
            <a:fld id="{E2D45FE0-737B-324C-8FF3-137AB996407F}" type="datetime1">
              <a:rPr lang="en-US" altLang="zh-CN" smtClean="0"/>
              <a:t>4/21/26</a:t>
            </a:fld>
            <a:endParaRPr lang="zh-CN" altLang="en-US"/>
          </a:p>
        </p:txBody>
      </p:sp>
      <p:sp>
        <p:nvSpPr>
          <p:cNvPr id="1029" name="页脚占位符 4">
            <a:extLst>
              <a:ext uri="{FF2B5EF4-FFF2-40B4-BE49-F238E27FC236}">
                <a16:creationId xmlns:a16="http://schemas.microsoft.com/office/drawing/2014/main" id="{0F079360-214E-4146-9734-138127D5A3D0}"/>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1200">
                <a:solidFill>
                  <a:srgbClr val="898989"/>
                </a:solidFill>
              </a:defRPr>
            </a:lvl1pPr>
          </a:lstStyle>
          <a:p>
            <a:pPr>
              <a:defRPr/>
            </a:pPr>
            <a:endParaRPr lang="zh-CN" altLang="en-US"/>
          </a:p>
        </p:txBody>
      </p:sp>
      <p:sp>
        <p:nvSpPr>
          <p:cNvPr id="1030" name="灯片编号占位符 5">
            <a:extLst>
              <a:ext uri="{FF2B5EF4-FFF2-40B4-BE49-F238E27FC236}">
                <a16:creationId xmlns:a16="http://schemas.microsoft.com/office/drawing/2014/main" id="{D1436D63-9E75-9C44-8739-CC5375CC87B2}"/>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buFont typeface="Arial" panose="020B0604020202020204" pitchFamily="34" charset="0"/>
              <a:buNone/>
              <a:defRPr sz="1200">
                <a:solidFill>
                  <a:srgbClr val="898989"/>
                </a:solidFill>
              </a:defRPr>
            </a:lvl1pPr>
          </a:lstStyle>
          <a:p>
            <a:fld id="{E97BFAA1-03A2-D24B-BD4D-A2FFB711F83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4016" r:id="rId8"/>
    <p:sldLayoutId id="2147483880" r:id="rId9"/>
    <p:sldLayoutId id="2147483881" r:id="rId10"/>
    <p:sldLayoutId id="2147483882" r:id="rId11"/>
    <p:sldLayoutId id="2147483883" r:id="rId12"/>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0FF2E636-9146-704C-A66E-7CAF9BD8D121}"/>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2051" name="文本占位符 2">
            <a:extLst>
              <a:ext uri="{FF2B5EF4-FFF2-40B4-BE49-F238E27FC236}">
                <a16:creationId xmlns:a16="http://schemas.microsoft.com/office/drawing/2014/main" id="{0AA42C9A-D3FD-A74B-8B4F-2E88E4DB669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3076" name="日期占位符 3">
            <a:extLst>
              <a:ext uri="{FF2B5EF4-FFF2-40B4-BE49-F238E27FC236}">
                <a16:creationId xmlns:a16="http://schemas.microsoft.com/office/drawing/2014/main" id="{57A23A45-E957-094D-8C70-12FEE8597058}"/>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1" hangingPunct="1">
              <a:buFont typeface="Arial" pitchFamily="34" charset="0"/>
              <a:buNone/>
              <a:defRPr sz="1200">
                <a:solidFill>
                  <a:srgbClr val="898989"/>
                </a:solidFill>
              </a:defRPr>
            </a:lvl1pPr>
          </a:lstStyle>
          <a:p>
            <a:pPr>
              <a:defRPr/>
            </a:pPr>
            <a:fld id="{7CF408F2-7209-D848-89C9-BD0FAF9BBB0C}" type="datetime1">
              <a:rPr lang="en-US" altLang="zh-CN" smtClean="0"/>
              <a:t>4/21/26</a:t>
            </a:fld>
            <a:endParaRPr lang="zh-CN" altLang="en-US"/>
          </a:p>
        </p:txBody>
      </p:sp>
      <p:sp>
        <p:nvSpPr>
          <p:cNvPr id="3077" name="页脚占位符 4">
            <a:extLst>
              <a:ext uri="{FF2B5EF4-FFF2-40B4-BE49-F238E27FC236}">
                <a16:creationId xmlns:a16="http://schemas.microsoft.com/office/drawing/2014/main" id="{40873384-8D92-C642-85B4-BA8EEF0CDAC9}"/>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buFont typeface="Arial" pitchFamily="34" charset="0"/>
              <a:buNone/>
              <a:defRPr sz="1200">
                <a:solidFill>
                  <a:srgbClr val="898989"/>
                </a:solidFill>
              </a:defRPr>
            </a:lvl1pPr>
          </a:lstStyle>
          <a:p>
            <a:pPr>
              <a:defRPr/>
            </a:pPr>
            <a:endParaRPr lang="zh-CN" altLang="en-US"/>
          </a:p>
        </p:txBody>
      </p:sp>
      <p:sp>
        <p:nvSpPr>
          <p:cNvPr id="3078" name="灯片编号占位符 5">
            <a:extLst>
              <a:ext uri="{FF2B5EF4-FFF2-40B4-BE49-F238E27FC236}">
                <a16:creationId xmlns:a16="http://schemas.microsoft.com/office/drawing/2014/main" id="{62D143B7-51DE-2548-BB4D-644A054514BC}"/>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buFont typeface="Arial" panose="020B0604020202020204" pitchFamily="34" charset="0"/>
              <a:buNone/>
              <a:defRPr sz="1200">
                <a:solidFill>
                  <a:srgbClr val="898989"/>
                </a:solidFill>
              </a:defRPr>
            </a:lvl1pPr>
          </a:lstStyle>
          <a:p>
            <a:fld id="{33BDDD14-5B14-2A49-ABFE-03DC3EE3D173}"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标题占位符 1">
            <a:extLst>
              <a:ext uri="{FF2B5EF4-FFF2-40B4-BE49-F238E27FC236}">
                <a16:creationId xmlns:a16="http://schemas.microsoft.com/office/drawing/2014/main" id="{56E96C67-97B7-9543-AF17-97973D166442}"/>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3075" name="文本占位符 2">
            <a:extLst>
              <a:ext uri="{FF2B5EF4-FFF2-40B4-BE49-F238E27FC236}">
                <a16:creationId xmlns:a16="http://schemas.microsoft.com/office/drawing/2014/main" id="{51D514AF-B11D-BF45-878A-5070BE341A8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4100" name="日期占位符 3">
            <a:extLst>
              <a:ext uri="{FF2B5EF4-FFF2-40B4-BE49-F238E27FC236}">
                <a16:creationId xmlns:a16="http://schemas.microsoft.com/office/drawing/2014/main" id="{59257AEB-64D3-A743-A8D1-A31B5975F773}"/>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093B16AA-7C52-3E49-B4C7-ECF71AEFF9BC}" type="datetime1">
              <a:rPr lang="en-US" altLang="zh-CN" smtClean="0"/>
              <a:t>4/21/26</a:t>
            </a:fld>
            <a:endParaRPr lang="zh-CN" altLang="en-US"/>
          </a:p>
        </p:txBody>
      </p:sp>
      <p:sp>
        <p:nvSpPr>
          <p:cNvPr id="4101" name="页脚占位符 4">
            <a:extLst>
              <a:ext uri="{FF2B5EF4-FFF2-40B4-BE49-F238E27FC236}">
                <a16:creationId xmlns:a16="http://schemas.microsoft.com/office/drawing/2014/main" id="{6607F4E1-91C3-3145-AC01-6AB69FAF24E8}"/>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4102" name="灯片编号占位符 5">
            <a:extLst>
              <a:ext uri="{FF2B5EF4-FFF2-40B4-BE49-F238E27FC236}">
                <a16:creationId xmlns:a16="http://schemas.microsoft.com/office/drawing/2014/main" id="{3EA6EE20-3FF3-004D-BBB9-5147101D0C09}"/>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BCFDFE53-963A-D64F-B99A-D26DE7179254}"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标题占位符 1">
            <a:extLst>
              <a:ext uri="{FF2B5EF4-FFF2-40B4-BE49-F238E27FC236}">
                <a16:creationId xmlns:a16="http://schemas.microsoft.com/office/drawing/2014/main" id="{CE38719D-11AC-EC49-B0D3-ECCA085AF48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5123" name="文本占位符 2">
            <a:extLst>
              <a:ext uri="{FF2B5EF4-FFF2-40B4-BE49-F238E27FC236}">
                <a16:creationId xmlns:a16="http://schemas.microsoft.com/office/drawing/2014/main" id="{8432B496-E2EA-EA47-8FE7-AED9D0CEB1A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6148" name="日期占位符 3">
            <a:extLst>
              <a:ext uri="{FF2B5EF4-FFF2-40B4-BE49-F238E27FC236}">
                <a16:creationId xmlns:a16="http://schemas.microsoft.com/office/drawing/2014/main" id="{7A9DA11A-0761-CB47-8D00-326C67B081D1}"/>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1F0E1953-4845-B042-B2D6-86766336F052}" type="datetime1">
              <a:rPr lang="en-US" altLang="zh-CN" smtClean="0"/>
              <a:t>4/21/26</a:t>
            </a:fld>
            <a:endParaRPr lang="zh-CN" altLang="en-US"/>
          </a:p>
        </p:txBody>
      </p:sp>
      <p:sp>
        <p:nvSpPr>
          <p:cNvPr id="6149" name="页脚占位符 4">
            <a:extLst>
              <a:ext uri="{FF2B5EF4-FFF2-40B4-BE49-F238E27FC236}">
                <a16:creationId xmlns:a16="http://schemas.microsoft.com/office/drawing/2014/main" id="{703ADFD2-24C8-DC4D-B3E5-19B45151DD2E}"/>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6150" name="灯片编号占位符 5">
            <a:extLst>
              <a:ext uri="{FF2B5EF4-FFF2-40B4-BE49-F238E27FC236}">
                <a16:creationId xmlns:a16="http://schemas.microsoft.com/office/drawing/2014/main" id="{EACF2188-441A-E44F-A729-E7AD398E7C49}"/>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4407FB97-D7C6-594F-B593-B3AF08C3F7D7}"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146" name="标题占位符 1">
            <a:extLst>
              <a:ext uri="{FF2B5EF4-FFF2-40B4-BE49-F238E27FC236}">
                <a16:creationId xmlns:a16="http://schemas.microsoft.com/office/drawing/2014/main" id="{767CF42A-6C9E-964C-9327-7A4976EE4170}"/>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6147" name="文本占位符 2">
            <a:extLst>
              <a:ext uri="{FF2B5EF4-FFF2-40B4-BE49-F238E27FC236}">
                <a16:creationId xmlns:a16="http://schemas.microsoft.com/office/drawing/2014/main" id="{E6DE13C5-68F2-B94F-BD23-2D0B9BBC187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7172" name="日期占位符 4">
            <a:extLst>
              <a:ext uri="{FF2B5EF4-FFF2-40B4-BE49-F238E27FC236}">
                <a16:creationId xmlns:a16="http://schemas.microsoft.com/office/drawing/2014/main" id="{91E34804-2F59-B548-A9E1-91B46AD509A8}"/>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9F499B53-E852-2D43-B7D1-9932AC801380}" type="datetime1">
              <a:rPr lang="en-US" altLang="zh-CN" smtClean="0"/>
              <a:t>4/21/26</a:t>
            </a:fld>
            <a:endParaRPr lang="zh-CN" altLang="en-US"/>
          </a:p>
        </p:txBody>
      </p:sp>
      <p:sp>
        <p:nvSpPr>
          <p:cNvPr id="7173" name="页脚占位符 5">
            <a:extLst>
              <a:ext uri="{FF2B5EF4-FFF2-40B4-BE49-F238E27FC236}">
                <a16:creationId xmlns:a16="http://schemas.microsoft.com/office/drawing/2014/main" id="{D2963AAB-D426-8B48-8EF5-02431D3BE670}"/>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7174" name="灯片编号占位符 6">
            <a:extLst>
              <a:ext uri="{FF2B5EF4-FFF2-40B4-BE49-F238E27FC236}">
                <a16:creationId xmlns:a16="http://schemas.microsoft.com/office/drawing/2014/main" id="{6F61ABD9-B287-F440-A2E8-901C620FDFC9}"/>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C5370B83-9545-0042-A9E1-887C7D84EFCB}"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170" name="标题占位符 1">
            <a:extLst>
              <a:ext uri="{FF2B5EF4-FFF2-40B4-BE49-F238E27FC236}">
                <a16:creationId xmlns:a16="http://schemas.microsoft.com/office/drawing/2014/main" id="{3625AB36-8A07-4D46-9592-C73E552AC4AA}"/>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7171" name="文本占位符 2">
            <a:extLst>
              <a:ext uri="{FF2B5EF4-FFF2-40B4-BE49-F238E27FC236}">
                <a16:creationId xmlns:a16="http://schemas.microsoft.com/office/drawing/2014/main" id="{6B85347D-179B-8E4F-B5DF-9683DEF11064}"/>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8196" name="日期占位符 6">
            <a:extLst>
              <a:ext uri="{FF2B5EF4-FFF2-40B4-BE49-F238E27FC236}">
                <a16:creationId xmlns:a16="http://schemas.microsoft.com/office/drawing/2014/main" id="{D7920216-B6E9-1F48-A8EF-C6CE3D019223}"/>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FB107616-535D-4443-B971-3B518F2AA2E2}" type="datetime1">
              <a:rPr lang="en-US" altLang="zh-CN" smtClean="0"/>
              <a:t>4/21/26</a:t>
            </a:fld>
            <a:endParaRPr lang="zh-CN" altLang="en-US"/>
          </a:p>
        </p:txBody>
      </p:sp>
      <p:sp>
        <p:nvSpPr>
          <p:cNvPr id="8197" name="页脚占位符 7">
            <a:extLst>
              <a:ext uri="{FF2B5EF4-FFF2-40B4-BE49-F238E27FC236}">
                <a16:creationId xmlns:a16="http://schemas.microsoft.com/office/drawing/2014/main" id="{617BEA07-8560-BC42-902E-ACED75BEC44B}"/>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8198" name="灯片编号占位符 8">
            <a:extLst>
              <a:ext uri="{FF2B5EF4-FFF2-40B4-BE49-F238E27FC236}">
                <a16:creationId xmlns:a16="http://schemas.microsoft.com/office/drawing/2014/main" id="{2E07B519-7366-2840-99B2-5638CE0EB235}"/>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9452B6A4-F6E8-D24B-9050-6C01209B8610}"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标题占位符 1">
            <a:extLst>
              <a:ext uri="{FF2B5EF4-FFF2-40B4-BE49-F238E27FC236}">
                <a16:creationId xmlns:a16="http://schemas.microsoft.com/office/drawing/2014/main" id="{2F3A17D9-45A1-8141-81FF-76CE969BEE9D}"/>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8195" name="文本占位符 2">
            <a:extLst>
              <a:ext uri="{FF2B5EF4-FFF2-40B4-BE49-F238E27FC236}">
                <a16:creationId xmlns:a16="http://schemas.microsoft.com/office/drawing/2014/main" id="{F5594C88-E756-674F-B105-AB8837B08237}"/>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9220" name="日期占位符 2">
            <a:extLst>
              <a:ext uri="{FF2B5EF4-FFF2-40B4-BE49-F238E27FC236}">
                <a16:creationId xmlns:a16="http://schemas.microsoft.com/office/drawing/2014/main" id="{733BFC10-4B60-6A4B-A6DD-5B6D8AEAD5F3}"/>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41A40110-1D86-CF4E-89A4-DB1FEC5CFEEA}" type="datetime1">
              <a:rPr lang="en-US" altLang="zh-CN" smtClean="0"/>
              <a:t>4/21/26</a:t>
            </a:fld>
            <a:endParaRPr lang="zh-CN" altLang="en-US"/>
          </a:p>
        </p:txBody>
      </p:sp>
      <p:sp>
        <p:nvSpPr>
          <p:cNvPr id="9221" name="页脚占位符 3">
            <a:extLst>
              <a:ext uri="{FF2B5EF4-FFF2-40B4-BE49-F238E27FC236}">
                <a16:creationId xmlns:a16="http://schemas.microsoft.com/office/drawing/2014/main" id="{12251798-D779-8C45-87F2-50538C097556}"/>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9222" name="灯片编号占位符 4">
            <a:extLst>
              <a:ext uri="{FF2B5EF4-FFF2-40B4-BE49-F238E27FC236}">
                <a16:creationId xmlns:a16="http://schemas.microsoft.com/office/drawing/2014/main" id="{8921A3C7-26FF-7744-B028-86AA9973CBB8}"/>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92964ED6-EC10-E646-989C-22767AEF586F}"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 id="2147483959" r:id="rId10"/>
    <p:sldLayoutId id="2147483960"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标题占位符 1">
            <a:extLst>
              <a:ext uri="{FF2B5EF4-FFF2-40B4-BE49-F238E27FC236}">
                <a16:creationId xmlns:a16="http://schemas.microsoft.com/office/drawing/2014/main" id="{4A990B60-AE12-F149-B747-7ED9131A1203}"/>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9219" name="文本占位符 2">
            <a:extLst>
              <a:ext uri="{FF2B5EF4-FFF2-40B4-BE49-F238E27FC236}">
                <a16:creationId xmlns:a16="http://schemas.microsoft.com/office/drawing/2014/main" id="{F20BAE9F-B748-EF43-8BC6-D053EE0EF981}"/>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10244" name="日期占位符 1">
            <a:extLst>
              <a:ext uri="{FF2B5EF4-FFF2-40B4-BE49-F238E27FC236}">
                <a16:creationId xmlns:a16="http://schemas.microsoft.com/office/drawing/2014/main" id="{66629BD3-EB65-C042-B1FB-86D73BEAFBE8}"/>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BB7D7B2D-A94C-C849-95D1-18ED73DB0B85}" type="datetime1">
              <a:rPr lang="en-US" altLang="zh-CN" smtClean="0"/>
              <a:t>4/21/26</a:t>
            </a:fld>
            <a:endParaRPr lang="zh-CN" altLang="en-US"/>
          </a:p>
        </p:txBody>
      </p:sp>
      <p:sp>
        <p:nvSpPr>
          <p:cNvPr id="10245" name="页脚占位符 2">
            <a:extLst>
              <a:ext uri="{FF2B5EF4-FFF2-40B4-BE49-F238E27FC236}">
                <a16:creationId xmlns:a16="http://schemas.microsoft.com/office/drawing/2014/main" id="{C5DFDB93-A521-5D4B-A8CC-A90EB9D75524}"/>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10246" name="灯片编号占位符 3">
            <a:extLst>
              <a:ext uri="{FF2B5EF4-FFF2-40B4-BE49-F238E27FC236}">
                <a16:creationId xmlns:a16="http://schemas.microsoft.com/office/drawing/2014/main" id="{24C77451-F8F8-E441-AB68-8EE3E82DF3E2}"/>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63AE9966-4E86-A34F-A62B-B3051D5D6BD2}"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42" name="标题占位符 1">
            <a:extLst>
              <a:ext uri="{FF2B5EF4-FFF2-40B4-BE49-F238E27FC236}">
                <a16:creationId xmlns:a16="http://schemas.microsoft.com/office/drawing/2014/main" id="{934F9200-D6A0-084E-9028-FE6464BBA2AD}"/>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10243" name="文本占位符 2">
            <a:extLst>
              <a:ext uri="{FF2B5EF4-FFF2-40B4-BE49-F238E27FC236}">
                <a16:creationId xmlns:a16="http://schemas.microsoft.com/office/drawing/2014/main" id="{1FBC6777-0FB2-BE4C-B35B-6AD776B04737}"/>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11268" name="日期占位符 4">
            <a:extLst>
              <a:ext uri="{FF2B5EF4-FFF2-40B4-BE49-F238E27FC236}">
                <a16:creationId xmlns:a16="http://schemas.microsoft.com/office/drawing/2014/main" id="{81100FCC-5B06-3646-8576-BF00546F6E44}"/>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8EB1C76E-04F8-1D43-AFC0-29B5A9686DD1}" type="datetime1">
              <a:rPr lang="en-US" altLang="zh-CN" smtClean="0"/>
              <a:t>4/21/26</a:t>
            </a:fld>
            <a:endParaRPr lang="zh-CN" altLang="en-US"/>
          </a:p>
        </p:txBody>
      </p:sp>
      <p:sp>
        <p:nvSpPr>
          <p:cNvPr id="11269" name="页脚占位符 5">
            <a:extLst>
              <a:ext uri="{FF2B5EF4-FFF2-40B4-BE49-F238E27FC236}">
                <a16:creationId xmlns:a16="http://schemas.microsoft.com/office/drawing/2014/main" id="{4D53BA25-5959-444D-80E3-4C02F55C30A3}"/>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11270" name="灯片编号占位符 6">
            <a:extLst>
              <a:ext uri="{FF2B5EF4-FFF2-40B4-BE49-F238E27FC236}">
                <a16:creationId xmlns:a16="http://schemas.microsoft.com/office/drawing/2014/main" id="{C847B0E1-9BD4-6C4B-A2C4-21DD7B409969}"/>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77E630D0-0E5E-F842-83F1-2819F116D6D5}"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266" name="标题占位符 1">
            <a:extLst>
              <a:ext uri="{FF2B5EF4-FFF2-40B4-BE49-F238E27FC236}">
                <a16:creationId xmlns:a16="http://schemas.microsoft.com/office/drawing/2014/main" id="{F9435D4F-5A56-9D4D-B34D-80D81AB72A32}"/>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11267" name="文本占位符 2">
            <a:extLst>
              <a:ext uri="{FF2B5EF4-FFF2-40B4-BE49-F238E27FC236}">
                <a16:creationId xmlns:a16="http://schemas.microsoft.com/office/drawing/2014/main" id="{C9EDBBBC-E153-B644-80BA-B8A4840F4893}"/>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12292" name="日期占位符 4">
            <a:extLst>
              <a:ext uri="{FF2B5EF4-FFF2-40B4-BE49-F238E27FC236}">
                <a16:creationId xmlns:a16="http://schemas.microsoft.com/office/drawing/2014/main" id="{8BCB2381-D650-8243-9021-5C930D79466F}"/>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15D6AAFF-4B67-AA4D-B1D4-25492C4BF8C5}" type="datetime1">
              <a:rPr lang="en-US" altLang="zh-CN" smtClean="0"/>
              <a:t>4/21/26</a:t>
            </a:fld>
            <a:endParaRPr lang="zh-CN" altLang="en-US"/>
          </a:p>
        </p:txBody>
      </p:sp>
      <p:sp>
        <p:nvSpPr>
          <p:cNvPr id="12293" name="页脚占位符 5">
            <a:extLst>
              <a:ext uri="{FF2B5EF4-FFF2-40B4-BE49-F238E27FC236}">
                <a16:creationId xmlns:a16="http://schemas.microsoft.com/office/drawing/2014/main" id="{F2080B5A-3271-524A-B786-E2B9BDC777B3}"/>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12294" name="灯片编号占位符 6">
            <a:extLst>
              <a:ext uri="{FF2B5EF4-FFF2-40B4-BE49-F238E27FC236}">
                <a16:creationId xmlns:a16="http://schemas.microsoft.com/office/drawing/2014/main" id="{F8A72A9C-4E6A-9646-AA88-3E1935E5C7FF}"/>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24B14E7C-9C28-7542-97A2-845AAFADDAD9}"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290" name="标题占位符 1">
            <a:extLst>
              <a:ext uri="{FF2B5EF4-FFF2-40B4-BE49-F238E27FC236}">
                <a16:creationId xmlns:a16="http://schemas.microsoft.com/office/drawing/2014/main" id="{CDE59A38-F304-9943-A1E5-57C8F6E1061E}"/>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12291" name="文本占位符 2">
            <a:extLst>
              <a:ext uri="{FF2B5EF4-FFF2-40B4-BE49-F238E27FC236}">
                <a16:creationId xmlns:a16="http://schemas.microsoft.com/office/drawing/2014/main" id="{C353A8B4-C073-1C4A-9F01-F5CBB0ECC6B8}"/>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13316" name="日期占位符 3">
            <a:extLst>
              <a:ext uri="{FF2B5EF4-FFF2-40B4-BE49-F238E27FC236}">
                <a16:creationId xmlns:a16="http://schemas.microsoft.com/office/drawing/2014/main" id="{15A95132-2838-4B4C-997B-51374887EC3D}"/>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8061F2FC-2D4E-3848-AE0F-BC3FCDD1F8BC}" type="datetime1">
              <a:rPr lang="en-US" altLang="zh-CN" smtClean="0"/>
              <a:t>4/21/26</a:t>
            </a:fld>
            <a:endParaRPr lang="zh-CN" altLang="en-US"/>
          </a:p>
        </p:txBody>
      </p:sp>
      <p:sp>
        <p:nvSpPr>
          <p:cNvPr id="13317" name="页脚占位符 4">
            <a:extLst>
              <a:ext uri="{FF2B5EF4-FFF2-40B4-BE49-F238E27FC236}">
                <a16:creationId xmlns:a16="http://schemas.microsoft.com/office/drawing/2014/main" id="{3235B2C4-99D0-C243-9D45-A464327A2A8B}"/>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13318" name="灯片编号占位符 5">
            <a:extLst>
              <a:ext uri="{FF2B5EF4-FFF2-40B4-BE49-F238E27FC236}">
                <a16:creationId xmlns:a16="http://schemas.microsoft.com/office/drawing/2014/main" id="{4732A8E2-C4EA-0649-A004-0D91EAD4E53C}"/>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C67B9270-FB19-504F-9CBB-063EA9D0221F}"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 id="2147483997" r:id="rId4"/>
    <p:sldLayoutId id="2147483998" r:id="rId5"/>
    <p:sldLayoutId id="2147483999" r:id="rId6"/>
    <p:sldLayoutId id="2147484000" r:id="rId7"/>
    <p:sldLayoutId id="2147484001" r:id="rId8"/>
    <p:sldLayoutId id="2147484002" r:id="rId9"/>
    <p:sldLayoutId id="2147484003" r:id="rId10"/>
    <p:sldLayoutId id="2147484004"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3314" name="标题占位符 1">
            <a:extLst>
              <a:ext uri="{FF2B5EF4-FFF2-40B4-BE49-F238E27FC236}">
                <a16:creationId xmlns:a16="http://schemas.microsoft.com/office/drawing/2014/main" id="{1541D005-63C6-ED4C-BF5F-4417DCE40E8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CN"/>
              <a:t>单击此处编辑母版标题样式</a:t>
            </a:r>
          </a:p>
        </p:txBody>
      </p:sp>
      <p:sp>
        <p:nvSpPr>
          <p:cNvPr id="13315" name="文本占位符 2">
            <a:extLst>
              <a:ext uri="{FF2B5EF4-FFF2-40B4-BE49-F238E27FC236}">
                <a16:creationId xmlns:a16="http://schemas.microsoft.com/office/drawing/2014/main" id="{0677813F-82C6-AE4E-A997-81D8359E49E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CN"/>
              <a:t>单击此处编辑母版文本样式</a:t>
            </a:r>
          </a:p>
          <a:p>
            <a:pPr lvl="1"/>
            <a:r>
              <a:rPr lang="zh-CN" altLang="en-CN"/>
              <a:t>第二级</a:t>
            </a:r>
          </a:p>
          <a:p>
            <a:pPr lvl="2"/>
            <a:r>
              <a:rPr lang="zh-CN" altLang="en-CN"/>
              <a:t>第三级</a:t>
            </a:r>
          </a:p>
          <a:p>
            <a:pPr lvl="3"/>
            <a:r>
              <a:rPr lang="zh-CN" altLang="en-CN"/>
              <a:t>第四级</a:t>
            </a:r>
          </a:p>
          <a:p>
            <a:pPr lvl="4"/>
            <a:r>
              <a:rPr lang="zh-CN" altLang="en-CN"/>
              <a:t>第五级</a:t>
            </a:r>
          </a:p>
        </p:txBody>
      </p:sp>
      <p:sp>
        <p:nvSpPr>
          <p:cNvPr id="14340" name="日期占位符 3">
            <a:extLst>
              <a:ext uri="{FF2B5EF4-FFF2-40B4-BE49-F238E27FC236}">
                <a16:creationId xmlns:a16="http://schemas.microsoft.com/office/drawing/2014/main" id="{BA5E79D1-9796-024B-B7C4-9D18A429E5C0}"/>
              </a:ext>
            </a:extLst>
          </p:cNvPr>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buFont typeface="Arial" pitchFamily="34" charset="0"/>
              <a:buNone/>
              <a:defRPr sz="1200">
                <a:solidFill>
                  <a:srgbClr val="898989"/>
                </a:solidFill>
              </a:defRPr>
            </a:lvl1pPr>
          </a:lstStyle>
          <a:p>
            <a:pPr>
              <a:defRPr/>
            </a:pPr>
            <a:fld id="{51464651-B749-524F-8463-6AEFDB8520F5}" type="datetime1">
              <a:rPr lang="en-US" altLang="zh-CN" smtClean="0"/>
              <a:t>4/21/26</a:t>
            </a:fld>
            <a:endParaRPr lang="zh-CN" altLang="en-US"/>
          </a:p>
        </p:txBody>
      </p:sp>
      <p:sp>
        <p:nvSpPr>
          <p:cNvPr id="14341" name="页脚占位符 4">
            <a:extLst>
              <a:ext uri="{FF2B5EF4-FFF2-40B4-BE49-F238E27FC236}">
                <a16:creationId xmlns:a16="http://schemas.microsoft.com/office/drawing/2014/main" id="{0A06EE6B-FA72-6F4D-B91D-0764D0830E6A}"/>
              </a:ext>
            </a:extLst>
          </p:cNvPr>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0" hangingPunct="0">
              <a:buFont typeface="Arial" pitchFamily="34" charset="0"/>
              <a:buNone/>
              <a:defRPr sz="1200">
                <a:solidFill>
                  <a:srgbClr val="898989"/>
                </a:solidFill>
              </a:defRPr>
            </a:lvl1pPr>
          </a:lstStyle>
          <a:p>
            <a:pPr>
              <a:defRPr/>
            </a:pPr>
            <a:endParaRPr lang="zh-CN" altLang="en-US"/>
          </a:p>
        </p:txBody>
      </p:sp>
      <p:sp>
        <p:nvSpPr>
          <p:cNvPr id="14342" name="灯片编号占位符 5">
            <a:extLst>
              <a:ext uri="{FF2B5EF4-FFF2-40B4-BE49-F238E27FC236}">
                <a16:creationId xmlns:a16="http://schemas.microsoft.com/office/drawing/2014/main" id="{3E21F4AC-99B4-0548-9B60-EE62E7F796CB}"/>
              </a:ext>
            </a:extLst>
          </p:cNvPr>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buFont typeface="Arial" panose="020B0604020202020204" pitchFamily="34" charset="0"/>
              <a:buNone/>
              <a:defRPr sz="1200">
                <a:solidFill>
                  <a:srgbClr val="898989"/>
                </a:solidFill>
              </a:defRPr>
            </a:lvl1pPr>
          </a:lstStyle>
          <a:p>
            <a:fld id="{B5592001-2674-AF40-BB1B-6DFCD4DA2D30}"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vl6pPr marL="25146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26.emf"/><Relationship Id="rId4" Type="http://schemas.openxmlformats.org/officeDocument/2006/relationships/image" Target="../media/image25.emf"/></Relationships>
</file>

<file path=ppt/slides/_rels/slide4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30.emf"/><Relationship Id="rId7" Type="http://schemas.openxmlformats.org/officeDocument/2006/relationships/image" Target="../media/image34.emf"/><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37.emf"/><Relationship Id="rId4" Type="http://schemas.openxmlformats.org/officeDocument/2006/relationships/image" Target="../media/image36.emf"/></Relationships>
</file>

<file path=ppt/slides/_rels/slide5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40.emf"/><Relationship Id="rId4" Type="http://schemas.openxmlformats.org/officeDocument/2006/relationships/image" Target="../media/image39.emf"/></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7.emf"/></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56.emf"/><Relationship Id="rId4" Type="http://schemas.openxmlformats.org/officeDocument/2006/relationships/image" Target="../media/image55.emf"/></Relationships>
</file>

<file path=ppt/slides/_rels/slide65.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55.xml"/><Relationship Id="rId1" Type="http://schemas.openxmlformats.org/officeDocument/2006/relationships/slideLayout" Target="../slideLayouts/slideLayout7.xml"/><Relationship Id="rId5" Type="http://schemas.openxmlformats.org/officeDocument/2006/relationships/image" Target="../media/image59.emf"/><Relationship Id="rId4" Type="http://schemas.openxmlformats.org/officeDocument/2006/relationships/image" Target="../media/image58.emf"/></Relationships>
</file>

<file path=ppt/slides/_rels/slide66.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61.emf"/></Relationships>
</file>

<file path=ppt/slides/_rels/slide6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75.emf"/></Relationships>
</file>

<file path=ppt/slides/_rels/slide8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72.xml"/><Relationship Id="rId1" Type="http://schemas.openxmlformats.org/officeDocument/2006/relationships/slideLayout" Target="../slideLayouts/slideLayout7.xml"/><Relationship Id="rId5" Type="http://schemas.openxmlformats.org/officeDocument/2006/relationships/image" Target="../media/image81.emf"/><Relationship Id="rId4" Type="http://schemas.openxmlformats.org/officeDocument/2006/relationships/image" Target="../media/image80.emf"/></Relationships>
</file>

<file path=ppt/slides/_rels/slide84.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73.xml"/><Relationship Id="rId1" Type="http://schemas.openxmlformats.org/officeDocument/2006/relationships/slideLayout" Target="../slideLayouts/slideLayout7.xml"/><Relationship Id="rId4" Type="http://schemas.openxmlformats.org/officeDocument/2006/relationships/image" Target="../media/image83.emf"/></Relationships>
</file>

<file path=ppt/slides/_rels/slide85.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8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7.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93.emf"/></Relationships>
</file>

<file path=ppt/slides/_rels/slide94.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notesSlide" Target="../notesSlides/notesSlide83.xml"/><Relationship Id="rId1" Type="http://schemas.openxmlformats.org/officeDocument/2006/relationships/slideLayout" Target="../slideLayouts/slideLayout7.xml"/><Relationship Id="rId5" Type="http://schemas.openxmlformats.org/officeDocument/2006/relationships/image" Target="../media/image96.emf"/><Relationship Id="rId4" Type="http://schemas.openxmlformats.org/officeDocument/2006/relationships/image" Target="../media/image95.emf"/></Relationships>
</file>

<file path=ppt/slides/_rels/slide95.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4.xml"/><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14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25.xml"/><Relationship Id="rId1" Type="http://schemas.openxmlformats.org/officeDocument/2006/relationships/slideLayout" Target="../slideLayouts/slideLayout7.xml"/><Relationship Id="rId4" Type="http://schemas.openxmlformats.org/officeDocument/2006/relationships/image" Target="../media/image11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ACF4E0-5CC3-D8B7-1D50-B257663339F9}"/>
              </a:ext>
            </a:extLst>
          </p:cNvPr>
          <p:cNvSpPr>
            <a:spLocks noGrp="1"/>
          </p:cNvSpPr>
          <p:nvPr>
            <p:ph type="sldNum" sz="quarter" idx="12"/>
          </p:nvPr>
        </p:nvSpPr>
        <p:spPr/>
        <p:txBody>
          <a:bodyPr/>
          <a:lstStyle/>
          <a:p>
            <a:fld id="{465717F2-DE62-A445-9F03-50055757659A}" type="slidenum">
              <a:rPr lang="zh-CN" altLang="en-US" smtClean="0"/>
              <a:pPr/>
              <a:t>1</a:t>
            </a:fld>
            <a:endParaRPr lang="zh-CN" altLang="en-US"/>
          </a:p>
        </p:txBody>
      </p:sp>
      <p:sp>
        <p:nvSpPr>
          <p:cNvPr id="5" name="文本框 6">
            <a:extLst>
              <a:ext uri="{FF2B5EF4-FFF2-40B4-BE49-F238E27FC236}">
                <a16:creationId xmlns:a16="http://schemas.microsoft.com/office/drawing/2014/main" id="{9977D4C7-59CA-EB89-3BDA-FEE084D7BA5D}"/>
              </a:ext>
            </a:extLst>
          </p:cNvPr>
          <p:cNvSpPr txBox="1">
            <a:spLocks noChangeArrowheads="1"/>
          </p:cNvSpPr>
          <p:nvPr/>
        </p:nvSpPr>
        <p:spPr bwMode="auto">
          <a:xfrm>
            <a:off x="0" y="3103841"/>
            <a:ext cx="12191999" cy="1069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buFont typeface="Arial" panose="020B0604020202020204" pitchFamily="34" charset="0"/>
              <a:buNone/>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1</a:t>
            </a:r>
            <a:r>
              <a:rPr lang="zh-CN" altLang="en-US" sz="4800" b="1" dirty="0">
                <a:solidFill>
                  <a:srgbClr val="FFFFFF"/>
                </a:solidFill>
                <a:latin typeface="微软雅黑" panose="020B0503020204020204" pitchFamily="34" charset="-122"/>
                <a:ea typeface="微软雅黑" panose="020B0503020204020204" pitchFamily="34" charset="-122"/>
              </a:rPr>
              <a:t>章  绪论</a:t>
            </a:r>
            <a:endParaRPr lang="zh-CN" altLang="en-CN" sz="4000" b="1" dirty="0">
              <a:solidFill>
                <a:srgbClr val="FFFFFF"/>
              </a:solidFill>
              <a:latin typeface="微软雅黑" panose="020B0503020204020204" pitchFamily="34" charset="-122"/>
              <a:ea typeface="微软雅黑" panose="020B0503020204020204" pitchFamily="34" charset="-122"/>
            </a:endParaRPr>
          </a:p>
        </p:txBody>
      </p:sp>
      <p:sp>
        <p:nvSpPr>
          <p:cNvPr id="8" name="TextBox 7">
            <a:extLst>
              <a:ext uri="{FF2B5EF4-FFF2-40B4-BE49-F238E27FC236}">
                <a16:creationId xmlns:a16="http://schemas.microsoft.com/office/drawing/2014/main" id="{9A8868A2-47A8-6168-AEF6-83CFF2733E3F}"/>
              </a:ext>
            </a:extLst>
          </p:cNvPr>
          <p:cNvSpPr txBox="1"/>
          <p:nvPr/>
        </p:nvSpPr>
        <p:spPr>
          <a:xfrm>
            <a:off x="-1" y="2052422"/>
            <a:ext cx="12191999" cy="1069780"/>
          </a:xfrm>
          <a:prstGeom prst="rect">
            <a:avLst/>
          </a:prstGeom>
          <a:noFill/>
        </p:spPr>
        <p:txBody>
          <a:bodyPr wrap="square" anchor="ctr" anchorCtr="0">
            <a:spAutoFit/>
          </a:bodyPr>
          <a:lstStyle/>
          <a:p>
            <a:pPr algn="ctr" eaLnBrk="1" hangingPunct="1">
              <a:lnSpc>
                <a:spcPct val="150000"/>
              </a:lnSpc>
              <a:buFont typeface="Arial" panose="020B0604020202020204" pitchFamily="34" charset="0"/>
              <a:buNone/>
            </a:pPr>
            <a:r>
              <a:rPr lang="en-US" altLang="zh-CN" sz="4800" b="1" dirty="0">
                <a:solidFill>
                  <a:srgbClr val="FFFFFF"/>
                </a:solidFill>
                <a:latin typeface="微软雅黑" panose="020B0503020204020204" pitchFamily="34" charset="-122"/>
                <a:ea typeface="微软雅黑" panose="020B0503020204020204" pitchFamily="34" charset="-122"/>
              </a:rPr>
              <a:t>《</a:t>
            </a:r>
            <a:r>
              <a:rPr lang="zh-CN" altLang="en-US" sz="4800" b="1" dirty="0">
                <a:solidFill>
                  <a:srgbClr val="FFFFFF"/>
                </a:solidFill>
                <a:latin typeface="微软雅黑" panose="020B0503020204020204" pitchFamily="34" charset="-122"/>
                <a:ea typeface="微软雅黑" panose="020B0503020204020204" pitchFamily="34" charset="-122"/>
              </a:rPr>
              <a:t>大规模语言模型 </a:t>
            </a:r>
            <a:r>
              <a:rPr lang="en-US" altLang="zh-CN" sz="4800" b="1" dirty="0">
                <a:solidFill>
                  <a:srgbClr val="FFFFFF"/>
                </a:solidFill>
                <a:latin typeface="微软雅黑" panose="020B0503020204020204" pitchFamily="34" charset="-122"/>
                <a:ea typeface="微软雅黑" panose="020B0503020204020204" pitchFamily="34" charset="-122"/>
              </a:rPr>
              <a:t>:</a:t>
            </a:r>
            <a:r>
              <a:rPr lang="zh-CN" altLang="en-US" sz="4800" b="1" dirty="0">
                <a:solidFill>
                  <a:srgbClr val="FFFFFF"/>
                </a:solidFill>
                <a:latin typeface="微软雅黑" panose="020B0503020204020204" pitchFamily="34" charset="-122"/>
                <a:ea typeface="微软雅黑" panose="020B0503020204020204" pitchFamily="34" charset="-122"/>
              </a:rPr>
              <a:t> 从理论到实践</a:t>
            </a:r>
            <a:r>
              <a:rPr lang="en-US" altLang="zh-CN" sz="4800" b="1" dirty="0">
                <a:solidFill>
                  <a:srgbClr val="FFFFFF"/>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673648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大规模语言模型基本概念</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大规模语言模型发展历程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大规模语言模型构建流程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2</a:t>
            </a:fld>
            <a:endParaRPr lang="zh-CN" altLang="en-US"/>
          </a:p>
        </p:txBody>
      </p:sp>
    </p:spTree>
    <p:extLst>
      <p:ext uri="{BB962C8B-B14F-4D97-AF65-F5344CB8AC3E}">
        <p14:creationId xmlns:p14="http://schemas.microsoft.com/office/powerpoint/2010/main" val="130391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9">
            <a:extLst>
              <a:ext uri="{FF2B5EF4-FFF2-40B4-BE49-F238E27FC236}">
                <a16:creationId xmlns:a16="http://schemas.microsoft.com/office/drawing/2014/main" id="{B34A06CC-2EF3-2347-84E7-61915D2C67C9}"/>
              </a:ext>
            </a:extLst>
          </p:cNvPr>
          <p:cNvSpPr>
            <a:spLocks noChangeArrowheads="1"/>
          </p:cNvSpPr>
          <p:nvPr/>
        </p:nvSpPr>
        <p:spPr bwMode="auto">
          <a:xfrm>
            <a:off x="655260" y="1624927"/>
            <a:ext cx="5676900" cy="923202"/>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8551" y="1830859"/>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大规模语言模型基本概念</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4075" y="1830860"/>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18307" y="383059"/>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dirty="0">
                    <a:solidFill>
                      <a:srgbClr val="000000"/>
                    </a:solidFill>
                    <a:latin typeface="微软雅黑" panose="020B0503020204020204" pitchFamily="34" charset="-122"/>
                    <a:ea typeface="微软雅黑" panose="020B0503020204020204" pitchFamily="34" charset="-122"/>
                  </a:rPr>
                  <a:t>目</a:t>
                </a:r>
                <a:r>
                  <a:rPr lang="zh-CN" altLang="en-CN" sz="3600" b="1" dirty="0">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3</a:t>
            </a:fld>
            <a:endParaRPr lang="zh-CN" altLang="en-US"/>
          </a:p>
        </p:txBody>
      </p:sp>
      <p:grpSp>
        <p:nvGrpSpPr>
          <p:cNvPr id="3" name="组合 14">
            <a:extLst>
              <a:ext uri="{FF2B5EF4-FFF2-40B4-BE49-F238E27FC236}">
                <a16:creationId xmlns:a16="http://schemas.microsoft.com/office/drawing/2014/main" id="{04070F25-8F0F-C33D-7FBF-5C8C4D043276}"/>
              </a:ext>
            </a:extLst>
          </p:cNvPr>
          <p:cNvGrpSpPr>
            <a:grpSpLocks/>
          </p:cNvGrpSpPr>
          <p:nvPr/>
        </p:nvGrpSpPr>
        <p:grpSpPr bwMode="auto">
          <a:xfrm>
            <a:off x="2362200" y="2548129"/>
            <a:ext cx="3733800" cy="488950"/>
            <a:chOff x="1129" y="0"/>
            <a:chExt cx="5402789" cy="489600"/>
          </a:xfrm>
        </p:grpSpPr>
        <p:sp>
          <p:nvSpPr>
            <p:cNvPr id="5" name="矩形 18">
              <a:extLst>
                <a:ext uri="{FF2B5EF4-FFF2-40B4-BE49-F238E27FC236}">
                  <a16:creationId xmlns:a16="http://schemas.microsoft.com/office/drawing/2014/main" id="{19ED4071-04A4-04DB-E16B-3111B9F24A13}"/>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7" name="Rectangle 6">
              <a:extLst>
                <a:ext uri="{FF2B5EF4-FFF2-40B4-BE49-F238E27FC236}">
                  <a16:creationId xmlns:a16="http://schemas.microsoft.com/office/drawing/2014/main" id="{62E424D2-3816-5598-F6FA-E8B114FD2844}"/>
                </a:ext>
              </a:extLst>
            </p:cNvPr>
            <p:cNvSpPr>
              <a:spLocks noChangeArrowheads="1"/>
            </p:cNvSpPr>
            <p:nvPr/>
          </p:nvSpPr>
          <p:spPr bwMode="auto">
            <a:xfrm>
              <a:off x="532478" y="45775"/>
              <a:ext cx="48668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大规模语言模型发展历程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8" name="组合 15">
            <a:extLst>
              <a:ext uri="{FF2B5EF4-FFF2-40B4-BE49-F238E27FC236}">
                <a16:creationId xmlns:a16="http://schemas.microsoft.com/office/drawing/2014/main" id="{DCA7DBDE-0F0F-6CE4-8390-EDDB5912BEEF}"/>
              </a:ext>
            </a:extLst>
          </p:cNvPr>
          <p:cNvGrpSpPr>
            <a:grpSpLocks/>
          </p:cNvGrpSpPr>
          <p:nvPr/>
        </p:nvGrpSpPr>
        <p:grpSpPr bwMode="auto">
          <a:xfrm>
            <a:off x="847725" y="2548129"/>
            <a:ext cx="1328550" cy="488950"/>
            <a:chOff x="0" y="0"/>
            <a:chExt cx="1328685" cy="489600"/>
          </a:xfrm>
        </p:grpSpPr>
        <p:sp>
          <p:nvSpPr>
            <p:cNvPr id="9" name="矩形 16">
              <a:extLst>
                <a:ext uri="{FF2B5EF4-FFF2-40B4-BE49-F238E27FC236}">
                  <a16:creationId xmlns:a16="http://schemas.microsoft.com/office/drawing/2014/main" id="{7195D713-CA96-78AA-C414-0A7E746C45F0}"/>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0" name="文本框 17">
              <a:extLst>
                <a:ext uri="{FF2B5EF4-FFF2-40B4-BE49-F238E27FC236}">
                  <a16:creationId xmlns:a16="http://schemas.microsoft.com/office/drawing/2014/main" id="{1838B0E3-6340-3FE4-202E-9DB6EC98C42F}"/>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1" name="组合 21">
            <a:extLst>
              <a:ext uri="{FF2B5EF4-FFF2-40B4-BE49-F238E27FC236}">
                <a16:creationId xmlns:a16="http://schemas.microsoft.com/office/drawing/2014/main" id="{2BAB14BB-85C3-461E-CA72-012D3504B2A6}"/>
              </a:ext>
            </a:extLst>
          </p:cNvPr>
          <p:cNvGrpSpPr>
            <a:grpSpLocks/>
          </p:cNvGrpSpPr>
          <p:nvPr/>
        </p:nvGrpSpPr>
        <p:grpSpPr bwMode="auto">
          <a:xfrm>
            <a:off x="2359025" y="3208529"/>
            <a:ext cx="3733800" cy="488950"/>
            <a:chOff x="1129" y="0"/>
            <a:chExt cx="5402789" cy="489600"/>
          </a:xfrm>
        </p:grpSpPr>
        <p:sp>
          <p:nvSpPr>
            <p:cNvPr id="12" name="矩形 25">
              <a:extLst>
                <a:ext uri="{FF2B5EF4-FFF2-40B4-BE49-F238E27FC236}">
                  <a16:creationId xmlns:a16="http://schemas.microsoft.com/office/drawing/2014/main" id="{12EF0AA5-C14D-BCEB-62D1-35025A9651EC}"/>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3" name="Rectangle 6">
              <a:extLst>
                <a:ext uri="{FF2B5EF4-FFF2-40B4-BE49-F238E27FC236}">
                  <a16:creationId xmlns:a16="http://schemas.microsoft.com/office/drawing/2014/main" id="{8A9182CC-28DC-B2AE-3032-0B8F361829C0}"/>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大规模语言模型构建流程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4" name="组合 22">
            <a:extLst>
              <a:ext uri="{FF2B5EF4-FFF2-40B4-BE49-F238E27FC236}">
                <a16:creationId xmlns:a16="http://schemas.microsoft.com/office/drawing/2014/main" id="{8539828F-9421-97D2-360F-9964ECBE4258}"/>
              </a:ext>
            </a:extLst>
          </p:cNvPr>
          <p:cNvGrpSpPr>
            <a:grpSpLocks/>
          </p:cNvGrpSpPr>
          <p:nvPr/>
        </p:nvGrpSpPr>
        <p:grpSpPr bwMode="auto">
          <a:xfrm>
            <a:off x="844550" y="3208529"/>
            <a:ext cx="1328550" cy="488950"/>
            <a:chOff x="0" y="0"/>
            <a:chExt cx="1328685" cy="489600"/>
          </a:xfrm>
        </p:grpSpPr>
        <p:sp>
          <p:nvSpPr>
            <p:cNvPr id="15" name="矩形 23">
              <a:extLst>
                <a:ext uri="{FF2B5EF4-FFF2-40B4-BE49-F238E27FC236}">
                  <a16:creationId xmlns:a16="http://schemas.microsoft.com/office/drawing/2014/main" id="{D1B11E02-D6C1-F725-CA42-59A27530409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文本框 24">
              <a:extLst>
                <a:ext uri="{FF2B5EF4-FFF2-40B4-BE49-F238E27FC236}">
                  <a16:creationId xmlns:a16="http://schemas.microsoft.com/office/drawing/2014/main" id="{AD323C5B-DF20-DD87-592E-5D4421F717A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33792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什么是大规模语言模型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473868" y="1129874"/>
            <a:ext cx="11195049" cy="1435136"/>
          </a:xfrm>
          <a:prstGeom prst="rect">
            <a:avLst/>
          </a:prstGeom>
          <a:noFill/>
        </p:spPr>
        <p:txBody>
          <a:bodyPr wrap="square">
            <a:spAutoFit/>
          </a:bodyPr>
          <a:lstStyle/>
          <a:p>
            <a:pPr algn="just">
              <a:lnSpc>
                <a:spcPct val="125000"/>
              </a:lnSpc>
            </a:pPr>
            <a:r>
              <a:rPr lang="zh-CN" altLang="en-US" sz="2400" b="1" dirty="0">
                <a:solidFill>
                  <a:srgbClr val="0070C0"/>
                </a:solidFill>
                <a:effectLst/>
                <a:latin typeface="Microsoft YaHei" panose="020B0503020204020204" pitchFamily="34" charset="-122"/>
                <a:ea typeface="Microsoft YaHei" panose="020B0503020204020204" pitchFamily="34" charset="-122"/>
              </a:rPr>
              <a:t>大规模语言模型（</a:t>
            </a:r>
            <a:r>
              <a:rPr lang="en-US" altLang="zh-CN" sz="2400" b="1" dirty="0">
                <a:solidFill>
                  <a:srgbClr val="0070C0"/>
                </a:solidFill>
                <a:effectLst/>
                <a:latin typeface="Microsoft YaHei" panose="020B0503020204020204" pitchFamily="34" charset="-122"/>
                <a:ea typeface="Microsoft YaHei" panose="020B0503020204020204" pitchFamily="34" charset="-122"/>
              </a:rPr>
              <a:t>Large Language Models</a:t>
            </a:r>
            <a:r>
              <a:rPr lang="zh-CN" altLang="en-US" sz="2400" b="1" dirty="0">
                <a:solidFill>
                  <a:srgbClr val="0070C0"/>
                </a:solidFill>
                <a:effectLst/>
                <a:latin typeface="Microsoft YaHei" panose="020B0503020204020204" pitchFamily="34" charset="-122"/>
                <a:ea typeface="Microsoft YaHei" panose="020B0503020204020204" pitchFamily="34" charset="-122"/>
              </a:rPr>
              <a:t>，</a:t>
            </a:r>
            <a:r>
              <a:rPr lang="en-US" altLang="zh-CN" sz="2400" b="1" dirty="0">
                <a:solidFill>
                  <a:srgbClr val="0070C0"/>
                </a:solidFill>
                <a:effectLst/>
                <a:latin typeface="Microsoft YaHei" panose="020B0503020204020204" pitchFamily="34" charset="-122"/>
                <a:ea typeface="Microsoft YaHei" panose="020B0503020204020204" pitchFamily="34" charset="-122"/>
              </a:rPr>
              <a:t>LLM</a:t>
            </a:r>
            <a:r>
              <a:rPr lang="zh-CN" altLang="en-US" sz="2400" b="1" dirty="0">
                <a:solidFill>
                  <a:srgbClr val="0070C0"/>
                </a:solidFill>
                <a:effectLst/>
                <a:latin typeface="Microsoft YaHei" panose="020B0503020204020204" pitchFamily="34" charset="-122"/>
                <a:ea typeface="Microsoft YaHei" panose="020B0503020204020204" pitchFamily="34" charset="-122"/>
              </a:rPr>
              <a:t>）</a:t>
            </a:r>
            <a:r>
              <a:rPr lang="zh-CN" altLang="en-US" sz="2400" b="1" dirty="0">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也称</a:t>
            </a:r>
            <a:r>
              <a:rPr lang="zh-CN" altLang="en-US" sz="2400" dirty="0">
                <a:solidFill>
                  <a:srgbClr val="0070C0"/>
                </a:solidFill>
                <a:effectLst/>
                <a:latin typeface="Microsoft YaHei" panose="020B0503020204020204" pitchFamily="34" charset="-122"/>
                <a:ea typeface="Microsoft YaHei" panose="020B0503020204020204" pitchFamily="34" charset="-122"/>
              </a:rPr>
              <a:t>大语言模型</a:t>
            </a:r>
            <a:r>
              <a:rPr lang="zh-CN" altLang="en-US" sz="2400" dirty="0">
                <a:effectLst/>
                <a:latin typeface="Microsoft YaHei" panose="020B0503020204020204" pitchFamily="34" charset="-122"/>
                <a:ea typeface="Microsoft YaHei" panose="020B0503020204020204" pitchFamily="34" charset="-122"/>
              </a:rPr>
              <a:t>或</a:t>
            </a:r>
            <a:r>
              <a:rPr lang="zh-CN" altLang="en-US" sz="2400" dirty="0">
                <a:solidFill>
                  <a:srgbClr val="0070C0"/>
                </a:solidFill>
                <a:effectLst/>
                <a:latin typeface="Microsoft YaHei" panose="020B0503020204020204" pitchFamily="34" charset="-122"/>
                <a:ea typeface="Microsoft YaHei" panose="020B0503020204020204" pitchFamily="34" charset="-122"/>
              </a:rPr>
              <a:t>大型语言模型</a:t>
            </a:r>
            <a:r>
              <a:rPr lang="zh-CN" altLang="en-US" sz="2400" dirty="0">
                <a:effectLst/>
                <a:latin typeface="Microsoft YaHei" panose="020B0503020204020204" pitchFamily="34" charset="-122"/>
                <a:ea typeface="Microsoft YaHei" panose="020B0503020204020204" pitchFamily="34" charset="-122"/>
              </a:rPr>
              <a:t>，是一种由包含数百亿以上参数的深度神经网络构建的语言模型，通常使用自监督学习方法通过大量无标注文本进行训练。</a:t>
            </a:r>
            <a:endParaRPr lang="zh-CN" altLang="en-US" dirty="0">
              <a:effectLst/>
              <a:latin typeface="Microsoft YaHei" panose="020B0503020204020204" pitchFamily="34" charset="-122"/>
              <a:ea typeface="Microsoft YaHei" panose="020B0503020204020204" pitchFamily="34" charset="-122"/>
            </a:endParaRPr>
          </a:p>
        </p:txBody>
      </p:sp>
      <p:sp>
        <p:nvSpPr>
          <p:cNvPr id="7" name="TextBox 6">
            <a:extLst>
              <a:ext uri="{FF2B5EF4-FFF2-40B4-BE49-F238E27FC236}">
                <a16:creationId xmlns:a16="http://schemas.microsoft.com/office/drawing/2014/main" id="{248F42DD-0BDD-647F-F94B-A9AA89ECA10D}"/>
              </a:ext>
            </a:extLst>
          </p:cNvPr>
          <p:cNvSpPr txBox="1"/>
          <p:nvPr/>
        </p:nvSpPr>
        <p:spPr>
          <a:xfrm>
            <a:off x="498475" y="2859406"/>
            <a:ext cx="11195049" cy="3281796"/>
          </a:xfrm>
          <a:prstGeom prst="rect">
            <a:avLst/>
          </a:prstGeom>
          <a:noFill/>
        </p:spPr>
        <p:txBody>
          <a:bodyPr wrap="square">
            <a:spAutoFit/>
          </a:bodyPr>
          <a:lstStyle/>
          <a:p>
            <a:pPr algn="just">
              <a:lnSpc>
                <a:spcPct val="125000"/>
              </a:lnSpc>
            </a:pPr>
            <a:r>
              <a:rPr lang="en-CN" sz="2400" dirty="0">
                <a:latin typeface="Microsoft YaHei" panose="020B0503020204020204" pitchFamily="34" charset="-122"/>
                <a:ea typeface="Microsoft YaHei" panose="020B0503020204020204" pitchFamily="34" charset="-122"/>
              </a:rPr>
              <a:t>自2018年以来，Google、OpenAI、Meta、百度、华为等公司和研究机构都相继发布了包括BERT，GPT等在内多种模型，并在几乎所有自然语言处理任务中都表现出色。2019年大模型呈现爆发式的增长，特别是2022年11月ChatGPT（Chat Generative Pre-trained Transformer）发布后，更是引起了全世界的广泛关注。</a:t>
            </a:r>
            <a:r>
              <a:rPr lang="en-CN" sz="2400" dirty="0">
                <a:solidFill>
                  <a:srgbClr val="0070C0"/>
                </a:solidFill>
                <a:latin typeface="Microsoft YaHei" panose="020B0503020204020204" pitchFamily="34" charset="-122"/>
                <a:ea typeface="Microsoft YaHei" panose="020B0503020204020204" pitchFamily="34" charset="-122"/>
              </a:rPr>
              <a:t>用户可以使用自然语言与系统交互，从而实现包括问答、分类、摘要、翻译、聊天等从理解到生成的各种任务</a:t>
            </a:r>
            <a:r>
              <a:rPr lang="en-CN" sz="2400" dirty="0">
                <a:latin typeface="Microsoft YaHei" panose="020B0503020204020204" pitchFamily="34" charset="-122"/>
                <a:ea typeface="Microsoft YaHei" panose="020B0503020204020204" pitchFamily="34" charset="-122"/>
              </a:rPr>
              <a:t>。大规模语言模型展现出了强大的对世界知识掌握和对语言的理解能力。</a:t>
            </a:r>
          </a:p>
        </p:txBody>
      </p:sp>
    </p:spTree>
    <p:extLst>
      <p:ext uri="{BB962C8B-B14F-4D97-AF65-F5344CB8AC3E}">
        <p14:creationId xmlns:p14="http://schemas.microsoft.com/office/powerpoint/2010/main" val="4281668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237774"/>
            <a:ext cx="11195049" cy="2335383"/>
          </a:xfrm>
          <a:prstGeom prst="rect">
            <a:avLst/>
          </a:prstGeom>
          <a:noFill/>
        </p:spPr>
        <p:txBody>
          <a:bodyPr wrap="square">
            <a:spAutoFit/>
          </a:bodyPr>
          <a:lstStyle/>
          <a:p>
            <a:pPr algn="just">
              <a:lnSpc>
                <a:spcPct val="150000"/>
              </a:lnSpc>
            </a:pPr>
            <a:r>
              <a:rPr lang="zh-CN" altLang="en-US" sz="2800" b="1" dirty="0">
                <a:solidFill>
                  <a:srgbClr val="0070C0"/>
                </a:solidFill>
                <a:effectLst/>
                <a:latin typeface="Microsoft YaHei" panose="020B0503020204020204" pitchFamily="34" charset="-122"/>
                <a:ea typeface="Microsoft YaHei" panose="020B0503020204020204" pitchFamily="34" charset="-122"/>
              </a:rPr>
              <a:t>语言</a:t>
            </a:r>
            <a:r>
              <a:rPr lang="zh-CN" altLang="en-US" sz="2800" dirty="0">
                <a:effectLst/>
                <a:latin typeface="Microsoft YaHei" panose="020B0503020204020204" pitchFamily="34" charset="-122"/>
                <a:ea typeface="Microsoft YaHei" panose="020B0503020204020204" pitchFamily="34" charset="-122"/>
              </a:rPr>
              <a:t>是人类与其他动物最重要的区别</a:t>
            </a:r>
            <a:endParaRPr lang="en-US" altLang="zh-CN" sz="2800" dirty="0">
              <a:effectLst/>
              <a:latin typeface="Microsoft YaHei" panose="020B0503020204020204" pitchFamily="34" charset="-122"/>
              <a:ea typeface="Microsoft YaHei" panose="020B0503020204020204" pitchFamily="34" charset="-122"/>
            </a:endParaRPr>
          </a:p>
          <a:p>
            <a:pPr marL="457200" indent="-457200">
              <a:lnSpc>
                <a:spcPct val="150000"/>
              </a:lnSpc>
              <a:buFont typeface="Arial" panose="020B0604020202020204" pitchFamily="34" charset="0"/>
              <a:buChar char="•"/>
            </a:pPr>
            <a:r>
              <a:rPr lang="zh-CN" altLang="en-US" sz="2400" dirty="0">
                <a:effectLst/>
                <a:latin typeface="Microsoft YaHei" panose="020B0503020204020204" pitchFamily="34" charset="-122"/>
                <a:ea typeface="Microsoft YaHei" panose="020B0503020204020204" pitchFamily="34" charset="-122"/>
              </a:rPr>
              <a:t>逻辑思维以语言的形式表达</a:t>
            </a:r>
            <a:endParaRPr lang="en-US" altLang="zh-CN" sz="2400" dirty="0">
              <a:effectLst/>
              <a:latin typeface="Microsoft YaHei" panose="020B0503020204020204" pitchFamily="34" charset="-122"/>
              <a:ea typeface="Microsoft YaHei" panose="020B0503020204020204" pitchFamily="34" charset="-122"/>
            </a:endParaRPr>
          </a:p>
          <a:p>
            <a:pPr marL="457200" indent="-457200">
              <a:lnSpc>
                <a:spcPct val="150000"/>
              </a:lnSpc>
              <a:buFont typeface="Arial" panose="020B0604020202020204" pitchFamily="34" charset="0"/>
              <a:buChar char="•"/>
            </a:pPr>
            <a:r>
              <a:rPr lang="zh-CN" altLang="en-US" sz="2400" dirty="0">
                <a:effectLst/>
                <a:latin typeface="Microsoft YaHei" panose="020B0503020204020204" pitchFamily="34" charset="-122"/>
                <a:ea typeface="Microsoft YaHei" panose="020B0503020204020204" pitchFamily="34" charset="-122"/>
              </a:rPr>
              <a:t>知识以文字的形式记录和传播</a:t>
            </a:r>
          </a:p>
          <a:p>
            <a:pPr algn="just">
              <a:lnSpc>
                <a:spcPct val="150000"/>
              </a:lnSpc>
            </a:pPr>
            <a:endParaRPr lang="zh-CN" altLang="en-US" sz="2400" dirty="0">
              <a:effectLst/>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A9412A14-D78C-8481-C08A-A133BABB4285}"/>
              </a:ext>
            </a:extLst>
          </p:cNvPr>
          <p:cNvSpPr txBox="1"/>
          <p:nvPr/>
        </p:nvSpPr>
        <p:spPr>
          <a:xfrm>
            <a:off x="382588" y="4064615"/>
            <a:ext cx="11195048" cy="1308820"/>
          </a:xfrm>
          <a:prstGeom prst="rect">
            <a:avLst/>
          </a:prstGeom>
          <a:noFill/>
        </p:spPr>
        <p:txBody>
          <a:bodyPr wrap="square">
            <a:spAutoFit/>
          </a:bodyPr>
          <a:lstStyle/>
          <a:p>
            <a:pPr algn="just">
              <a:lnSpc>
                <a:spcPct val="150000"/>
              </a:lnSpc>
            </a:pPr>
            <a:r>
              <a:rPr lang="zh-CN" altLang="en-US" sz="2800" dirty="0">
                <a:latin typeface="Microsoft YaHei" panose="020B0503020204020204" pitchFamily="34" charset="-122"/>
                <a:ea typeface="Microsoft YaHei" panose="020B0503020204020204" pitchFamily="34" charset="-122"/>
              </a:rPr>
              <a:t>如果人工智能想要获取知识，就必须懂得理解人类使用的</a:t>
            </a:r>
            <a:r>
              <a:rPr lang="zh-CN" altLang="en-US" sz="2800" b="1" dirty="0">
                <a:solidFill>
                  <a:srgbClr val="0070C0"/>
                </a:solidFill>
                <a:latin typeface="Microsoft YaHei" panose="020B0503020204020204" pitchFamily="34" charset="-122"/>
                <a:ea typeface="Microsoft YaHei" panose="020B0503020204020204" pitchFamily="34" charset="-122"/>
              </a:rPr>
              <a:t>不太精确</a:t>
            </a:r>
            <a:r>
              <a:rPr lang="zh-CN" altLang="en-US" sz="2800" dirty="0">
                <a:solidFill>
                  <a:srgbClr val="0070C0"/>
                </a:solidFill>
                <a:latin typeface="Microsoft YaHei" panose="020B0503020204020204" pitchFamily="34" charset="-122"/>
                <a:ea typeface="Microsoft YaHei" panose="020B0503020204020204" pitchFamily="34" charset="-122"/>
              </a:rPr>
              <a:t>、</a:t>
            </a:r>
            <a:r>
              <a:rPr lang="zh-CN" altLang="en-US" sz="2800" b="1" dirty="0">
                <a:solidFill>
                  <a:srgbClr val="0070C0"/>
                </a:solidFill>
                <a:latin typeface="Microsoft YaHei" panose="020B0503020204020204" pitchFamily="34" charset="-122"/>
                <a:ea typeface="Microsoft YaHei" panose="020B0503020204020204" pitchFamily="34" charset="-122"/>
              </a:rPr>
              <a:t>可能有歧义</a:t>
            </a:r>
            <a:r>
              <a:rPr lang="zh-CN" altLang="en-US" sz="2800" dirty="0">
                <a:solidFill>
                  <a:srgbClr val="0070C0"/>
                </a:solidFill>
                <a:latin typeface="Microsoft YaHei" panose="020B0503020204020204" pitchFamily="34" charset="-122"/>
                <a:ea typeface="Microsoft YaHei" panose="020B0503020204020204" pitchFamily="34" charset="-122"/>
              </a:rPr>
              <a:t>、</a:t>
            </a:r>
            <a:r>
              <a:rPr lang="zh-CN" altLang="en-US" sz="2800" b="1" dirty="0">
                <a:solidFill>
                  <a:srgbClr val="0070C0"/>
                </a:solidFill>
                <a:latin typeface="Microsoft YaHei" panose="020B0503020204020204" pitchFamily="34" charset="-122"/>
                <a:ea typeface="Microsoft YaHei" panose="020B0503020204020204" pitchFamily="34" charset="-122"/>
              </a:rPr>
              <a:t>混乱的</a:t>
            </a:r>
            <a:r>
              <a:rPr lang="zh-CN" altLang="en-US" sz="2800" dirty="0">
                <a:latin typeface="Microsoft YaHei" panose="020B0503020204020204" pitchFamily="34" charset="-122"/>
                <a:ea typeface="Microsoft YaHei" panose="020B0503020204020204" pitchFamily="34" charset="-122"/>
              </a:rPr>
              <a:t>语言。</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51090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语言是人类与其他动物最重要的区别</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113826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94779" y="1068102"/>
            <a:ext cx="11377612" cy="5454763"/>
          </a:xfrm>
          <a:prstGeom prst="rect">
            <a:avLst/>
          </a:prstGeom>
          <a:noFill/>
        </p:spPr>
        <p:txBody>
          <a:bodyPr wrap="square">
            <a:spAutoFit/>
          </a:bodyPr>
          <a:lstStyle/>
          <a:p>
            <a:pPr algn="just">
              <a:lnSpc>
                <a:spcPct val="150000"/>
              </a:lnSpc>
            </a:pPr>
            <a:r>
              <a:rPr lang="zh-CN" altLang="en-US" sz="2800" b="1" dirty="0">
                <a:solidFill>
                  <a:srgbClr val="0070C0"/>
                </a:solidFill>
                <a:effectLst/>
                <a:latin typeface="Microsoft YaHei" panose="020B0503020204020204" pitchFamily="34" charset="-122"/>
                <a:ea typeface="Microsoft YaHei" panose="020B0503020204020204" pitchFamily="34" charset="-122"/>
              </a:rPr>
              <a:t>语言模型</a:t>
            </a:r>
            <a:r>
              <a:rPr lang="zh-CN" altLang="en-US" sz="2800" dirty="0">
                <a:solidFill>
                  <a:srgbClr val="0070C0"/>
                </a:solidFill>
                <a:effectLst/>
                <a:latin typeface="Microsoft YaHei" panose="020B0503020204020204" pitchFamily="34" charset="-122"/>
                <a:ea typeface="Microsoft YaHei" panose="020B0503020204020204" pitchFamily="34" charset="-122"/>
              </a:rPr>
              <a:t>（</a:t>
            </a:r>
            <a:r>
              <a:rPr lang="en-US" altLang="zh-CN" sz="2800" dirty="0">
                <a:solidFill>
                  <a:srgbClr val="0070C0"/>
                </a:solidFill>
                <a:effectLst/>
                <a:latin typeface="Microsoft YaHei" panose="020B0503020204020204" pitchFamily="34" charset="-122"/>
                <a:ea typeface="Microsoft YaHei" panose="020B0503020204020204" pitchFamily="34" charset="-122"/>
              </a:rPr>
              <a:t>Language Model</a:t>
            </a:r>
            <a:r>
              <a:rPr lang="zh-CN" altLang="en-US" sz="2800" dirty="0">
                <a:solidFill>
                  <a:srgbClr val="0070C0"/>
                </a:solidFill>
                <a:effectLst/>
                <a:latin typeface="Microsoft YaHei" panose="020B0503020204020204" pitchFamily="34" charset="-122"/>
                <a:ea typeface="Microsoft YaHei" panose="020B0503020204020204" pitchFamily="34" charset="-122"/>
              </a:rPr>
              <a:t>，</a:t>
            </a:r>
            <a:r>
              <a:rPr lang="en-US" altLang="zh-CN" sz="2800" dirty="0">
                <a:solidFill>
                  <a:srgbClr val="0070C0"/>
                </a:solidFill>
                <a:effectLst/>
                <a:latin typeface="Microsoft YaHei" panose="020B0503020204020204" pitchFamily="34" charset="-122"/>
                <a:ea typeface="Microsoft YaHei" panose="020B0503020204020204" pitchFamily="34" charset="-122"/>
              </a:rPr>
              <a:t>LM</a:t>
            </a:r>
            <a:r>
              <a:rPr lang="zh-CN" altLang="en-US" sz="2800" dirty="0">
                <a:solidFill>
                  <a:srgbClr val="0070C0"/>
                </a:solidFill>
                <a:effectLst/>
                <a:latin typeface="Microsoft YaHei" panose="020B0503020204020204" pitchFamily="34" charset="-122"/>
                <a:ea typeface="Microsoft YaHei" panose="020B0503020204020204" pitchFamily="34" charset="-122"/>
              </a:rPr>
              <a:t>）</a:t>
            </a:r>
            <a:r>
              <a:rPr lang="zh-CN" altLang="en-US" sz="2800" dirty="0">
                <a:effectLst/>
                <a:latin typeface="Microsoft YaHei" panose="020B0503020204020204" pitchFamily="34" charset="-122"/>
                <a:ea typeface="Microsoft YaHei" panose="020B0503020204020204" pitchFamily="34" charset="-122"/>
              </a:rPr>
              <a:t>目标是建模自然语言的概率分布</a:t>
            </a:r>
            <a:endParaRPr lang="en-US" altLang="zh-CN" sz="2800" dirty="0">
              <a:effectLst/>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词汇表 </a:t>
            </a:r>
            <a:r>
              <a:rPr lang="en-US" altLang="zh-CN" sz="2400" dirty="0">
                <a:latin typeface="Microsoft YaHei" panose="020B0503020204020204" pitchFamily="34" charset="-122"/>
                <a:ea typeface="Microsoft YaHei" panose="020B0503020204020204" pitchFamily="34" charset="-122"/>
              </a:rPr>
              <a:t>V </a:t>
            </a:r>
            <a:r>
              <a:rPr lang="zh-CN" altLang="en-US" sz="2400" dirty="0">
                <a:latin typeface="Microsoft YaHei" panose="020B0503020204020204" pitchFamily="34" charset="-122"/>
                <a:ea typeface="Microsoft YaHei" panose="020B0503020204020204" pitchFamily="34" charset="-122"/>
              </a:rPr>
              <a:t>上的语言模型由函数 </a:t>
            </a:r>
            <a:r>
              <a:rPr lang="en-US" altLang="zh-CN" sz="2400" dirty="0">
                <a:latin typeface="Microsoft YaHei" panose="020B0503020204020204" pitchFamily="34" charset="-122"/>
                <a:ea typeface="Microsoft YaHei" panose="020B0503020204020204" pitchFamily="34" charset="-122"/>
              </a:rPr>
              <a:t>P(w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表示，表示词序列</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zh-CN" altLang="en-US" sz="2400" dirty="0">
                <a:latin typeface="Microsoft YaHei" panose="020B0503020204020204" pitchFamily="34" charset="-122"/>
                <a:ea typeface="Microsoft YaHei" panose="020B0503020204020204" pitchFamily="34" charset="-122"/>
              </a:rPr>
              <a:t>作为一个句子出现的可能性大小。对于任意词串 </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V+</a:t>
            </a:r>
            <a:r>
              <a:rPr lang="zh-CN" altLang="en-US" sz="2400" dirty="0">
                <a:latin typeface="Microsoft YaHei" panose="020B0503020204020204" pitchFamily="34" charset="-122"/>
                <a:ea typeface="Microsoft YaHei" panose="020B0503020204020204" pitchFamily="34" charset="-122"/>
              </a:rPr>
              <a:t>，则有 </a:t>
            </a:r>
            <a:r>
              <a:rPr lang="en-US" altLang="zh-CN" sz="2400" dirty="0">
                <a:latin typeface="Microsoft YaHei" panose="020B0503020204020204" pitchFamily="34" charset="-122"/>
                <a:ea typeface="Microsoft YaHei" panose="020B0503020204020204" pitchFamily="34" charset="-122"/>
              </a:rPr>
              <a:t>P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 ⩾ 0</a:t>
            </a:r>
            <a:r>
              <a:rPr lang="zh-CN" altLang="en-US" sz="2400" dirty="0">
                <a:latin typeface="Microsoft YaHei" panose="020B0503020204020204" pitchFamily="34" charset="-122"/>
                <a:ea typeface="Microsoft YaHei" panose="020B0503020204020204" pitchFamily="34" charset="-122"/>
              </a:rPr>
              <a:t>，并且对于所有词串，函数 </a:t>
            </a:r>
            <a:r>
              <a:rPr lang="en-US" altLang="zh-CN" sz="2400" dirty="0">
                <a:latin typeface="Microsoft YaHei" panose="020B0503020204020204" pitchFamily="34" charset="-122"/>
                <a:ea typeface="Microsoft YaHei" panose="020B0503020204020204" pitchFamily="34" charset="-122"/>
              </a:rPr>
              <a:t>P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 </a:t>
            </a:r>
            <a:r>
              <a:rPr lang="zh-CN" altLang="en-US" sz="2400" dirty="0">
                <a:latin typeface="Microsoft YaHei" panose="020B0503020204020204" pitchFamily="34" charset="-122"/>
                <a:ea typeface="Microsoft YaHei" panose="020B0503020204020204" pitchFamily="34" charset="-122"/>
              </a:rPr>
              <a:t>满足归一化条件：</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由于联合概率 </a:t>
            </a:r>
            <a:r>
              <a:rPr lang="en-US" altLang="zh-CN" sz="2400" dirty="0">
                <a:latin typeface="Microsoft YaHei" panose="020B0503020204020204" pitchFamily="34" charset="-122"/>
                <a:ea typeface="Microsoft YaHei" panose="020B0503020204020204" pitchFamily="34" charset="-122"/>
              </a:rPr>
              <a:t>P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 </a:t>
            </a:r>
            <a:r>
              <a:rPr lang="zh-CN" altLang="en-US" sz="2400" dirty="0">
                <a:latin typeface="Microsoft YaHei" panose="020B0503020204020204" pitchFamily="34" charset="-122"/>
                <a:ea typeface="Microsoft YaHei" panose="020B0503020204020204" pitchFamily="34" charset="-122"/>
              </a:rPr>
              <a:t>的参数量十分巨大，直接计算 </a:t>
            </a:r>
            <a:r>
              <a:rPr lang="en-US" altLang="zh-CN" sz="2400" dirty="0">
                <a:latin typeface="Microsoft YaHei" panose="020B0503020204020204" pitchFamily="34" charset="-122"/>
                <a:ea typeface="Microsoft YaHei" panose="020B0503020204020204" pitchFamily="34" charset="-122"/>
              </a:rPr>
              <a:t>P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 </a:t>
            </a:r>
            <a:r>
              <a:rPr lang="zh-CN" altLang="en-US" sz="2400" dirty="0">
                <a:latin typeface="Microsoft YaHei" panose="020B0503020204020204" pitchFamily="34" charset="-122"/>
                <a:ea typeface="Microsoft YaHei" panose="020B0503020204020204" pitchFamily="34" charset="-122"/>
              </a:rPr>
              <a:t>非常困难。如果把</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zh-CN" altLang="en-US" sz="2400" dirty="0">
                <a:latin typeface="Microsoft YaHei" panose="020B0503020204020204" pitchFamily="34" charset="-122"/>
                <a:ea typeface="Microsoft YaHei" panose="020B0503020204020204" pitchFamily="34" charset="-122"/>
              </a:rPr>
              <a:t>看作一个变量，那么它具有 </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V|</a:t>
            </a:r>
            <a:r>
              <a:rPr lang="en-US" altLang="zh-CN" sz="2400" baseline="30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种可能。</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按照</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现代汉语词典（第七版）</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包含</a:t>
            </a:r>
            <a:r>
              <a:rPr lang="en-US" altLang="zh-CN" sz="2400" dirty="0">
                <a:latin typeface="Microsoft YaHei" panose="020B0503020204020204" pitchFamily="34" charset="-122"/>
                <a:ea typeface="Microsoft YaHei" panose="020B0503020204020204" pitchFamily="34" charset="-122"/>
              </a:rPr>
              <a:t>7</a:t>
            </a:r>
            <a:r>
              <a:rPr lang="zh-CN" altLang="en-US" sz="2400" dirty="0">
                <a:latin typeface="Microsoft YaHei" panose="020B0503020204020204" pitchFamily="34" charset="-122"/>
                <a:ea typeface="Microsoft YaHei" panose="020B0503020204020204" pitchFamily="34" charset="-122"/>
              </a:rPr>
              <a:t>万词条，句子长度按照</a:t>
            </a:r>
            <a:r>
              <a:rPr lang="en-US" altLang="zh-CN" sz="2400" dirty="0">
                <a:latin typeface="Microsoft YaHei" panose="020B0503020204020204" pitchFamily="34" charset="-122"/>
                <a:ea typeface="Microsoft YaHei" panose="020B0503020204020204" pitchFamily="34" charset="-122"/>
              </a:rPr>
              <a:t>20</a:t>
            </a:r>
            <a:r>
              <a:rPr lang="zh-CN" altLang="en-US" sz="2400" dirty="0">
                <a:latin typeface="Microsoft YaHei" panose="020B0503020204020204" pitchFamily="34" charset="-122"/>
                <a:ea typeface="Microsoft YaHei" panose="020B0503020204020204" pitchFamily="34" charset="-122"/>
              </a:rPr>
              <a:t>个词计算，模型参数量达到</a:t>
            </a:r>
            <a:r>
              <a:rPr lang="en-US" altLang="zh-CN" sz="2400" b="1" dirty="0">
                <a:solidFill>
                  <a:srgbClr val="0070C0"/>
                </a:solidFill>
                <a:latin typeface="Microsoft YaHei" panose="020B0503020204020204" pitchFamily="34" charset="-122"/>
                <a:ea typeface="Microsoft YaHei" panose="020B0503020204020204" pitchFamily="34" charset="-122"/>
              </a:rPr>
              <a:t>7.9792</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 10</a:t>
            </a:r>
            <a:r>
              <a:rPr lang="en-US" altLang="zh-CN" sz="2400" b="1" baseline="30000" dirty="0">
                <a:solidFill>
                  <a:srgbClr val="0070C0"/>
                </a:solidFill>
                <a:latin typeface="Microsoft YaHei" panose="020B0503020204020204" pitchFamily="34" charset="-122"/>
                <a:ea typeface="Microsoft YaHei" panose="020B0503020204020204" pitchFamily="34" charset="-122"/>
              </a:rPr>
              <a:t>96</a:t>
            </a:r>
            <a:r>
              <a:rPr lang="zh-CN" altLang="en-US" sz="2400" dirty="0">
                <a:latin typeface="Microsoft YaHei" panose="020B0503020204020204" pitchFamily="34" charset="-122"/>
                <a:ea typeface="Microsoft YaHei" panose="020B0503020204020204" pitchFamily="34" charset="-122"/>
              </a:rPr>
              <a:t>的天文数字。</a:t>
            </a:r>
            <a:endParaRPr lang="en-US" altLang="zh-CN" sz="2400" dirty="0">
              <a:latin typeface="Microsoft YaHei" panose="020B0503020204020204" pitchFamily="34" charset="-122"/>
              <a:ea typeface="Microsoft YaHei" panose="020B0503020204020204" pitchFamily="34" charset="-122"/>
            </a:endParaRPr>
          </a:p>
          <a:p>
            <a:pPr algn="just">
              <a:lnSpc>
                <a:spcPct val="150000"/>
              </a:lnSpc>
            </a:pPr>
            <a:endParaRPr lang="zh-CN" altLang="en-US" sz="2000" dirty="0">
              <a:effectLst/>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0DF671AF-E576-E10D-A32C-EA71AA4A5B15}"/>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F3C189F8-39EB-169C-D06D-858FC81987FB}"/>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43C482E1-6C36-FDDD-37CA-796F1AC4EC3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26327E3F-2978-A6A7-7E7A-4C15F153E1C8}"/>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328BF95C-C791-A31C-8F87-B43A0C52032B}"/>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B38A32FB-D0EB-6CB2-96D9-20AA6FD58F3F}"/>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矩形 8">
            <a:extLst>
              <a:ext uri="{FF2B5EF4-FFF2-40B4-BE49-F238E27FC236}">
                <a16:creationId xmlns:a16="http://schemas.microsoft.com/office/drawing/2014/main" id="{DB44B0D0-B4FA-2A50-9F2D-602134983DE4}"/>
              </a:ext>
            </a:extLst>
          </p:cNvPr>
          <p:cNvSpPr>
            <a:spLocks noChangeArrowheads="1"/>
          </p:cNvSpPr>
          <p:nvPr/>
        </p:nvSpPr>
        <p:spPr bwMode="auto">
          <a:xfrm>
            <a:off x="1248742" y="408136"/>
            <a:ext cx="603242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语言模型目标就是建模自然语言的概率分布</a:t>
            </a:r>
          </a:p>
          <a:p>
            <a:pPr>
              <a:buFont typeface="Arial" panose="020B0604020202020204" pitchFamily="34" charset="0"/>
              <a:buNone/>
            </a:pPr>
            <a:endParaRPr lang="zh-CN" altLang="en-US" sz="2400" b="1" dirty="0">
              <a:solidFill>
                <a:schemeClr val="bg1"/>
              </a:solidFill>
              <a:latin typeface="微软雅黑" panose="020B0503020204020204" pitchFamily="34" charset="-122"/>
              <a:ea typeface="微软雅黑" panose="020B0503020204020204" pitchFamily="34" charset="-122"/>
            </a:endParaRPr>
          </a:p>
        </p:txBody>
      </p:sp>
      <p:pic>
        <p:nvPicPr>
          <p:cNvPr id="3" name="Picture 2">
            <a:extLst>
              <a:ext uri="{FF2B5EF4-FFF2-40B4-BE49-F238E27FC236}">
                <a16:creationId xmlns:a16="http://schemas.microsoft.com/office/drawing/2014/main" id="{7961237E-E0F0-FB9C-4501-DB6D681AF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0650" y="3337956"/>
            <a:ext cx="4330700" cy="482600"/>
          </a:xfrm>
          <a:prstGeom prst="rect">
            <a:avLst/>
          </a:prstGeom>
        </p:spPr>
      </p:pic>
    </p:spTree>
    <p:extLst>
      <p:ext uri="{BB962C8B-B14F-4D97-AF65-F5344CB8AC3E}">
        <p14:creationId xmlns:p14="http://schemas.microsoft.com/office/powerpoint/2010/main" val="1379215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语言模型概述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为了减少 </a:t>
            </a:r>
            <a:r>
              <a:rPr lang="en-US" altLang="zh-CN" sz="2400" dirty="0">
                <a:latin typeface="Microsoft YaHei" panose="020B0503020204020204" pitchFamily="34" charset="-122"/>
                <a:ea typeface="Microsoft YaHei" panose="020B0503020204020204" pitchFamily="34" charset="-122"/>
              </a:rPr>
              <a:t>P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 </a:t>
            </a:r>
            <a:r>
              <a:rPr lang="zh-CN" altLang="en-US" sz="2400" dirty="0">
                <a:latin typeface="Microsoft YaHei" panose="020B0503020204020204" pitchFamily="34" charset="-122"/>
                <a:ea typeface="Microsoft YaHei" panose="020B0503020204020204" pitchFamily="34" charset="-122"/>
              </a:rPr>
              <a:t>模型参数量，可以利用句子序列通常情况下从左至右的生成过程进行分解，使用</a:t>
            </a:r>
            <a:r>
              <a:rPr lang="zh-CN" altLang="en-US" sz="2400" b="1" dirty="0">
                <a:solidFill>
                  <a:srgbClr val="0070C0"/>
                </a:solidFill>
                <a:latin typeface="Microsoft YaHei" panose="020B0503020204020204" pitchFamily="34" charset="-122"/>
                <a:ea typeface="Microsoft YaHei" panose="020B0503020204020204" pitchFamily="34" charset="-122"/>
              </a:rPr>
              <a:t>链式法则</a:t>
            </a:r>
            <a:r>
              <a:rPr lang="zh-CN" altLang="en-US" sz="2400" dirty="0">
                <a:latin typeface="Microsoft YaHei" panose="020B0503020204020204" pitchFamily="34" charset="-122"/>
                <a:ea typeface="Microsoft YaHei" panose="020B0503020204020204" pitchFamily="34" charset="-122"/>
              </a:rPr>
              <a:t>得到：</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9834979B-0107-C721-056C-24A35FCA65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8319" y="1970391"/>
            <a:ext cx="8487502" cy="1458609"/>
          </a:xfrm>
          <a:prstGeom prst="rect">
            <a:avLst/>
          </a:prstGeom>
        </p:spPr>
      </p:pic>
      <p:sp>
        <p:nvSpPr>
          <p:cNvPr id="7" name="TextBox 6">
            <a:extLst>
              <a:ext uri="{FF2B5EF4-FFF2-40B4-BE49-F238E27FC236}">
                <a16:creationId xmlns:a16="http://schemas.microsoft.com/office/drawing/2014/main" id="{CC2FF3D8-1BD3-CB38-846B-DEBBC82EB3E3}"/>
              </a:ext>
            </a:extLst>
          </p:cNvPr>
          <p:cNvSpPr txBox="1"/>
          <p:nvPr/>
        </p:nvSpPr>
        <p:spPr>
          <a:xfrm>
            <a:off x="482291" y="3481404"/>
            <a:ext cx="11331883" cy="1896801"/>
          </a:xfrm>
          <a:prstGeom prst="rect">
            <a:avLst/>
          </a:prstGeom>
          <a:noFill/>
        </p:spPr>
        <p:txBody>
          <a:bodyPr wrap="square">
            <a:spAutoFit/>
          </a:bodyPr>
          <a:lstStyle/>
          <a:p>
            <a:pPr>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由此，</a:t>
            </a:r>
            <a:r>
              <a:rPr lang="en-US" altLang="zh-CN" sz="2400" dirty="0">
                <a:latin typeface="Microsoft YaHei" panose="020B0503020204020204" pitchFamily="34" charset="-122"/>
                <a:ea typeface="Microsoft YaHei" panose="020B0503020204020204" pitchFamily="34" charset="-122"/>
              </a:rPr>
              <a:t>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zh-CN" altLang="en-US" sz="2400" dirty="0">
                <a:latin typeface="Microsoft YaHei" panose="020B0503020204020204" pitchFamily="34" charset="-122"/>
                <a:ea typeface="Microsoft YaHei" panose="020B0503020204020204" pitchFamily="34" charset="-122"/>
              </a:rPr>
              <a:t>的生成过程可以看作单词逐个生成的过程。首先生成 </a:t>
            </a:r>
            <a:r>
              <a:rPr lang="en-US" sz="2400" dirty="0">
                <a:latin typeface="Microsoft YaHei" panose="020B0503020204020204" pitchFamily="34" charset="-122"/>
                <a:ea typeface="Microsoft YaHei" panose="020B0503020204020204" pitchFamily="34" charset="-122"/>
              </a:rPr>
              <a:t>w</a:t>
            </a:r>
            <a:r>
              <a:rPr lang="en-US" sz="2400" baseline="-25000" dirty="0">
                <a:latin typeface="Microsoft YaHei" panose="020B0503020204020204" pitchFamily="34" charset="-122"/>
                <a:ea typeface="Microsoft YaHei" panose="020B0503020204020204" pitchFamily="34" charset="-122"/>
              </a:rPr>
              <a:t>1</a:t>
            </a:r>
            <a:r>
              <a:rPr 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之后根据 </a:t>
            </a:r>
            <a:r>
              <a:rPr lang="en-US" sz="2400" dirty="0">
                <a:latin typeface="Microsoft YaHei" panose="020B0503020204020204" pitchFamily="34" charset="-122"/>
                <a:ea typeface="Microsoft YaHei" panose="020B0503020204020204" pitchFamily="34" charset="-122"/>
              </a:rPr>
              <a:t>w</a:t>
            </a:r>
            <a:r>
              <a:rPr lang="en-US" sz="2400" baseline="-25000" dirty="0">
                <a:latin typeface="Microsoft YaHei" panose="020B0503020204020204" pitchFamily="34" charset="-122"/>
                <a:ea typeface="Microsoft YaHei" panose="020B0503020204020204" pitchFamily="34" charset="-122"/>
              </a:rPr>
              <a:t>1</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生成 </a:t>
            </a:r>
            <a:r>
              <a:rPr lang="en-US" sz="2400" dirty="0">
                <a:latin typeface="Microsoft YaHei" panose="020B0503020204020204" pitchFamily="34" charset="-122"/>
                <a:ea typeface="Microsoft YaHei" panose="020B0503020204020204" pitchFamily="34" charset="-122"/>
              </a:rPr>
              <a:t>w</a:t>
            </a:r>
            <a:r>
              <a:rPr lang="en-US" sz="2400" baseline="-25000" dirty="0">
                <a:latin typeface="Microsoft YaHei" panose="020B0503020204020204" pitchFamily="34" charset="-122"/>
                <a:ea typeface="Microsoft YaHei" panose="020B0503020204020204" pitchFamily="34" charset="-122"/>
              </a:rPr>
              <a:t>2</a:t>
            </a:r>
            <a:r>
              <a:rPr 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再根据 </a:t>
            </a:r>
            <a:r>
              <a:rPr lang="en-US" sz="2400" dirty="0">
                <a:latin typeface="Microsoft YaHei" panose="020B0503020204020204" pitchFamily="34" charset="-122"/>
                <a:ea typeface="Microsoft YaHei" panose="020B0503020204020204" pitchFamily="34" charset="-122"/>
              </a:rPr>
              <a:t>w</a:t>
            </a:r>
            <a:r>
              <a:rPr lang="en-US" sz="2400" baseline="-25000" dirty="0">
                <a:latin typeface="Microsoft YaHei" panose="020B0503020204020204" pitchFamily="34" charset="-122"/>
                <a:ea typeface="Microsoft YaHei" panose="020B0503020204020204" pitchFamily="34" charset="-122"/>
              </a:rPr>
              <a:t>1</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和 </a:t>
            </a:r>
            <a:r>
              <a:rPr lang="en-US" sz="2400" dirty="0">
                <a:latin typeface="Microsoft YaHei" panose="020B0503020204020204" pitchFamily="34" charset="-122"/>
                <a:ea typeface="Microsoft YaHei" panose="020B0503020204020204" pitchFamily="34" charset="-122"/>
              </a:rPr>
              <a:t>w</a:t>
            </a:r>
            <a:r>
              <a:rPr lang="en-US" sz="2400" baseline="-25000" dirty="0">
                <a:latin typeface="Microsoft YaHei" panose="020B0503020204020204" pitchFamily="34" charset="-122"/>
                <a:ea typeface="Microsoft YaHei" panose="020B0503020204020204" pitchFamily="34" charset="-122"/>
              </a:rPr>
              <a:t>2</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生成 </a:t>
            </a:r>
            <a:r>
              <a:rPr lang="en-US" sz="2400" dirty="0">
                <a:latin typeface="Microsoft YaHei" panose="020B0503020204020204" pitchFamily="34" charset="-122"/>
                <a:ea typeface="Microsoft YaHei" panose="020B0503020204020204" pitchFamily="34" charset="-122"/>
              </a:rPr>
              <a:t>w</a:t>
            </a:r>
            <a:r>
              <a:rPr lang="en-US" sz="2400" baseline="-25000" dirty="0">
                <a:latin typeface="Microsoft YaHei" panose="020B0503020204020204" pitchFamily="34" charset="-122"/>
                <a:ea typeface="Microsoft YaHei" panose="020B0503020204020204" pitchFamily="34" charset="-122"/>
              </a:rPr>
              <a:t>3</a:t>
            </a:r>
            <a:r>
              <a:rPr 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以此类推，根据前 </a:t>
            </a:r>
            <a:r>
              <a:rPr lang="en-US" sz="2400" dirty="0">
                <a:latin typeface="Microsoft YaHei" panose="020B0503020204020204" pitchFamily="34" charset="-122"/>
                <a:ea typeface="Microsoft YaHei" panose="020B0503020204020204" pitchFamily="34" charset="-122"/>
              </a:rPr>
              <a:t>m − 1 </a:t>
            </a:r>
            <a:r>
              <a:rPr lang="zh-CN" altLang="en-US" sz="2400" dirty="0">
                <a:latin typeface="Microsoft YaHei" panose="020B0503020204020204" pitchFamily="34" charset="-122"/>
                <a:ea typeface="Microsoft YaHei" panose="020B0503020204020204" pitchFamily="34" charset="-122"/>
              </a:rPr>
              <a:t>个单词生成最后一个单词 </a:t>
            </a:r>
            <a:r>
              <a:rPr lang="en-US" sz="2400" dirty="0" err="1">
                <a:latin typeface="Microsoft YaHei" panose="020B0503020204020204" pitchFamily="34" charset="-122"/>
                <a:ea typeface="Microsoft YaHei" panose="020B0503020204020204" pitchFamily="34" charset="-122"/>
              </a:rPr>
              <a:t>w</a:t>
            </a:r>
            <a:r>
              <a:rPr lang="en-US" sz="2400" baseline="-25000" dirty="0" err="1">
                <a:latin typeface="Microsoft YaHei" panose="020B0503020204020204" pitchFamily="34" charset="-122"/>
                <a:ea typeface="Microsoft YaHei" panose="020B0503020204020204" pitchFamily="34" charset="-122"/>
              </a:rPr>
              <a:t>m</a:t>
            </a:r>
            <a:br>
              <a:rPr lang="en-US" sz="2400" dirty="0">
                <a:latin typeface="Microsoft YaHei" panose="020B0503020204020204" pitchFamily="34" charset="-122"/>
                <a:ea typeface="Microsoft YaHei" panose="020B0503020204020204" pitchFamily="34" charset="-122"/>
              </a:rPr>
            </a:br>
            <a:endParaRPr lang="en-CN" sz="2400" dirty="0">
              <a:latin typeface="Microsoft YaHei" panose="020B0503020204020204" pitchFamily="34" charset="-122"/>
              <a:ea typeface="Microsoft YaHei" panose="020B0503020204020204" pitchFamily="34" charset="-122"/>
            </a:endParaRPr>
          </a:p>
        </p:txBody>
      </p:sp>
      <p:pic>
        <p:nvPicPr>
          <p:cNvPr id="9" name="Picture 8">
            <a:extLst>
              <a:ext uri="{FF2B5EF4-FFF2-40B4-BE49-F238E27FC236}">
                <a16:creationId xmlns:a16="http://schemas.microsoft.com/office/drawing/2014/main" id="{96147A78-E0E6-DF95-5073-1B835C4AE07A}"/>
              </a:ext>
            </a:extLst>
          </p:cNvPr>
          <p:cNvPicPr>
            <a:picLocks noChangeAspect="1"/>
          </p:cNvPicPr>
          <p:nvPr/>
        </p:nvPicPr>
        <p:blipFill rotWithShape="1">
          <a:blip r:embed="rId4">
            <a:extLst>
              <a:ext uri="{28A0092B-C50C-407E-A947-70E740481C1C}">
                <a14:useLocalDpi xmlns:a14="http://schemas.microsoft.com/office/drawing/2010/main" val="0"/>
              </a:ext>
            </a:extLst>
          </a:blip>
          <a:srcRect t="34766"/>
          <a:stretch/>
        </p:blipFill>
        <p:spPr>
          <a:xfrm>
            <a:off x="996951" y="5248047"/>
            <a:ext cx="10181818" cy="1108303"/>
          </a:xfrm>
          <a:prstGeom prst="rect">
            <a:avLst/>
          </a:prstGeom>
        </p:spPr>
      </p:pic>
    </p:spTree>
    <p:extLst>
      <p:ext uri="{BB962C8B-B14F-4D97-AF65-F5344CB8AC3E}">
        <p14:creationId xmlns:p14="http://schemas.microsoft.com/office/powerpoint/2010/main" val="3847039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语言模型概述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195049" cy="2204578"/>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仅通过上述过程</a:t>
            </a:r>
            <a:r>
              <a:rPr lang="zh-CN" altLang="en-US" sz="2400" dirty="0">
                <a:solidFill>
                  <a:srgbClr val="0070C0"/>
                </a:solidFill>
                <a:latin typeface="Microsoft YaHei" panose="020B0503020204020204" pitchFamily="34" charset="-122"/>
                <a:ea typeface="Microsoft YaHei" panose="020B0503020204020204" pitchFamily="34" charset="-122"/>
              </a:rPr>
              <a:t>模型的参数量依然没有下降</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P(</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m</a:t>
            </a:r>
            <a:r>
              <a:rPr lang="en-US" altLang="zh-CN" sz="2400" dirty="0">
                <a:latin typeface="Microsoft YaHei" panose="020B0503020204020204" pitchFamily="34" charset="-122"/>
                <a:ea typeface="Microsoft YaHei" panose="020B0503020204020204" pitchFamily="34" charset="-122"/>
              </a:rPr>
              <a:t>| 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m-1</a:t>
            </a:r>
            <a:r>
              <a:rPr lang="en-US" altLang="zh-CN" sz="2400" dirty="0">
                <a:latin typeface="Microsoft YaHei" panose="020B0503020204020204" pitchFamily="34" charset="-122"/>
                <a:ea typeface="Microsoft YaHei" panose="020B0503020204020204" pitchFamily="34" charset="-122"/>
              </a:rPr>
              <a:t> ) </a:t>
            </a:r>
            <a:r>
              <a:rPr lang="zh-CN" altLang="en-US" sz="2400" dirty="0">
                <a:latin typeface="Microsoft YaHei" panose="020B0503020204020204" pitchFamily="34" charset="-122"/>
                <a:ea typeface="Microsoft YaHei" panose="020B0503020204020204" pitchFamily="34" charset="-122"/>
              </a:rPr>
              <a:t>的参数量依然是天文数字。然而基于上述转换，可以进一步的对模型进行简化</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n </a:t>
            </a:r>
            <a:r>
              <a:rPr lang="zh-CN" altLang="en-US" sz="2400" dirty="0">
                <a:latin typeface="Microsoft YaHei" panose="020B0503020204020204" pitchFamily="34" charset="-122"/>
                <a:ea typeface="Microsoft YaHei" panose="020B0503020204020204" pitchFamily="34" charset="-122"/>
              </a:rPr>
              <a:t>元语言模型</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基于分布式表示和神经网络的语言模型</a:t>
            </a:r>
            <a:endParaRPr lang="en-US" altLang="zh-CN" sz="2400" dirty="0">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7C11C964-EC97-9653-4B80-00A4DC1BEF62}"/>
              </a:ext>
            </a:extLst>
          </p:cNvPr>
          <p:cNvSpPr txBox="1"/>
          <p:nvPr/>
        </p:nvSpPr>
        <p:spPr>
          <a:xfrm>
            <a:off x="386995" y="3429000"/>
            <a:ext cx="11373204" cy="1435136"/>
          </a:xfrm>
          <a:prstGeom prst="rect">
            <a:avLst/>
          </a:prstGeom>
          <a:noFill/>
        </p:spPr>
        <p:txBody>
          <a:bodyPr wrap="square">
            <a:spAutoFit/>
          </a:bodyPr>
          <a:lstStyle/>
          <a:p>
            <a:pPr algn="just">
              <a:lnSpc>
                <a:spcPct val="125000"/>
              </a:lnSpc>
              <a:spcBef>
                <a:spcPts val="1200"/>
              </a:spcBef>
            </a:pPr>
            <a:r>
              <a:rPr lang="en-CN" sz="2400" dirty="0">
                <a:latin typeface="Microsoft YaHei" panose="020B0503020204020204" pitchFamily="34" charset="-122"/>
                <a:ea typeface="Microsoft YaHei" panose="020B0503020204020204" pitchFamily="34" charset="-122"/>
              </a:rPr>
              <a:t>语言模型的训练过程虽然采用的有监督方法，但是由于训练目标可以通过原始文本直接获得，从而使得模型的训练仅需要大规模无标注文本即可。语言模型也成为了典型的</a:t>
            </a:r>
            <a:r>
              <a:rPr lang="en-CN" sz="2400" b="1" dirty="0">
                <a:solidFill>
                  <a:srgbClr val="0070C0"/>
                </a:solidFill>
                <a:latin typeface="Microsoft YaHei" panose="020B0503020204020204" pitchFamily="34" charset="-122"/>
                <a:ea typeface="Microsoft YaHei" panose="020B0503020204020204" pitchFamily="34" charset="-122"/>
              </a:rPr>
              <a:t>自监督学习（Self-supervised Learning）</a:t>
            </a:r>
            <a:r>
              <a:rPr lang="en-CN" sz="2400" dirty="0">
                <a:latin typeface="Microsoft YaHei" panose="020B0503020204020204" pitchFamily="34" charset="-122"/>
                <a:ea typeface="Microsoft YaHei" panose="020B0503020204020204" pitchFamily="34" charset="-122"/>
              </a:rPr>
              <a:t>任务。</a:t>
            </a:r>
          </a:p>
        </p:txBody>
      </p:sp>
    </p:spTree>
    <p:extLst>
      <p:ext uri="{BB962C8B-B14F-4D97-AF65-F5344CB8AC3E}">
        <p14:creationId xmlns:p14="http://schemas.microsoft.com/office/powerpoint/2010/main" val="532547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9223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n</a:t>
            </a:r>
            <a:r>
              <a:rPr lang="zh-CN" altLang="en-US" sz="2400" b="1" dirty="0">
                <a:solidFill>
                  <a:schemeClr val="bg1"/>
                </a:solidFill>
                <a:latin typeface="微软雅黑" panose="020B0503020204020204" pitchFamily="34" charset="-122"/>
                <a:ea typeface="微软雅黑" panose="020B0503020204020204" pitchFamily="34" charset="-122"/>
              </a:rPr>
              <a:t>元语言模型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195049" cy="973472"/>
          </a:xfrm>
          <a:prstGeom prst="rect">
            <a:avLst/>
          </a:prstGeom>
          <a:noFill/>
        </p:spPr>
        <p:txBody>
          <a:bodyPr wrap="square">
            <a:spAutoFit/>
          </a:bodyPr>
          <a:lstStyle/>
          <a:p>
            <a:pPr algn="just">
              <a:lnSpc>
                <a:spcPct val="125000"/>
              </a:lnSpc>
              <a:spcBef>
                <a:spcPts val="1200"/>
              </a:spcBef>
            </a:pPr>
            <a:r>
              <a:rPr lang="zh-CN" altLang="en-US" sz="2400" dirty="0">
                <a:solidFill>
                  <a:srgbClr val="0070C0"/>
                </a:solidFill>
                <a:latin typeface="Microsoft YaHei" panose="020B0503020204020204" pitchFamily="34" charset="-122"/>
                <a:ea typeface="Microsoft YaHei" panose="020B0503020204020204" pitchFamily="34" charset="-122"/>
              </a:rPr>
              <a:t>语言模型通常用于反映一个句子出现的可能性</a:t>
            </a:r>
            <a:r>
              <a:rPr lang="zh-CN" altLang="en-US" sz="2400" dirty="0">
                <a:latin typeface="Microsoft YaHei" panose="020B0503020204020204" pitchFamily="34" charset="-122"/>
                <a:ea typeface="Microsoft YaHei" panose="020B0503020204020204" pitchFamily="34" charset="-122"/>
              </a:rPr>
              <a:t>，给定由单词序列</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a:t>
            </a:r>
            <a:r>
              <a:rPr lang="en-US" altLang="zh-CN" sz="2400" baseline="-25000" dirty="0" err="1">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组成的句子</a:t>
            </a:r>
            <a:r>
              <a:rPr lang="en-US" altLang="zh-CN" sz="2400" dirty="0">
                <a:latin typeface="Microsoft YaHei" panose="020B0503020204020204" pitchFamily="34" charset="-122"/>
                <a:ea typeface="Microsoft YaHei" panose="020B0503020204020204" pitchFamily="34" charset="-122"/>
              </a:rPr>
              <a:t>S</a:t>
            </a:r>
            <a:r>
              <a:rPr lang="zh-CN" altLang="en-US" sz="2400" dirty="0">
                <a:latin typeface="Microsoft YaHei" panose="020B0503020204020204" pitchFamily="34" charset="-122"/>
                <a:ea typeface="Microsoft YaHei" panose="020B0503020204020204" pitchFamily="34" charset="-122"/>
              </a:rPr>
              <a:t>，可以利用语言的特性，使用链式法分解则得到：</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18CE2868-930C-844D-27DD-96B07B6FD2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1264" y="1970389"/>
            <a:ext cx="3449471" cy="973471"/>
          </a:xfrm>
          <a:prstGeom prst="rect">
            <a:avLst/>
          </a:prstGeom>
        </p:spPr>
      </p:pic>
      <p:sp>
        <p:nvSpPr>
          <p:cNvPr id="7" name="TextBox 6">
            <a:extLst>
              <a:ext uri="{FF2B5EF4-FFF2-40B4-BE49-F238E27FC236}">
                <a16:creationId xmlns:a16="http://schemas.microsoft.com/office/drawing/2014/main" id="{B2E83CA4-7FB8-6501-860D-D9934D2E0E5C}"/>
              </a:ext>
            </a:extLst>
          </p:cNvPr>
          <p:cNvSpPr txBox="1"/>
          <p:nvPr/>
        </p:nvSpPr>
        <p:spPr>
          <a:xfrm>
            <a:off x="455083" y="3044152"/>
            <a:ext cx="11305116" cy="1896801"/>
          </a:xfrm>
          <a:prstGeom prst="rect">
            <a:avLst/>
          </a:prstGeom>
          <a:noFill/>
        </p:spPr>
        <p:txBody>
          <a:bodyPr wrap="square">
            <a:spAutoFit/>
          </a:bodyPr>
          <a:lstStyle>
            <a:defPPr>
              <a:defRPr lang="zh-CN"/>
            </a:defPPr>
            <a:lvl1pPr algn="just">
              <a:lnSpc>
                <a:spcPct val="125000"/>
              </a:lnSpc>
              <a:spcBef>
                <a:spcPts val="1200"/>
              </a:spcBef>
              <a:defRPr sz="2400">
                <a:latin typeface="Microsoft YaHei" panose="020B0503020204020204" pitchFamily="34" charset="-122"/>
                <a:ea typeface="Microsoft YaHei" panose="020B0503020204020204" pitchFamily="34" charset="-122"/>
              </a:defRPr>
            </a:lvl1pPr>
          </a:lstStyle>
          <a:p>
            <a:pPr algn="l"/>
            <a:r>
              <a:rPr lang="zh-CN" altLang="en-US" dirty="0"/>
              <a:t>其中，词 </a:t>
            </a:r>
            <a:r>
              <a:rPr lang="en-US" dirty="0" err="1"/>
              <a:t>w</a:t>
            </a:r>
            <a:r>
              <a:rPr lang="en-US" baseline="-25000" dirty="0" err="1"/>
              <a:t>i</a:t>
            </a:r>
            <a:r>
              <a:rPr lang="en-US" baseline="-25000" dirty="0"/>
              <a:t> </a:t>
            </a:r>
            <a:r>
              <a:rPr lang="zh-CN" altLang="en-US" dirty="0"/>
              <a:t>出现的概率受它前面的 </a:t>
            </a:r>
            <a:r>
              <a:rPr lang="en-US" dirty="0" err="1"/>
              <a:t>i</a:t>
            </a:r>
            <a:r>
              <a:rPr lang="en-US" dirty="0"/>
              <a:t> − 1 </a:t>
            </a:r>
            <a:r>
              <a:rPr lang="zh-CN" altLang="en-US" dirty="0"/>
              <a:t>个词 </a:t>
            </a:r>
            <a:r>
              <a:rPr lang="en-US" dirty="0"/>
              <a:t>w</a:t>
            </a:r>
            <a:r>
              <a:rPr lang="en-US" baseline="-25000" dirty="0"/>
              <a:t>1</a:t>
            </a:r>
            <a:r>
              <a:rPr lang="en-US" dirty="0"/>
              <a:t>w</a:t>
            </a:r>
            <a:r>
              <a:rPr lang="en-US" baseline="-25000" dirty="0"/>
              <a:t>2</a:t>
            </a:r>
            <a:r>
              <a:rPr lang="en-US" dirty="0"/>
              <a:t>...w</a:t>
            </a:r>
            <a:r>
              <a:rPr lang="en-US" baseline="-25000" dirty="0"/>
              <a:t>i−1</a:t>
            </a:r>
            <a:r>
              <a:rPr lang="en-US" dirty="0"/>
              <a:t> </a:t>
            </a:r>
            <a:r>
              <a:rPr lang="zh-CN" altLang="en-US" dirty="0"/>
              <a:t>影响，我们将这 </a:t>
            </a:r>
            <a:r>
              <a:rPr lang="en-US" dirty="0" err="1"/>
              <a:t>i</a:t>
            </a:r>
            <a:r>
              <a:rPr lang="en-US" dirty="0"/>
              <a:t> − 1 </a:t>
            </a:r>
            <a:r>
              <a:rPr lang="zh-CN" altLang="en-US" dirty="0"/>
              <a:t>个词 </a:t>
            </a:r>
            <a:r>
              <a:rPr lang="en-US" dirty="0"/>
              <a:t>w</a:t>
            </a:r>
            <a:r>
              <a:rPr lang="en-US" baseline="-25000" dirty="0"/>
              <a:t>1</a:t>
            </a:r>
            <a:r>
              <a:rPr lang="en-US" dirty="0"/>
              <a:t>w</a:t>
            </a:r>
            <a:r>
              <a:rPr lang="en-US" baseline="-25000" dirty="0"/>
              <a:t>2</a:t>
            </a:r>
            <a:r>
              <a:rPr lang="en-US" dirty="0"/>
              <a:t>...w</a:t>
            </a:r>
            <a:r>
              <a:rPr lang="en-US" baseline="-25000" dirty="0"/>
              <a:t>i−1</a:t>
            </a:r>
            <a:r>
              <a:rPr lang="zh-CN" altLang="en-US" dirty="0"/>
              <a:t>称之为词 </a:t>
            </a:r>
            <a:r>
              <a:rPr lang="en-US" dirty="0" err="1"/>
              <a:t>w</a:t>
            </a:r>
            <a:r>
              <a:rPr lang="en-US" baseline="-25000" dirty="0" err="1"/>
              <a:t>i</a:t>
            </a:r>
            <a:r>
              <a:rPr lang="en-US" dirty="0"/>
              <a:t> </a:t>
            </a:r>
            <a:r>
              <a:rPr lang="zh-CN" altLang="en-US" dirty="0"/>
              <a:t>的</a:t>
            </a:r>
            <a:r>
              <a:rPr lang="zh-CN" altLang="en-US" b="1" dirty="0">
                <a:solidFill>
                  <a:srgbClr val="0070C0"/>
                </a:solidFill>
              </a:rPr>
              <a:t>历史</a:t>
            </a:r>
            <a:r>
              <a:rPr lang="zh-CN" altLang="en-US" dirty="0"/>
              <a:t>。</a:t>
            </a:r>
            <a:r>
              <a:rPr lang="zh-CN" altLang="en-US" b="0" i="0" dirty="0">
                <a:effectLst/>
                <a:latin typeface="Times New Roman" panose="02020603050405020304" pitchFamily="18" charset="0"/>
              </a:rPr>
              <a:t> 如果历史单词有 </a:t>
            </a:r>
            <a:r>
              <a:rPr lang="en-US" b="0" i="0" dirty="0" err="1">
                <a:effectLst/>
                <a:latin typeface="Times New Roman" panose="02020603050405020304" pitchFamily="18" charset="0"/>
              </a:rPr>
              <a:t>i</a:t>
            </a:r>
            <a:r>
              <a:rPr lang="en-US" b="0" i="0" dirty="0">
                <a:effectLst/>
                <a:latin typeface="Times New Roman" panose="02020603050405020304" pitchFamily="18" charset="0"/>
              </a:rPr>
              <a:t> − 1 </a:t>
            </a:r>
            <a:r>
              <a:rPr lang="zh-CN" altLang="en-US" b="0" i="0" dirty="0">
                <a:effectLst/>
                <a:latin typeface="Times New Roman" panose="02020603050405020304" pitchFamily="18" charset="0"/>
              </a:rPr>
              <a:t>个，那么可能的单词组合就有 </a:t>
            </a:r>
            <a:r>
              <a:rPr lang="en-US" altLang="zh-CN" b="0" i="0" dirty="0">
                <a:effectLst/>
                <a:latin typeface="Times New Roman" panose="02020603050405020304" pitchFamily="18" charset="0"/>
              </a:rPr>
              <a:t>|</a:t>
            </a:r>
            <a:r>
              <a:rPr lang="en-US" b="0" i="0" dirty="0">
                <a:effectLst/>
                <a:latin typeface="Times New Roman" panose="02020603050405020304" pitchFamily="18" charset="0"/>
              </a:rPr>
              <a:t>V|</a:t>
            </a:r>
            <a:r>
              <a:rPr lang="en-US" b="0" i="0" baseline="30000" dirty="0">
                <a:effectLst/>
                <a:latin typeface="Times New Roman" panose="02020603050405020304" pitchFamily="18" charset="0"/>
              </a:rPr>
              <a:t>i−1</a:t>
            </a:r>
            <a:r>
              <a:rPr lang="en-US" b="0" i="0" dirty="0">
                <a:effectLst/>
                <a:latin typeface="Times New Roman" panose="02020603050405020304" pitchFamily="18" charset="0"/>
              </a:rPr>
              <a:t> </a:t>
            </a:r>
            <a:r>
              <a:rPr lang="zh-CN" altLang="en-US" b="0" i="0" dirty="0">
                <a:effectLst/>
                <a:latin typeface="Times New Roman" panose="02020603050405020304" pitchFamily="18" charset="0"/>
              </a:rPr>
              <a:t>种。 最简单的根据语料库对 </a:t>
            </a:r>
            <a:r>
              <a:rPr lang="en-US" b="0" i="0" dirty="0">
                <a:effectLst/>
                <a:latin typeface="Times New Roman" panose="02020603050405020304" pitchFamily="18" charset="0"/>
              </a:rPr>
              <a:t>P (wi|w1w2...wi−1) </a:t>
            </a:r>
            <a:r>
              <a:rPr lang="zh-CN" altLang="en-US" b="0" i="0" dirty="0">
                <a:effectLst/>
                <a:latin typeface="Times New Roman" panose="02020603050405020304" pitchFamily="18" charset="0"/>
              </a:rPr>
              <a:t>进行估计的方法是基于词序列在语料中出现次数（也称为频次）的方法：</a:t>
            </a:r>
            <a:endParaRPr lang="en-CN" dirty="0"/>
          </a:p>
        </p:txBody>
      </p:sp>
      <p:pic>
        <p:nvPicPr>
          <p:cNvPr id="9" name="Picture 8">
            <a:extLst>
              <a:ext uri="{FF2B5EF4-FFF2-40B4-BE49-F238E27FC236}">
                <a16:creationId xmlns:a16="http://schemas.microsoft.com/office/drawing/2014/main" id="{A9EF68A6-693B-3C60-24FD-9F3A33EC62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7099" y="5283231"/>
            <a:ext cx="5257800" cy="1155700"/>
          </a:xfrm>
          <a:prstGeom prst="rect">
            <a:avLst/>
          </a:prstGeom>
        </p:spPr>
      </p:pic>
    </p:spTree>
    <p:extLst>
      <p:ext uri="{BB962C8B-B14F-4D97-AF65-F5344CB8AC3E}">
        <p14:creationId xmlns:p14="http://schemas.microsoft.com/office/powerpoint/2010/main" val="409249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9223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n</a:t>
            </a:r>
            <a:r>
              <a:rPr lang="zh-CN" altLang="en-US" sz="2400" b="1" dirty="0">
                <a:solidFill>
                  <a:schemeClr val="bg1"/>
                </a:solidFill>
                <a:latin typeface="微软雅黑" panose="020B0503020204020204" pitchFamily="34" charset="-122"/>
                <a:ea typeface="微软雅黑" panose="020B0503020204020204" pitchFamily="34" charset="-122"/>
              </a:rPr>
              <a:t>元语言模型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195049" cy="1435136"/>
          </a:xfrm>
          <a:prstGeom prst="rect">
            <a:avLst/>
          </a:prstGeom>
          <a:noFill/>
        </p:spPr>
        <p:txBody>
          <a:bodyPr wrap="square">
            <a:spAutoFit/>
          </a:bodyPr>
          <a:lstStyle/>
          <a:p>
            <a:pPr algn="just">
              <a:lnSpc>
                <a:spcPct val="125000"/>
              </a:lnSpc>
              <a:spcBef>
                <a:spcPts val="0"/>
              </a:spcBef>
            </a:pPr>
            <a:r>
              <a:rPr lang="zh-CN" altLang="en-US" sz="2400" dirty="0">
                <a:latin typeface="Microsoft YaHei" panose="020B0503020204020204" pitchFamily="34" charset="-122"/>
                <a:ea typeface="Microsoft YaHei" panose="020B0503020204020204" pitchFamily="34" charset="-122"/>
              </a:rPr>
              <a:t>随着历史单词数量增多，绝大多数的历史并不会在训练数据中出现，这也意味着 </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0"/>
              </a:spcBef>
            </a:pPr>
            <a:r>
              <a:rPr lang="en-US" altLang="zh-CN" sz="2400" dirty="0">
                <a:latin typeface="Microsoft YaHei" panose="020B0503020204020204" pitchFamily="34" charset="-122"/>
                <a:ea typeface="Microsoft YaHei" panose="020B0503020204020204" pitchFamily="34" charset="-122"/>
              </a:rPr>
              <a:t>P (w</a:t>
            </a:r>
            <a:r>
              <a:rPr lang="en-US" altLang="zh-CN" sz="2400" baseline="-25000" dirty="0">
                <a:latin typeface="Microsoft YaHei" panose="020B0503020204020204" pitchFamily="34" charset="-122"/>
                <a:ea typeface="Microsoft YaHei" panose="020B0503020204020204" pitchFamily="34" charset="-122"/>
              </a:rPr>
              <a:t>i</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1</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2</a:t>
            </a:r>
            <a:r>
              <a:rPr lang="en-US" altLang="zh-CN" sz="2400" dirty="0">
                <a:latin typeface="Microsoft YaHei" panose="020B0503020204020204" pitchFamily="34" charset="-122"/>
                <a:ea typeface="Microsoft YaHei" panose="020B0503020204020204" pitchFamily="34" charset="-122"/>
              </a:rPr>
              <a:t>...w</a:t>
            </a:r>
            <a:r>
              <a:rPr lang="en-US" altLang="zh-CN" sz="2400" baseline="-25000" dirty="0">
                <a:latin typeface="Microsoft YaHei" panose="020B0503020204020204" pitchFamily="34" charset="-122"/>
                <a:ea typeface="Microsoft YaHei" panose="020B0503020204020204" pitchFamily="34" charset="-122"/>
              </a:rPr>
              <a:t>i−1</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就很可能为 </a:t>
            </a:r>
            <a:r>
              <a:rPr lang="en-US" altLang="zh-CN" sz="2400" dirty="0">
                <a:latin typeface="Microsoft YaHei" panose="020B0503020204020204" pitchFamily="34" charset="-122"/>
                <a:ea typeface="Microsoft YaHei" panose="020B0503020204020204" pitchFamily="34" charset="-122"/>
              </a:rPr>
              <a:t>0</a:t>
            </a:r>
            <a:r>
              <a:rPr lang="zh-CN" altLang="en-US" sz="2400" dirty="0">
                <a:latin typeface="Microsoft YaHei" panose="020B0503020204020204" pitchFamily="34" charset="-122"/>
                <a:ea typeface="Microsoft YaHei" panose="020B0503020204020204" pitchFamily="34" charset="-122"/>
              </a:rPr>
              <a:t>，使得概率估计失去了意义。为了解决上述问题，可以进一步假设任意单词 </a:t>
            </a:r>
            <a:r>
              <a:rPr lang="en-US" sz="2400" dirty="0" err="1">
                <a:latin typeface="Microsoft YaHei" panose="020B0503020204020204" pitchFamily="34" charset="-122"/>
                <a:ea typeface="Microsoft YaHei" panose="020B0503020204020204" pitchFamily="34" charset="-122"/>
              </a:rPr>
              <a:t>w</a:t>
            </a:r>
            <a:r>
              <a:rPr lang="en-US" sz="2400" baseline="-25000" dirty="0" err="1">
                <a:latin typeface="Microsoft YaHei" panose="020B0503020204020204" pitchFamily="34" charset="-122"/>
                <a:ea typeface="Microsoft YaHei" panose="020B0503020204020204" pitchFamily="34" charset="-122"/>
              </a:rPr>
              <a:t>i</a:t>
            </a:r>
            <a:r>
              <a:rPr lang="en-US" sz="2400" baseline="-250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出现的概率只与过去 </a:t>
            </a:r>
            <a:r>
              <a:rPr lang="en-US" sz="2400" dirty="0">
                <a:latin typeface="Microsoft YaHei" panose="020B0503020204020204" pitchFamily="34" charset="-122"/>
                <a:ea typeface="Microsoft YaHei" panose="020B0503020204020204" pitchFamily="34" charset="-122"/>
              </a:rPr>
              <a:t>n − 1 </a:t>
            </a:r>
            <a:r>
              <a:rPr lang="zh-CN" altLang="en-US" sz="2400" dirty="0">
                <a:latin typeface="Microsoft YaHei" panose="020B0503020204020204" pitchFamily="34" charset="-122"/>
                <a:ea typeface="Microsoft YaHei" panose="020B0503020204020204" pitchFamily="34" charset="-122"/>
              </a:rPr>
              <a:t>个词相关</a:t>
            </a:r>
            <a:endParaRPr lang="en-US" altLang="zh-CN" sz="2400" dirty="0">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4A99524E-5D48-7A0E-1A0E-3BEF3B96B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350" y="2454972"/>
            <a:ext cx="7099300" cy="1155700"/>
          </a:xfrm>
          <a:prstGeom prst="rect">
            <a:avLst/>
          </a:prstGeom>
        </p:spPr>
      </p:pic>
      <p:sp>
        <p:nvSpPr>
          <p:cNvPr id="8" name="TextBox 7">
            <a:extLst>
              <a:ext uri="{FF2B5EF4-FFF2-40B4-BE49-F238E27FC236}">
                <a16:creationId xmlns:a16="http://schemas.microsoft.com/office/drawing/2014/main" id="{B17CFC29-B3A9-6C34-F012-8DC9DE9922BC}"/>
              </a:ext>
            </a:extLst>
          </p:cNvPr>
          <p:cNvSpPr txBox="1"/>
          <p:nvPr/>
        </p:nvSpPr>
        <p:spPr>
          <a:xfrm>
            <a:off x="498475" y="3857153"/>
            <a:ext cx="11261724" cy="973472"/>
          </a:xfrm>
          <a:prstGeom prst="rect">
            <a:avLst/>
          </a:prstGeom>
          <a:noFill/>
        </p:spPr>
        <p:txBody>
          <a:bodyPr wrap="square">
            <a:spAutoFit/>
          </a:bodyPr>
          <a:lstStyle/>
          <a:p>
            <a:pPr>
              <a:lnSpc>
                <a:spcPct val="125000"/>
              </a:lnSpc>
              <a:spcBef>
                <a:spcPts val="0"/>
              </a:spcBef>
            </a:pPr>
            <a:r>
              <a:rPr lang="zh-CN" altLang="en-US" sz="2400" dirty="0">
                <a:latin typeface="Microsoft YaHei" panose="020B0503020204020204" pitchFamily="34" charset="-122"/>
                <a:ea typeface="Microsoft YaHei" panose="020B0503020204020204" pitchFamily="34" charset="-122"/>
              </a:rPr>
              <a:t>满足上述条件的模型被称为</a:t>
            </a:r>
            <a:r>
              <a:rPr lang="en-US" sz="2400" b="1" dirty="0">
                <a:solidFill>
                  <a:srgbClr val="0070C0"/>
                </a:solidFill>
                <a:latin typeface="Microsoft YaHei" panose="020B0503020204020204" pitchFamily="34" charset="-122"/>
                <a:ea typeface="Microsoft YaHei" panose="020B0503020204020204" pitchFamily="34" charset="-122"/>
              </a:rPr>
              <a:t>n</a:t>
            </a:r>
            <a:r>
              <a:rPr lang="zh-CN" altLang="en-US" sz="2400" b="1" dirty="0">
                <a:solidFill>
                  <a:srgbClr val="0070C0"/>
                </a:solidFill>
                <a:latin typeface="Microsoft YaHei" panose="020B0503020204020204" pitchFamily="34" charset="-122"/>
                <a:ea typeface="Microsoft YaHei" panose="020B0503020204020204" pitchFamily="34" charset="-122"/>
              </a:rPr>
              <a:t>元语法或</a:t>
            </a:r>
            <a:r>
              <a:rPr lang="en-US" sz="2400" b="1" dirty="0">
                <a:solidFill>
                  <a:srgbClr val="0070C0"/>
                </a:solidFill>
                <a:latin typeface="Microsoft YaHei" panose="020B0503020204020204" pitchFamily="34" charset="-122"/>
                <a:ea typeface="Microsoft YaHei" panose="020B0503020204020204" pitchFamily="34" charset="-122"/>
              </a:rPr>
              <a:t>n</a:t>
            </a:r>
            <a:r>
              <a:rPr lang="zh-CN" altLang="en-US" sz="2400" b="1" dirty="0">
                <a:solidFill>
                  <a:srgbClr val="0070C0"/>
                </a:solidFill>
                <a:latin typeface="Microsoft YaHei" panose="020B0503020204020204" pitchFamily="34" charset="-122"/>
                <a:ea typeface="Microsoft YaHei" panose="020B0503020204020204" pitchFamily="34" charset="-122"/>
              </a:rPr>
              <a:t>元文法</a:t>
            </a:r>
            <a:r>
              <a:rPr lang="en-US" altLang="zh-CN" sz="2400" b="1" dirty="0">
                <a:solidFill>
                  <a:srgbClr val="0070C0"/>
                </a:solidFill>
                <a:latin typeface="Microsoft YaHei" panose="020B0503020204020204" pitchFamily="34" charset="-122"/>
                <a:ea typeface="Microsoft YaHei" panose="020B0503020204020204" pitchFamily="34" charset="-122"/>
              </a:rPr>
              <a:t>(</a:t>
            </a:r>
            <a:r>
              <a:rPr lang="en-US" sz="2400" b="1" dirty="0">
                <a:solidFill>
                  <a:srgbClr val="0070C0"/>
                </a:solidFill>
                <a:latin typeface="Microsoft YaHei" panose="020B0503020204020204" pitchFamily="34" charset="-122"/>
                <a:ea typeface="Microsoft YaHei" panose="020B0503020204020204" pitchFamily="34" charset="-122"/>
              </a:rPr>
              <a:t>n-gram) </a:t>
            </a:r>
            <a:r>
              <a:rPr lang="zh-CN" altLang="en-US" sz="2400" dirty="0">
                <a:latin typeface="Microsoft YaHei" panose="020B0503020204020204" pitchFamily="34" charset="-122"/>
                <a:ea typeface="Microsoft YaHei" panose="020B0503020204020204" pitchFamily="34" charset="-122"/>
              </a:rPr>
              <a:t>模型。其中 </a:t>
            </a:r>
            <a:r>
              <a:rPr lang="en-US" sz="2400" dirty="0">
                <a:latin typeface="Microsoft YaHei" panose="020B0503020204020204" pitchFamily="34" charset="-122"/>
                <a:ea typeface="Microsoft YaHei" panose="020B0503020204020204" pitchFamily="34" charset="-122"/>
              </a:rPr>
              <a:t>n-gram </a:t>
            </a:r>
            <a:r>
              <a:rPr lang="zh-CN" altLang="en-US" sz="2400" dirty="0">
                <a:latin typeface="Microsoft YaHei" panose="020B0503020204020204" pitchFamily="34" charset="-122"/>
                <a:ea typeface="Microsoft YaHei" panose="020B0503020204020204" pitchFamily="34" charset="-122"/>
              </a:rPr>
              <a:t>表示 </a:t>
            </a:r>
            <a:r>
              <a:rPr lang="en-US" sz="2400" dirty="0">
                <a:latin typeface="Microsoft YaHei" panose="020B0503020204020204" pitchFamily="34" charset="-122"/>
                <a:ea typeface="Microsoft YaHei" panose="020B0503020204020204" pitchFamily="34" charset="-122"/>
              </a:rPr>
              <a:t>n </a:t>
            </a:r>
            <a:r>
              <a:rPr lang="zh-CN" altLang="en-US" sz="2400" dirty="0">
                <a:latin typeface="Microsoft YaHei" panose="020B0503020204020204" pitchFamily="34" charset="-122"/>
                <a:ea typeface="Microsoft YaHei" panose="020B0503020204020204" pitchFamily="34" charset="-122"/>
              </a:rPr>
              <a:t>个连续单词构成的单元，也被称为</a:t>
            </a:r>
            <a:r>
              <a:rPr lang="en-US" sz="2400" b="1" dirty="0">
                <a:solidFill>
                  <a:srgbClr val="0070C0"/>
                </a:solidFill>
                <a:latin typeface="Microsoft YaHei" panose="020B0503020204020204" pitchFamily="34" charset="-122"/>
                <a:ea typeface="Microsoft YaHei" panose="020B0503020204020204" pitchFamily="34" charset="-122"/>
              </a:rPr>
              <a:t>n</a:t>
            </a:r>
            <a:r>
              <a:rPr lang="zh-CN" altLang="en-US" sz="2400" b="1" dirty="0">
                <a:solidFill>
                  <a:srgbClr val="0070C0"/>
                </a:solidFill>
                <a:latin typeface="Microsoft YaHei" panose="020B0503020204020204" pitchFamily="34" charset="-122"/>
                <a:ea typeface="Microsoft YaHei" panose="020B0503020204020204" pitchFamily="34" charset="-122"/>
              </a:rPr>
              <a:t>元语法单元</a:t>
            </a:r>
            <a:r>
              <a:rPr lang="zh-CN" altLang="en-US" sz="2400" dirty="0">
                <a:latin typeface="Microsoft YaHei" panose="020B0503020204020204" pitchFamily="34" charset="-122"/>
                <a:ea typeface="Microsoft YaHei" panose="020B0503020204020204" pitchFamily="34" charset="-122"/>
              </a:rPr>
              <a:t>。</a:t>
            </a:r>
            <a:endParaRPr lang="en-CN" sz="2400" dirty="0">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479E8074-B1C5-698A-11E0-0D2BC3CD5C49}"/>
              </a:ext>
            </a:extLst>
          </p:cNvPr>
          <p:cNvSpPr txBox="1"/>
          <p:nvPr/>
        </p:nvSpPr>
        <p:spPr>
          <a:xfrm>
            <a:off x="498475" y="4917814"/>
            <a:ext cx="11693525" cy="511807"/>
          </a:xfrm>
          <a:prstGeom prst="rect">
            <a:avLst/>
          </a:prstGeom>
          <a:noFill/>
        </p:spPr>
        <p:txBody>
          <a:bodyPr wrap="square">
            <a:spAutoFit/>
          </a:bodyPr>
          <a:lstStyle/>
          <a:p>
            <a:pPr algn="just">
              <a:lnSpc>
                <a:spcPct val="125000"/>
              </a:lnSpc>
              <a:spcBef>
                <a:spcPts val="0"/>
              </a:spcBef>
            </a:pPr>
            <a:r>
              <a:rPr lang="zh-CN" altLang="en-US" sz="2400" dirty="0">
                <a:latin typeface="Microsoft YaHei" panose="020B0503020204020204" pitchFamily="34" charset="-122"/>
                <a:ea typeface="Microsoft YaHei" panose="020B0503020204020204" pitchFamily="34" charset="-122"/>
              </a:rPr>
              <a:t>以二元语法为例，一个词的概率只依赖于前一个词，则句子 </a:t>
            </a:r>
            <a:r>
              <a:rPr lang="en-US" sz="2400" dirty="0">
                <a:latin typeface="Microsoft YaHei" panose="020B0503020204020204" pitchFamily="34" charset="-122"/>
                <a:ea typeface="Microsoft YaHei" panose="020B0503020204020204" pitchFamily="34" charset="-122"/>
              </a:rPr>
              <a:t>S </a:t>
            </a:r>
            <a:r>
              <a:rPr lang="zh-CN" altLang="en-US" sz="2400" dirty="0">
                <a:latin typeface="Microsoft YaHei" panose="020B0503020204020204" pitchFamily="34" charset="-122"/>
                <a:ea typeface="Microsoft YaHei" panose="020B0503020204020204" pitchFamily="34" charset="-122"/>
              </a:rPr>
              <a:t>的出现概率可以表示为</a:t>
            </a:r>
            <a:r>
              <a:rPr lang="en-US" altLang="zh-CN" sz="2400" dirty="0">
                <a:latin typeface="Microsoft YaHei" panose="020B0503020204020204" pitchFamily="34" charset="-122"/>
                <a:ea typeface="Microsoft YaHei" panose="020B0503020204020204" pitchFamily="34" charset="-122"/>
              </a:rPr>
              <a:t>:</a:t>
            </a:r>
            <a:endParaRPr lang="en-CN" sz="2400" dirty="0">
              <a:latin typeface="Microsoft YaHei" panose="020B0503020204020204" pitchFamily="34" charset="-122"/>
              <a:ea typeface="Microsoft YaHei" panose="020B0503020204020204" pitchFamily="34" charset="-122"/>
            </a:endParaRPr>
          </a:p>
        </p:txBody>
      </p:sp>
      <p:pic>
        <p:nvPicPr>
          <p:cNvPr id="7" name="Picture 6">
            <a:extLst>
              <a:ext uri="{FF2B5EF4-FFF2-40B4-BE49-F238E27FC236}">
                <a16:creationId xmlns:a16="http://schemas.microsoft.com/office/drawing/2014/main" id="{3E8787CE-3460-F959-04AC-C5D27139C8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3437" y="5603403"/>
            <a:ext cx="3403600" cy="1054100"/>
          </a:xfrm>
          <a:prstGeom prst="rect">
            <a:avLst/>
          </a:prstGeom>
        </p:spPr>
      </p:pic>
    </p:spTree>
    <p:extLst>
      <p:ext uri="{BB962C8B-B14F-4D97-AF65-F5344CB8AC3E}">
        <p14:creationId xmlns:p14="http://schemas.microsoft.com/office/powerpoint/2010/main" val="1945337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9223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n</a:t>
            </a:r>
            <a:r>
              <a:rPr lang="zh-CN" altLang="en-US" sz="2400" b="1" dirty="0">
                <a:solidFill>
                  <a:schemeClr val="bg1"/>
                </a:solidFill>
                <a:latin typeface="微软雅黑" panose="020B0503020204020204" pitchFamily="34" charset="-122"/>
                <a:ea typeface="微软雅黑" panose="020B0503020204020204" pitchFamily="34" charset="-122"/>
              </a:rPr>
              <a:t>元语言模型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373204" cy="1435136"/>
          </a:xfrm>
          <a:prstGeom prst="rect">
            <a:avLst/>
          </a:prstGeom>
          <a:noFill/>
        </p:spPr>
        <p:txBody>
          <a:bodyPr wrap="square">
            <a:spAutoFit/>
          </a:bodyPr>
          <a:lstStyle/>
          <a:p>
            <a:pPr algn="just">
              <a:lnSpc>
                <a:spcPct val="125000"/>
              </a:lnSpc>
              <a:spcBef>
                <a:spcPts val="0"/>
              </a:spcBef>
            </a:pPr>
            <a:r>
              <a:rPr lang="zh-CN" altLang="en-US" sz="2400" dirty="0">
                <a:latin typeface="Microsoft YaHei" panose="020B0503020204020204" pitchFamily="34" charset="-122"/>
                <a:ea typeface="Microsoft YaHei" panose="020B0503020204020204" pitchFamily="34" charset="-122"/>
              </a:rPr>
              <a:t>尽管 </a:t>
            </a:r>
            <a:r>
              <a:rPr lang="en-US" altLang="zh-CN" sz="2400" dirty="0">
                <a:latin typeface="Microsoft YaHei" panose="020B0503020204020204" pitchFamily="34" charset="-122"/>
                <a:ea typeface="Microsoft YaHei" panose="020B0503020204020204" pitchFamily="34" charset="-122"/>
              </a:rPr>
              <a:t>n </a:t>
            </a:r>
            <a:r>
              <a:rPr lang="zh-CN" altLang="en-US" sz="2400" dirty="0">
                <a:latin typeface="Microsoft YaHei" panose="020B0503020204020204" pitchFamily="34" charset="-122"/>
                <a:ea typeface="Microsoft YaHei" panose="020B0503020204020204" pitchFamily="34" charset="-122"/>
              </a:rPr>
              <a:t>元语言模型能缓解句子概率为 </a:t>
            </a:r>
            <a:r>
              <a:rPr lang="en-US" altLang="zh-CN" sz="2400" dirty="0">
                <a:latin typeface="Microsoft YaHei" panose="020B0503020204020204" pitchFamily="34" charset="-122"/>
                <a:ea typeface="Microsoft YaHei" panose="020B0503020204020204" pitchFamily="34" charset="-122"/>
              </a:rPr>
              <a:t>0 </a:t>
            </a:r>
            <a:r>
              <a:rPr lang="zh-CN" altLang="en-US" sz="2400" dirty="0">
                <a:latin typeface="Microsoft YaHei" panose="020B0503020204020204" pitchFamily="34" charset="-122"/>
                <a:ea typeface="Microsoft YaHei" panose="020B0503020204020204" pitchFamily="34" charset="-122"/>
              </a:rPr>
              <a:t>的问题，但语言是由人和时代创造的，具备无穷的可能性，</a:t>
            </a:r>
            <a:r>
              <a:rPr lang="zh-CN" altLang="en-US" sz="2400" dirty="0">
                <a:solidFill>
                  <a:srgbClr val="0070C0"/>
                </a:solidFill>
                <a:latin typeface="Microsoft YaHei" panose="020B0503020204020204" pitchFamily="34" charset="-122"/>
                <a:ea typeface="Microsoft YaHei" panose="020B0503020204020204" pitchFamily="34" charset="-122"/>
              </a:rPr>
              <a:t>再庞大的训练语料也无法覆盖所有的 </a:t>
            </a:r>
            <a:r>
              <a:rPr lang="en-US" altLang="zh-CN" sz="2400" dirty="0">
                <a:solidFill>
                  <a:srgbClr val="0070C0"/>
                </a:solidFill>
                <a:latin typeface="Microsoft YaHei" panose="020B0503020204020204" pitchFamily="34" charset="-122"/>
                <a:ea typeface="Microsoft YaHei" panose="020B0503020204020204" pitchFamily="34" charset="-122"/>
              </a:rPr>
              <a:t>n-gram</a:t>
            </a:r>
            <a:r>
              <a:rPr lang="zh-CN" altLang="en-US" sz="2400" dirty="0">
                <a:latin typeface="Microsoft YaHei" panose="020B0503020204020204" pitchFamily="34" charset="-122"/>
                <a:ea typeface="Microsoft YaHei" panose="020B0503020204020204" pitchFamily="34" charset="-122"/>
              </a:rPr>
              <a:t>，而训练语料中的零频率并不代表零概率。因此，需要使用平滑技术（</a:t>
            </a:r>
            <a:r>
              <a:rPr lang="en-US" altLang="zh-CN" sz="2400" dirty="0">
                <a:latin typeface="Microsoft YaHei" panose="020B0503020204020204" pitchFamily="34" charset="-122"/>
                <a:ea typeface="Microsoft YaHei" panose="020B0503020204020204" pitchFamily="34" charset="-122"/>
              </a:rPr>
              <a:t>Smoothing</a:t>
            </a:r>
            <a:r>
              <a:rPr lang="zh-CN" altLang="en-US" sz="2400" dirty="0">
                <a:latin typeface="Microsoft YaHei" panose="020B0503020204020204" pitchFamily="34" charset="-122"/>
                <a:ea typeface="Microsoft YaHei" panose="020B0503020204020204" pitchFamily="34" charset="-122"/>
              </a:rPr>
              <a:t>）来解决这一问题</a:t>
            </a:r>
            <a:endParaRPr lang="en-US" altLang="zh-CN" sz="2400" dirty="0">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F692C93A-67C0-DE20-0CA7-6445E1B727AD}"/>
              </a:ext>
            </a:extLst>
          </p:cNvPr>
          <p:cNvSpPr txBox="1"/>
          <p:nvPr/>
        </p:nvSpPr>
        <p:spPr>
          <a:xfrm>
            <a:off x="386995" y="2711432"/>
            <a:ext cx="11427180" cy="1435136"/>
          </a:xfrm>
          <a:prstGeom prst="rect">
            <a:avLst/>
          </a:prstGeom>
          <a:noFill/>
        </p:spPr>
        <p:txBody>
          <a:bodyPr wrap="square">
            <a:spAutoFit/>
          </a:bodyPr>
          <a:lstStyle/>
          <a:p>
            <a:pPr algn="just">
              <a:lnSpc>
                <a:spcPct val="125000"/>
              </a:lnSpc>
              <a:spcBef>
                <a:spcPts val="0"/>
              </a:spcBef>
            </a:pPr>
            <a:r>
              <a:rPr lang="zh-CN" altLang="en-US" sz="2400" b="1" dirty="0">
                <a:solidFill>
                  <a:srgbClr val="0070C0"/>
                </a:solidFill>
                <a:latin typeface="Microsoft YaHei" panose="020B0503020204020204" pitchFamily="34" charset="-122"/>
                <a:ea typeface="Microsoft YaHei" panose="020B0503020204020204" pitchFamily="34" charset="-122"/>
              </a:rPr>
              <a:t>平滑</a:t>
            </a:r>
            <a:r>
              <a:rPr lang="zh-CN" altLang="en-US" sz="2400" dirty="0">
                <a:latin typeface="Microsoft YaHei" panose="020B0503020204020204" pitchFamily="34" charset="-122"/>
                <a:ea typeface="Microsoft YaHei" panose="020B0503020204020204" pitchFamily="34" charset="-122"/>
              </a:rPr>
              <a:t>是指为了产生更合理的概率，对最大似然估计进行调整的一类方法，也称为数据平滑（</a:t>
            </a:r>
            <a:r>
              <a:rPr lang="en-US" sz="2400" dirty="0">
                <a:latin typeface="Microsoft YaHei" panose="020B0503020204020204" pitchFamily="34" charset="-122"/>
                <a:ea typeface="Microsoft YaHei" panose="020B0503020204020204" pitchFamily="34" charset="-122"/>
              </a:rPr>
              <a:t>Data Smoothing）。</a:t>
            </a:r>
            <a:r>
              <a:rPr lang="zh-CN" altLang="en-US" sz="2400" dirty="0">
                <a:solidFill>
                  <a:srgbClr val="0070C0"/>
                </a:solidFill>
                <a:latin typeface="Microsoft YaHei" panose="020B0503020204020204" pitchFamily="34" charset="-122"/>
                <a:ea typeface="Microsoft YaHei" panose="020B0503020204020204" pitchFamily="34" charset="-122"/>
              </a:rPr>
              <a:t>平滑处理的基本思想是</a:t>
            </a:r>
            <a:r>
              <a:rPr lang="zh-CN" altLang="en-US" sz="2400" u="sng" dirty="0">
                <a:latin typeface="Microsoft YaHei" panose="020B0503020204020204" pitchFamily="34" charset="-122"/>
                <a:ea typeface="Microsoft YaHei" panose="020B0503020204020204" pitchFamily="34" charset="-122"/>
              </a:rPr>
              <a:t>提高低概率</a:t>
            </a:r>
            <a:r>
              <a:rPr lang="zh-CN" altLang="en-US" sz="2400" dirty="0">
                <a:latin typeface="Microsoft YaHei" panose="020B0503020204020204" pitchFamily="34" charset="-122"/>
                <a:ea typeface="Microsoft YaHei" panose="020B0503020204020204" pitchFamily="34" charset="-122"/>
              </a:rPr>
              <a:t>，</a:t>
            </a:r>
            <a:r>
              <a:rPr lang="zh-CN" altLang="en-US" sz="2400" u="sng" dirty="0">
                <a:latin typeface="Microsoft YaHei" panose="020B0503020204020204" pitchFamily="34" charset="-122"/>
                <a:ea typeface="Microsoft YaHei" panose="020B0503020204020204" pitchFamily="34" charset="-122"/>
              </a:rPr>
              <a:t>降低高概率</a:t>
            </a:r>
            <a:r>
              <a:rPr lang="zh-CN" altLang="en-US" sz="2400" dirty="0">
                <a:latin typeface="Microsoft YaHei" panose="020B0503020204020204" pitchFamily="34" charset="-122"/>
                <a:ea typeface="Microsoft YaHei" panose="020B0503020204020204" pitchFamily="34" charset="-122"/>
              </a:rPr>
              <a:t>，使整体的概率分布趋于均匀。</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81154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845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n</a:t>
            </a:r>
            <a:r>
              <a:rPr lang="zh-CN" altLang="en-US" sz="2400" b="1" dirty="0">
                <a:solidFill>
                  <a:schemeClr val="bg1"/>
                </a:solidFill>
                <a:latin typeface="微软雅黑" panose="020B0503020204020204" pitchFamily="34" charset="-122"/>
                <a:ea typeface="微软雅黑" panose="020B0503020204020204" pitchFamily="34" charset="-122"/>
              </a:rPr>
              <a:t>元语言模型的</a:t>
            </a:r>
            <a:r>
              <a:rPr lang="zh-CN" altLang="en-CN" sz="2400" b="1" dirty="0">
                <a:solidFill>
                  <a:schemeClr val="bg1"/>
                </a:solidFill>
                <a:latin typeface="微软雅黑" panose="020B0503020204020204" pitchFamily="34" charset="-122"/>
                <a:ea typeface="微软雅黑" panose="020B0503020204020204" pitchFamily="34" charset="-122"/>
              </a:rPr>
              <a:t>缺点</a:t>
            </a: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373204" cy="4974567"/>
          </a:xfrm>
          <a:prstGeom prst="rect">
            <a:avLst/>
          </a:prstGeom>
          <a:noFill/>
        </p:spPr>
        <p:txBody>
          <a:bodyPr wrap="square">
            <a:spAutoFit/>
          </a:bodyPr>
          <a:lstStyle/>
          <a:p>
            <a:pPr algn="just">
              <a:lnSpc>
                <a:spcPct val="125000"/>
              </a:lnSpc>
              <a:spcBef>
                <a:spcPts val="0"/>
              </a:spcBef>
            </a:pPr>
            <a:r>
              <a:rPr lang="en-US" altLang="zh-CN" sz="2400" dirty="0">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元语言模型从整体上来看与训练语料规模和模型的阶数有较大的关系，不同的平滑算法在不同情况下的表现有较大的差距。</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平滑算法虽然较好解决了零概率问题，但是基于稀疏表示的</a:t>
            </a:r>
            <a:r>
              <a:rPr lang="en-US" altLang="zh-CN" sz="2400" dirty="0">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元语言模型仍然有</a:t>
            </a:r>
            <a:r>
              <a:rPr lang="zh-CN" altLang="en-US" sz="2400" b="1" dirty="0">
                <a:solidFill>
                  <a:srgbClr val="0070C0"/>
                </a:solidFill>
                <a:latin typeface="Microsoft YaHei" panose="020B0503020204020204" pitchFamily="34" charset="-122"/>
                <a:ea typeface="Microsoft YaHei" panose="020B0503020204020204" pitchFamily="34" charset="-122"/>
              </a:rPr>
              <a:t>三个较为明显的缺点</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）无法建模长度超过</a:t>
            </a:r>
            <a:r>
              <a:rPr lang="en-US" altLang="zh-CN" sz="2400" dirty="0">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的上下文；</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）依赖人工设计规则的平滑技术；</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3</a:t>
            </a:r>
            <a:r>
              <a:rPr lang="zh-CN" altLang="en-US" sz="2400" dirty="0">
                <a:latin typeface="Microsoft YaHei" panose="020B0503020204020204" pitchFamily="34" charset="-122"/>
                <a:ea typeface="Microsoft YaHei" panose="020B0503020204020204" pitchFamily="34" charset="-122"/>
              </a:rPr>
              <a:t>）当</a:t>
            </a:r>
            <a:r>
              <a:rPr lang="en-US" altLang="zh-CN" sz="2400" dirty="0">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增大时，数据的稀疏性随之增大，模型的参数量更是指数级增加，并且模型受到数据稀疏问题的影响，其参数难以被准确学习。</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此外，</a:t>
            </a:r>
            <a:r>
              <a:rPr lang="en-US" altLang="zh-CN" sz="2400" dirty="0">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元文法中单词的</a:t>
            </a:r>
            <a:r>
              <a:rPr lang="zh-CN" altLang="en-US" sz="2400" b="1" dirty="0">
                <a:latin typeface="Microsoft YaHei" panose="020B0503020204020204" pitchFamily="34" charset="-122"/>
                <a:ea typeface="Microsoft YaHei" panose="020B0503020204020204" pitchFamily="34" charset="-122"/>
              </a:rPr>
              <a:t>离散表示也忽略了单词之间的相似性</a:t>
            </a:r>
            <a:endParaRPr lang="en-US" altLang="zh-CN" sz="2400"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90609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神经语言模型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6995" y="996919"/>
            <a:ext cx="11373204" cy="4666790"/>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Bengio</a:t>
            </a:r>
            <a:r>
              <a:rPr lang="zh-CN" altLang="en-US" sz="2400" dirty="0">
                <a:latin typeface="Microsoft YaHei" panose="020B0503020204020204" pitchFamily="34" charset="-122"/>
                <a:ea typeface="Microsoft YaHei" panose="020B0503020204020204" pitchFamily="34" charset="-122"/>
              </a:rPr>
              <a:t>等人在</a:t>
            </a:r>
            <a:r>
              <a:rPr lang="en-US" altLang="zh-CN" sz="2400" dirty="0">
                <a:latin typeface="Microsoft YaHei" panose="020B0503020204020204" pitchFamily="34" charset="-122"/>
                <a:ea typeface="Microsoft YaHei" panose="020B0503020204020204" pitchFamily="34" charset="-122"/>
              </a:rPr>
              <a:t>2000</a:t>
            </a:r>
            <a:r>
              <a:rPr lang="zh-CN" altLang="en-US" sz="2400" dirty="0">
                <a:latin typeface="Microsoft YaHei" panose="020B0503020204020204" pitchFamily="34" charset="-122"/>
                <a:ea typeface="Microsoft YaHei" panose="020B0503020204020204" pitchFamily="34" charset="-122"/>
              </a:rPr>
              <a:t>年提出了使用前馈神经网络对                           进行估计的语言模型。</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词的独热编码被映射为一个低维稠密的实数向量，称为</a:t>
            </a:r>
            <a:r>
              <a:rPr lang="zh-CN" altLang="en-US" sz="2400" b="1" dirty="0">
                <a:solidFill>
                  <a:srgbClr val="0070C0"/>
                </a:solidFill>
                <a:latin typeface="Microsoft YaHei" panose="020B0503020204020204" pitchFamily="34" charset="-122"/>
                <a:ea typeface="Microsoft YaHei" panose="020B0503020204020204" pitchFamily="34" charset="-122"/>
              </a:rPr>
              <a:t>词向量（</a:t>
            </a:r>
            <a:r>
              <a:rPr lang="en-US" altLang="zh-CN" sz="2400" b="1" dirty="0">
                <a:solidFill>
                  <a:srgbClr val="0070C0"/>
                </a:solidFill>
                <a:latin typeface="Microsoft YaHei" panose="020B0503020204020204" pitchFamily="34" charset="-122"/>
                <a:ea typeface="Microsoft YaHei" panose="020B0503020204020204" pitchFamily="34" charset="-122"/>
              </a:rPr>
              <a:t>Word Embedding</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循环神经网络、卷积神经网络、端到端记忆网络等神经网络方法都成功应用于语言模型建模。</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相较于</a:t>
            </a:r>
            <a:r>
              <a:rPr lang="en-US" altLang="zh-CN" sz="2400" dirty="0">
                <a:latin typeface="Microsoft YaHei" panose="020B0503020204020204" pitchFamily="34" charset="-122"/>
                <a:ea typeface="Microsoft YaHei" panose="020B0503020204020204" pitchFamily="34" charset="-122"/>
              </a:rPr>
              <a:t>n</a:t>
            </a:r>
            <a:r>
              <a:rPr lang="zh-CN" altLang="en-US" sz="2400" dirty="0">
                <a:latin typeface="Microsoft YaHei" panose="020B0503020204020204" pitchFamily="34" charset="-122"/>
                <a:ea typeface="Microsoft YaHei" panose="020B0503020204020204" pitchFamily="34" charset="-122"/>
              </a:rPr>
              <a:t>元语言模型，神经网络方法可以在一定程度上避免数据稀疏问题，有些模型还可以避免对历史长度的限制，从而更好建模长距离依赖关系。这类方法通常称为</a:t>
            </a:r>
            <a:r>
              <a:rPr lang="zh-CN" altLang="en-US" sz="2400" b="1" dirty="0">
                <a:solidFill>
                  <a:srgbClr val="0070C0"/>
                </a:solidFill>
                <a:latin typeface="Microsoft YaHei" panose="020B0503020204020204" pitchFamily="34" charset="-122"/>
                <a:ea typeface="Microsoft YaHei" panose="020B0503020204020204" pitchFamily="34" charset="-122"/>
              </a:rPr>
              <a:t>神经语言模型（</a:t>
            </a:r>
            <a:r>
              <a:rPr lang="en-US" altLang="zh-CN" sz="2400" b="1" dirty="0">
                <a:solidFill>
                  <a:srgbClr val="0070C0"/>
                </a:solidFill>
                <a:latin typeface="Microsoft YaHei" panose="020B0503020204020204" pitchFamily="34" charset="-122"/>
                <a:ea typeface="Microsoft YaHei" panose="020B0503020204020204" pitchFamily="34" charset="-122"/>
              </a:rPr>
              <a:t>Neural Language Models</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NLM</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a:t>
            </a:r>
            <a:endParaRPr lang="en-US" altLang="zh-CN" sz="2400" b="1"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0DE690AF-102D-0DC6-8213-B465F85A770A}"/>
              </a:ext>
            </a:extLst>
          </p:cNvPr>
          <p:cNvPicPr>
            <a:picLocks noChangeAspect="1"/>
          </p:cNvPicPr>
          <p:nvPr/>
        </p:nvPicPr>
        <p:blipFill rotWithShape="1">
          <a:blip r:embed="rId3">
            <a:extLst>
              <a:ext uri="{28A0092B-C50C-407E-A947-70E740481C1C}">
                <a14:useLocalDpi xmlns:a14="http://schemas.microsoft.com/office/drawing/2010/main" val="0"/>
              </a:ext>
            </a:extLst>
          </a:blip>
          <a:srcRect l="39751" t="61948" r="33034" b="-233"/>
          <a:stretch/>
        </p:blipFill>
        <p:spPr>
          <a:xfrm>
            <a:off x="7447936" y="1066081"/>
            <a:ext cx="1932040" cy="442452"/>
          </a:xfrm>
          <a:prstGeom prst="rect">
            <a:avLst/>
          </a:prstGeom>
        </p:spPr>
      </p:pic>
    </p:spTree>
    <p:extLst>
      <p:ext uri="{BB962C8B-B14F-4D97-AF65-F5344CB8AC3E}">
        <p14:creationId xmlns:p14="http://schemas.microsoft.com/office/powerpoint/2010/main" val="834168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149204D-E3DE-76A2-1B89-9C4EBE3867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5819775"/>
            <a:ext cx="4419600" cy="901700"/>
          </a:xfrm>
          <a:prstGeom prst="rect">
            <a:avLst/>
          </a:prstGeom>
        </p:spPr>
      </p:pic>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5" y="406400"/>
            <a:ext cx="48965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chemeClr val="bg1"/>
                </a:solidFill>
                <a:latin typeface="微软雅黑" panose="020B0503020204020204" pitchFamily="34" charset="-122"/>
                <a:ea typeface="微软雅黑" panose="020B0503020204020204" pitchFamily="34" charset="-122"/>
              </a:rPr>
              <a:t>神经语言模型</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循环</a:t>
            </a:r>
            <a:r>
              <a:rPr lang="zh-CN" altLang="en-CN" sz="2400" b="1" dirty="0">
                <a:solidFill>
                  <a:schemeClr val="bg1"/>
                </a:solidFill>
                <a:latin typeface="微软雅黑" panose="020B0503020204020204" pitchFamily="34" charset="-122"/>
                <a:ea typeface="微软雅黑" panose="020B0503020204020204" pitchFamily="34" charset="-122"/>
              </a:rPr>
              <a:t>神经</a:t>
            </a:r>
            <a:r>
              <a:rPr lang="zh-CN" altLang="en-US" sz="2400" b="1" dirty="0">
                <a:solidFill>
                  <a:schemeClr val="bg1"/>
                </a:solidFill>
                <a:latin typeface="微软雅黑" panose="020B0503020204020204" pitchFamily="34" charset="-122"/>
                <a:ea typeface="微软雅黑" panose="020B0503020204020204" pitchFamily="34" charset="-122"/>
              </a:rPr>
              <a:t>网络</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a:t>
            </a:fld>
            <a:endParaRPr lang="zh-CN" altLang="en-US"/>
          </a:p>
        </p:txBody>
      </p:sp>
      <p:sp>
        <p:nvSpPr>
          <p:cNvPr id="4" name="TextBox 3">
            <a:extLst>
              <a:ext uri="{FF2B5EF4-FFF2-40B4-BE49-F238E27FC236}">
                <a16:creationId xmlns:a16="http://schemas.microsoft.com/office/drawing/2014/main" id="{4A31CA5D-843D-D057-DB1A-C2862E806803}"/>
              </a:ext>
            </a:extLst>
          </p:cNvPr>
          <p:cNvSpPr txBox="1"/>
          <p:nvPr/>
        </p:nvSpPr>
        <p:spPr>
          <a:xfrm>
            <a:off x="498475" y="1030287"/>
            <a:ext cx="11195049" cy="525657"/>
          </a:xfrm>
          <a:prstGeom prst="rect">
            <a:avLst/>
          </a:prstGeom>
          <a:noFill/>
        </p:spPr>
        <p:txBody>
          <a:bodyPr wrap="square">
            <a:spAutoFit/>
          </a:bodyPr>
          <a:lstStyle/>
          <a:p>
            <a:pPr>
              <a:lnSpc>
                <a:spcPct val="130000"/>
              </a:lnSpc>
            </a:pPr>
            <a:r>
              <a:rPr lang="zh-CN" altLang="en-US" sz="2400" dirty="0">
                <a:latin typeface="Microsoft YaHei" panose="020B0503020204020204" pitchFamily="34" charset="-122"/>
                <a:ea typeface="Microsoft YaHei" panose="020B0503020204020204" pitchFamily="34" charset="-122"/>
              </a:rPr>
              <a:t>循环神经网络语言模型由三部分组成：输入层、隐藏层和输出层</a:t>
            </a:r>
            <a:endParaRPr lang="en-CN" sz="2400"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1F393387-BC23-F37B-B7EB-6AF53E8F09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2439" y="1767220"/>
            <a:ext cx="6647120" cy="3323560"/>
          </a:xfrm>
          <a:prstGeom prst="rect">
            <a:avLst/>
          </a:prstGeom>
        </p:spPr>
      </p:pic>
      <p:pic>
        <p:nvPicPr>
          <p:cNvPr id="7" name="Picture 6">
            <a:extLst>
              <a:ext uri="{FF2B5EF4-FFF2-40B4-BE49-F238E27FC236}">
                <a16:creationId xmlns:a16="http://schemas.microsoft.com/office/drawing/2014/main" id="{7B1FBE21-32F0-6A5D-63E8-5843754CE4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9139" y="5288594"/>
            <a:ext cx="2451100" cy="558800"/>
          </a:xfrm>
          <a:prstGeom prst="rect">
            <a:avLst/>
          </a:prstGeom>
        </p:spPr>
      </p:pic>
      <p:pic>
        <p:nvPicPr>
          <p:cNvPr id="12" name="Picture 11">
            <a:extLst>
              <a:ext uri="{FF2B5EF4-FFF2-40B4-BE49-F238E27FC236}">
                <a16:creationId xmlns:a16="http://schemas.microsoft.com/office/drawing/2014/main" id="{094ED4A1-1003-AA16-4805-52EAE3ADD4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48997" y="5077935"/>
            <a:ext cx="4622800" cy="952500"/>
          </a:xfrm>
          <a:prstGeom prst="rect">
            <a:avLst/>
          </a:prstGeom>
        </p:spPr>
      </p:pic>
    </p:spTree>
    <p:extLst>
      <p:ext uri="{BB962C8B-B14F-4D97-AF65-F5344CB8AC3E}">
        <p14:creationId xmlns:p14="http://schemas.microsoft.com/office/powerpoint/2010/main" val="3200452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5" y="406400"/>
            <a:ext cx="48965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chemeClr val="bg1"/>
                </a:solidFill>
                <a:latin typeface="微软雅黑" panose="020B0503020204020204" pitchFamily="34" charset="-122"/>
                <a:ea typeface="微软雅黑" panose="020B0503020204020204" pitchFamily="34" charset="-122"/>
              </a:rPr>
              <a:t>语言模型是典型自监督学习任务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a:t>
            </a:fld>
            <a:endParaRPr lang="zh-CN" altLang="en-US"/>
          </a:p>
        </p:txBody>
      </p:sp>
      <p:sp>
        <p:nvSpPr>
          <p:cNvPr id="4" name="TextBox 3">
            <a:extLst>
              <a:ext uri="{FF2B5EF4-FFF2-40B4-BE49-F238E27FC236}">
                <a16:creationId xmlns:a16="http://schemas.microsoft.com/office/drawing/2014/main" id="{4A31CA5D-843D-D057-DB1A-C2862E806803}"/>
              </a:ext>
            </a:extLst>
          </p:cNvPr>
          <p:cNvSpPr txBox="1"/>
          <p:nvPr/>
        </p:nvSpPr>
        <p:spPr>
          <a:xfrm>
            <a:off x="498475" y="1030287"/>
            <a:ext cx="11195049" cy="3714222"/>
          </a:xfrm>
          <a:prstGeom prst="rect">
            <a:avLst/>
          </a:prstGeom>
          <a:noFill/>
        </p:spPr>
        <p:txBody>
          <a:bodyPr wrap="square">
            <a:spAutoFit/>
          </a:bodyPr>
          <a:lstStyle/>
          <a:p>
            <a:pPr algn="just">
              <a:lnSpc>
                <a:spcPct val="130000"/>
              </a:lnSpc>
              <a:spcBef>
                <a:spcPts val="1200"/>
              </a:spcBef>
            </a:pPr>
            <a:r>
              <a:rPr lang="zh-CN" altLang="en-US" sz="2400" dirty="0">
                <a:latin typeface="Microsoft YaHei" panose="020B0503020204020204" pitchFamily="34" charset="-122"/>
                <a:ea typeface="Microsoft YaHei" panose="020B0503020204020204" pitchFamily="34" charset="-122"/>
              </a:rPr>
              <a:t>深度神经网络训练需要采用有监督方法，使用标注数据进行训练，因此，语言模型的训练过程也不可避免需要构造训练语料。</a:t>
            </a:r>
            <a:endParaRPr lang="en-US" altLang="zh-CN" sz="2400" dirty="0">
              <a:latin typeface="Microsoft YaHei" panose="020B0503020204020204" pitchFamily="34" charset="-122"/>
              <a:ea typeface="Microsoft YaHei" panose="020B0503020204020204" pitchFamily="34" charset="-122"/>
            </a:endParaRPr>
          </a:p>
          <a:p>
            <a:pPr algn="just">
              <a:lnSpc>
                <a:spcPct val="130000"/>
              </a:lnSpc>
              <a:spcBef>
                <a:spcPts val="1200"/>
              </a:spcBef>
            </a:pPr>
            <a:r>
              <a:rPr lang="zh-CN" altLang="en-US" sz="2400" dirty="0">
                <a:latin typeface="Microsoft YaHei" panose="020B0503020204020204" pitchFamily="34" charset="-122"/>
                <a:ea typeface="Microsoft YaHei" panose="020B0503020204020204" pitchFamily="34" charset="-122"/>
              </a:rPr>
              <a:t>但是由于训练目标可以通过无标注文本直接获得，从而使得模型的训练仅需要大规模无标注文本即可。语言模型也成为了典型的</a:t>
            </a:r>
            <a:r>
              <a:rPr lang="zh-CN" altLang="en-US" sz="2400" b="1" dirty="0">
                <a:solidFill>
                  <a:srgbClr val="0070C0"/>
                </a:solidFill>
                <a:latin typeface="Microsoft YaHei" panose="020B0503020204020204" pitchFamily="34" charset="-122"/>
                <a:ea typeface="Microsoft YaHei" panose="020B0503020204020204" pitchFamily="34" charset="-122"/>
              </a:rPr>
              <a:t>自监督学习（</a:t>
            </a:r>
            <a:r>
              <a:rPr lang="en-US" altLang="zh-CN" sz="2400" b="1" dirty="0">
                <a:solidFill>
                  <a:srgbClr val="0070C0"/>
                </a:solidFill>
                <a:latin typeface="Microsoft YaHei" panose="020B0503020204020204" pitchFamily="34" charset="-122"/>
                <a:ea typeface="Microsoft YaHei" panose="020B0503020204020204" pitchFamily="34" charset="-122"/>
              </a:rPr>
              <a:t>Self-supervised Learning</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任务。</a:t>
            </a:r>
            <a:endParaRPr lang="en-US" altLang="zh-CN" sz="2400" dirty="0">
              <a:latin typeface="Microsoft YaHei" panose="020B0503020204020204" pitchFamily="34" charset="-122"/>
              <a:ea typeface="Microsoft YaHei" panose="020B0503020204020204" pitchFamily="34" charset="-122"/>
            </a:endParaRPr>
          </a:p>
          <a:p>
            <a:pPr algn="just">
              <a:lnSpc>
                <a:spcPct val="130000"/>
              </a:lnSpc>
              <a:spcBef>
                <a:spcPts val="1200"/>
              </a:spcBef>
            </a:pPr>
            <a:r>
              <a:rPr lang="zh-CN" altLang="en-US" sz="2400" dirty="0">
                <a:latin typeface="Microsoft YaHei" panose="020B0503020204020204" pitchFamily="34" charset="-122"/>
                <a:ea typeface="Microsoft YaHei" panose="020B0503020204020204" pitchFamily="34" charset="-122"/>
              </a:rPr>
              <a:t>互联网的发展，使得大规模文本非常容易获取，因此训练超大规模的基于神经网络的语言模型也成为了可能。</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10719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5" y="406400"/>
            <a:ext cx="48965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chemeClr val="bg1"/>
                </a:solidFill>
                <a:latin typeface="微软雅黑" panose="020B0503020204020204" pitchFamily="34" charset="-122"/>
                <a:ea typeface="微软雅黑" panose="020B0503020204020204" pitchFamily="34" charset="-122"/>
              </a:rPr>
              <a:t>预训练语言模型蓬勃发展</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a:xfrm>
            <a:off x="8620981" y="6372619"/>
            <a:ext cx="2743200" cy="365125"/>
          </a:xfrm>
        </p:spPr>
        <p:txBody>
          <a:bodyPr/>
          <a:lstStyle/>
          <a:p>
            <a:fld id="{465717F2-DE62-A445-9F03-50055757659A}" type="slidenum">
              <a:rPr lang="zh-CN" altLang="en-US" smtClean="0"/>
              <a:pPr/>
              <a:t>16</a:t>
            </a:fld>
            <a:endParaRPr lang="zh-CN" altLang="en-US"/>
          </a:p>
        </p:txBody>
      </p:sp>
      <p:sp>
        <p:nvSpPr>
          <p:cNvPr id="4" name="TextBox 3">
            <a:extLst>
              <a:ext uri="{FF2B5EF4-FFF2-40B4-BE49-F238E27FC236}">
                <a16:creationId xmlns:a16="http://schemas.microsoft.com/office/drawing/2014/main" id="{4A31CA5D-843D-D057-DB1A-C2862E806803}"/>
              </a:ext>
            </a:extLst>
          </p:cNvPr>
          <p:cNvSpPr txBox="1"/>
          <p:nvPr/>
        </p:nvSpPr>
        <p:spPr>
          <a:xfrm>
            <a:off x="498475" y="1030287"/>
            <a:ext cx="11195049" cy="1966051"/>
          </a:xfrm>
          <a:prstGeom prst="rect">
            <a:avLst/>
          </a:prstGeom>
          <a:noFill/>
        </p:spPr>
        <p:txBody>
          <a:bodyPr wrap="square">
            <a:spAutoFit/>
          </a:bodyPr>
          <a:lstStyle/>
          <a:p>
            <a:pPr algn="just">
              <a:lnSpc>
                <a:spcPct val="130000"/>
              </a:lnSpc>
              <a:spcBef>
                <a:spcPts val="1200"/>
              </a:spcBef>
            </a:pPr>
            <a:r>
              <a:rPr lang="zh-CN" altLang="en-US" sz="2400" dirty="0">
                <a:latin typeface="Microsoft YaHei" panose="020B0503020204020204" pitchFamily="34" charset="-122"/>
                <a:ea typeface="Microsoft YaHei" panose="020B0503020204020204" pitchFamily="34" charset="-122"/>
              </a:rPr>
              <a:t>以</a:t>
            </a:r>
            <a:r>
              <a:rPr lang="en-US" altLang="zh-CN" sz="2400" dirty="0" err="1">
                <a:latin typeface="Microsoft YaHei" panose="020B0503020204020204" pitchFamily="34" charset="-122"/>
                <a:ea typeface="Microsoft YaHei" panose="020B0503020204020204" pitchFamily="34" charset="-122"/>
              </a:rPr>
              <a:t>ELMo</a:t>
            </a:r>
            <a:r>
              <a:rPr lang="zh-CN" altLang="en-US" sz="2400" dirty="0">
                <a:latin typeface="Microsoft YaHei" panose="020B0503020204020204" pitchFamily="34" charset="-122"/>
                <a:ea typeface="Microsoft YaHei" panose="020B0503020204020204" pitchFamily="34" charset="-122"/>
              </a:rPr>
              <a:t>为代表的动态词向量模型开启了语言模型预训练的大门。此后，以</a:t>
            </a:r>
            <a:r>
              <a:rPr lang="en-US" altLang="zh-CN" sz="2400" dirty="0">
                <a:latin typeface="Microsoft YaHei" panose="020B0503020204020204" pitchFamily="34" charset="-122"/>
                <a:ea typeface="Microsoft YaHei" panose="020B0503020204020204" pitchFamily="34" charset="-122"/>
              </a:rPr>
              <a:t>GPT</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BERT</a:t>
            </a:r>
            <a:r>
              <a:rPr lang="zh-CN" altLang="en-US" sz="2400" dirty="0">
                <a:latin typeface="Microsoft YaHei" panose="020B0503020204020204" pitchFamily="34" charset="-122"/>
                <a:ea typeface="Microsoft YaHei" panose="020B0503020204020204" pitchFamily="34" charset="-122"/>
              </a:rPr>
              <a:t>为代表的基于</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架构的大规模预训练语言模型的出现，使自然语言处理全面进入预训练微调范式新时代。这类方法通常称为</a:t>
            </a:r>
            <a:r>
              <a:rPr lang="zh-CN" altLang="en-US" sz="2400" b="1" dirty="0">
                <a:solidFill>
                  <a:srgbClr val="0070C0"/>
                </a:solidFill>
                <a:latin typeface="Microsoft YaHei" panose="020B0503020204020204" pitchFamily="34" charset="-122"/>
                <a:ea typeface="Microsoft YaHei" panose="020B0503020204020204" pitchFamily="34" charset="-122"/>
              </a:rPr>
              <a:t>预训练语言模型（</a:t>
            </a:r>
            <a:r>
              <a:rPr lang="en-US" altLang="zh-CN" sz="2400" b="1" dirty="0">
                <a:solidFill>
                  <a:srgbClr val="0070C0"/>
                </a:solidFill>
                <a:latin typeface="Microsoft YaHei" panose="020B0503020204020204" pitchFamily="34" charset="-122"/>
                <a:ea typeface="Microsoft YaHei" panose="020B0503020204020204" pitchFamily="34" charset="-122"/>
              </a:rPr>
              <a:t>Pre-trained Language Models</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PLM</a:t>
            </a:r>
            <a:r>
              <a:rPr lang="zh-CN" altLang="en-US" sz="2400" b="1" dirty="0">
                <a:solidFill>
                  <a:srgbClr val="0070C0"/>
                </a:solidFill>
                <a:latin typeface="Microsoft YaHei" panose="020B0503020204020204" pitchFamily="34" charset="-122"/>
                <a:ea typeface="Microsoft YaHei" panose="020B0503020204020204" pitchFamily="34" charset="-122"/>
              </a:rPr>
              <a:t>）</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cxnSp>
        <p:nvCxnSpPr>
          <p:cNvPr id="3" name="直接箭头连接符 289">
            <a:extLst>
              <a:ext uri="{FF2B5EF4-FFF2-40B4-BE49-F238E27FC236}">
                <a16:creationId xmlns:a16="http://schemas.microsoft.com/office/drawing/2014/main" id="{726C5F6E-1412-F2F5-1190-AF5ED663A6E4}"/>
              </a:ext>
            </a:extLst>
          </p:cNvPr>
          <p:cNvCxnSpPr>
            <a:cxnSpLocks/>
          </p:cNvCxnSpPr>
          <p:nvPr/>
        </p:nvCxnSpPr>
        <p:spPr>
          <a:xfrm flipH="1" flipV="1">
            <a:off x="8718802" y="5194664"/>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5" name="直接箭头连接符 290">
            <a:extLst>
              <a:ext uri="{FF2B5EF4-FFF2-40B4-BE49-F238E27FC236}">
                <a16:creationId xmlns:a16="http://schemas.microsoft.com/office/drawing/2014/main" id="{7797FC6A-EE87-E845-AD6F-49A7114B1BE6}"/>
              </a:ext>
            </a:extLst>
          </p:cNvPr>
          <p:cNvCxnSpPr>
            <a:cxnSpLocks/>
          </p:cNvCxnSpPr>
          <p:nvPr/>
        </p:nvCxnSpPr>
        <p:spPr>
          <a:xfrm flipH="1" flipV="1">
            <a:off x="8315923" y="5194664"/>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6" name="直接箭头连接符 291">
            <a:extLst>
              <a:ext uri="{FF2B5EF4-FFF2-40B4-BE49-F238E27FC236}">
                <a16:creationId xmlns:a16="http://schemas.microsoft.com/office/drawing/2014/main" id="{80ECA932-8DD1-5DC3-1CBA-428182533714}"/>
              </a:ext>
            </a:extLst>
          </p:cNvPr>
          <p:cNvCxnSpPr>
            <a:cxnSpLocks/>
          </p:cNvCxnSpPr>
          <p:nvPr/>
        </p:nvCxnSpPr>
        <p:spPr>
          <a:xfrm flipH="1" flipV="1">
            <a:off x="7910850" y="5195299"/>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7" name="直接箭头连接符 292">
            <a:extLst>
              <a:ext uri="{FF2B5EF4-FFF2-40B4-BE49-F238E27FC236}">
                <a16:creationId xmlns:a16="http://schemas.microsoft.com/office/drawing/2014/main" id="{4A408C61-3072-7F19-1AB6-FF8764D65C46}"/>
              </a:ext>
            </a:extLst>
          </p:cNvPr>
          <p:cNvCxnSpPr>
            <a:cxnSpLocks/>
          </p:cNvCxnSpPr>
          <p:nvPr/>
        </p:nvCxnSpPr>
        <p:spPr>
          <a:xfrm flipH="1" flipV="1">
            <a:off x="7505154" y="5187488"/>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8" name="直接箭头连接符 293">
            <a:extLst>
              <a:ext uri="{FF2B5EF4-FFF2-40B4-BE49-F238E27FC236}">
                <a16:creationId xmlns:a16="http://schemas.microsoft.com/office/drawing/2014/main" id="{D808A508-E43B-A7E6-28A9-36A51286FEB2}"/>
              </a:ext>
            </a:extLst>
          </p:cNvPr>
          <p:cNvCxnSpPr>
            <a:cxnSpLocks/>
          </p:cNvCxnSpPr>
          <p:nvPr/>
        </p:nvCxnSpPr>
        <p:spPr>
          <a:xfrm flipH="1" flipV="1">
            <a:off x="7111926" y="5187488"/>
            <a:ext cx="534" cy="180000"/>
          </a:xfrm>
          <a:prstGeom prst="straightConnector1">
            <a:avLst/>
          </a:prstGeom>
          <a:noFill/>
          <a:ln w="12700" cap="flat" cmpd="sng" algn="ctr">
            <a:solidFill>
              <a:sysClr val="windowText" lastClr="000000"/>
            </a:solidFill>
            <a:prstDash val="solid"/>
            <a:miter lim="800000"/>
            <a:tailEnd type="triangle"/>
          </a:ln>
          <a:effectLst/>
        </p:spPr>
      </p:cxnSp>
      <p:grpSp>
        <p:nvGrpSpPr>
          <p:cNvPr id="9" name="组合 295">
            <a:extLst>
              <a:ext uri="{FF2B5EF4-FFF2-40B4-BE49-F238E27FC236}">
                <a16:creationId xmlns:a16="http://schemas.microsoft.com/office/drawing/2014/main" id="{26A98B9D-9670-3901-DA55-EF54824CBFC2}"/>
              </a:ext>
            </a:extLst>
          </p:cNvPr>
          <p:cNvGrpSpPr/>
          <p:nvPr/>
        </p:nvGrpSpPr>
        <p:grpSpPr>
          <a:xfrm>
            <a:off x="6496359" y="5312325"/>
            <a:ext cx="2438157" cy="296057"/>
            <a:chOff x="1479375" y="4905560"/>
            <a:chExt cx="2438157" cy="296057"/>
          </a:xfrm>
        </p:grpSpPr>
        <p:sp>
          <p:nvSpPr>
            <p:cNvPr id="10" name="矩形 296">
              <a:extLst>
                <a:ext uri="{FF2B5EF4-FFF2-40B4-BE49-F238E27FC236}">
                  <a16:creationId xmlns:a16="http://schemas.microsoft.com/office/drawing/2014/main" id="{8CDF12E7-6DDF-674B-A8BD-7098A0991125}"/>
                </a:ext>
              </a:extLst>
            </p:cNvPr>
            <p:cNvSpPr/>
            <p:nvPr/>
          </p:nvSpPr>
          <p:spPr>
            <a:xfrm>
              <a:off x="1479375" y="4908998"/>
              <a:ext cx="441236"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[CLS]</a:t>
              </a:r>
            </a:p>
          </p:txBody>
        </p:sp>
        <p:sp>
          <p:nvSpPr>
            <p:cNvPr id="11" name="矩形 297">
              <a:extLst>
                <a:ext uri="{FF2B5EF4-FFF2-40B4-BE49-F238E27FC236}">
                  <a16:creationId xmlns:a16="http://schemas.microsoft.com/office/drawing/2014/main" id="{FB8FB701-B399-CCB2-6E42-FFDDBFE95D5E}"/>
                </a:ext>
              </a:extLst>
            </p:cNvPr>
            <p:cNvSpPr/>
            <p:nvPr/>
          </p:nvSpPr>
          <p:spPr>
            <a:xfrm>
              <a:off x="1877889" y="4909160"/>
              <a:ext cx="440168"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2" name="矩形 298">
              <a:extLst>
                <a:ext uri="{FF2B5EF4-FFF2-40B4-BE49-F238E27FC236}">
                  <a16:creationId xmlns:a16="http://schemas.microsoft.com/office/drawing/2014/main" id="{A45A0867-0787-1EAF-21E4-264E2CD7A584}"/>
                </a:ext>
              </a:extLst>
            </p:cNvPr>
            <p:cNvSpPr/>
            <p:nvPr/>
          </p:nvSpPr>
          <p:spPr>
            <a:xfrm>
              <a:off x="2278754" y="4905640"/>
              <a:ext cx="439099" cy="292457"/>
            </a:xfrm>
            <a:prstGeom prst="rect">
              <a:avLst/>
            </a:prstGeom>
            <a:no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3" name="矩形 299">
              <a:extLst>
                <a:ext uri="{FF2B5EF4-FFF2-40B4-BE49-F238E27FC236}">
                  <a16:creationId xmlns:a16="http://schemas.microsoft.com/office/drawing/2014/main" id="{72078BA4-47F6-02A9-B828-3A5E0BD11DC2}"/>
                </a:ext>
              </a:extLst>
            </p:cNvPr>
            <p:cNvSpPr/>
            <p:nvPr/>
          </p:nvSpPr>
          <p:spPr>
            <a:xfrm>
              <a:off x="2672828" y="4905560"/>
              <a:ext cx="438564"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[M]</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 name="矩形 300">
              <a:extLst>
                <a:ext uri="{FF2B5EF4-FFF2-40B4-BE49-F238E27FC236}">
                  <a16:creationId xmlns:a16="http://schemas.microsoft.com/office/drawing/2014/main" id="{83A75A3D-DD7B-9AB9-8EEE-E39E393ACA51}"/>
                </a:ext>
              </a:extLst>
            </p:cNvPr>
            <p:cNvSpPr/>
            <p:nvPr/>
          </p:nvSpPr>
          <p:spPr>
            <a:xfrm>
              <a:off x="3082843" y="4905640"/>
              <a:ext cx="438029"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5" name="矩形 301">
              <a:extLst>
                <a:ext uri="{FF2B5EF4-FFF2-40B4-BE49-F238E27FC236}">
                  <a16:creationId xmlns:a16="http://schemas.microsoft.com/office/drawing/2014/main" id="{C5B136C3-999D-B592-7BE2-EF3DA75E84FF}"/>
                </a:ext>
              </a:extLst>
            </p:cNvPr>
            <p:cNvSpPr/>
            <p:nvPr/>
          </p:nvSpPr>
          <p:spPr>
            <a:xfrm>
              <a:off x="3479503" y="4908999"/>
              <a:ext cx="438029"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[M]</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16" name="矩形: 圆角 302">
            <a:extLst>
              <a:ext uri="{FF2B5EF4-FFF2-40B4-BE49-F238E27FC236}">
                <a16:creationId xmlns:a16="http://schemas.microsoft.com/office/drawing/2014/main" id="{3451D38F-77BD-8451-9070-1C7631450E29}"/>
              </a:ext>
            </a:extLst>
          </p:cNvPr>
          <p:cNvSpPr/>
          <p:nvPr/>
        </p:nvSpPr>
        <p:spPr>
          <a:xfrm>
            <a:off x="9502720" y="3996484"/>
            <a:ext cx="2361201" cy="1193850"/>
          </a:xfrm>
          <a:prstGeom prst="roundRect">
            <a:avLst>
              <a:gd name="adj" fmla="val 9663"/>
            </a:avLst>
          </a:prstGeom>
          <a:solidFill>
            <a:sysClr val="window" lastClr="FFFFFF"/>
          </a:solidFill>
          <a:ln w="12700" cap="flat" cmpd="sng" algn="ctr">
            <a:solidFill>
              <a:srgbClr val="70AD47">
                <a:lumMod val="75000"/>
              </a:srgbClr>
            </a:solidFill>
            <a:prstDash val="dash"/>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cxnSp>
        <p:nvCxnSpPr>
          <p:cNvPr id="17" name="直接箭头连接符 303">
            <a:extLst>
              <a:ext uri="{FF2B5EF4-FFF2-40B4-BE49-F238E27FC236}">
                <a16:creationId xmlns:a16="http://schemas.microsoft.com/office/drawing/2014/main" id="{B2D315FC-3E55-A362-FFC9-A491FBD34DEE}"/>
              </a:ext>
            </a:extLst>
          </p:cNvPr>
          <p:cNvCxnSpPr>
            <a:cxnSpLocks/>
          </p:cNvCxnSpPr>
          <p:nvPr/>
        </p:nvCxnSpPr>
        <p:spPr>
          <a:xfrm flipH="1" flipV="1">
            <a:off x="11659543" y="5206547"/>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18" name="直接箭头连接符 304">
            <a:extLst>
              <a:ext uri="{FF2B5EF4-FFF2-40B4-BE49-F238E27FC236}">
                <a16:creationId xmlns:a16="http://schemas.microsoft.com/office/drawing/2014/main" id="{6AD6A780-DFB1-C936-6DEA-F3CD1180C246}"/>
              </a:ext>
            </a:extLst>
          </p:cNvPr>
          <p:cNvCxnSpPr>
            <a:cxnSpLocks/>
          </p:cNvCxnSpPr>
          <p:nvPr/>
        </p:nvCxnSpPr>
        <p:spPr>
          <a:xfrm flipH="1" flipV="1">
            <a:off x="11266911" y="5208722"/>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19" name="直接箭头连接符 305">
            <a:extLst>
              <a:ext uri="{FF2B5EF4-FFF2-40B4-BE49-F238E27FC236}">
                <a16:creationId xmlns:a16="http://schemas.microsoft.com/office/drawing/2014/main" id="{0E8C8DA0-BE72-CE57-D5AA-2CA6C82A5D52}"/>
              </a:ext>
            </a:extLst>
          </p:cNvPr>
          <p:cNvCxnSpPr>
            <a:cxnSpLocks/>
          </p:cNvCxnSpPr>
          <p:nvPr/>
        </p:nvCxnSpPr>
        <p:spPr>
          <a:xfrm flipH="1" flipV="1">
            <a:off x="10870793" y="5207569"/>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0" name="直接箭头连接符 306">
            <a:extLst>
              <a:ext uri="{FF2B5EF4-FFF2-40B4-BE49-F238E27FC236}">
                <a16:creationId xmlns:a16="http://schemas.microsoft.com/office/drawing/2014/main" id="{7DBCAC04-FCF3-301D-FD5E-B27C7848C3B8}"/>
              </a:ext>
            </a:extLst>
          </p:cNvPr>
          <p:cNvCxnSpPr>
            <a:cxnSpLocks/>
          </p:cNvCxnSpPr>
          <p:nvPr/>
        </p:nvCxnSpPr>
        <p:spPr>
          <a:xfrm flipH="1" flipV="1">
            <a:off x="10468484" y="5201143"/>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1" name="直接箭头连接符 307">
            <a:extLst>
              <a:ext uri="{FF2B5EF4-FFF2-40B4-BE49-F238E27FC236}">
                <a16:creationId xmlns:a16="http://schemas.microsoft.com/office/drawing/2014/main" id="{139C28B7-8412-785B-3302-F4335CC64746}"/>
              </a:ext>
            </a:extLst>
          </p:cNvPr>
          <p:cNvCxnSpPr>
            <a:cxnSpLocks/>
          </p:cNvCxnSpPr>
          <p:nvPr/>
        </p:nvCxnSpPr>
        <p:spPr>
          <a:xfrm flipH="1" flipV="1">
            <a:off x="10072004" y="5206547"/>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2" name="直接箭头连接符 308">
            <a:extLst>
              <a:ext uri="{FF2B5EF4-FFF2-40B4-BE49-F238E27FC236}">
                <a16:creationId xmlns:a16="http://schemas.microsoft.com/office/drawing/2014/main" id="{60C632FE-3843-2B8F-1EFD-6F8D7D92B720}"/>
              </a:ext>
            </a:extLst>
          </p:cNvPr>
          <p:cNvCxnSpPr>
            <a:cxnSpLocks/>
          </p:cNvCxnSpPr>
          <p:nvPr/>
        </p:nvCxnSpPr>
        <p:spPr>
          <a:xfrm flipV="1">
            <a:off x="9684590" y="5214423"/>
            <a:ext cx="0"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3" name="直接箭头连接符 309">
            <a:extLst>
              <a:ext uri="{FF2B5EF4-FFF2-40B4-BE49-F238E27FC236}">
                <a16:creationId xmlns:a16="http://schemas.microsoft.com/office/drawing/2014/main" id="{1E5B5A16-22DF-84E4-2C3F-D101CB337326}"/>
              </a:ext>
            </a:extLst>
          </p:cNvPr>
          <p:cNvCxnSpPr>
            <a:cxnSpLocks/>
          </p:cNvCxnSpPr>
          <p:nvPr/>
        </p:nvCxnSpPr>
        <p:spPr>
          <a:xfrm flipH="1" flipV="1">
            <a:off x="11673373" y="3798614"/>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4" name="直接箭头连接符 310">
            <a:extLst>
              <a:ext uri="{FF2B5EF4-FFF2-40B4-BE49-F238E27FC236}">
                <a16:creationId xmlns:a16="http://schemas.microsoft.com/office/drawing/2014/main" id="{C69D2102-69C4-E39A-E97A-893A5BAFF89D}"/>
              </a:ext>
            </a:extLst>
          </p:cNvPr>
          <p:cNvCxnSpPr>
            <a:cxnSpLocks/>
          </p:cNvCxnSpPr>
          <p:nvPr/>
        </p:nvCxnSpPr>
        <p:spPr>
          <a:xfrm flipH="1" flipV="1">
            <a:off x="11270494" y="3798614"/>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5" name="直接箭头连接符 311">
            <a:extLst>
              <a:ext uri="{FF2B5EF4-FFF2-40B4-BE49-F238E27FC236}">
                <a16:creationId xmlns:a16="http://schemas.microsoft.com/office/drawing/2014/main" id="{757161FD-6F7F-4538-37A3-1BA33E80BB8C}"/>
              </a:ext>
            </a:extLst>
          </p:cNvPr>
          <p:cNvCxnSpPr>
            <a:cxnSpLocks/>
          </p:cNvCxnSpPr>
          <p:nvPr/>
        </p:nvCxnSpPr>
        <p:spPr>
          <a:xfrm flipH="1" flipV="1">
            <a:off x="10865421" y="3799249"/>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6" name="直接箭头连接符 312">
            <a:extLst>
              <a:ext uri="{FF2B5EF4-FFF2-40B4-BE49-F238E27FC236}">
                <a16:creationId xmlns:a16="http://schemas.microsoft.com/office/drawing/2014/main" id="{6D72E9CB-E831-0B29-A535-3E94C36AAB13}"/>
              </a:ext>
            </a:extLst>
          </p:cNvPr>
          <p:cNvCxnSpPr>
            <a:cxnSpLocks/>
          </p:cNvCxnSpPr>
          <p:nvPr/>
        </p:nvCxnSpPr>
        <p:spPr>
          <a:xfrm flipH="1" flipV="1">
            <a:off x="10459725" y="3791438"/>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7" name="直接箭头连接符 313">
            <a:extLst>
              <a:ext uri="{FF2B5EF4-FFF2-40B4-BE49-F238E27FC236}">
                <a16:creationId xmlns:a16="http://schemas.microsoft.com/office/drawing/2014/main" id="{56A41348-2AC0-A062-96CC-18F40B4E0CC8}"/>
              </a:ext>
            </a:extLst>
          </p:cNvPr>
          <p:cNvCxnSpPr>
            <a:cxnSpLocks/>
          </p:cNvCxnSpPr>
          <p:nvPr/>
        </p:nvCxnSpPr>
        <p:spPr>
          <a:xfrm flipH="1" flipV="1">
            <a:off x="10066497" y="3791438"/>
            <a:ext cx="534" cy="180000"/>
          </a:xfrm>
          <a:prstGeom prst="straightConnector1">
            <a:avLst/>
          </a:prstGeom>
          <a:noFill/>
          <a:ln w="12700" cap="flat" cmpd="sng" algn="ctr">
            <a:solidFill>
              <a:sysClr val="windowText" lastClr="000000"/>
            </a:solidFill>
            <a:prstDash val="solid"/>
            <a:miter lim="800000"/>
            <a:tailEnd type="triangle"/>
          </a:ln>
          <a:effectLst/>
        </p:spPr>
      </p:cxnSp>
      <p:cxnSp>
        <p:nvCxnSpPr>
          <p:cNvPr id="28" name="直接箭头连接符 314">
            <a:extLst>
              <a:ext uri="{FF2B5EF4-FFF2-40B4-BE49-F238E27FC236}">
                <a16:creationId xmlns:a16="http://schemas.microsoft.com/office/drawing/2014/main" id="{10C5A9C6-A1E5-7C31-6DBA-986AFE5898AD}"/>
              </a:ext>
            </a:extLst>
          </p:cNvPr>
          <p:cNvCxnSpPr>
            <a:cxnSpLocks/>
          </p:cNvCxnSpPr>
          <p:nvPr/>
        </p:nvCxnSpPr>
        <p:spPr>
          <a:xfrm flipV="1">
            <a:off x="9669055" y="3803205"/>
            <a:ext cx="0" cy="180000"/>
          </a:xfrm>
          <a:prstGeom prst="straightConnector1">
            <a:avLst/>
          </a:prstGeom>
          <a:noFill/>
          <a:ln w="12700" cap="flat" cmpd="sng" algn="ctr">
            <a:solidFill>
              <a:sysClr val="windowText" lastClr="000000"/>
            </a:solidFill>
            <a:prstDash val="solid"/>
            <a:miter lim="800000"/>
            <a:tailEnd type="triangle"/>
          </a:ln>
          <a:effectLst/>
        </p:spPr>
      </p:cxnSp>
      <p:grpSp>
        <p:nvGrpSpPr>
          <p:cNvPr id="29" name="组合 315">
            <a:extLst>
              <a:ext uri="{FF2B5EF4-FFF2-40B4-BE49-F238E27FC236}">
                <a16:creationId xmlns:a16="http://schemas.microsoft.com/office/drawing/2014/main" id="{205C3F8A-EAA9-B332-0BB7-1B09BA084DC7}"/>
              </a:ext>
            </a:extLst>
          </p:cNvPr>
          <p:cNvGrpSpPr/>
          <p:nvPr/>
        </p:nvGrpSpPr>
        <p:grpSpPr>
          <a:xfrm>
            <a:off x="9446222" y="3528445"/>
            <a:ext cx="2447525" cy="298785"/>
            <a:chOff x="5353244" y="3286921"/>
            <a:chExt cx="2447525" cy="298785"/>
          </a:xfrm>
        </p:grpSpPr>
        <p:sp>
          <p:nvSpPr>
            <p:cNvPr id="30" name="矩形 316">
              <a:extLst>
                <a:ext uri="{FF2B5EF4-FFF2-40B4-BE49-F238E27FC236}">
                  <a16:creationId xmlns:a16="http://schemas.microsoft.com/office/drawing/2014/main" id="{28895DDB-D59E-3C0A-6A91-C6D4B58660F7}"/>
                </a:ext>
              </a:extLst>
            </p:cNvPr>
            <p:cNvSpPr/>
            <p:nvPr/>
          </p:nvSpPr>
          <p:spPr>
            <a:xfrm>
              <a:off x="5353244" y="3292611"/>
              <a:ext cx="441236"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p>
          </p:txBody>
        </p:sp>
        <p:sp>
          <p:nvSpPr>
            <p:cNvPr id="31" name="矩形 317">
              <a:extLst>
                <a:ext uri="{FF2B5EF4-FFF2-40B4-BE49-F238E27FC236}">
                  <a16:creationId xmlns:a16="http://schemas.microsoft.com/office/drawing/2014/main" id="{876E0099-BCBE-4212-AB33-28CEADC525B8}"/>
                </a:ext>
              </a:extLst>
            </p:cNvPr>
            <p:cNvSpPr/>
            <p:nvPr/>
          </p:nvSpPr>
          <p:spPr>
            <a:xfrm>
              <a:off x="5752348" y="3293249"/>
              <a:ext cx="440168"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矩形 318">
              <a:extLst>
                <a:ext uri="{FF2B5EF4-FFF2-40B4-BE49-F238E27FC236}">
                  <a16:creationId xmlns:a16="http://schemas.microsoft.com/office/drawing/2014/main" id="{D8667398-7790-3009-A85F-A8C462BA8AAA}"/>
                </a:ext>
              </a:extLst>
            </p:cNvPr>
            <p:cNvSpPr/>
            <p:nvPr/>
          </p:nvSpPr>
          <p:spPr>
            <a:xfrm>
              <a:off x="6143029" y="3292654"/>
              <a:ext cx="439099" cy="292457"/>
            </a:xfrm>
            <a:prstGeom prst="rect">
              <a:avLst/>
            </a:prstGeom>
            <a:no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3" name="矩形 319">
              <a:extLst>
                <a:ext uri="{FF2B5EF4-FFF2-40B4-BE49-F238E27FC236}">
                  <a16:creationId xmlns:a16="http://schemas.microsoft.com/office/drawing/2014/main" id="{A62BDF01-A7F6-B49D-F8A9-79812E8431C1}"/>
                </a:ext>
              </a:extLst>
            </p:cNvPr>
            <p:cNvSpPr/>
            <p:nvPr/>
          </p:nvSpPr>
          <p:spPr>
            <a:xfrm>
              <a:off x="6554310" y="3292200"/>
              <a:ext cx="438564"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4" name="矩形 320">
              <a:extLst>
                <a:ext uri="{FF2B5EF4-FFF2-40B4-BE49-F238E27FC236}">
                  <a16:creationId xmlns:a16="http://schemas.microsoft.com/office/drawing/2014/main" id="{F9F1EDE7-1C71-DD70-7896-4168AB3FB48B}"/>
                </a:ext>
              </a:extLst>
            </p:cNvPr>
            <p:cNvSpPr/>
            <p:nvPr/>
          </p:nvSpPr>
          <p:spPr>
            <a:xfrm>
              <a:off x="6954946" y="3289550"/>
              <a:ext cx="438029"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5" name="矩形 321">
              <a:extLst>
                <a:ext uri="{FF2B5EF4-FFF2-40B4-BE49-F238E27FC236}">
                  <a16:creationId xmlns:a16="http://schemas.microsoft.com/office/drawing/2014/main" id="{C5D24DFF-E8CA-77A0-868F-75B5B30A2EB5}"/>
                </a:ext>
              </a:extLst>
            </p:cNvPr>
            <p:cNvSpPr/>
            <p:nvPr/>
          </p:nvSpPr>
          <p:spPr>
            <a:xfrm>
              <a:off x="7362740" y="3286921"/>
              <a:ext cx="438029"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[SEP]</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36" name="组合 322">
            <a:extLst>
              <a:ext uri="{FF2B5EF4-FFF2-40B4-BE49-F238E27FC236}">
                <a16:creationId xmlns:a16="http://schemas.microsoft.com/office/drawing/2014/main" id="{E120E016-7516-680C-8A0E-AE991A6C545E}"/>
              </a:ext>
            </a:extLst>
          </p:cNvPr>
          <p:cNvGrpSpPr/>
          <p:nvPr/>
        </p:nvGrpSpPr>
        <p:grpSpPr>
          <a:xfrm>
            <a:off x="9463210" y="5342625"/>
            <a:ext cx="2419107" cy="296057"/>
            <a:chOff x="1486995" y="4905560"/>
            <a:chExt cx="2419107" cy="296057"/>
          </a:xfrm>
        </p:grpSpPr>
        <p:sp>
          <p:nvSpPr>
            <p:cNvPr id="37" name="矩形 323">
              <a:extLst>
                <a:ext uri="{FF2B5EF4-FFF2-40B4-BE49-F238E27FC236}">
                  <a16:creationId xmlns:a16="http://schemas.microsoft.com/office/drawing/2014/main" id="{37D5E8EE-6D5C-ED31-E1C1-9618A972C05F}"/>
                </a:ext>
              </a:extLst>
            </p:cNvPr>
            <p:cNvSpPr/>
            <p:nvPr/>
          </p:nvSpPr>
          <p:spPr>
            <a:xfrm>
              <a:off x="1486995" y="4908998"/>
              <a:ext cx="441236"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[CLS]</a:t>
              </a:r>
            </a:p>
          </p:txBody>
        </p:sp>
        <p:sp>
          <p:nvSpPr>
            <p:cNvPr id="38" name="矩形 324">
              <a:extLst>
                <a:ext uri="{FF2B5EF4-FFF2-40B4-BE49-F238E27FC236}">
                  <a16:creationId xmlns:a16="http://schemas.microsoft.com/office/drawing/2014/main" id="{D3DB8597-0D17-4888-D52E-C525D3F8BF8E}"/>
                </a:ext>
              </a:extLst>
            </p:cNvPr>
            <p:cNvSpPr/>
            <p:nvPr/>
          </p:nvSpPr>
          <p:spPr>
            <a:xfrm>
              <a:off x="1877889" y="4909160"/>
              <a:ext cx="440168"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39" name="矩形 325">
              <a:extLst>
                <a:ext uri="{FF2B5EF4-FFF2-40B4-BE49-F238E27FC236}">
                  <a16:creationId xmlns:a16="http://schemas.microsoft.com/office/drawing/2014/main" id="{B294E3F2-4C94-AAF3-274E-1A6B05BD1615}"/>
                </a:ext>
              </a:extLst>
            </p:cNvPr>
            <p:cNvSpPr/>
            <p:nvPr/>
          </p:nvSpPr>
          <p:spPr>
            <a:xfrm>
              <a:off x="2273479" y="4905560"/>
              <a:ext cx="439099" cy="292457"/>
            </a:xfrm>
            <a:prstGeom prst="rect">
              <a:avLst/>
            </a:prstGeom>
            <a:no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0" name="矩形 326">
              <a:extLst>
                <a:ext uri="{FF2B5EF4-FFF2-40B4-BE49-F238E27FC236}">
                  <a16:creationId xmlns:a16="http://schemas.microsoft.com/office/drawing/2014/main" id="{2D4A417F-ACF2-5CBB-9C84-B695D13C8961}"/>
                </a:ext>
              </a:extLst>
            </p:cNvPr>
            <p:cNvSpPr/>
            <p:nvPr/>
          </p:nvSpPr>
          <p:spPr>
            <a:xfrm>
              <a:off x="2676638" y="4905560"/>
              <a:ext cx="438564"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1" name="矩形 327">
              <a:extLst>
                <a:ext uri="{FF2B5EF4-FFF2-40B4-BE49-F238E27FC236}">
                  <a16:creationId xmlns:a16="http://schemas.microsoft.com/office/drawing/2014/main" id="{02F94552-D204-E6DF-D883-567705C5F60B}"/>
                </a:ext>
              </a:extLst>
            </p:cNvPr>
            <p:cNvSpPr/>
            <p:nvPr/>
          </p:nvSpPr>
          <p:spPr>
            <a:xfrm>
              <a:off x="3071413" y="4905640"/>
              <a:ext cx="438029"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2" name="矩形 328">
              <a:extLst>
                <a:ext uri="{FF2B5EF4-FFF2-40B4-BE49-F238E27FC236}">
                  <a16:creationId xmlns:a16="http://schemas.microsoft.com/office/drawing/2014/main" id="{403D444C-EFAC-12F9-BA1F-D517D3DF7D2B}"/>
                </a:ext>
              </a:extLst>
            </p:cNvPr>
            <p:cNvSpPr/>
            <p:nvPr/>
          </p:nvSpPr>
          <p:spPr>
            <a:xfrm>
              <a:off x="3468073" y="4908999"/>
              <a:ext cx="438029"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43" name="组合 329">
            <a:extLst>
              <a:ext uri="{FF2B5EF4-FFF2-40B4-BE49-F238E27FC236}">
                <a16:creationId xmlns:a16="http://schemas.microsoft.com/office/drawing/2014/main" id="{7308BE50-9DFA-15A1-0ED5-C8948A04D9D4}"/>
              </a:ext>
            </a:extLst>
          </p:cNvPr>
          <p:cNvGrpSpPr/>
          <p:nvPr/>
        </p:nvGrpSpPr>
        <p:grpSpPr>
          <a:xfrm>
            <a:off x="9674700" y="4130639"/>
            <a:ext cx="1994701" cy="436630"/>
            <a:chOff x="5806435" y="3474660"/>
            <a:chExt cx="2751207" cy="436630"/>
          </a:xfrm>
          <a:solidFill>
            <a:srgbClr val="ED7D31">
              <a:lumMod val="20000"/>
              <a:lumOff val="80000"/>
            </a:srgbClr>
          </a:solidFill>
        </p:grpSpPr>
        <p:cxnSp>
          <p:nvCxnSpPr>
            <p:cNvPr id="44" name="直接连接符 330">
              <a:extLst>
                <a:ext uri="{FF2B5EF4-FFF2-40B4-BE49-F238E27FC236}">
                  <a16:creationId xmlns:a16="http://schemas.microsoft.com/office/drawing/2014/main" id="{7723E25F-3B13-55B0-97BF-8E375FEFBACC}"/>
                </a:ext>
              </a:extLst>
            </p:cNvPr>
            <p:cNvCxnSpPr>
              <a:cxnSpLocks/>
            </p:cNvCxnSpPr>
            <p:nvPr/>
          </p:nvCxnSpPr>
          <p:spPr>
            <a:xfrm>
              <a:off x="5808871" y="3474660"/>
              <a:ext cx="0" cy="432000"/>
            </a:xfrm>
            <a:prstGeom prst="line">
              <a:avLst/>
            </a:prstGeom>
            <a:grpFill/>
            <a:ln w="6350" cap="flat" cmpd="sng" algn="ctr">
              <a:solidFill>
                <a:srgbClr val="70AD47">
                  <a:lumMod val="75000"/>
                  <a:alpha val="75000"/>
                </a:srgbClr>
              </a:solidFill>
              <a:prstDash val="solid"/>
              <a:miter lim="800000"/>
            </a:ln>
            <a:effectLst/>
          </p:spPr>
        </p:cxnSp>
        <p:cxnSp>
          <p:nvCxnSpPr>
            <p:cNvPr id="45" name="直接连接符 331">
              <a:extLst>
                <a:ext uri="{FF2B5EF4-FFF2-40B4-BE49-F238E27FC236}">
                  <a16:creationId xmlns:a16="http://schemas.microsoft.com/office/drawing/2014/main" id="{7987397D-7848-16B9-6745-4B23ADC1025C}"/>
                </a:ext>
              </a:extLst>
            </p:cNvPr>
            <p:cNvCxnSpPr>
              <a:cxnSpLocks/>
            </p:cNvCxnSpPr>
            <p:nvPr/>
          </p:nvCxnSpPr>
          <p:spPr>
            <a:xfrm>
              <a:off x="6357537" y="3479290"/>
              <a:ext cx="0" cy="432000"/>
            </a:xfrm>
            <a:prstGeom prst="line">
              <a:avLst/>
            </a:prstGeom>
            <a:grpFill/>
            <a:ln w="6350" cap="flat" cmpd="sng" algn="ctr">
              <a:solidFill>
                <a:srgbClr val="70AD47">
                  <a:lumMod val="75000"/>
                  <a:alpha val="75000"/>
                </a:srgbClr>
              </a:solidFill>
              <a:prstDash val="solid"/>
              <a:miter lim="800000"/>
            </a:ln>
            <a:effectLst/>
          </p:spPr>
        </p:cxnSp>
        <p:cxnSp>
          <p:nvCxnSpPr>
            <p:cNvPr id="46" name="直接连接符 332">
              <a:extLst>
                <a:ext uri="{FF2B5EF4-FFF2-40B4-BE49-F238E27FC236}">
                  <a16:creationId xmlns:a16="http://schemas.microsoft.com/office/drawing/2014/main" id="{CE5D6519-7457-F3B7-64C5-8E5D958B2A04}"/>
                </a:ext>
              </a:extLst>
            </p:cNvPr>
            <p:cNvCxnSpPr>
              <a:cxnSpLocks/>
            </p:cNvCxnSpPr>
            <p:nvPr/>
          </p:nvCxnSpPr>
          <p:spPr>
            <a:xfrm>
              <a:off x="6901071" y="3474660"/>
              <a:ext cx="0" cy="432000"/>
            </a:xfrm>
            <a:prstGeom prst="line">
              <a:avLst/>
            </a:prstGeom>
            <a:grpFill/>
            <a:ln w="6350" cap="flat" cmpd="sng" algn="ctr">
              <a:solidFill>
                <a:srgbClr val="70AD47">
                  <a:lumMod val="75000"/>
                  <a:alpha val="75000"/>
                </a:srgbClr>
              </a:solidFill>
              <a:prstDash val="solid"/>
              <a:miter lim="800000"/>
            </a:ln>
            <a:effectLst/>
          </p:spPr>
        </p:cxnSp>
        <p:cxnSp>
          <p:nvCxnSpPr>
            <p:cNvPr id="47" name="直接连接符 333">
              <a:extLst>
                <a:ext uri="{FF2B5EF4-FFF2-40B4-BE49-F238E27FC236}">
                  <a16:creationId xmlns:a16="http://schemas.microsoft.com/office/drawing/2014/main" id="{F90C0EE6-4A77-6230-29A9-F3B0AF52F98C}"/>
                </a:ext>
              </a:extLst>
            </p:cNvPr>
            <p:cNvCxnSpPr>
              <a:cxnSpLocks/>
            </p:cNvCxnSpPr>
            <p:nvPr/>
          </p:nvCxnSpPr>
          <p:spPr>
            <a:xfrm>
              <a:off x="7449737" y="3479290"/>
              <a:ext cx="0" cy="432000"/>
            </a:xfrm>
            <a:prstGeom prst="line">
              <a:avLst/>
            </a:prstGeom>
            <a:grpFill/>
            <a:ln w="6350" cap="flat" cmpd="sng" algn="ctr">
              <a:solidFill>
                <a:srgbClr val="70AD47">
                  <a:lumMod val="75000"/>
                  <a:alpha val="75000"/>
                </a:srgbClr>
              </a:solidFill>
              <a:prstDash val="solid"/>
              <a:miter lim="800000"/>
            </a:ln>
            <a:effectLst/>
          </p:spPr>
        </p:cxnSp>
        <p:cxnSp>
          <p:nvCxnSpPr>
            <p:cNvPr id="48" name="直接连接符 334">
              <a:extLst>
                <a:ext uri="{FF2B5EF4-FFF2-40B4-BE49-F238E27FC236}">
                  <a16:creationId xmlns:a16="http://schemas.microsoft.com/office/drawing/2014/main" id="{25778DD3-456A-C32F-33EB-824DD92E0A77}"/>
                </a:ext>
              </a:extLst>
            </p:cNvPr>
            <p:cNvCxnSpPr>
              <a:cxnSpLocks/>
            </p:cNvCxnSpPr>
            <p:nvPr/>
          </p:nvCxnSpPr>
          <p:spPr>
            <a:xfrm>
              <a:off x="8004756" y="3474660"/>
              <a:ext cx="0" cy="432000"/>
            </a:xfrm>
            <a:prstGeom prst="line">
              <a:avLst/>
            </a:prstGeom>
            <a:grpFill/>
            <a:ln w="6350" cap="flat" cmpd="sng" algn="ctr">
              <a:solidFill>
                <a:srgbClr val="70AD47">
                  <a:lumMod val="75000"/>
                  <a:alpha val="75000"/>
                </a:srgbClr>
              </a:solidFill>
              <a:prstDash val="solid"/>
              <a:miter lim="800000"/>
            </a:ln>
            <a:effectLst/>
          </p:spPr>
        </p:cxnSp>
        <p:cxnSp>
          <p:nvCxnSpPr>
            <p:cNvPr id="49" name="直接连接符 335">
              <a:extLst>
                <a:ext uri="{FF2B5EF4-FFF2-40B4-BE49-F238E27FC236}">
                  <a16:creationId xmlns:a16="http://schemas.microsoft.com/office/drawing/2014/main" id="{58E364C7-0295-1383-5A60-947E5AD84F11}"/>
                </a:ext>
              </a:extLst>
            </p:cNvPr>
            <p:cNvCxnSpPr>
              <a:cxnSpLocks/>
            </p:cNvCxnSpPr>
            <p:nvPr/>
          </p:nvCxnSpPr>
          <p:spPr>
            <a:xfrm>
              <a:off x="8553422" y="3479290"/>
              <a:ext cx="0" cy="432000"/>
            </a:xfrm>
            <a:prstGeom prst="line">
              <a:avLst/>
            </a:prstGeom>
            <a:grpFill/>
            <a:ln w="6350" cap="flat" cmpd="sng" algn="ctr">
              <a:solidFill>
                <a:srgbClr val="70AD47">
                  <a:lumMod val="75000"/>
                  <a:alpha val="75000"/>
                </a:srgbClr>
              </a:solidFill>
              <a:prstDash val="solid"/>
              <a:miter lim="800000"/>
            </a:ln>
            <a:effectLst/>
          </p:spPr>
        </p:cxnSp>
        <p:cxnSp>
          <p:nvCxnSpPr>
            <p:cNvPr id="50" name="直接连接符 336">
              <a:extLst>
                <a:ext uri="{FF2B5EF4-FFF2-40B4-BE49-F238E27FC236}">
                  <a16:creationId xmlns:a16="http://schemas.microsoft.com/office/drawing/2014/main" id="{2992BF67-0DA4-C23E-F8A9-0EFB48439355}"/>
                </a:ext>
              </a:extLst>
            </p:cNvPr>
            <p:cNvCxnSpPr/>
            <p:nvPr/>
          </p:nvCxnSpPr>
          <p:spPr>
            <a:xfrm flipH="1">
              <a:off x="5808871" y="3479290"/>
              <a:ext cx="553086" cy="426591"/>
            </a:xfrm>
            <a:prstGeom prst="line">
              <a:avLst/>
            </a:prstGeom>
            <a:grpFill/>
            <a:ln w="6350" cap="flat" cmpd="sng" algn="ctr">
              <a:solidFill>
                <a:srgbClr val="70AD47">
                  <a:lumMod val="75000"/>
                  <a:alpha val="75000"/>
                </a:srgbClr>
              </a:solidFill>
              <a:prstDash val="solid"/>
              <a:miter lim="800000"/>
            </a:ln>
            <a:effectLst/>
          </p:spPr>
        </p:cxnSp>
        <p:cxnSp>
          <p:nvCxnSpPr>
            <p:cNvPr id="51" name="直接连接符 337">
              <a:extLst>
                <a:ext uri="{FF2B5EF4-FFF2-40B4-BE49-F238E27FC236}">
                  <a16:creationId xmlns:a16="http://schemas.microsoft.com/office/drawing/2014/main" id="{CB0E6459-9638-CC9D-1AFA-651E64E1D4FC}"/>
                </a:ext>
              </a:extLst>
            </p:cNvPr>
            <p:cNvCxnSpPr/>
            <p:nvPr/>
          </p:nvCxnSpPr>
          <p:spPr>
            <a:xfrm flipH="1">
              <a:off x="6354363" y="3479290"/>
              <a:ext cx="546708" cy="426591"/>
            </a:xfrm>
            <a:prstGeom prst="line">
              <a:avLst/>
            </a:prstGeom>
            <a:grpFill/>
            <a:ln w="6350" cap="flat" cmpd="sng" algn="ctr">
              <a:solidFill>
                <a:srgbClr val="70AD47">
                  <a:lumMod val="75000"/>
                  <a:alpha val="75000"/>
                </a:srgbClr>
              </a:solidFill>
              <a:prstDash val="solid"/>
              <a:miter lim="800000"/>
            </a:ln>
            <a:effectLst/>
          </p:spPr>
        </p:cxnSp>
        <p:cxnSp>
          <p:nvCxnSpPr>
            <p:cNvPr id="52" name="直接连接符 338">
              <a:extLst>
                <a:ext uri="{FF2B5EF4-FFF2-40B4-BE49-F238E27FC236}">
                  <a16:creationId xmlns:a16="http://schemas.microsoft.com/office/drawing/2014/main" id="{C8F83609-2C8C-E722-AE2E-FB14629C8865}"/>
                </a:ext>
              </a:extLst>
            </p:cNvPr>
            <p:cNvCxnSpPr/>
            <p:nvPr/>
          </p:nvCxnSpPr>
          <p:spPr>
            <a:xfrm flipH="1">
              <a:off x="6901071" y="3479290"/>
              <a:ext cx="555327" cy="426591"/>
            </a:xfrm>
            <a:prstGeom prst="line">
              <a:avLst/>
            </a:prstGeom>
            <a:grpFill/>
            <a:ln w="6350" cap="flat" cmpd="sng" algn="ctr">
              <a:solidFill>
                <a:srgbClr val="70AD47">
                  <a:lumMod val="75000"/>
                  <a:alpha val="75000"/>
                </a:srgbClr>
              </a:solidFill>
              <a:prstDash val="solid"/>
              <a:miter lim="800000"/>
            </a:ln>
            <a:effectLst/>
          </p:spPr>
        </p:cxnSp>
        <p:cxnSp>
          <p:nvCxnSpPr>
            <p:cNvPr id="53" name="直接连接符 339">
              <a:extLst>
                <a:ext uri="{FF2B5EF4-FFF2-40B4-BE49-F238E27FC236}">
                  <a16:creationId xmlns:a16="http://schemas.microsoft.com/office/drawing/2014/main" id="{518483A9-2A89-D795-2D6D-831756ABA64D}"/>
                </a:ext>
              </a:extLst>
            </p:cNvPr>
            <p:cNvCxnSpPr/>
            <p:nvPr/>
          </p:nvCxnSpPr>
          <p:spPr>
            <a:xfrm flipH="1">
              <a:off x="7449512" y="3479290"/>
              <a:ext cx="559498" cy="426591"/>
            </a:xfrm>
            <a:prstGeom prst="line">
              <a:avLst/>
            </a:prstGeom>
            <a:grpFill/>
            <a:ln w="6350" cap="flat" cmpd="sng" algn="ctr">
              <a:solidFill>
                <a:srgbClr val="70AD47">
                  <a:lumMod val="75000"/>
                  <a:alpha val="75000"/>
                </a:srgbClr>
              </a:solidFill>
              <a:prstDash val="solid"/>
              <a:miter lim="800000"/>
            </a:ln>
            <a:effectLst/>
          </p:spPr>
        </p:cxnSp>
        <p:cxnSp>
          <p:nvCxnSpPr>
            <p:cNvPr id="54" name="直接连接符 340">
              <a:extLst>
                <a:ext uri="{FF2B5EF4-FFF2-40B4-BE49-F238E27FC236}">
                  <a16:creationId xmlns:a16="http://schemas.microsoft.com/office/drawing/2014/main" id="{98281D5D-E1D0-110A-FB46-7B47A3036090}"/>
                </a:ext>
              </a:extLst>
            </p:cNvPr>
            <p:cNvCxnSpPr/>
            <p:nvPr/>
          </p:nvCxnSpPr>
          <p:spPr>
            <a:xfrm flipH="1">
              <a:off x="8009010" y="3479290"/>
              <a:ext cx="548632" cy="426591"/>
            </a:xfrm>
            <a:prstGeom prst="line">
              <a:avLst/>
            </a:prstGeom>
            <a:grpFill/>
            <a:ln w="6350" cap="flat" cmpd="sng" algn="ctr">
              <a:solidFill>
                <a:srgbClr val="70AD47">
                  <a:lumMod val="75000"/>
                  <a:alpha val="75000"/>
                </a:srgbClr>
              </a:solidFill>
              <a:prstDash val="solid"/>
              <a:miter lim="800000"/>
            </a:ln>
            <a:effectLst/>
          </p:spPr>
        </p:cxnSp>
        <p:cxnSp>
          <p:nvCxnSpPr>
            <p:cNvPr id="55" name="直接连接符 341">
              <a:extLst>
                <a:ext uri="{FF2B5EF4-FFF2-40B4-BE49-F238E27FC236}">
                  <a16:creationId xmlns:a16="http://schemas.microsoft.com/office/drawing/2014/main" id="{2F94A38A-80A9-3872-3451-D2D26695E879}"/>
                </a:ext>
              </a:extLst>
            </p:cNvPr>
            <p:cNvCxnSpPr>
              <a:cxnSpLocks/>
            </p:cNvCxnSpPr>
            <p:nvPr/>
          </p:nvCxnSpPr>
          <p:spPr>
            <a:xfrm flipV="1">
              <a:off x="5808871" y="3479290"/>
              <a:ext cx="1091415" cy="423887"/>
            </a:xfrm>
            <a:prstGeom prst="line">
              <a:avLst/>
            </a:prstGeom>
            <a:grpFill/>
            <a:ln w="6350" cap="flat" cmpd="sng" algn="ctr">
              <a:solidFill>
                <a:srgbClr val="70AD47">
                  <a:lumMod val="75000"/>
                  <a:alpha val="75000"/>
                </a:srgbClr>
              </a:solidFill>
              <a:prstDash val="solid"/>
              <a:miter lim="800000"/>
            </a:ln>
            <a:effectLst/>
          </p:spPr>
        </p:cxnSp>
        <p:cxnSp>
          <p:nvCxnSpPr>
            <p:cNvPr id="56" name="直接连接符 342">
              <a:extLst>
                <a:ext uri="{FF2B5EF4-FFF2-40B4-BE49-F238E27FC236}">
                  <a16:creationId xmlns:a16="http://schemas.microsoft.com/office/drawing/2014/main" id="{EF72B002-2FF0-D3E3-7833-70A4842E122A}"/>
                </a:ext>
              </a:extLst>
            </p:cNvPr>
            <p:cNvCxnSpPr>
              <a:cxnSpLocks/>
            </p:cNvCxnSpPr>
            <p:nvPr/>
          </p:nvCxnSpPr>
          <p:spPr>
            <a:xfrm flipV="1">
              <a:off x="6894329" y="3481604"/>
              <a:ext cx="1109637" cy="424277"/>
            </a:xfrm>
            <a:prstGeom prst="line">
              <a:avLst/>
            </a:prstGeom>
            <a:grpFill/>
            <a:ln w="6350" cap="flat" cmpd="sng" algn="ctr">
              <a:solidFill>
                <a:srgbClr val="70AD47">
                  <a:lumMod val="75000"/>
                  <a:alpha val="75000"/>
                </a:srgbClr>
              </a:solidFill>
              <a:prstDash val="solid"/>
              <a:miter lim="800000"/>
            </a:ln>
            <a:effectLst/>
          </p:spPr>
        </p:cxnSp>
        <p:cxnSp>
          <p:nvCxnSpPr>
            <p:cNvPr id="57" name="直接连接符 343">
              <a:extLst>
                <a:ext uri="{FF2B5EF4-FFF2-40B4-BE49-F238E27FC236}">
                  <a16:creationId xmlns:a16="http://schemas.microsoft.com/office/drawing/2014/main" id="{DC0DDC0B-B62F-CC93-2851-15234723A509}"/>
                </a:ext>
              </a:extLst>
            </p:cNvPr>
            <p:cNvCxnSpPr>
              <a:cxnSpLocks/>
            </p:cNvCxnSpPr>
            <p:nvPr/>
          </p:nvCxnSpPr>
          <p:spPr>
            <a:xfrm flipV="1">
              <a:off x="6351549" y="3482312"/>
              <a:ext cx="1109637" cy="424277"/>
            </a:xfrm>
            <a:prstGeom prst="line">
              <a:avLst/>
            </a:prstGeom>
            <a:grpFill/>
            <a:ln w="6350" cap="flat" cmpd="sng" algn="ctr">
              <a:solidFill>
                <a:srgbClr val="70AD47">
                  <a:lumMod val="75000"/>
                  <a:alpha val="75000"/>
                </a:srgbClr>
              </a:solidFill>
              <a:prstDash val="solid"/>
              <a:miter lim="800000"/>
            </a:ln>
            <a:effectLst/>
          </p:spPr>
        </p:cxnSp>
        <p:cxnSp>
          <p:nvCxnSpPr>
            <p:cNvPr id="58" name="直接连接符 344">
              <a:extLst>
                <a:ext uri="{FF2B5EF4-FFF2-40B4-BE49-F238E27FC236}">
                  <a16:creationId xmlns:a16="http://schemas.microsoft.com/office/drawing/2014/main" id="{CE7147FA-02F6-9861-85AE-6A2A9AF8991D}"/>
                </a:ext>
              </a:extLst>
            </p:cNvPr>
            <p:cNvCxnSpPr>
              <a:cxnSpLocks/>
            </p:cNvCxnSpPr>
            <p:nvPr/>
          </p:nvCxnSpPr>
          <p:spPr>
            <a:xfrm flipV="1">
              <a:off x="7447367" y="3478899"/>
              <a:ext cx="1109637" cy="424277"/>
            </a:xfrm>
            <a:prstGeom prst="line">
              <a:avLst/>
            </a:prstGeom>
            <a:grpFill/>
            <a:ln w="6350" cap="flat" cmpd="sng" algn="ctr">
              <a:solidFill>
                <a:srgbClr val="70AD47">
                  <a:lumMod val="75000"/>
                  <a:alpha val="75000"/>
                </a:srgbClr>
              </a:solidFill>
              <a:prstDash val="solid"/>
              <a:miter lim="800000"/>
            </a:ln>
            <a:effectLst/>
          </p:spPr>
        </p:cxnSp>
        <p:cxnSp>
          <p:nvCxnSpPr>
            <p:cNvPr id="59" name="直接连接符 345">
              <a:extLst>
                <a:ext uri="{FF2B5EF4-FFF2-40B4-BE49-F238E27FC236}">
                  <a16:creationId xmlns:a16="http://schemas.microsoft.com/office/drawing/2014/main" id="{E4129457-1B11-C75F-E560-088D33E8714E}"/>
                </a:ext>
              </a:extLst>
            </p:cNvPr>
            <p:cNvCxnSpPr/>
            <p:nvPr/>
          </p:nvCxnSpPr>
          <p:spPr>
            <a:xfrm flipV="1">
              <a:off x="5806435" y="3478899"/>
              <a:ext cx="1640865" cy="424277"/>
            </a:xfrm>
            <a:prstGeom prst="line">
              <a:avLst/>
            </a:prstGeom>
            <a:grpFill/>
            <a:ln w="6350" cap="flat" cmpd="sng" algn="ctr">
              <a:solidFill>
                <a:srgbClr val="70AD47">
                  <a:lumMod val="75000"/>
                  <a:alpha val="75000"/>
                </a:srgbClr>
              </a:solidFill>
              <a:prstDash val="solid"/>
              <a:miter lim="800000"/>
            </a:ln>
            <a:effectLst/>
          </p:spPr>
        </p:cxnSp>
        <p:cxnSp>
          <p:nvCxnSpPr>
            <p:cNvPr id="60" name="直接连接符 346">
              <a:extLst>
                <a:ext uri="{FF2B5EF4-FFF2-40B4-BE49-F238E27FC236}">
                  <a16:creationId xmlns:a16="http://schemas.microsoft.com/office/drawing/2014/main" id="{1D5E8277-3738-00EC-06C0-7E858EE5A6C0}"/>
                </a:ext>
              </a:extLst>
            </p:cNvPr>
            <p:cNvCxnSpPr/>
            <p:nvPr/>
          </p:nvCxnSpPr>
          <p:spPr>
            <a:xfrm flipV="1">
              <a:off x="6359295" y="3478898"/>
              <a:ext cx="1640865" cy="424277"/>
            </a:xfrm>
            <a:prstGeom prst="line">
              <a:avLst/>
            </a:prstGeom>
            <a:grpFill/>
            <a:ln w="6350" cap="flat" cmpd="sng" algn="ctr">
              <a:solidFill>
                <a:srgbClr val="70AD47">
                  <a:lumMod val="75000"/>
                  <a:alpha val="75000"/>
                </a:srgbClr>
              </a:solidFill>
              <a:prstDash val="solid"/>
              <a:miter lim="800000"/>
            </a:ln>
            <a:effectLst/>
          </p:spPr>
        </p:cxnSp>
        <p:cxnSp>
          <p:nvCxnSpPr>
            <p:cNvPr id="61" name="直接连接符 347">
              <a:extLst>
                <a:ext uri="{FF2B5EF4-FFF2-40B4-BE49-F238E27FC236}">
                  <a16:creationId xmlns:a16="http://schemas.microsoft.com/office/drawing/2014/main" id="{94854FD9-88EC-DE3E-0DF7-35520A5ABE64}"/>
                </a:ext>
              </a:extLst>
            </p:cNvPr>
            <p:cNvCxnSpPr/>
            <p:nvPr/>
          </p:nvCxnSpPr>
          <p:spPr>
            <a:xfrm flipV="1">
              <a:off x="6902688" y="3481212"/>
              <a:ext cx="1640865" cy="424277"/>
            </a:xfrm>
            <a:prstGeom prst="line">
              <a:avLst/>
            </a:prstGeom>
            <a:grpFill/>
            <a:ln w="6350" cap="flat" cmpd="sng" algn="ctr">
              <a:solidFill>
                <a:srgbClr val="70AD47">
                  <a:lumMod val="75000"/>
                  <a:alpha val="75000"/>
                </a:srgbClr>
              </a:solidFill>
              <a:prstDash val="solid"/>
              <a:miter lim="800000"/>
            </a:ln>
            <a:effectLst/>
          </p:spPr>
        </p:cxnSp>
        <p:cxnSp>
          <p:nvCxnSpPr>
            <p:cNvPr id="62" name="直接连接符 348">
              <a:extLst>
                <a:ext uri="{FF2B5EF4-FFF2-40B4-BE49-F238E27FC236}">
                  <a16:creationId xmlns:a16="http://schemas.microsoft.com/office/drawing/2014/main" id="{C8AFE1C0-70C7-247C-C193-BE504D38F815}"/>
                </a:ext>
              </a:extLst>
            </p:cNvPr>
            <p:cNvCxnSpPr/>
            <p:nvPr/>
          </p:nvCxnSpPr>
          <p:spPr>
            <a:xfrm flipV="1">
              <a:off x="5806435" y="3478898"/>
              <a:ext cx="2196354" cy="424277"/>
            </a:xfrm>
            <a:prstGeom prst="line">
              <a:avLst/>
            </a:prstGeom>
            <a:grpFill/>
            <a:ln w="6350" cap="flat" cmpd="sng" algn="ctr">
              <a:solidFill>
                <a:srgbClr val="70AD47">
                  <a:lumMod val="75000"/>
                  <a:alpha val="75000"/>
                </a:srgbClr>
              </a:solidFill>
              <a:prstDash val="solid"/>
              <a:miter lim="800000"/>
            </a:ln>
            <a:effectLst/>
          </p:spPr>
        </p:cxnSp>
        <p:cxnSp>
          <p:nvCxnSpPr>
            <p:cNvPr id="63" name="直接连接符 349">
              <a:extLst>
                <a:ext uri="{FF2B5EF4-FFF2-40B4-BE49-F238E27FC236}">
                  <a16:creationId xmlns:a16="http://schemas.microsoft.com/office/drawing/2014/main" id="{FDF2B8AD-F9AF-F4F1-938A-F0C8DC947CF1}"/>
                </a:ext>
              </a:extLst>
            </p:cNvPr>
            <p:cNvCxnSpPr/>
            <p:nvPr/>
          </p:nvCxnSpPr>
          <p:spPr>
            <a:xfrm flipV="1">
              <a:off x="6354355" y="3485344"/>
              <a:ext cx="2196354" cy="424277"/>
            </a:xfrm>
            <a:prstGeom prst="line">
              <a:avLst/>
            </a:prstGeom>
            <a:grpFill/>
            <a:ln w="6350" cap="flat" cmpd="sng" algn="ctr">
              <a:solidFill>
                <a:srgbClr val="70AD47">
                  <a:lumMod val="75000"/>
                  <a:alpha val="75000"/>
                </a:srgbClr>
              </a:solidFill>
              <a:prstDash val="solid"/>
              <a:miter lim="800000"/>
            </a:ln>
            <a:effectLst/>
          </p:spPr>
        </p:cxnSp>
        <p:cxnSp>
          <p:nvCxnSpPr>
            <p:cNvPr id="18432" name="直接连接符 350">
              <a:extLst>
                <a:ext uri="{FF2B5EF4-FFF2-40B4-BE49-F238E27FC236}">
                  <a16:creationId xmlns:a16="http://schemas.microsoft.com/office/drawing/2014/main" id="{9B0398A0-3473-9030-F7E7-66ED654B2D02}"/>
                </a:ext>
              </a:extLst>
            </p:cNvPr>
            <p:cNvCxnSpPr/>
            <p:nvPr/>
          </p:nvCxnSpPr>
          <p:spPr>
            <a:xfrm flipV="1">
              <a:off x="5806435" y="3478898"/>
              <a:ext cx="2744274" cy="424277"/>
            </a:xfrm>
            <a:prstGeom prst="line">
              <a:avLst/>
            </a:prstGeom>
            <a:grpFill/>
            <a:ln w="6350" cap="flat" cmpd="sng" algn="ctr">
              <a:solidFill>
                <a:srgbClr val="70AD47">
                  <a:lumMod val="75000"/>
                  <a:alpha val="75000"/>
                </a:srgbClr>
              </a:solidFill>
              <a:prstDash val="solid"/>
              <a:miter lim="800000"/>
            </a:ln>
            <a:effectLst/>
          </p:spPr>
        </p:cxnSp>
      </p:grpSp>
      <p:grpSp>
        <p:nvGrpSpPr>
          <p:cNvPr id="18433" name="组合 351">
            <a:extLst>
              <a:ext uri="{FF2B5EF4-FFF2-40B4-BE49-F238E27FC236}">
                <a16:creationId xmlns:a16="http://schemas.microsoft.com/office/drawing/2014/main" id="{C8C2A721-A521-47B0-5171-FB5D4228DC7B}"/>
              </a:ext>
            </a:extLst>
          </p:cNvPr>
          <p:cNvGrpSpPr/>
          <p:nvPr/>
        </p:nvGrpSpPr>
        <p:grpSpPr>
          <a:xfrm>
            <a:off x="6716495" y="4640076"/>
            <a:ext cx="2005936" cy="402810"/>
            <a:chOff x="1767811" y="2999705"/>
            <a:chExt cx="2751260" cy="437409"/>
          </a:xfrm>
        </p:grpSpPr>
        <p:cxnSp>
          <p:nvCxnSpPr>
            <p:cNvPr id="18439" name="直接连接符 352">
              <a:extLst>
                <a:ext uri="{FF2B5EF4-FFF2-40B4-BE49-F238E27FC236}">
                  <a16:creationId xmlns:a16="http://schemas.microsoft.com/office/drawing/2014/main" id="{476AE56E-DA80-154E-1059-677638910004}"/>
                </a:ext>
              </a:extLst>
            </p:cNvPr>
            <p:cNvCxnSpPr>
              <a:cxnSpLocks/>
            </p:cNvCxnSpPr>
            <p:nvPr/>
          </p:nvCxnSpPr>
          <p:spPr>
            <a:xfrm>
              <a:off x="1770247" y="3000484"/>
              <a:ext cx="0" cy="432000"/>
            </a:xfrm>
            <a:prstGeom prst="line">
              <a:avLst/>
            </a:prstGeom>
            <a:noFill/>
            <a:ln w="6350" cap="flat" cmpd="sng" algn="ctr">
              <a:solidFill>
                <a:srgbClr val="4472C4">
                  <a:alpha val="50000"/>
                </a:srgbClr>
              </a:solidFill>
              <a:prstDash val="solid"/>
              <a:miter lim="800000"/>
            </a:ln>
            <a:effectLst/>
          </p:spPr>
        </p:cxnSp>
        <p:cxnSp>
          <p:nvCxnSpPr>
            <p:cNvPr id="18440" name="直接连接符 353">
              <a:extLst>
                <a:ext uri="{FF2B5EF4-FFF2-40B4-BE49-F238E27FC236}">
                  <a16:creationId xmlns:a16="http://schemas.microsoft.com/office/drawing/2014/main" id="{F2947633-3A89-E662-3D84-1C04F3E503EC}"/>
                </a:ext>
              </a:extLst>
            </p:cNvPr>
            <p:cNvCxnSpPr>
              <a:cxnSpLocks/>
            </p:cNvCxnSpPr>
            <p:nvPr/>
          </p:nvCxnSpPr>
          <p:spPr>
            <a:xfrm>
              <a:off x="2318913" y="3005114"/>
              <a:ext cx="0" cy="432000"/>
            </a:xfrm>
            <a:prstGeom prst="line">
              <a:avLst/>
            </a:prstGeom>
            <a:noFill/>
            <a:ln w="6350" cap="flat" cmpd="sng" algn="ctr">
              <a:solidFill>
                <a:srgbClr val="4472C4">
                  <a:alpha val="50000"/>
                </a:srgbClr>
              </a:solidFill>
              <a:prstDash val="solid"/>
              <a:miter lim="800000"/>
            </a:ln>
            <a:effectLst/>
          </p:spPr>
        </p:cxnSp>
        <p:cxnSp>
          <p:nvCxnSpPr>
            <p:cNvPr id="18441" name="直接连接符 354">
              <a:extLst>
                <a:ext uri="{FF2B5EF4-FFF2-40B4-BE49-F238E27FC236}">
                  <a16:creationId xmlns:a16="http://schemas.microsoft.com/office/drawing/2014/main" id="{DA976376-9992-F22E-A1B4-EE4276B53973}"/>
                </a:ext>
              </a:extLst>
            </p:cNvPr>
            <p:cNvCxnSpPr>
              <a:cxnSpLocks/>
            </p:cNvCxnSpPr>
            <p:nvPr/>
          </p:nvCxnSpPr>
          <p:spPr>
            <a:xfrm>
              <a:off x="2862447" y="3000484"/>
              <a:ext cx="0" cy="432000"/>
            </a:xfrm>
            <a:prstGeom prst="line">
              <a:avLst/>
            </a:prstGeom>
            <a:noFill/>
            <a:ln w="6350" cap="flat" cmpd="sng" algn="ctr">
              <a:solidFill>
                <a:srgbClr val="4472C4">
                  <a:alpha val="50000"/>
                </a:srgbClr>
              </a:solidFill>
              <a:prstDash val="solid"/>
              <a:miter lim="800000"/>
            </a:ln>
            <a:effectLst/>
          </p:spPr>
        </p:cxnSp>
        <p:cxnSp>
          <p:nvCxnSpPr>
            <p:cNvPr id="18442" name="直接连接符 355">
              <a:extLst>
                <a:ext uri="{FF2B5EF4-FFF2-40B4-BE49-F238E27FC236}">
                  <a16:creationId xmlns:a16="http://schemas.microsoft.com/office/drawing/2014/main" id="{4C688C04-3720-7592-7C50-937C5DA0DE21}"/>
                </a:ext>
              </a:extLst>
            </p:cNvPr>
            <p:cNvCxnSpPr>
              <a:cxnSpLocks/>
            </p:cNvCxnSpPr>
            <p:nvPr/>
          </p:nvCxnSpPr>
          <p:spPr>
            <a:xfrm>
              <a:off x="3411113" y="3005114"/>
              <a:ext cx="0" cy="432000"/>
            </a:xfrm>
            <a:prstGeom prst="line">
              <a:avLst/>
            </a:prstGeom>
            <a:noFill/>
            <a:ln w="6350" cap="flat" cmpd="sng" algn="ctr">
              <a:solidFill>
                <a:srgbClr val="4472C4">
                  <a:alpha val="50000"/>
                </a:srgbClr>
              </a:solidFill>
              <a:prstDash val="solid"/>
              <a:miter lim="800000"/>
            </a:ln>
            <a:effectLst/>
          </p:spPr>
        </p:cxnSp>
        <p:cxnSp>
          <p:nvCxnSpPr>
            <p:cNvPr id="18443" name="直接连接符 356">
              <a:extLst>
                <a:ext uri="{FF2B5EF4-FFF2-40B4-BE49-F238E27FC236}">
                  <a16:creationId xmlns:a16="http://schemas.microsoft.com/office/drawing/2014/main" id="{6F0706C1-D207-9699-9C4A-2F8B334B86FA}"/>
                </a:ext>
              </a:extLst>
            </p:cNvPr>
            <p:cNvCxnSpPr>
              <a:cxnSpLocks/>
            </p:cNvCxnSpPr>
            <p:nvPr/>
          </p:nvCxnSpPr>
          <p:spPr>
            <a:xfrm>
              <a:off x="3966132" y="3000484"/>
              <a:ext cx="0" cy="432000"/>
            </a:xfrm>
            <a:prstGeom prst="line">
              <a:avLst/>
            </a:prstGeom>
            <a:noFill/>
            <a:ln w="6350" cap="flat" cmpd="sng" algn="ctr">
              <a:solidFill>
                <a:srgbClr val="4472C4">
                  <a:alpha val="50000"/>
                </a:srgbClr>
              </a:solidFill>
              <a:prstDash val="solid"/>
              <a:miter lim="800000"/>
            </a:ln>
            <a:effectLst/>
          </p:spPr>
        </p:cxnSp>
        <p:cxnSp>
          <p:nvCxnSpPr>
            <p:cNvPr id="18444" name="直接连接符 357">
              <a:extLst>
                <a:ext uri="{FF2B5EF4-FFF2-40B4-BE49-F238E27FC236}">
                  <a16:creationId xmlns:a16="http://schemas.microsoft.com/office/drawing/2014/main" id="{7A8E50A2-1C40-69D7-14D6-8B420ECA5A13}"/>
                </a:ext>
              </a:extLst>
            </p:cNvPr>
            <p:cNvCxnSpPr>
              <a:cxnSpLocks/>
            </p:cNvCxnSpPr>
            <p:nvPr/>
          </p:nvCxnSpPr>
          <p:spPr>
            <a:xfrm>
              <a:off x="4514798" y="3005114"/>
              <a:ext cx="0" cy="432000"/>
            </a:xfrm>
            <a:prstGeom prst="line">
              <a:avLst/>
            </a:prstGeom>
            <a:noFill/>
            <a:ln w="6350" cap="flat" cmpd="sng" algn="ctr">
              <a:solidFill>
                <a:srgbClr val="4472C4">
                  <a:alpha val="50000"/>
                </a:srgbClr>
              </a:solidFill>
              <a:prstDash val="solid"/>
              <a:miter lim="800000"/>
            </a:ln>
            <a:effectLst/>
          </p:spPr>
        </p:cxnSp>
        <p:cxnSp>
          <p:nvCxnSpPr>
            <p:cNvPr id="18445" name="直接连接符 358">
              <a:extLst>
                <a:ext uri="{FF2B5EF4-FFF2-40B4-BE49-F238E27FC236}">
                  <a16:creationId xmlns:a16="http://schemas.microsoft.com/office/drawing/2014/main" id="{98262BA8-FCCF-ED16-EAC3-7E681CD87BDA}"/>
                </a:ext>
              </a:extLst>
            </p:cNvPr>
            <p:cNvCxnSpPr/>
            <p:nvPr/>
          </p:nvCxnSpPr>
          <p:spPr>
            <a:xfrm>
              <a:off x="1770247" y="3000484"/>
              <a:ext cx="548666" cy="431221"/>
            </a:xfrm>
            <a:prstGeom prst="line">
              <a:avLst/>
            </a:prstGeom>
            <a:noFill/>
            <a:ln w="6350" cap="flat" cmpd="sng" algn="ctr">
              <a:solidFill>
                <a:srgbClr val="4472C4">
                  <a:alpha val="50000"/>
                </a:srgbClr>
              </a:solidFill>
              <a:prstDash val="solid"/>
              <a:miter lim="800000"/>
            </a:ln>
            <a:effectLst/>
          </p:spPr>
        </p:cxnSp>
        <p:cxnSp>
          <p:nvCxnSpPr>
            <p:cNvPr id="18446" name="直接连接符 359">
              <a:extLst>
                <a:ext uri="{FF2B5EF4-FFF2-40B4-BE49-F238E27FC236}">
                  <a16:creationId xmlns:a16="http://schemas.microsoft.com/office/drawing/2014/main" id="{D4DAF11C-1DB2-453F-FA7B-D6DF0CB31C6E}"/>
                </a:ext>
              </a:extLst>
            </p:cNvPr>
            <p:cNvCxnSpPr/>
            <p:nvPr/>
          </p:nvCxnSpPr>
          <p:spPr>
            <a:xfrm>
              <a:off x="1770247" y="3005114"/>
              <a:ext cx="1092200" cy="426591"/>
            </a:xfrm>
            <a:prstGeom prst="line">
              <a:avLst/>
            </a:prstGeom>
            <a:noFill/>
            <a:ln w="6350" cap="flat" cmpd="sng" algn="ctr">
              <a:solidFill>
                <a:srgbClr val="4472C4">
                  <a:alpha val="50000"/>
                </a:srgbClr>
              </a:solidFill>
              <a:prstDash val="solid"/>
              <a:miter lim="800000"/>
            </a:ln>
            <a:effectLst/>
          </p:spPr>
        </p:cxnSp>
        <p:cxnSp>
          <p:nvCxnSpPr>
            <p:cNvPr id="18447" name="直接连接符 360">
              <a:extLst>
                <a:ext uri="{FF2B5EF4-FFF2-40B4-BE49-F238E27FC236}">
                  <a16:creationId xmlns:a16="http://schemas.microsoft.com/office/drawing/2014/main" id="{9092A395-143C-6E67-BA1C-896880734F74}"/>
                </a:ext>
              </a:extLst>
            </p:cNvPr>
            <p:cNvCxnSpPr>
              <a:cxnSpLocks/>
            </p:cNvCxnSpPr>
            <p:nvPr/>
          </p:nvCxnSpPr>
          <p:spPr>
            <a:xfrm>
              <a:off x="1772684" y="2999705"/>
              <a:ext cx="1638428" cy="432000"/>
            </a:xfrm>
            <a:prstGeom prst="line">
              <a:avLst/>
            </a:prstGeom>
            <a:noFill/>
            <a:ln w="6350" cap="flat" cmpd="sng" algn="ctr">
              <a:solidFill>
                <a:srgbClr val="4472C4">
                  <a:alpha val="50000"/>
                </a:srgbClr>
              </a:solidFill>
              <a:prstDash val="solid"/>
              <a:miter lim="800000"/>
            </a:ln>
            <a:effectLst/>
          </p:spPr>
        </p:cxnSp>
        <p:cxnSp>
          <p:nvCxnSpPr>
            <p:cNvPr id="18448" name="直接连接符 361">
              <a:extLst>
                <a:ext uri="{FF2B5EF4-FFF2-40B4-BE49-F238E27FC236}">
                  <a16:creationId xmlns:a16="http://schemas.microsoft.com/office/drawing/2014/main" id="{444BEECD-77DA-DBBE-B656-4055CFF63CBA}"/>
                </a:ext>
              </a:extLst>
            </p:cNvPr>
            <p:cNvCxnSpPr/>
            <p:nvPr/>
          </p:nvCxnSpPr>
          <p:spPr>
            <a:xfrm>
              <a:off x="1770247" y="3005114"/>
              <a:ext cx="2200139" cy="426591"/>
            </a:xfrm>
            <a:prstGeom prst="line">
              <a:avLst/>
            </a:prstGeom>
            <a:noFill/>
            <a:ln w="6350" cap="flat" cmpd="sng" algn="ctr">
              <a:solidFill>
                <a:srgbClr val="4472C4">
                  <a:alpha val="50000"/>
                </a:srgbClr>
              </a:solidFill>
              <a:prstDash val="solid"/>
              <a:miter lim="800000"/>
            </a:ln>
            <a:effectLst/>
          </p:spPr>
        </p:cxnSp>
        <p:cxnSp>
          <p:nvCxnSpPr>
            <p:cNvPr id="18449" name="直接连接符 362">
              <a:extLst>
                <a:ext uri="{FF2B5EF4-FFF2-40B4-BE49-F238E27FC236}">
                  <a16:creationId xmlns:a16="http://schemas.microsoft.com/office/drawing/2014/main" id="{33E6E28C-D7AC-364F-AE84-2B2449AE5DE4}"/>
                </a:ext>
              </a:extLst>
            </p:cNvPr>
            <p:cNvCxnSpPr/>
            <p:nvPr/>
          </p:nvCxnSpPr>
          <p:spPr>
            <a:xfrm>
              <a:off x="1770247" y="3005114"/>
              <a:ext cx="2748771" cy="426591"/>
            </a:xfrm>
            <a:prstGeom prst="line">
              <a:avLst/>
            </a:prstGeom>
            <a:noFill/>
            <a:ln w="6350" cap="flat" cmpd="sng" algn="ctr">
              <a:solidFill>
                <a:srgbClr val="4472C4">
                  <a:alpha val="50000"/>
                </a:srgbClr>
              </a:solidFill>
              <a:prstDash val="solid"/>
              <a:miter lim="800000"/>
            </a:ln>
            <a:effectLst/>
          </p:spPr>
        </p:cxnSp>
        <p:cxnSp>
          <p:nvCxnSpPr>
            <p:cNvPr id="18450" name="直接连接符 363">
              <a:extLst>
                <a:ext uri="{FF2B5EF4-FFF2-40B4-BE49-F238E27FC236}">
                  <a16:creationId xmlns:a16="http://schemas.microsoft.com/office/drawing/2014/main" id="{2817F448-7700-3B7A-3981-6266C2180293}"/>
                </a:ext>
              </a:extLst>
            </p:cNvPr>
            <p:cNvCxnSpPr/>
            <p:nvPr/>
          </p:nvCxnSpPr>
          <p:spPr>
            <a:xfrm flipH="1">
              <a:off x="1770247" y="3005114"/>
              <a:ext cx="553086" cy="426591"/>
            </a:xfrm>
            <a:prstGeom prst="line">
              <a:avLst/>
            </a:prstGeom>
            <a:noFill/>
            <a:ln w="6350" cap="flat" cmpd="sng" algn="ctr">
              <a:solidFill>
                <a:srgbClr val="4472C4">
                  <a:alpha val="50000"/>
                </a:srgbClr>
              </a:solidFill>
              <a:prstDash val="solid"/>
              <a:miter lim="800000"/>
            </a:ln>
            <a:effectLst/>
          </p:spPr>
        </p:cxnSp>
        <p:cxnSp>
          <p:nvCxnSpPr>
            <p:cNvPr id="18451" name="直接连接符 364">
              <a:extLst>
                <a:ext uri="{FF2B5EF4-FFF2-40B4-BE49-F238E27FC236}">
                  <a16:creationId xmlns:a16="http://schemas.microsoft.com/office/drawing/2014/main" id="{5F80745D-DCEC-A502-C36B-23B36A5B4A5D}"/>
                </a:ext>
              </a:extLst>
            </p:cNvPr>
            <p:cNvCxnSpPr/>
            <p:nvPr/>
          </p:nvCxnSpPr>
          <p:spPr>
            <a:xfrm flipH="1">
              <a:off x="2315739" y="3005114"/>
              <a:ext cx="546708" cy="426591"/>
            </a:xfrm>
            <a:prstGeom prst="line">
              <a:avLst/>
            </a:prstGeom>
            <a:noFill/>
            <a:ln w="6350" cap="flat" cmpd="sng" algn="ctr">
              <a:solidFill>
                <a:srgbClr val="4472C4">
                  <a:alpha val="50000"/>
                </a:srgbClr>
              </a:solidFill>
              <a:prstDash val="solid"/>
              <a:miter lim="800000"/>
            </a:ln>
            <a:effectLst/>
          </p:spPr>
        </p:cxnSp>
        <p:cxnSp>
          <p:nvCxnSpPr>
            <p:cNvPr id="18452" name="直接连接符 365">
              <a:extLst>
                <a:ext uri="{FF2B5EF4-FFF2-40B4-BE49-F238E27FC236}">
                  <a16:creationId xmlns:a16="http://schemas.microsoft.com/office/drawing/2014/main" id="{15049915-C93A-74B4-13CA-79B6E0AAF351}"/>
                </a:ext>
              </a:extLst>
            </p:cNvPr>
            <p:cNvCxnSpPr/>
            <p:nvPr/>
          </p:nvCxnSpPr>
          <p:spPr>
            <a:xfrm flipH="1">
              <a:off x="2862447" y="3005114"/>
              <a:ext cx="555327" cy="426591"/>
            </a:xfrm>
            <a:prstGeom prst="line">
              <a:avLst/>
            </a:prstGeom>
            <a:noFill/>
            <a:ln w="6350" cap="flat" cmpd="sng" algn="ctr">
              <a:solidFill>
                <a:srgbClr val="4472C4">
                  <a:alpha val="50000"/>
                </a:srgbClr>
              </a:solidFill>
              <a:prstDash val="solid"/>
              <a:miter lim="800000"/>
            </a:ln>
            <a:effectLst/>
          </p:spPr>
        </p:cxnSp>
        <p:cxnSp>
          <p:nvCxnSpPr>
            <p:cNvPr id="18453" name="直接连接符 366">
              <a:extLst>
                <a:ext uri="{FF2B5EF4-FFF2-40B4-BE49-F238E27FC236}">
                  <a16:creationId xmlns:a16="http://schemas.microsoft.com/office/drawing/2014/main" id="{B4365931-50BB-B751-5C26-5BABB58E9FB1}"/>
                </a:ext>
              </a:extLst>
            </p:cNvPr>
            <p:cNvCxnSpPr/>
            <p:nvPr/>
          </p:nvCxnSpPr>
          <p:spPr>
            <a:xfrm flipH="1">
              <a:off x="3410888" y="3005114"/>
              <a:ext cx="559498" cy="426591"/>
            </a:xfrm>
            <a:prstGeom prst="line">
              <a:avLst/>
            </a:prstGeom>
            <a:noFill/>
            <a:ln w="6350" cap="flat" cmpd="sng" algn="ctr">
              <a:solidFill>
                <a:srgbClr val="4472C4">
                  <a:alpha val="50000"/>
                </a:srgbClr>
              </a:solidFill>
              <a:prstDash val="solid"/>
              <a:miter lim="800000"/>
            </a:ln>
            <a:effectLst/>
          </p:spPr>
        </p:cxnSp>
        <p:cxnSp>
          <p:nvCxnSpPr>
            <p:cNvPr id="18454" name="直接连接符 367">
              <a:extLst>
                <a:ext uri="{FF2B5EF4-FFF2-40B4-BE49-F238E27FC236}">
                  <a16:creationId xmlns:a16="http://schemas.microsoft.com/office/drawing/2014/main" id="{D2175B56-2324-9F6E-0039-1E9AC8385D39}"/>
                </a:ext>
              </a:extLst>
            </p:cNvPr>
            <p:cNvCxnSpPr/>
            <p:nvPr/>
          </p:nvCxnSpPr>
          <p:spPr>
            <a:xfrm flipH="1">
              <a:off x="3970386" y="3005114"/>
              <a:ext cx="548632" cy="426591"/>
            </a:xfrm>
            <a:prstGeom prst="line">
              <a:avLst/>
            </a:prstGeom>
            <a:noFill/>
            <a:ln w="6350" cap="flat" cmpd="sng" algn="ctr">
              <a:solidFill>
                <a:srgbClr val="4472C4">
                  <a:alpha val="50000"/>
                </a:srgbClr>
              </a:solidFill>
              <a:prstDash val="solid"/>
              <a:miter lim="800000"/>
            </a:ln>
            <a:effectLst/>
          </p:spPr>
        </p:cxnSp>
        <p:cxnSp>
          <p:nvCxnSpPr>
            <p:cNvPr id="18455" name="直接连接符 368">
              <a:extLst>
                <a:ext uri="{FF2B5EF4-FFF2-40B4-BE49-F238E27FC236}">
                  <a16:creationId xmlns:a16="http://schemas.microsoft.com/office/drawing/2014/main" id="{E5DDBFEA-DE9C-9C7D-CAD5-8D0940C59731}"/>
                </a:ext>
              </a:extLst>
            </p:cNvPr>
            <p:cNvCxnSpPr/>
            <p:nvPr/>
          </p:nvCxnSpPr>
          <p:spPr>
            <a:xfrm>
              <a:off x="2323333" y="3005114"/>
              <a:ext cx="539114" cy="426591"/>
            </a:xfrm>
            <a:prstGeom prst="line">
              <a:avLst/>
            </a:prstGeom>
            <a:noFill/>
            <a:ln w="6350" cap="flat" cmpd="sng" algn="ctr">
              <a:solidFill>
                <a:srgbClr val="4472C4">
                  <a:alpha val="50000"/>
                </a:srgbClr>
              </a:solidFill>
              <a:prstDash val="solid"/>
              <a:miter lim="800000"/>
            </a:ln>
            <a:effectLst/>
          </p:spPr>
        </p:cxnSp>
        <p:cxnSp>
          <p:nvCxnSpPr>
            <p:cNvPr id="18456" name="直接连接符 369">
              <a:extLst>
                <a:ext uri="{FF2B5EF4-FFF2-40B4-BE49-F238E27FC236}">
                  <a16:creationId xmlns:a16="http://schemas.microsoft.com/office/drawing/2014/main" id="{3919577F-C135-B816-40DA-B0E1058BD9B9}"/>
                </a:ext>
              </a:extLst>
            </p:cNvPr>
            <p:cNvCxnSpPr/>
            <p:nvPr/>
          </p:nvCxnSpPr>
          <p:spPr>
            <a:xfrm>
              <a:off x="2861968" y="3005114"/>
              <a:ext cx="546708" cy="426591"/>
            </a:xfrm>
            <a:prstGeom prst="line">
              <a:avLst/>
            </a:prstGeom>
            <a:noFill/>
            <a:ln w="6350" cap="flat" cmpd="sng" algn="ctr">
              <a:solidFill>
                <a:srgbClr val="4472C4">
                  <a:alpha val="50000"/>
                </a:srgbClr>
              </a:solidFill>
              <a:prstDash val="solid"/>
              <a:miter lim="800000"/>
            </a:ln>
            <a:effectLst/>
          </p:spPr>
        </p:cxnSp>
        <p:cxnSp>
          <p:nvCxnSpPr>
            <p:cNvPr id="18457" name="直接连接符 370">
              <a:extLst>
                <a:ext uri="{FF2B5EF4-FFF2-40B4-BE49-F238E27FC236}">
                  <a16:creationId xmlns:a16="http://schemas.microsoft.com/office/drawing/2014/main" id="{7BA0D03C-388B-0B18-7BD8-DFDC08BE1335}"/>
                </a:ext>
              </a:extLst>
            </p:cNvPr>
            <p:cNvCxnSpPr/>
            <p:nvPr/>
          </p:nvCxnSpPr>
          <p:spPr>
            <a:xfrm>
              <a:off x="3408676" y="3005114"/>
              <a:ext cx="561710" cy="426591"/>
            </a:xfrm>
            <a:prstGeom prst="line">
              <a:avLst/>
            </a:prstGeom>
            <a:noFill/>
            <a:ln w="6350" cap="flat" cmpd="sng" algn="ctr">
              <a:solidFill>
                <a:srgbClr val="4472C4">
                  <a:alpha val="50000"/>
                </a:srgbClr>
              </a:solidFill>
              <a:prstDash val="solid"/>
              <a:miter lim="800000"/>
            </a:ln>
            <a:effectLst/>
          </p:spPr>
        </p:cxnSp>
        <p:cxnSp>
          <p:nvCxnSpPr>
            <p:cNvPr id="18458" name="直接连接符 371">
              <a:extLst>
                <a:ext uri="{FF2B5EF4-FFF2-40B4-BE49-F238E27FC236}">
                  <a16:creationId xmlns:a16="http://schemas.microsoft.com/office/drawing/2014/main" id="{AF6738AD-6B8F-706D-4D2C-D76FB95F7C4E}"/>
                </a:ext>
              </a:extLst>
            </p:cNvPr>
            <p:cNvCxnSpPr/>
            <p:nvPr/>
          </p:nvCxnSpPr>
          <p:spPr>
            <a:xfrm>
              <a:off x="3957361" y="3008020"/>
              <a:ext cx="561710" cy="426591"/>
            </a:xfrm>
            <a:prstGeom prst="line">
              <a:avLst/>
            </a:prstGeom>
            <a:noFill/>
            <a:ln w="6350" cap="flat" cmpd="sng" algn="ctr">
              <a:solidFill>
                <a:srgbClr val="4472C4">
                  <a:alpha val="50000"/>
                </a:srgbClr>
              </a:solidFill>
              <a:prstDash val="solid"/>
              <a:miter lim="800000"/>
            </a:ln>
            <a:effectLst/>
          </p:spPr>
        </p:cxnSp>
        <p:cxnSp>
          <p:nvCxnSpPr>
            <p:cNvPr id="18459" name="直接连接符 372">
              <a:extLst>
                <a:ext uri="{FF2B5EF4-FFF2-40B4-BE49-F238E27FC236}">
                  <a16:creationId xmlns:a16="http://schemas.microsoft.com/office/drawing/2014/main" id="{FB229EA0-9661-0191-8562-F5D4C06EC13A}"/>
                </a:ext>
              </a:extLst>
            </p:cNvPr>
            <p:cNvCxnSpPr/>
            <p:nvPr/>
          </p:nvCxnSpPr>
          <p:spPr>
            <a:xfrm>
              <a:off x="2322724" y="3005114"/>
              <a:ext cx="1092200" cy="426591"/>
            </a:xfrm>
            <a:prstGeom prst="line">
              <a:avLst/>
            </a:prstGeom>
            <a:noFill/>
            <a:ln w="6350" cap="flat" cmpd="sng" algn="ctr">
              <a:solidFill>
                <a:srgbClr val="4472C4">
                  <a:alpha val="50000"/>
                </a:srgbClr>
              </a:solidFill>
              <a:prstDash val="solid"/>
              <a:miter lim="800000"/>
            </a:ln>
            <a:effectLst/>
          </p:spPr>
        </p:cxnSp>
        <p:cxnSp>
          <p:nvCxnSpPr>
            <p:cNvPr id="18460" name="直接连接符 373">
              <a:extLst>
                <a:ext uri="{FF2B5EF4-FFF2-40B4-BE49-F238E27FC236}">
                  <a16:creationId xmlns:a16="http://schemas.microsoft.com/office/drawing/2014/main" id="{B8284053-B2CF-E60C-6B7F-C4A0EC739F10}"/>
                </a:ext>
              </a:extLst>
            </p:cNvPr>
            <p:cNvCxnSpPr/>
            <p:nvPr/>
          </p:nvCxnSpPr>
          <p:spPr>
            <a:xfrm>
              <a:off x="2858074" y="3005114"/>
              <a:ext cx="1092200" cy="426591"/>
            </a:xfrm>
            <a:prstGeom prst="line">
              <a:avLst/>
            </a:prstGeom>
            <a:noFill/>
            <a:ln w="6350" cap="flat" cmpd="sng" algn="ctr">
              <a:solidFill>
                <a:srgbClr val="4472C4">
                  <a:alpha val="50000"/>
                </a:srgbClr>
              </a:solidFill>
              <a:prstDash val="solid"/>
              <a:miter lim="800000"/>
            </a:ln>
            <a:effectLst/>
          </p:spPr>
        </p:cxnSp>
        <p:cxnSp>
          <p:nvCxnSpPr>
            <p:cNvPr id="18461" name="直接连接符 374">
              <a:extLst>
                <a:ext uri="{FF2B5EF4-FFF2-40B4-BE49-F238E27FC236}">
                  <a16:creationId xmlns:a16="http://schemas.microsoft.com/office/drawing/2014/main" id="{366D76F4-EB6A-9204-54D4-716ADE9AA7F8}"/>
                </a:ext>
              </a:extLst>
            </p:cNvPr>
            <p:cNvCxnSpPr/>
            <p:nvPr/>
          </p:nvCxnSpPr>
          <p:spPr>
            <a:xfrm>
              <a:off x="3416335" y="3005114"/>
              <a:ext cx="1092200" cy="426591"/>
            </a:xfrm>
            <a:prstGeom prst="line">
              <a:avLst/>
            </a:prstGeom>
            <a:noFill/>
            <a:ln w="6350" cap="flat" cmpd="sng" algn="ctr">
              <a:solidFill>
                <a:srgbClr val="4472C4">
                  <a:alpha val="50000"/>
                </a:srgbClr>
              </a:solidFill>
              <a:prstDash val="solid"/>
              <a:miter lim="800000"/>
            </a:ln>
            <a:effectLst/>
          </p:spPr>
        </p:cxnSp>
        <p:cxnSp>
          <p:nvCxnSpPr>
            <p:cNvPr id="18462" name="直接连接符 375">
              <a:extLst>
                <a:ext uri="{FF2B5EF4-FFF2-40B4-BE49-F238E27FC236}">
                  <a16:creationId xmlns:a16="http://schemas.microsoft.com/office/drawing/2014/main" id="{1EF8DC55-B63F-E09F-EDB7-B7F3C262B4D8}"/>
                </a:ext>
              </a:extLst>
            </p:cNvPr>
            <p:cNvCxnSpPr>
              <a:cxnSpLocks/>
            </p:cNvCxnSpPr>
            <p:nvPr/>
          </p:nvCxnSpPr>
          <p:spPr>
            <a:xfrm>
              <a:off x="2320881" y="2999705"/>
              <a:ext cx="1638428" cy="432000"/>
            </a:xfrm>
            <a:prstGeom prst="line">
              <a:avLst/>
            </a:prstGeom>
            <a:noFill/>
            <a:ln w="6350" cap="flat" cmpd="sng" algn="ctr">
              <a:solidFill>
                <a:srgbClr val="4472C4">
                  <a:alpha val="50000"/>
                </a:srgbClr>
              </a:solidFill>
              <a:prstDash val="solid"/>
              <a:miter lim="800000"/>
            </a:ln>
            <a:effectLst/>
          </p:spPr>
        </p:cxnSp>
        <p:cxnSp>
          <p:nvCxnSpPr>
            <p:cNvPr id="18465" name="直接连接符 376">
              <a:extLst>
                <a:ext uri="{FF2B5EF4-FFF2-40B4-BE49-F238E27FC236}">
                  <a16:creationId xmlns:a16="http://schemas.microsoft.com/office/drawing/2014/main" id="{984EBA44-1FD5-5A71-DB3A-CB2385196039}"/>
                </a:ext>
              </a:extLst>
            </p:cNvPr>
            <p:cNvCxnSpPr>
              <a:cxnSpLocks/>
            </p:cNvCxnSpPr>
            <p:nvPr/>
          </p:nvCxnSpPr>
          <p:spPr>
            <a:xfrm>
              <a:off x="2870372" y="3010334"/>
              <a:ext cx="1637546" cy="418666"/>
            </a:xfrm>
            <a:prstGeom prst="line">
              <a:avLst/>
            </a:prstGeom>
            <a:noFill/>
            <a:ln w="6350" cap="flat" cmpd="sng" algn="ctr">
              <a:solidFill>
                <a:srgbClr val="4472C4">
                  <a:alpha val="50000"/>
                </a:srgbClr>
              </a:solidFill>
              <a:prstDash val="solid"/>
              <a:miter lim="800000"/>
            </a:ln>
            <a:effectLst/>
          </p:spPr>
        </p:cxnSp>
        <p:cxnSp>
          <p:nvCxnSpPr>
            <p:cNvPr id="18466" name="直接连接符 377">
              <a:extLst>
                <a:ext uri="{FF2B5EF4-FFF2-40B4-BE49-F238E27FC236}">
                  <a16:creationId xmlns:a16="http://schemas.microsoft.com/office/drawing/2014/main" id="{129EA48C-0601-E025-ED4D-FBBF33255C2D}"/>
                </a:ext>
              </a:extLst>
            </p:cNvPr>
            <p:cNvCxnSpPr>
              <a:cxnSpLocks/>
            </p:cNvCxnSpPr>
            <p:nvPr/>
          </p:nvCxnSpPr>
          <p:spPr>
            <a:xfrm flipV="1">
              <a:off x="1770247" y="3005114"/>
              <a:ext cx="1091415" cy="423887"/>
            </a:xfrm>
            <a:prstGeom prst="line">
              <a:avLst/>
            </a:prstGeom>
            <a:noFill/>
            <a:ln w="6350" cap="flat" cmpd="sng" algn="ctr">
              <a:solidFill>
                <a:srgbClr val="4472C4">
                  <a:alpha val="50000"/>
                </a:srgbClr>
              </a:solidFill>
              <a:prstDash val="solid"/>
              <a:miter lim="800000"/>
            </a:ln>
            <a:effectLst/>
          </p:spPr>
        </p:cxnSp>
        <p:cxnSp>
          <p:nvCxnSpPr>
            <p:cNvPr id="18467" name="直接连接符 378">
              <a:extLst>
                <a:ext uri="{FF2B5EF4-FFF2-40B4-BE49-F238E27FC236}">
                  <a16:creationId xmlns:a16="http://schemas.microsoft.com/office/drawing/2014/main" id="{1D188635-FD93-8635-4952-0B6764558D0C}"/>
                </a:ext>
              </a:extLst>
            </p:cNvPr>
            <p:cNvCxnSpPr>
              <a:cxnSpLocks/>
            </p:cNvCxnSpPr>
            <p:nvPr/>
          </p:nvCxnSpPr>
          <p:spPr>
            <a:xfrm flipV="1">
              <a:off x="2855705" y="3007428"/>
              <a:ext cx="1109637" cy="424277"/>
            </a:xfrm>
            <a:prstGeom prst="line">
              <a:avLst/>
            </a:prstGeom>
            <a:noFill/>
            <a:ln w="6350" cap="flat" cmpd="sng" algn="ctr">
              <a:solidFill>
                <a:srgbClr val="4472C4">
                  <a:alpha val="50000"/>
                </a:srgbClr>
              </a:solidFill>
              <a:prstDash val="solid"/>
              <a:miter lim="800000"/>
            </a:ln>
            <a:effectLst/>
          </p:spPr>
        </p:cxnSp>
        <p:cxnSp>
          <p:nvCxnSpPr>
            <p:cNvPr id="18468" name="直接连接符 379">
              <a:extLst>
                <a:ext uri="{FF2B5EF4-FFF2-40B4-BE49-F238E27FC236}">
                  <a16:creationId xmlns:a16="http://schemas.microsoft.com/office/drawing/2014/main" id="{658846F0-B614-2A36-B33D-96E7991622AB}"/>
                </a:ext>
              </a:extLst>
            </p:cNvPr>
            <p:cNvCxnSpPr>
              <a:cxnSpLocks/>
            </p:cNvCxnSpPr>
            <p:nvPr/>
          </p:nvCxnSpPr>
          <p:spPr>
            <a:xfrm flipV="1">
              <a:off x="2312925" y="3008136"/>
              <a:ext cx="1109637" cy="424277"/>
            </a:xfrm>
            <a:prstGeom prst="line">
              <a:avLst/>
            </a:prstGeom>
            <a:noFill/>
            <a:ln w="6350" cap="flat" cmpd="sng" algn="ctr">
              <a:solidFill>
                <a:srgbClr val="4472C4">
                  <a:alpha val="50000"/>
                </a:srgbClr>
              </a:solidFill>
              <a:prstDash val="solid"/>
              <a:miter lim="800000"/>
            </a:ln>
            <a:effectLst/>
          </p:spPr>
        </p:cxnSp>
        <p:cxnSp>
          <p:nvCxnSpPr>
            <p:cNvPr id="18469" name="直接连接符 380">
              <a:extLst>
                <a:ext uri="{FF2B5EF4-FFF2-40B4-BE49-F238E27FC236}">
                  <a16:creationId xmlns:a16="http://schemas.microsoft.com/office/drawing/2014/main" id="{F8184F39-FDF9-13E5-3632-856A49C7C404}"/>
                </a:ext>
              </a:extLst>
            </p:cNvPr>
            <p:cNvCxnSpPr>
              <a:cxnSpLocks/>
            </p:cNvCxnSpPr>
            <p:nvPr/>
          </p:nvCxnSpPr>
          <p:spPr>
            <a:xfrm flipV="1">
              <a:off x="3408743" y="3004723"/>
              <a:ext cx="1109637" cy="424277"/>
            </a:xfrm>
            <a:prstGeom prst="line">
              <a:avLst/>
            </a:prstGeom>
            <a:noFill/>
            <a:ln w="6350" cap="flat" cmpd="sng" algn="ctr">
              <a:solidFill>
                <a:srgbClr val="4472C4">
                  <a:alpha val="50000"/>
                </a:srgbClr>
              </a:solidFill>
              <a:prstDash val="solid"/>
              <a:miter lim="800000"/>
            </a:ln>
            <a:effectLst/>
          </p:spPr>
        </p:cxnSp>
        <p:cxnSp>
          <p:nvCxnSpPr>
            <p:cNvPr id="18470" name="直接连接符 381">
              <a:extLst>
                <a:ext uri="{FF2B5EF4-FFF2-40B4-BE49-F238E27FC236}">
                  <a16:creationId xmlns:a16="http://schemas.microsoft.com/office/drawing/2014/main" id="{ED3B0042-5C3B-F5A0-8165-95A5ADA976DF}"/>
                </a:ext>
              </a:extLst>
            </p:cNvPr>
            <p:cNvCxnSpPr/>
            <p:nvPr/>
          </p:nvCxnSpPr>
          <p:spPr>
            <a:xfrm flipV="1">
              <a:off x="1767811" y="3004723"/>
              <a:ext cx="1640865" cy="424277"/>
            </a:xfrm>
            <a:prstGeom prst="line">
              <a:avLst/>
            </a:prstGeom>
            <a:noFill/>
            <a:ln w="6350" cap="flat" cmpd="sng" algn="ctr">
              <a:solidFill>
                <a:srgbClr val="4472C4">
                  <a:alpha val="50000"/>
                </a:srgbClr>
              </a:solidFill>
              <a:prstDash val="solid"/>
              <a:miter lim="800000"/>
            </a:ln>
            <a:effectLst/>
          </p:spPr>
        </p:cxnSp>
        <p:cxnSp>
          <p:nvCxnSpPr>
            <p:cNvPr id="18471" name="直接连接符 382">
              <a:extLst>
                <a:ext uri="{FF2B5EF4-FFF2-40B4-BE49-F238E27FC236}">
                  <a16:creationId xmlns:a16="http://schemas.microsoft.com/office/drawing/2014/main" id="{BA2AC20F-1AC6-AAE4-31B5-BD84141C619F}"/>
                </a:ext>
              </a:extLst>
            </p:cNvPr>
            <p:cNvCxnSpPr/>
            <p:nvPr/>
          </p:nvCxnSpPr>
          <p:spPr>
            <a:xfrm flipV="1">
              <a:off x="2320671" y="3004722"/>
              <a:ext cx="1640865" cy="424277"/>
            </a:xfrm>
            <a:prstGeom prst="line">
              <a:avLst/>
            </a:prstGeom>
            <a:noFill/>
            <a:ln w="6350" cap="flat" cmpd="sng" algn="ctr">
              <a:solidFill>
                <a:srgbClr val="4472C4">
                  <a:alpha val="50000"/>
                </a:srgbClr>
              </a:solidFill>
              <a:prstDash val="solid"/>
              <a:miter lim="800000"/>
            </a:ln>
            <a:effectLst/>
          </p:spPr>
        </p:cxnSp>
        <p:cxnSp>
          <p:nvCxnSpPr>
            <p:cNvPr id="18472" name="直接连接符 383">
              <a:extLst>
                <a:ext uri="{FF2B5EF4-FFF2-40B4-BE49-F238E27FC236}">
                  <a16:creationId xmlns:a16="http://schemas.microsoft.com/office/drawing/2014/main" id="{C0F6A391-664E-1008-FEB7-0BC17F633EE6}"/>
                </a:ext>
              </a:extLst>
            </p:cNvPr>
            <p:cNvCxnSpPr/>
            <p:nvPr/>
          </p:nvCxnSpPr>
          <p:spPr>
            <a:xfrm flipV="1">
              <a:off x="2864064" y="3007036"/>
              <a:ext cx="1640865" cy="424277"/>
            </a:xfrm>
            <a:prstGeom prst="line">
              <a:avLst/>
            </a:prstGeom>
            <a:noFill/>
            <a:ln w="6350" cap="flat" cmpd="sng" algn="ctr">
              <a:solidFill>
                <a:srgbClr val="4472C4">
                  <a:alpha val="50000"/>
                </a:srgbClr>
              </a:solidFill>
              <a:prstDash val="solid"/>
              <a:miter lim="800000"/>
            </a:ln>
            <a:effectLst/>
          </p:spPr>
        </p:cxnSp>
        <p:cxnSp>
          <p:nvCxnSpPr>
            <p:cNvPr id="18473" name="直接连接符 384">
              <a:extLst>
                <a:ext uri="{FF2B5EF4-FFF2-40B4-BE49-F238E27FC236}">
                  <a16:creationId xmlns:a16="http://schemas.microsoft.com/office/drawing/2014/main" id="{DF6AB5B9-6E10-5517-08D7-07760D2760EF}"/>
                </a:ext>
              </a:extLst>
            </p:cNvPr>
            <p:cNvCxnSpPr>
              <a:cxnSpLocks/>
            </p:cNvCxnSpPr>
            <p:nvPr/>
          </p:nvCxnSpPr>
          <p:spPr>
            <a:xfrm flipV="1">
              <a:off x="1767811" y="3004722"/>
              <a:ext cx="2196354" cy="424277"/>
            </a:xfrm>
            <a:prstGeom prst="line">
              <a:avLst/>
            </a:prstGeom>
            <a:noFill/>
            <a:ln w="6350" cap="flat" cmpd="sng" algn="ctr">
              <a:solidFill>
                <a:srgbClr val="4472C4">
                  <a:alpha val="50000"/>
                </a:srgbClr>
              </a:solidFill>
              <a:prstDash val="solid"/>
              <a:miter lim="800000"/>
            </a:ln>
            <a:effectLst/>
          </p:spPr>
        </p:cxnSp>
        <p:cxnSp>
          <p:nvCxnSpPr>
            <p:cNvPr id="18474" name="直接连接符 385">
              <a:extLst>
                <a:ext uri="{FF2B5EF4-FFF2-40B4-BE49-F238E27FC236}">
                  <a16:creationId xmlns:a16="http://schemas.microsoft.com/office/drawing/2014/main" id="{C4F6A3AA-7A9D-8C77-A447-5841223D7BE4}"/>
                </a:ext>
              </a:extLst>
            </p:cNvPr>
            <p:cNvCxnSpPr/>
            <p:nvPr/>
          </p:nvCxnSpPr>
          <p:spPr>
            <a:xfrm flipV="1">
              <a:off x="2315731" y="3011168"/>
              <a:ext cx="2196354" cy="424277"/>
            </a:xfrm>
            <a:prstGeom prst="line">
              <a:avLst/>
            </a:prstGeom>
            <a:noFill/>
            <a:ln w="6350" cap="flat" cmpd="sng" algn="ctr">
              <a:solidFill>
                <a:srgbClr val="4472C4">
                  <a:alpha val="50000"/>
                </a:srgbClr>
              </a:solidFill>
              <a:prstDash val="solid"/>
              <a:miter lim="800000"/>
            </a:ln>
            <a:effectLst/>
          </p:spPr>
        </p:cxnSp>
        <p:cxnSp>
          <p:nvCxnSpPr>
            <p:cNvPr id="18475" name="直接连接符 386">
              <a:extLst>
                <a:ext uri="{FF2B5EF4-FFF2-40B4-BE49-F238E27FC236}">
                  <a16:creationId xmlns:a16="http://schemas.microsoft.com/office/drawing/2014/main" id="{8F6FA342-EA61-5479-BE79-2A46B6A8EDD5}"/>
                </a:ext>
              </a:extLst>
            </p:cNvPr>
            <p:cNvCxnSpPr/>
            <p:nvPr/>
          </p:nvCxnSpPr>
          <p:spPr>
            <a:xfrm flipV="1">
              <a:off x="1767811" y="3004722"/>
              <a:ext cx="2744274" cy="424277"/>
            </a:xfrm>
            <a:prstGeom prst="line">
              <a:avLst/>
            </a:prstGeom>
            <a:noFill/>
            <a:ln w="6350" cap="flat" cmpd="sng" algn="ctr">
              <a:solidFill>
                <a:srgbClr val="4472C4">
                  <a:alpha val="50000"/>
                </a:srgbClr>
              </a:solidFill>
              <a:prstDash val="solid"/>
              <a:miter lim="800000"/>
            </a:ln>
            <a:effectLst/>
          </p:spPr>
        </p:cxnSp>
      </p:grpSp>
      <p:sp>
        <p:nvSpPr>
          <p:cNvPr id="18476" name="矩形: 圆角 387">
            <a:extLst>
              <a:ext uri="{FF2B5EF4-FFF2-40B4-BE49-F238E27FC236}">
                <a16:creationId xmlns:a16="http://schemas.microsoft.com/office/drawing/2014/main" id="{FAA0EACE-B574-4FC7-4E8B-96DBABE52220}"/>
              </a:ext>
            </a:extLst>
          </p:cNvPr>
          <p:cNvSpPr/>
          <p:nvPr/>
        </p:nvSpPr>
        <p:spPr>
          <a:xfrm>
            <a:off x="6540671" y="4003646"/>
            <a:ext cx="2361201" cy="1193850"/>
          </a:xfrm>
          <a:prstGeom prst="roundRect">
            <a:avLst>
              <a:gd name="adj" fmla="val 9663"/>
            </a:avLst>
          </a:prstGeom>
          <a:noFill/>
          <a:ln w="12700" cap="flat" cmpd="sng" algn="ctr">
            <a:solidFill>
              <a:srgbClr val="5B9BD5">
                <a:lumMod val="75000"/>
              </a:srgbClr>
            </a:solidFill>
            <a:prstDash val="dash"/>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grpSp>
        <p:nvGrpSpPr>
          <p:cNvPr id="18477" name="组合 388">
            <a:extLst>
              <a:ext uri="{FF2B5EF4-FFF2-40B4-BE49-F238E27FC236}">
                <a16:creationId xmlns:a16="http://schemas.microsoft.com/office/drawing/2014/main" id="{2E6268FF-59D7-988C-9590-925267DB1E0D}"/>
              </a:ext>
            </a:extLst>
          </p:cNvPr>
          <p:cNvGrpSpPr/>
          <p:nvPr/>
        </p:nvGrpSpPr>
        <p:grpSpPr>
          <a:xfrm>
            <a:off x="6714767" y="4154442"/>
            <a:ext cx="2005936" cy="402810"/>
            <a:chOff x="1767811" y="2999705"/>
            <a:chExt cx="2751260" cy="437409"/>
          </a:xfrm>
        </p:grpSpPr>
        <p:cxnSp>
          <p:nvCxnSpPr>
            <p:cNvPr id="18478" name="直接连接符 389">
              <a:extLst>
                <a:ext uri="{FF2B5EF4-FFF2-40B4-BE49-F238E27FC236}">
                  <a16:creationId xmlns:a16="http://schemas.microsoft.com/office/drawing/2014/main" id="{F82DDF4F-65F3-8380-84B1-C621984E6199}"/>
                </a:ext>
              </a:extLst>
            </p:cNvPr>
            <p:cNvCxnSpPr>
              <a:cxnSpLocks/>
            </p:cNvCxnSpPr>
            <p:nvPr/>
          </p:nvCxnSpPr>
          <p:spPr>
            <a:xfrm>
              <a:off x="1770247" y="3000484"/>
              <a:ext cx="0" cy="432000"/>
            </a:xfrm>
            <a:prstGeom prst="line">
              <a:avLst/>
            </a:prstGeom>
            <a:noFill/>
            <a:ln w="6350" cap="flat" cmpd="sng" algn="ctr">
              <a:solidFill>
                <a:srgbClr val="4472C4">
                  <a:alpha val="50000"/>
                </a:srgbClr>
              </a:solidFill>
              <a:prstDash val="solid"/>
              <a:miter lim="800000"/>
            </a:ln>
            <a:effectLst/>
          </p:spPr>
        </p:cxnSp>
        <p:cxnSp>
          <p:nvCxnSpPr>
            <p:cNvPr id="18479" name="直接连接符 390">
              <a:extLst>
                <a:ext uri="{FF2B5EF4-FFF2-40B4-BE49-F238E27FC236}">
                  <a16:creationId xmlns:a16="http://schemas.microsoft.com/office/drawing/2014/main" id="{3899825A-BB8E-158A-B2F3-D8D500D0F050}"/>
                </a:ext>
              </a:extLst>
            </p:cNvPr>
            <p:cNvCxnSpPr>
              <a:cxnSpLocks/>
            </p:cNvCxnSpPr>
            <p:nvPr/>
          </p:nvCxnSpPr>
          <p:spPr>
            <a:xfrm>
              <a:off x="2318913" y="3005114"/>
              <a:ext cx="0" cy="432000"/>
            </a:xfrm>
            <a:prstGeom prst="line">
              <a:avLst/>
            </a:prstGeom>
            <a:noFill/>
            <a:ln w="6350" cap="flat" cmpd="sng" algn="ctr">
              <a:solidFill>
                <a:srgbClr val="4472C4">
                  <a:alpha val="50000"/>
                </a:srgbClr>
              </a:solidFill>
              <a:prstDash val="solid"/>
              <a:miter lim="800000"/>
            </a:ln>
            <a:effectLst/>
          </p:spPr>
        </p:cxnSp>
        <p:cxnSp>
          <p:nvCxnSpPr>
            <p:cNvPr id="18480" name="直接连接符 391">
              <a:extLst>
                <a:ext uri="{FF2B5EF4-FFF2-40B4-BE49-F238E27FC236}">
                  <a16:creationId xmlns:a16="http://schemas.microsoft.com/office/drawing/2014/main" id="{7953FCD3-F335-2A47-DA32-1418CF2847C5}"/>
                </a:ext>
              </a:extLst>
            </p:cNvPr>
            <p:cNvCxnSpPr>
              <a:cxnSpLocks/>
            </p:cNvCxnSpPr>
            <p:nvPr/>
          </p:nvCxnSpPr>
          <p:spPr>
            <a:xfrm>
              <a:off x="2862447" y="3000484"/>
              <a:ext cx="0" cy="432000"/>
            </a:xfrm>
            <a:prstGeom prst="line">
              <a:avLst/>
            </a:prstGeom>
            <a:noFill/>
            <a:ln w="6350" cap="flat" cmpd="sng" algn="ctr">
              <a:solidFill>
                <a:srgbClr val="4472C4">
                  <a:alpha val="50000"/>
                </a:srgbClr>
              </a:solidFill>
              <a:prstDash val="solid"/>
              <a:miter lim="800000"/>
            </a:ln>
            <a:effectLst/>
          </p:spPr>
        </p:cxnSp>
        <p:cxnSp>
          <p:nvCxnSpPr>
            <p:cNvPr id="18481" name="直接连接符 392">
              <a:extLst>
                <a:ext uri="{FF2B5EF4-FFF2-40B4-BE49-F238E27FC236}">
                  <a16:creationId xmlns:a16="http://schemas.microsoft.com/office/drawing/2014/main" id="{5E86F89B-530B-64AD-6283-D4FEB3A37CE1}"/>
                </a:ext>
              </a:extLst>
            </p:cNvPr>
            <p:cNvCxnSpPr>
              <a:cxnSpLocks/>
            </p:cNvCxnSpPr>
            <p:nvPr/>
          </p:nvCxnSpPr>
          <p:spPr>
            <a:xfrm>
              <a:off x="3411113" y="3005114"/>
              <a:ext cx="0" cy="432000"/>
            </a:xfrm>
            <a:prstGeom prst="line">
              <a:avLst/>
            </a:prstGeom>
            <a:noFill/>
            <a:ln w="6350" cap="flat" cmpd="sng" algn="ctr">
              <a:solidFill>
                <a:srgbClr val="4472C4">
                  <a:alpha val="50000"/>
                </a:srgbClr>
              </a:solidFill>
              <a:prstDash val="solid"/>
              <a:miter lim="800000"/>
            </a:ln>
            <a:effectLst/>
          </p:spPr>
        </p:cxnSp>
        <p:cxnSp>
          <p:nvCxnSpPr>
            <p:cNvPr id="18482" name="直接连接符 393">
              <a:extLst>
                <a:ext uri="{FF2B5EF4-FFF2-40B4-BE49-F238E27FC236}">
                  <a16:creationId xmlns:a16="http://schemas.microsoft.com/office/drawing/2014/main" id="{6D5A527E-3626-0B80-66D9-7CFAAA68B448}"/>
                </a:ext>
              </a:extLst>
            </p:cNvPr>
            <p:cNvCxnSpPr>
              <a:cxnSpLocks/>
            </p:cNvCxnSpPr>
            <p:nvPr/>
          </p:nvCxnSpPr>
          <p:spPr>
            <a:xfrm>
              <a:off x="3966132" y="3000484"/>
              <a:ext cx="0" cy="432000"/>
            </a:xfrm>
            <a:prstGeom prst="line">
              <a:avLst/>
            </a:prstGeom>
            <a:noFill/>
            <a:ln w="6350" cap="flat" cmpd="sng" algn="ctr">
              <a:solidFill>
                <a:srgbClr val="4472C4">
                  <a:alpha val="50000"/>
                </a:srgbClr>
              </a:solidFill>
              <a:prstDash val="solid"/>
              <a:miter lim="800000"/>
            </a:ln>
            <a:effectLst/>
          </p:spPr>
        </p:cxnSp>
        <p:cxnSp>
          <p:nvCxnSpPr>
            <p:cNvPr id="18483" name="直接连接符 394">
              <a:extLst>
                <a:ext uri="{FF2B5EF4-FFF2-40B4-BE49-F238E27FC236}">
                  <a16:creationId xmlns:a16="http://schemas.microsoft.com/office/drawing/2014/main" id="{AE289F69-94E0-237A-1407-0D03E710454D}"/>
                </a:ext>
              </a:extLst>
            </p:cNvPr>
            <p:cNvCxnSpPr>
              <a:cxnSpLocks/>
            </p:cNvCxnSpPr>
            <p:nvPr/>
          </p:nvCxnSpPr>
          <p:spPr>
            <a:xfrm>
              <a:off x="4514798" y="3005114"/>
              <a:ext cx="0" cy="432000"/>
            </a:xfrm>
            <a:prstGeom prst="line">
              <a:avLst/>
            </a:prstGeom>
            <a:noFill/>
            <a:ln w="6350" cap="flat" cmpd="sng" algn="ctr">
              <a:solidFill>
                <a:srgbClr val="4472C4">
                  <a:alpha val="50000"/>
                </a:srgbClr>
              </a:solidFill>
              <a:prstDash val="solid"/>
              <a:miter lim="800000"/>
            </a:ln>
            <a:effectLst/>
          </p:spPr>
        </p:cxnSp>
        <p:cxnSp>
          <p:nvCxnSpPr>
            <p:cNvPr id="18484" name="直接连接符 395">
              <a:extLst>
                <a:ext uri="{FF2B5EF4-FFF2-40B4-BE49-F238E27FC236}">
                  <a16:creationId xmlns:a16="http://schemas.microsoft.com/office/drawing/2014/main" id="{AB755A10-2114-E7A4-C620-A0617052B474}"/>
                </a:ext>
              </a:extLst>
            </p:cNvPr>
            <p:cNvCxnSpPr/>
            <p:nvPr/>
          </p:nvCxnSpPr>
          <p:spPr>
            <a:xfrm>
              <a:off x="1770247" y="3000484"/>
              <a:ext cx="548666" cy="431221"/>
            </a:xfrm>
            <a:prstGeom prst="line">
              <a:avLst/>
            </a:prstGeom>
            <a:noFill/>
            <a:ln w="6350" cap="flat" cmpd="sng" algn="ctr">
              <a:solidFill>
                <a:srgbClr val="4472C4">
                  <a:alpha val="50000"/>
                </a:srgbClr>
              </a:solidFill>
              <a:prstDash val="solid"/>
              <a:miter lim="800000"/>
            </a:ln>
            <a:effectLst/>
          </p:spPr>
        </p:cxnSp>
        <p:cxnSp>
          <p:nvCxnSpPr>
            <p:cNvPr id="18485" name="直接连接符 396">
              <a:extLst>
                <a:ext uri="{FF2B5EF4-FFF2-40B4-BE49-F238E27FC236}">
                  <a16:creationId xmlns:a16="http://schemas.microsoft.com/office/drawing/2014/main" id="{F4F1752F-338C-FA90-7E1B-2261DE29F71D}"/>
                </a:ext>
              </a:extLst>
            </p:cNvPr>
            <p:cNvCxnSpPr/>
            <p:nvPr/>
          </p:nvCxnSpPr>
          <p:spPr>
            <a:xfrm>
              <a:off x="1770247" y="3005114"/>
              <a:ext cx="1092200" cy="426591"/>
            </a:xfrm>
            <a:prstGeom prst="line">
              <a:avLst/>
            </a:prstGeom>
            <a:noFill/>
            <a:ln w="6350" cap="flat" cmpd="sng" algn="ctr">
              <a:solidFill>
                <a:srgbClr val="4472C4">
                  <a:alpha val="50000"/>
                </a:srgbClr>
              </a:solidFill>
              <a:prstDash val="solid"/>
              <a:miter lim="800000"/>
            </a:ln>
            <a:effectLst/>
          </p:spPr>
        </p:cxnSp>
        <p:cxnSp>
          <p:nvCxnSpPr>
            <p:cNvPr id="18486" name="直接连接符 397">
              <a:extLst>
                <a:ext uri="{FF2B5EF4-FFF2-40B4-BE49-F238E27FC236}">
                  <a16:creationId xmlns:a16="http://schemas.microsoft.com/office/drawing/2014/main" id="{A09AF4CE-C838-A0E6-42C3-C55B01C5F54A}"/>
                </a:ext>
              </a:extLst>
            </p:cNvPr>
            <p:cNvCxnSpPr>
              <a:cxnSpLocks/>
            </p:cNvCxnSpPr>
            <p:nvPr/>
          </p:nvCxnSpPr>
          <p:spPr>
            <a:xfrm>
              <a:off x="1772684" y="2999705"/>
              <a:ext cx="1638428" cy="432000"/>
            </a:xfrm>
            <a:prstGeom prst="line">
              <a:avLst/>
            </a:prstGeom>
            <a:noFill/>
            <a:ln w="6350" cap="flat" cmpd="sng" algn="ctr">
              <a:solidFill>
                <a:srgbClr val="4472C4">
                  <a:alpha val="50000"/>
                </a:srgbClr>
              </a:solidFill>
              <a:prstDash val="solid"/>
              <a:miter lim="800000"/>
            </a:ln>
            <a:effectLst/>
          </p:spPr>
        </p:cxnSp>
        <p:cxnSp>
          <p:nvCxnSpPr>
            <p:cNvPr id="18487" name="直接连接符 398">
              <a:extLst>
                <a:ext uri="{FF2B5EF4-FFF2-40B4-BE49-F238E27FC236}">
                  <a16:creationId xmlns:a16="http://schemas.microsoft.com/office/drawing/2014/main" id="{CAA1D319-F11A-4568-B740-8FB168D08899}"/>
                </a:ext>
              </a:extLst>
            </p:cNvPr>
            <p:cNvCxnSpPr/>
            <p:nvPr/>
          </p:nvCxnSpPr>
          <p:spPr>
            <a:xfrm>
              <a:off x="1770247" y="3005114"/>
              <a:ext cx="2200139" cy="426591"/>
            </a:xfrm>
            <a:prstGeom prst="line">
              <a:avLst/>
            </a:prstGeom>
            <a:noFill/>
            <a:ln w="6350" cap="flat" cmpd="sng" algn="ctr">
              <a:solidFill>
                <a:srgbClr val="4472C4">
                  <a:alpha val="50000"/>
                </a:srgbClr>
              </a:solidFill>
              <a:prstDash val="solid"/>
              <a:miter lim="800000"/>
            </a:ln>
            <a:effectLst/>
          </p:spPr>
        </p:cxnSp>
        <p:cxnSp>
          <p:nvCxnSpPr>
            <p:cNvPr id="18488" name="直接连接符 399">
              <a:extLst>
                <a:ext uri="{FF2B5EF4-FFF2-40B4-BE49-F238E27FC236}">
                  <a16:creationId xmlns:a16="http://schemas.microsoft.com/office/drawing/2014/main" id="{D5DCCB65-9211-F616-B537-80F040FE36AF}"/>
                </a:ext>
              </a:extLst>
            </p:cNvPr>
            <p:cNvCxnSpPr/>
            <p:nvPr/>
          </p:nvCxnSpPr>
          <p:spPr>
            <a:xfrm>
              <a:off x="1770247" y="3005114"/>
              <a:ext cx="2748771" cy="426591"/>
            </a:xfrm>
            <a:prstGeom prst="line">
              <a:avLst/>
            </a:prstGeom>
            <a:noFill/>
            <a:ln w="6350" cap="flat" cmpd="sng" algn="ctr">
              <a:solidFill>
                <a:srgbClr val="4472C4">
                  <a:alpha val="50000"/>
                </a:srgbClr>
              </a:solidFill>
              <a:prstDash val="solid"/>
              <a:miter lim="800000"/>
            </a:ln>
            <a:effectLst/>
          </p:spPr>
        </p:cxnSp>
        <p:cxnSp>
          <p:nvCxnSpPr>
            <p:cNvPr id="18489" name="直接连接符 400">
              <a:extLst>
                <a:ext uri="{FF2B5EF4-FFF2-40B4-BE49-F238E27FC236}">
                  <a16:creationId xmlns:a16="http://schemas.microsoft.com/office/drawing/2014/main" id="{D6991DA0-DBDF-E338-8D84-585C5A305091}"/>
                </a:ext>
              </a:extLst>
            </p:cNvPr>
            <p:cNvCxnSpPr/>
            <p:nvPr/>
          </p:nvCxnSpPr>
          <p:spPr>
            <a:xfrm flipH="1">
              <a:off x="1770247" y="3005114"/>
              <a:ext cx="553086" cy="426591"/>
            </a:xfrm>
            <a:prstGeom prst="line">
              <a:avLst/>
            </a:prstGeom>
            <a:noFill/>
            <a:ln w="6350" cap="flat" cmpd="sng" algn="ctr">
              <a:solidFill>
                <a:srgbClr val="4472C4">
                  <a:alpha val="50000"/>
                </a:srgbClr>
              </a:solidFill>
              <a:prstDash val="solid"/>
              <a:miter lim="800000"/>
            </a:ln>
            <a:effectLst/>
          </p:spPr>
        </p:cxnSp>
        <p:cxnSp>
          <p:nvCxnSpPr>
            <p:cNvPr id="18490" name="直接连接符 401">
              <a:extLst>
                <a:ext uri="{FF2B5EF4-FFF2-40B4-BE49-F238E27FC236}">
                  <a16:creationId xmlns:a16="http://schemas.microsoft.com/office/drawing/2014/main" id="{7B9EAD46-52B5-8315-663D-B4F02B3DA21A}"/>
                </a:ext>
              </a:extLst>
            </p:cNvPr>
            <p:cNvCxnSpPr/>
            <p:nvPr/>
          </p:nvCxnSpPr>
          <p:spPr>
            <a:xfrm flipH="1">
              <a:off x="2315739" y="3005114"/>
              <a:ext cx="546708" cy="426591"/>
            </a:xfrm>
            <a:prstGeom prst="line">
              <a:avLst/>
            </a:prstGeom>
            <a:noFill/>
            <a:ln w="6350" cap="flat" cmpd="sng" algn="ctr">
              <a:solidFill>
                <a:srgbClr val="4472C4">
                  <a:alpha val="50000"/>
                </a:srgbClr>
              </a:solidFill>
              <a:prstDash val="solid"/>
              <a:miter lim="800000"/>
            </a:ln>
            <a:effectLst/>
          </p:spPr>
        </p:cxnSp>
        <p:cxnSp>
          <p:nvCxnSpPr>
            <p:cNvPr id="18491" name="直接连接符 402">
              <a:extLst>
                <a:ext uri="{FF2B5EF4-FFF2-40B4-BE49-F238E27FC236}">
                  <a16:creationId xmlns:a16="http://schemas.microsoft.com/office/drawing/2014/main" id="{40BBAA7B-AC68-1D47-717F-C93AAED72A95}"/>
                </a:ext>
              </a:extLst>
            </p:cNvPr>
            <p:cNvCxnSpPr/>
            <p:nvPr/>
          </p:nvCxnSpPr>
          <p:spPr>
            <a:xfrm flipH="1">
              <a:off x="2862447" y="3005114"/>
              <a:ext cx="555327" cy="426591"/>
            </a:xfrm>
            <a:prstGeom prst="line">
              <a:avLst/>
            </a:prstGeom>
            <a:noFill/>
            <a:ln w="6350" cap="flat" cmpd="sng" algn="ctr">
              <a:solidFill>
                <a:srgbClr val="4472C4">
                  <a:alpha val="50000"/>
                </a:srgbClr>
              </a:solidFill>
              <a:prstDash val="solid"/>
              <a:miter lim="800000"/>
            </a:ln>
            <a:effectLst/>
          </p:spPr>
        </p:cxnSp>
        <p:cxnSp>
          <p:nvCxnSpPr>
            <p:cNvPr id="18492" name="直接连接符 403">
              <a:extLst>
                <a:ext uri="{FF2B5EF4-FFF2-40B4-BE49-F238E27FC236}">
                  <a16:creationId xmlns:a16="http://schemas.microsoft.com/office/drawing/2014/main" id="{62DCEE76-BBF4-9A1D-E1DC-4430C72D3B11}"/>
                </a:ext>
              </a:extLst>
            </p:cNvPr>
            <p:cNvCxnSpPr/>
            <p:nvPr/>
          </p:nvCxnSpPr>
          <p:spPr>
            <a:xfrm flipH="1">
              <a:off x="3410888" y="3005114"/>
              <a:ext cx="559498" cy="426591"/>
            </a:xfrm>
            <a:prstGeom prst="line">
              <a:avLst/>
            </a:prstGeom>
            <a:noFill/>
            <a:ln w="6350" cap="flat" cmpd="sng" algn="ctr">
              <a:solidFill>
                <a:srgbClr val="4472C4">
                  <a:alpha val="50000"/>
                </a:srgbClr>
              </a:solidFill>
              <a:prstDash val="solid"/>
              <a:miter lim="800000"/>
            </a:ln>
            <a:effectLst/>
          </p:spPr>
        </p:cxnSp>
        <p:cxnSp>
          <p:nvCxnSpPr>
            <p:cNvPr id="18493" name="直接连接符 404">
              <a:extLst>
                <a:ext uri="{FF2B5EF4-FFF2-40B4-BE49-F238E27FC236}">
                  <a16:creationId xmlns:a16="http://schemas.microsoft.com/office/drawing/2014/main" id="{B00979E1-02D7-7CDB-E0DD-527030EBD60D}"/>
                </a:ext>
              </a:extLst>
            </p:cNvPr>
            <p:cNvCxnSpPr/>
            <p:nvPr/>
          </p:nvCxnSpPr>
          <p:spPr>
            <a:xfrm flipH="1">
              <a:off x="3970386" y="3005114"/>
              <a:ext cx="548632" cy="426591"/>
            </a:xfrm>
            <a:prstGeom prst="line">
              <a:avLst/>
            </a:prstGeom>
            <a:noFill/>
            <a:ln w="6350" cap="flat" cmpd="sng" algn="ctr">
              <a:solidFill>
                <a:srgbClr val="4472C4">
                  <a:alpha val="50000"/>
                </a:srgbClr>
              </a:solidFill>
              <a:prstDash val="solid"/>
              <a:miter lim="800000"/>
            </a:ln>
            <a:effectLst/>
          </p:spPr>
        </p:cxnSp>
        <p:cxnSp>
          <p:nvCxnSpPr>
            <p:cNvPr id="18494" name="直接连接符 405">
              <a:extLst>
                <a:ext uri="{FF2B5EF4-FFF2-40B4-BE49-F238E27FC236}">
                  <a16:creationId xmlns:a16="http://schemas.microsoft.com/office/drawing/2014/main" id="{F7E95995-2B85-0D9A-D63A-8FA561779C7A}"/>
                </a:ext>
              </a:extLst>
            </p:cNvPr>
            <p:cNvCxnSpPr/>
            <p:nvPr/>
          </p:nvCxnSpPr>
          <p:spPr>
            <a:xfrm>
              <a:off x="2323333" y="3005114"/>
              <a:ext cx="539114" cy="426591"/>
            </a:xfrm>
            <a:prstGeom prst="line">
              <a:avLst/>
            </a:prstGeom>
            <a:noFill/>
            <a:ln w="6350" cap="flat" cmpd="sng" algn="ctr">
              <a:solidFill>
                <a:srgbClr val="4472C4">
                  <a:alpha val="50000"/>
                </a:srgbClr>
              </a:solidFill>
              <a:prstDash val="solid"/>
              <a:miter lim="800000"/>
            </a:ln>
            <a:effectLst/>
          </p:spPr>
        </p:cxnSp>
        <p:cxnSp>
          <p:nvCxnSpPr>
            <p:cNvPr id="18495" name="直接连接符 406">
              <a:extLst>
                <a:ext uri="{FF2B5EF4-FFF2-40B4-BE49-F238E27FC236}">
                  <a16:creationId xmlns:a16="http://schemas.microsoft.com/office/drawing/2014/main" id="{57DAB7BA-B962-FEEF-4DDF-4329D41E1094}"/>
                </a:ext>
              </a:extLst>
            </p:cNvPr>
            <p:cNvCxnSpPr/>
            <p:nvPr/>
          </p:nvCxnSpPr>
          <p:spPr>
            <a:xfrm>
              <a:off x="2861968" y="3005114"/>
              <a:ext cx="546708" cy="426591"/>
            </a:xfrm>
            <a:prstGeom prst="line">
              <a:avLst/>
            </a:prstGeom>
            <a:noFill/>
            <a:ln w="6350" cap="flat" cmpd="sng" algn="ctr">
              <a:solidFill>
                <a:srgbClr val="4472C4">
                  <a:alpha val="50000"/>
                </a:srgbClr>
              </a:solidFill>
              <a:prstDash val="solid"/>
              <a:miter lim="800000"/>
            </a:ln>
            <a:effectLst/>
          </p:spPr>
        </p:cxnSp>
        <p:cxnSp>
          <p:nvCxnSpPr>
            <p:cNvPr id="18496" name="直接连接符 407">
              <a:extLst>
                <a:ext uri="{FF2B5EF4-FFF2-40B4-BE49-F238E27FC236}">
                  <a16:creationId xmlns:a16="http://schemas.microsoft.com/office/drawing/2014/main" id="{71260B8D-9A1A-51FC-A8C8-8917004E0927}"/>
                </a:ext>
              </a:extLst>
            </p:cNvPr>
            <p:cNvCxnSpPr/>
            <p:nvPr/>
          </p:nvCxnSpPr>
          <p:spPr>
            <a:xfrm>
              <a:off x="3408676" y="3005114"/>
              <a:ext cx="561710" cy="426591"/>
            </a:xfrm>
            <a:prstGeom prst="line">
              <a:avLst/>
            </a:prstGeom>
            <a:noFill/>
            <a:ln w="6350" cap="flat" cmpd="sng" algn="ctr">
              <a:solidFill>
                <a:srgbClr val="4472C4">
                  <a:alpha val="50000"/>
                </a:srgbClr>
              </a:solidFill>
              <a:prstDash val="solid"/>
              <a:miter lim="800000"/>
            </a:ln>
            <a:effectLst/>
          </p:spPr>
        </p:cxnSp>
        <p:cxnSp>
          <p:nvCxnSpPr>
            <p:cNvPr id="18497" name="直接连接符 408">
              <a:extLst>
                <a:ext uri="{FF2B5EF4-FFF2-40B4-BE49-F238E27FC236}">
                  <a16:creationId xmlns:a16="http://schemas.microsoft.com/office/drawing/2014/main" id="{D740D7FE-0DC0-E43C-3D6D-075BC4AE0585}"/>
                </a:ext>
              </a:extLst>
            </p:cNvPr>
            <p:cNvCxnSpPr/>
            <p:nvPr/>
          </p:nvCxnSpPr>
          <p:spPr>
            <a:xfrm>
              <a:off x="3957361" y="3008020"/>
              <a:ext cx="561710" cy="426591"/>
            </a:xfrm>
            <a:prstGeom prst="line">
              <a:avLst/>
            </a:prstGeom>
            <a:noFill/>
            <a:ln w="6350" cap="flat" cmpd="sng" algn="ctr">
              <a:solidFill>
                <a:srgbClr val="4472C4">
                  <a:alpha val="50000"/>
                </a:srgbClr>
              </a:solidFill>
              <a:prstDash val="solid"/>
              <a:miter lim="800000"/>
            </a:ln>
            <a:effectLst/>
          </p:spPr>
        </p:cxnSp>
        <p:cxnSp>
          <p:nvCxnSpPr>
            <p:cNvPr id="18498" name="直接连接符 409">
              <a:extLst>
                <a:ext uri="{FF2B5EF4-FFF2-40B4-BE49-F238E27FC236}">
                  <a16:creationId xmlns:a16="http://schemas.microsoft.com/office/drawing/2014/main" id="{FFBBFC0F-C67A-4306-2943-9495A9527D0D}"/>
                </a:ext>
              </a:extLst>
            </p:cNvPr>
            <p:cNvCxnSpPr/>
            <p:nvPr/>
          </p:nvCxnSpPr>
          <p:spPr>
            <a:xfrm>
              <a:off x="2322724" y="3005114"/>
              <a:ext cx="1092200" cy="426591"/>
            </a:xfrm>
            <a:prstGeom prst="line">
              <a:avLst/>
            </a:prstGeom>
            <a:noFill/>
            <a:ln w="6350" cap="flat" cmpd="sng" algn="ctr">
              <a:solidFill>
                <a:srgbClr val="4472C4">
                  <a:alpha val="50000"/>
                </a:srgbClr>
              </a:solidFill>
              <a:prstDash val="solid"/>
              <a:miter lim="800000"/>
            </a:ln>
            <a:effectLst/>
          </p:spPr>
        </p:cxnSp>
        <p:cxnSp>
          <p:nvCxnSpPr>
            <p:cNvPr id="18499" name="直接连接符 410">
              <a:extLst>
                <a:ext uri="{FF2B5EF4-FFF2-40B4-BE49-F238E27FC236}">
                  <a16:creationId xmlns:a16="http://schemas.microsoft.com/office/drawing/2014/main" id="{07437A96-6E31-78A6-16A2-23AC7DC4B6B6}"/>
                </a:ext>
              </a:extLst>
            </p:cNvPr>
            <p:cNvCxnSpPr/>
            <p:nvPr/>
          </p:nvCxnSpPr>
          <p:spPr>
            <a:xfrm>
              <a:off x="2858074" y="3005114"/>
              <a:ext cx="1092200" cy="426591"/>
            </a:xfrm>
            <a:prstGeom prst="line">
              <a:avLst/>
            </a:prstGeom>
            <a:noFill/>
            <a:ln w="6350" cap="flat" cmpd="sng" algn="ctr">
              <a:solidFill>
                <a:srgbClr val="4472C4">
                  <a:alpha val="50000"/>
                </a:srgbClr>
              </a:solidFill>
              <a:prstDash val="solid"/>
              <a:miter lim="800000"/>
            </a:ln>
            <a:effectLst/>
          </p:spPr>
        </p:cxnSp>
        <p:cxnSp>
          <p:nvCxnSpPr>
            <p:cNvPr id="18500" name="直接连接符 411">
              <a:extLst>
                <a:ext uri="{FF2B5EF4-FFF2-40B4-BE49-F238E27FC236}">
                  <a16:creationId xmlns:a16="http://schemas.microsoft.com/office/drawing/2014/main" id="{7CF46E5C-A4CA-1CBD-0CC1-F9356974AD9F}"/>
                </a:ext>
              </a:extLst>
            </p:cNvPr>
            <p:cNvCxnSpPr/>
            <p:nvPr/>
          </p:nvCxnSpPr>
          <p:spPr>
            <a:xfrm>
              <a:off x="3416335" y="3005114"/>
              <a:ext cx="1092200" cy="426591"/>
            </a:xfrm>
            <a:prstGeom prst="line">
              <a:avLst/>
            </a:prstGeom>
            <a:noFill/>
            <a:ln w="6350" cap="flat" cmpd="sng" algn="ctr">
              <a:solidFill>
                <a:srgbClr val="4472C4">
                  <a:alpha val="50000"/>
                </a:srgbClr>
              </a:solidFill>
              <a:prstDash val="solid"/>
              <a:miter lim="800000"/>
            </a:ln>
            <a:effectLst/>
          </p:spPr>
        </p:cxnSp>
        <p:cxnSp>
          <p:nvCxnSpPr>
            <p:cNvPr id="18501" name="直接连接符 412">
              <a:extLst>
                <a:ext uri="{FF2B5EF4-FFF2-40B4-BE49-F238E27FC236}">
                  <a16:creationId xmlns:a16="http://schemas.microsoft.com/office/drawing/2014/main" id="{8FB548E4-3AA6-1F10-E045-62667F5EF332}"/>
                </a:ext>
              </a:extLst>
            </p:cNvPr>
            <p:cNvCxnSpPr>
              <a:cxnSpLocks/>
            </p:cNvCxnSpPr>
            <p:nvPr/>
          </p:nvCxnSpPr>
          <p:spPr>
            <a:xfrm>
              <a:off x="2320881" y="2999705"/>
              <a:ext cx="1638428" cy="432000"/>
            </a:xfrm>
            <a:prstGeom prst="line">
              <a:avLst/>
            </a:prstGeom>
            <a:noFill/>
            <a:ln w="6350" cap="flat" cmpd="sng" algn="ctr">
              <a:solidFill>
                <a:srgbClr val="4472C4">
                  <a:alpha val="50000"/>
                </a:srgbClr>
              </a:solidFill>
              <a:prstDash val="solid"/>
              <a:miter lim="800000"/>
            </a:ln>
            <a:effectLst/>
          </p:spPr>
        </p:cxnSp>
        <p:cxnSp>
          <p:nvCxnSpPr>
            <p:cNvPr id="18502" name="直接连接符 413">
              <a:extLst>
                <a:ext uri="{FF2B5EF4-FFF2-40B4-BE49-F238E27FC236}">
                  <a16:creationId xmlns:a16="http://schemas.microsoft.com/office/drawing/2014/main" id="{BCBE5370-C10C-4DBD-7FE4-0CDB0CC4F6D2}"/>
                </a:ext>
              </a:extLst>
            </p:cNvPr>
            <p:cNvCxnSpPr>
              <a:cxnSpLocks/>
            </p:cNvCxnSpPr>
            <p:nvPr/>
          </p:nvCxnSpPr>
          <p:spPr>
            <a:xfrm>
              <a:off x="2870372" y="3010334"/>
              <a:ext cx="1637546" cy="418666"/>
            </a:xfrm>
            <a:prstGeom prst="line">
              <a:avLst/>
            </a:prstGeom>
            <a:noFill/>
            <a:ln w="6350" cap="flat" cmpd="sng" algn="ctr">
              <a:solidFill>
                <a:srgbClr val="4472C4">
                  <a:alpha val="50000"/>
                </a:srgbClr>
              </a:solidFill>
              <a:prstDash val="solid"/>
              <a:miter lim="800000"/>
            </a:ln>
            <a:effectLst/>
          </p:spPr>
        </p:cxnSp>
        <p:cxnSp>
          <p:nvCxnSpPr>
            <p:cNvPr id="18503" name="直接连接符 414">
              <a:extLst>
                <a:ext uri="{FF2B5EF4-FFF2-40B4-BE49-F238E27FC236}">
                  <a16:creationId xmlns:a16="http://schemas.microsoft.com/office/drawing/2014/main" id="{0F6D70EF-E41F-D37F-8F5A-3A03273F5C10}"/>
                </a:ext>
              </a:extLst>
            </p:cNvPr>
            <p:cNvCxnSpPr>
              <a:cxnSpLocks/>
            </p:cNvCxnSpPr>
            <p:nvPr/>
          </p:nvCxnSpPr>
          <p:spPr>
            <a:xfrm flipV="1">
              <a:off x="1770247" y="3005114"/>
              <a:ext cx="1091415" cy="423887"/>
            </a:xfrm>
            <a:prstGeom prst="line">
              <a:avLst/>
            </a:prstGeom>
            <a:noFill/>
            <a:ln w="6350" cap="flat" cmpd="sng" algn="ctr">
              <a:solidFill>
                <a:srgbClr val="4472C4">
                  <a:alpha val="50000"/>
                </a:srgbClr>
              </a:solidFill>
              <a:prstDash val="solid"/>
              <a:miter lim="800000"/>
            </a:ln>
            <a:effectLst/>
          </p:spPr>
        </p:cxnSp>
        <p:cxnSp>
          <p:nvCxnSpPr>
            <p:cNvPr id="18504" name="直接连接符 415">
              <a:extLst>
                <a:ext uri="{FF2B5EF4-FFF2-40B4-BE49-F238E27FC236}">
                  <a16:creationId xmlns:a16="http://schemas.microsoft.com/office/drawing/2014/main" id="{31C0ABC2-CDB6-2AE2-5DED-DBB991AC9351}"/>
                </a:ext>
              </a:extLst>
            </p:cNvPr>
            <p:cNvCxnSpPr>
              <a:cxnSpLocks/>
            </p:cNvCxnSpPr>
            <p:nvPr/>
          </p:nvCxnSpPr>
          <p:spPr>
            <a:xfrm flipV="1">
              <a:off x="2855705" y="3007428"/>
              <a:ext cx="1109637" cy="424277"/>
            </a:xfrm>
            <a:prstGeom prst="line">
              <a:avLst/>
            </a:prstGeom>
            <a:noFill/>
            <a:ln w="6350" cap="flat" cmpd="sng" algn="ctr">
              <a:solidFill>
                <a:srgbClr val="4472C4">
                  <a:alpha val="50000"/>
                </a:srgbClr>
              </a:solidFill>
              <a:prstDash val="solid"/>
              <a:miter lim="800000"/>
            </a:ln>
            <a:effectLst/>
          </p:spPr>
        </p:cxnSp>
        <p:cxnSp>
          <p:nvCxnSpPr>
            <p:cNvPr id="18505" name="直接连接符 416">
              <a:extLst>
                <a:ext uri="{FF2B5EF4-FFF2-40B4-BE49-F238E27FC236}">
                  <a16:creationId xmlns:a16="http://schemas.microsoft.com/office/drawing/2014/main" id="{075DA4D6-4406-2270-3AB7-CAB87F6CE86F}"/>
                </a:ext>
              </a:extLst>
            </p:cNvPr>
            <p:cNvCxnSpPr>
              <a:cxnSpLocks/>
            </p:cNvCxnSpPr>
            <p:nvPr/>
          </p:nvCxnSpPr>
          <p:spPr>
            <a:xfrm flipV="1">
              <a:off x="2312925" y="3008136"/>
              <a:ext cx="1109637" cy="424277"/>
            </a:xfrm>
            <a:prstGeom prst="line">
              <a:avLst/>
            </a:prstGeom>
            <a:noFill/>
            <a:ln w="6350" cap="flat" cmpd="sng" algn="ctr">
              <a:solidFill>
                <a:srgbClr val="4472C4">
                  <a:alpha val="50000"/>
                </a:srgbClr>
              </a:solidFill>
              <a:prstDash val="solid"/>
              <a:miter lim="800000"/>
            </a:ln>
            <a:effectLst/>
          </p:spPr>
        </p:cxnSp>
        <p:cxnSp>
          <p:nvCxnSpPr>
            <p:cNvPr id="18506" name="直接连接符 417">
              <a:extLst>
                <a:ext uri="{FF2B5EF4-FFF2-40B4-BE49-F238E27FC236}">
                  <a16:creationId xmlns:a16="http://schemas.microsoft.com/office/drawing/2014/main" id="{E26296B2-5D1B-D585-9A4F-735D690F198D}"/>
                </a:ext>
              </a:extLst>
            </p:cNvPr>
            <p:cNvCxnSpPr>
              <a:cxnSpLocks/>
            </p:cNvCxnSpPr>
            <p:nvPr/>
          </p:nvCxnSpPr>
          <p:spPr>
            <a:xfrm flipV="1">
              <a:off x="3408743" y="3004723"/>
              <a:ext cx="1109637" cy="424277"/>
            </a:xfrm>
            <a:prstGeom prst="line">
              <a:avLst/>
            </a:prstGeom>
            <a:noFill/>
            <a:ln w="6350" cap="flat" cmpd="sng" algn="ctr">
              <a:solidFill>
                <a:srgbClr val="4472C4">
                  <a:alpha val="50000"/>
                </a:srgbClr>
              </a:solidFill>
              <a:prstDash val="solid"/>
              <a:miter lim="800000"/>
            </a:ln>
            <a:effectLst/>
          </p:spPr>
        </p:cxnSp>
        <p:cxnSp>
          <p:nvCxnSpPr>
            <p:cNvPr id="18507" name="直接连接符 418">
              <a:extLst>
                <a:ext uri="{FF2B5EF4-FFF2-40B4-BE49-F238E27FC236}">
                  <a16:creationId xmlns:a16="http://schemas.microsoft.com/office/drawing/2014/main" id="{DC2CE54E-02FC-3190-477D-A1D1C514DD8A}"/>
                </a:ext>
              </a:extLst>
            </p:cNvPr>
            <p:cNvCxnSpPr/>
            <p:nvPr/>
          </p:nvCxnSpPr>
          <p:spPr>
            <a:xfrm flipV="1">
              <a:off x="1767811" y="3004723"/>
              <a:ext cx="1640865" cy="424277"/>
            </a:xfrm>
            <a:prstGeom prst="line">
              <a:avLst/>
            </a:prstGeom>
            <a:noFill/>
            <a:ln w="6350" cap="flat" cmpd="sng" algn="ctr">
              <a:solidFill>
                <a:srgbClr val="4472C4">
                  <a:alpha val="50000"/>
                </a:srgbClr>
              </a:solidFill>
              <a:prstDash val="solid"/>
              <a:miter lim="800000"/>
            </a:ln>
            <a:effectLst/>
          </p:spPr>
        </p:cxnSp>
        <p:cxnSp>
          <p:nvCxnSpPr>
            <p:cNvPr id="18508" name="直接连接符 419">
              <a:extLst>
                <a:ext uri="{FF2B5EF4-FFF2-40B4-BE49-F238E27FC236}">
                  <a16:creationId xmlns:a16="http://schemas.microsoft.com/office/drawing/2014/main" id="{960208AC-D06A-A7A1-01B8-D0204931140F}"/>
                </a:ext>
              </a:extLst>
            </p:cNvPr>
            <p:cNvCxnSpPr/>
            <p:nvPr/>
          </p:nvCxnSpPr>
          <p:spPr>
            <a:xfrm flipV="1">
              <a:off x="2320671" y="3004722"/>
              <a:ext cx="1640865" cy="424277"/>
            </a:xfrm>
            <a:prstGeom prst="line">
              <a:avLst/>
            </a:prstGeom>
            <a:noFill/>
            <a:ln w="6350" cap="flat" cmpd="sng" algn="ctr">
              <a:solidFill>
                <a:srgbClr val="4472C4">
                  <a:alpha val="50000"/>
                </a:srgbClr>
              </a:solidFill>
              <a:prstDash val="solid"/>
              <a:miter lim="800000"/>
            </a:ln>
            <a:effectLst/>
          </p:spPr>
        </p:cxnSp>
        <p:cxnSp>
          <p:nvCxnSpPr>
            <p:cNvPr id="18509" name="直接连接符 420">
              <a:extLst>
                <a:ext uri="{FF2B5EF4-FFF2-40B4-BE49-F238E27FC236}">
                  <a16:creationId xmlns:a16="http://schemas.microsoft.com/office/drawing/2014/main" id="{527EF56F-CBB5-FD6F-2114-B0511E0E400A}"/>
                </a:ext>
              </a:extLst>
            </p:cNvPr>
            <p:cNvCxnSpPr/>
            <p:nvPr/>
          </p:nvCxnSpPr>
          <p:spPr>
            <a:xfrm flipV="1">
              <a:off x="2864064" y="3007036"/>
              <a:ext cx="1640865" cy="424277"/>
            </a:xfrm>
            <a:prstGeom prst="line">
              <a:avLst/>
            </a:prstGeom>
            <a:noFill/>
            <a:ln w="6350" cap="flat" cmpd="sng" algn="ctr">
              <a:solidFill>
                <a:srgbClr val="4472C4">
                  <a:alpha val="50000"/>
                </a:srgbClr>
              </a:solidFill>
              <a:prstDash val="solid"/>
              <a:miter lim="800000"/>
            </a:ln>
            <a:effectLst/>
          </p:spPr>
        </p:cxnSp>
        <p:cxnSp>
          <p:nvCxnSpPr>
            <p:cNvPr id="18510" name="直接连接符 421">
              <a:extLst>
                <a:ext uri="{FF2B5EF4-FFF2-40B4-BE49-F238E27FC236}">
                  <a16:creationId xmlns:a16="http://schemas.microsoft.com/office/drawing/2014/main" id="{CADC4103-FBE5-E796-8B52-F87C29663BB5}"/>
                </a:ext>
              </a:extLst>
            </p:cNvPr>
            <p:cNvCxnSpPr>
              <a:cxnSpLocks/>
            </p:cNvCxnSpPr>
            <p:nvPr/>
          </p:nvCxnSpPr>
          <p:spPr>
            <a:xfrm flipV="1">
              <a:off x="1767811" y="3004722"/>
              <a:ext cx="2196354" cy="424277"/>
            </a:xfrm>
            <a:prstGeom prst="line">
              <a:avLst/>
            </a:prstGeom>
            <a:noFill/>
            <a:ln w="6350" cap="flat" cmpd="sng" algn="ctr">
              <a:solidFill>
                <a:srgbClr val="4472C4">
                  <a:alpha val="50000"/>
                </a:srgbClr>
              </a:solidFill>
              <a:prstDash val="solid"/>
              <a:miter lim="800000"/>
            </a:ln>
            <a:effectLst/>
          </p:spPr>
        </p:cxnSp>
        <p:cxnSp>
          <p:nvCxnSpPr>
            <p:cNvPr id="18511" name="直接连接符 422">
              <a:extLst>
                <a:ext uri="{FF2B5EF4-FFF2-40B4-BE49-F238E27FC236}">
                  <a16:creationId xmlns:a16="http://schemas.microsoft.com/office/drawing/2014/main" id="{6D37DB63-DBF2-5C99-80DD-82927E54935A}"/>
                </a:ext>
              </a:extLst>
            </p:cNvPr>
            <p:cNvCxnSpPr/>
            <p:nvPr/>
          </p:nvCxnSpPr>
          <p:spPr>
            <a:xfrm flipV="1">
              <a:off x="2315731" y="3011168"/>
              <a:ext cx="2196354" cy="424277"/>
            </a:xfrm>
            <a:prstGeom prst="line">
              <a:avLst/>
            </a:prstGeom>
            <a:noFill/>
            <a:ln w="6350" cap="flat" cmpd="sng" algn="ctr">
              <a:solidFill>
                <a:srgbClr val="4472C4">
                  <a:alpha val="50000"/>
                </a:srgbClr>
              </a:solidFill>
              <a:prstDash val="solid"/>
              <a:miter lim="800000"/>
            </a:ln>
            <a:effectLst/>
          </p:spPr>
        </p:cxnSp>
        <p:cxnSp>
          <p:nvCxnSpPr>
            <p:cNvPr id="18512" name="直接连接符 423">
              <a:extLst>
                <a:ext uri="{FF2B5EF4-FFF2-40B4-BE49-F238E27FC236}">
                  <a16:creationId xmlns:a16="http://schemas.microsoft.com/office/drawing/2014/main" id="{066E9209-5D05-B365-E063-C452328AF2C5}"/>
                </a:ext>
              </a:extLst>
            </p:cNvPr>
            <p:cNvCxnSpPr/>
            <p:nvPr/>
          </p:nvCxnSpPr>
          <p:spPr>
            <a:xfrm flipV="1">
              <a:off x="1767811" y="3004722"/>
              <a:ext cx="2744274" cy="424277"/>
            </a:xfrm>
            <a:prstGeom prst="line">
              <a:avLst/>
            </a:prstGeom>
            <a:noFill/>
            <a:ln w="6350" cap="flat" cmpd="sng" algn="ctr">
              <a:solidFill>
                <a:srgbClr val="4472C4">
                  <a:alpha val="50000"/>
                </a:srgbClr>
              </a:solidFill>
              <a:prstDash val="solid"/>
              <a:miter lim="800000"/>
            </a:ln>
            <a:effectLst/>
          </p:spPr>
        </p:cxnSp>
      </p:grpSp>
      <p:sp>
        <p:nvSpPr>
          <p:cNvPr id="18513" name="矩形: 圆角 424">
            <a:extLst>
              <a:ext uri="{FF2B5EF4-FFF2-40B4-BE49-F238E27FC236}">
                <a16:creationId xmlns:a16="http://schemas.microsoft.com/office/drawing/2014/main" id="{7D56977C-BE2D-BDBF-91A2-781EF08471A6}"/>
              </a:ext>
            </a:extLst>
          </p:cNvPr>
          <p:cNvSpPr/>
          <p:nvPr/>
        </p:nvSpPr>
        <p:spPr>
          <a:xfrm>
            <a:off x="6602114" y="4063808"/>
            <a:ext cx="2215776" cy="98835"/>
          </a:xfrm>
          <a:prstGeom prst="roundRect">
            <a:avLst/>
          </a:prstGeom>
          <a:solidFill>
            <a:srgbClr val="5B9BD5">
              <a:lumMod val="40000"/>
              <a:lumOff val="60000"/>
            </a:srgbClr>
          </a:solidFill>
          <a:ln w="12700" cap="flat" cmpd="sng" algn="ctr">
            <a:solidFill>
              <a:srgbClr val="5B9BD5">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14" name="矩形: 圆角 425">
            <a:extLst>
              <a:ext uri="{FF2B5EF4-FFF2-40B4-BE49-F238E27FC236}">
                <a16:creationId xmlns:a16="http://schemas.microsoft.com/office/drawing/2014/main" id="{1AF143F0-163B-5483-AA0A-5D81AD258CB4}"/>
              </a:ext>
            </a:extLst>
          </p:cNvPr>
          <p:cNvSpPr/>
          <p:nvPr/>
        </p:nvSpPr>
        <p:spPr>
          <a:xfrm>
            <a:off x="6602114" y="4544261"/>
            <a:ext cx="2215776" cy="98835"/>
          </a:xfrm>
          <a:prstGeom prst="roundRect">
            <a:avLst/>
          </a:prstGeom>
          <a:solidFill>
            <a:srgbClr val="5B9BD5">
              <a:lumMod val="40000"/>
              <a:lumOff val="60000"/>
            </a:srgbClr>
          </a:solidFill>
          <a:ln w="12700" cap="flat" cmpd="sng" algn="ctr">
            <a:solidFill>
              <a:srgbClr val="5B9BD5">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black"/>
              </a:solidFill>
              <a:effectLst/>
              <a:uLnTx/>
              <a:uFillTx/>
              <a:latin typeface="等线" panose="020F0502020204030204"/>
              <a:ea typeface="微软雅黑"/>
              <a:cs typeface="Arial" panose="020B0604020202020204" pitchFamily="34" charset="0"/>
            </a:endParaRPr>
          </a:p>
        </p:txBody>
      </p:sp>
      <p:sp>
        <p:nvSpPr>
          <p:cNvPr id="18515" name="矩形: 圆角 426">
            <a:extLst>
              <a:ext uri="{FF2B5EF4-FFF2-40B4-BE49-F238E27FC236}">
                <a16:creationId xmlns:a16="http://schemas.microsoft.com/office/drawing/2014/main" id="{97D3FD3C-7AF4-986C-A335-4DECF547B2B7}"/>
              </a:ext>
            </a:extLst>
          </p:cNvPr>
          <p:cNvSpPr/>
          <p:nvPr/>
        </p:nvSpPr>
        <p:spPr>
          <a:xfrm>
            <a:off x="6602114" y="5032789"/>
            <a:ext cx="2215776" cy="98835"/>
          </a:xfrm>
          <a:prstGeom prst="roundRect">
            <a:avLst/>
          </a:prstGeom>
          <a:solidFill>
            <a:srgbClr val="5B9BD5">
              <a:lumMod val="40000"/>
              <a:lumOff val="60000"/>
            </a:srgbClr>
          </a:solidFill>
          <a:ln w="12700" cap="flat" cmpd="sng" algn="ctr">
            <a:solidFill>
              <a:srgbClr val="5B9BD5">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grpSp>
        <p:nvGrpSpPr>
          <p:cNvPr id="18516" name="组合 427">
            <a:extLst>
              <a:ext uri="{FF2B5EF4-FFF2-40B4-BE49-F238E27FC236}">
                <a16:creationId xmlns:a16="http://schemas.microsoft.com/office/drawing/2014/main" id="{B4CB03D4-21F2-0EB6-A389-FB480CA0275F}"/>
              </a:ext>
            </a:extLst>
          </p:cNvPr>
          <p:cNvGrpSpPr/>
          <p:nvPr/>
        </p:nvGrpSpPr>
        <p:grpSpPr>
          <a:xfrm>
            <a:off x="9677315" y="4620675"/>
            <a:ext cx="1994701" cy="436630"/>
            <a:chOff x="5806435" y="3474660"/>
            <a:chExt cx="2751207" cy="436630"/>
          </a:xfrm>
          <a:solidFill>
            <a:srgbClr val="ED7D31">
              <a:lumMod val="20000"/>
              <a:lumOff val="80000"/>
            </a:srgbClr>
          </a:solidFill>
        </p:grpSpPr>
        <p:cxnSp>
          <p:nvCxnSpPr>
            <p:cNvPr id="18517" name="直接连接符 428">
              <a:extLst>
                <a:ext uri="{FF2B5EF4-FFF2-40B4-BE49-F238E27FC236}">
                  <a16:creationId xmlns:a16="http://schemas.microsoft.com/office/drawing/2014/main" id="{0DE1E0D5-1722-DFF2-3B66-0C76E16167EA}"/>
                </a:ext>
              </a:extLst>
            </p:cNvPr>
            <p:cNvCxnSpPr>
              <a:cxnSpLocks/>
            </p:cNvCxnSpPr>
            <p:nvPr/>
          </p:nvCxnSpPr>
          <p:spPr>
            <a:xfrm>
              <a:off x="5808871" y="3474660"/>
              <a:ext cx="0" cy="432000"/>
            </a:xfrm>
            <a:prstGeom prst="line">
              <a:avLst/>
            </a:prstGeom>
            <a:grpFill/>
            <a:ln w="6350" cap="flat" cmpd="sng" algn="ctr">
              <a:solidFill>
                <a:srgbClr val="70AD47">
                  <a:lumMod val="75000"/>
                  <a:alpha val="75000"/>
                </a:srgbClr>
              </a:solidFill>
              <a:prstDash val="solid"/>
              <a:miter lim="800000"/>
            </a:ln>
            <a:effectLst/>
          </p:spPr>
        </p:cxnSp>
        <p:cxnSp>
          <p:nvCxnSpPr>
            <p:cNvPr id="18518" name="直接连接符 429">
              <a:extLst>
                <a:ext uri="{FF2B5EF4-FFF2-40B4-BE49-F238E27FC236}">
                  <a16:creationId xmlns:a16="http://schemas.microsoft.com/office/drawing/2014/main" id="{B1E7F613-9662-1975-A3FA-4F79D35A331D}"/>
                </a:ext>
              </a:extLst>
            </p:cNvPr>
            <p:cNvCxnSpPr>
              <a:cxnSpLocks/>
            </p:cNvCxnSpPr>
            <p:nvPr/>
          </p:nvCxnSpPr>
          <p:spPr>
            <a:xfrm>
              <a:off x="6357537" y="3479290"/>
              <a:ext cx="0" cy="432000"/>
            </a:xfrm>
            <a:prstGeom prst="line">
              <a:avLst/>
            </a:prstGeom>
            <a:grpFill/>
            <a:ln w="6350" cap="flat" cmpd="sng" algn="ctr">
              <a:solidFill>
                <a:srgbClr val="70AD47">
                  <a:lumMod val="75000"/>
                  <a:alpha val="75000"/>
                </a:srgbClr>
              </a:solidFill>
              <a:prstDash val="solid"/>
              <a:miter lim="800000"/>
            </a:ln>
            <a:effectLst/>
          </p:spPr>
        </p:cxnSp>
        <p:cxnSp>
          <p:nvCxnSpPr>
            <p:cNvPr id="18519" name="直接连接符 430">
              <a:extLst>
                <a:ext uri="{FF2B5EF4-FFF2-40B4-BE49-F238E27FC236}">
                  <a16:creationId xmlns:a16="http://schemas.microsoft.com/office/drawing/2014/main" id="{E5994FC5-F0F7-A5EC-FBB5-2A4C10AC9320}"/>
                </a:ext>
              </a:extLst>
            </p:cNvPr>
            <p:cNvCxnSpPr>
              <a:cxnSpLocks/>
            </p:cNvCxnSpPr>
            <p:nvPr/>
          </p:nvCxnSpPr>
          <p:spPr>
            <a:xfrm>
              <a:off x="6901071" y="3474660"/>
              <a:ext cx="0" cy="432000"/>
            </a:xfrm>
            <a:prstGeom prst="line">
              <a:avLst/>
            </a:prstGeom>
            <a:grpFill/>
            <a:ln w="6350" cap="flat" cmpd="sng" algn="ctr">
              <a:solidFill>
                <a:srgbClr val="70AD47">
                  <a:lumMod val="75000"/>
                  <a:alpha val="75000"/>
                </a:srgbClr>
              </a:solidFill>
              <a:prstDash val="solid"/>
              <a:miter lim="800000"/>
            </a:ln>
            <a:effectLst/>
          </p:spPr>
        </p:cxnSp>
        <p:cxnSp>
          <p:nvCxnSpPr>
            <p:cNvPr id="18520" name="直接连接符 431">
              <a:extLst>
                <a:ext uri="{FF2B5EF4-FFF2-40B4-BE49-F238E27FC236}">
                  <a16:creationId xmlns:a16="http://schemas.microsoft.com/office/drawing/2014/main" id="{BD7CC368-8BE4-FDB3-A366-F322880D6B52}"/>
                </a:ext>
              </a:extLst>
            </p:cNvPr>
            <p:cNvCxnSpPr>
              <a:cxnSpLocks/>
            </p:cNvCxnSpPr>
            <p:nvPr/>
          </p:nvCxnSpPr>
          <p:spPr>
            <a:xfrm>
              <a:off x="7449737" y="3479290"/>
              <a:ext cx="0" cy="432000"/>
            </a:xfrm>
            <a:prstGeom prst="line">
              <a:avLst/>
            </a:prstGeom>
            <a:grpFill/>
            <a:ln w="6350" cap="flat" cmpd="sng" algn="ctr">
              <a:solidFill>
                <a:srgbClr val="70AD47">
                  <a:lumMod val="75000"/>
                  <a:alpha val="75000"/>
                </a:srgbClr>
              </a:solidFill>
              <a:prstDash val="solid"/>
              <a:miter lim="800000"/>
            </a:ln>
            <a:effectLst/>
          </p:spPr>
        </p:cxnSp>
        <p:cxnSp>
          <p:nvCxnSpPr>
            <p:cNvPr id="18521" name="直接连接符 432">
              <a:extLst>
                <a:ext uri="{FF2B5EF4-FFF2-40B4-BE49-F238E27FC236}">
                  <a16:creationId xmlns:a16="http://schemas.microsoft.com/office/drawing/2014/main" id="{46FCC869-A0BE-1F2C-2B85-7B53F38F08A4}"/>
                </a:ext>
              </a:extLst>
            </p:cNvPr>
            <p:cNvCxnSpPr>
              <a:cxnSpLocks/>
            </p:cNvCxnSpPr>
            <p:nvPr/>
          </p:nvCxnSpPr>
          <p:spPr>
            <a:xfrm>
              <a:off x="8004756" y="3474660"/>
              <a:ext cx="0" cy="432000"/>
            </a:xfrm>
            <a:prstGeom prst="line">
              <a:avLst/>
            </a:prstGeom>
            <a:grpFill/>
            <a:ln w="6350" cap="flat" cmpd="sng" algn="ctr">
              <a:solidFill>
                <a:srgbClr val="70AD47">
                  <a:lumMod val="75000"/>
                  <a:alpha val="75000"/>
                </a:srgbClr>
              </a:solidFill>
              <a:prstDash val="solid"/>
              <a:miter lim="800000"/>
            </a:ln>
            <a:effectLst/>
          </p:spPr>
        </p:cxnSp>
        <p:cxnSp>
          <p:nvCxnSpPr>
            <p:cNvPr id="18522" name="直接连接符 433">
              <a:extLst>
                <a:ext uri="{FF2B5EF4-FFF2-40B4-BE49-F238E27FC236}">
                  <a16:creationId xmlns:a16="http://schemas.microsoft.com/office/drawing/2014/main" id="{459083C0-F6FE-78B1-8DD5-D7CAFB840E32}"/>
                </a:ext>
              </a:extLst>
            </p:cNvPr>
            <p:cNvCxnSpPr>
              <a:cxnSpLocks/>
            </p:cNvCxnSpPr>
            <p:nvPr/>
          </p:nvCxnSpPr>
          <p:spPr>
            <a:xfrm>
              <a:off x="8553422" y="3479290"/>
              <a:ext cx="0" cy="432000"/>
            </a:xfrm>
            <a:prstGeom prst="line">
              <a:avLst/>
            </a:prstGeom>
            <a:grpFill/>
            <a:ln w="6350" cap="flat" cmpd="sng" algn="ctr">
              <a:solidFill>
                <a:srgbClr val="70AD47">
                  <a:lumMod val="75000"/>
                  <a:alpha val="75000"/>
                </a:srgbClr>
              </a:solidFill>
              <a:prstDash val="solid"/>
              <a:miter lim="800000"/>
            </a:ln>
            <a:effectLst/>
          </p:spPr>
        </p:cxnSp>
        <p:cxnSp>
          <p:nvCxnSpPr>
            <p:cNvPr id="18523" name="直接连接符 434">
              <a:extLst>
                <a:ext uri="{FF2B5EF4-FFF2-40B4-BE49-F238E27FC236}">
                  <a16:creationId xmlns:a16="http://schemas.microsoft.com/office/drawing/2014/main" id="{6FB0855E-227C-0E2F-7D9F-F4B08A6F6322}"/>
                </a:ext>
              </a:extLst>
            </p:cNvPr>
            <p:cNvCxnSpPr/>
            <p:nvPr/>
          </p:nvCxnSpPr>
          <p:spPr>
            <a:xfrm flipH="1">
              <a:off x="5808871" y="3479290"/>
              <a:ext cx="553086" cy="426591"/>
            </a:xfrm>
            <a:prstGeom prst="line">
              <a:avLst/>
            </a:prstGeom>
            <a:grpFill/>
            <a:ln w="6350" cap="flat" cmpd="sng" algn="ctr">
              <a:solidFill>
                <a:srgbClr val="70AD47">
                  <a:lumMod val="75000"/>
                  <a:alpha val="75000"/>
                </a:srgbClr>
              </a:solidFill>
              <a:prstDash val="solid"/>
              <a:miter lim="800000"/>
            </a:ln>
            <a:effectLst/>
          </p:spPr>
        </p:cxnSp>
        <p:cxnSp>
          <p:nvCxnSpPr>
            <p:cNvPr id="18524" name="直接连接符 435">
              <a:extLst>
                <a:ext uri="{FF2B5EF4-FFF2-40B4-BE49-F238E27FC236}">
                  <a16:creationId xmlns:a16="http://schemas.microsoft.com/office/drawing/2014/main" id="{CAEEC0D7-51AD-B7D8-52A7-A4B5B53551F2}"/>
                </a:ext>
              </a:extLst>
            </p:cNvPr>
            <p:cNvCxnSpPr/>
            <p:nvPr/>
          </p:nvCxnSpPr>
          <p:spPr>
            <a:xfrm flipH="1">
              <a:off x="6354363" y="3479290"/>
              <a:ext cx="546708" cy="426591"/>
            </a:xfrm>
            <a:prstGeom prst="line">
              <a:avLst/>
            </a:prstGeom>
            <a:grpFill/>
            <a:ln w="6350" cap="flat" cmpd="sng" algn="ctr">
              <a:solidFill>
                <a:srgbClr val="70AD47">
                  <a:lumMod val="75000"/>
                  <a:alpha val="75000"/>
                </a:srgbClr>
              </a:solidFill>
              <a:prstDash val="solid"/>
              <a:miter lim="800000"/>
            </a:ln>
            <a:effectLst/>
          </p:spPr>
        </p:cxnSp>
        <p:cxnSp>
          <p:nvCxnSpPr>
            <p:cNvPr id="18525" name="直接连接符 436">
              <a:extLst>
                <a:ext uri="{FF2B5EF4-FFF2-40B4-BE49-F238E27FC236}">
                  <a16:creationId xmlns:a16="http://schemas.microsoft.com/office/drawing/2014/main" id="{1AD6D81D-C9EB-A800-1582-4A3EC7CB4637}"/>
                </a:ext>
              </a:extLst>
            </p:cNvPr>
            <p:cNvCxnSpPr/>
            <p:nvPr/>
          </p:nvCxnSpPr>
          <p:spPr>
            <a:xfrm flipH="1">
              <a:off x="6901071" y="3479290"/>
              <a:ext cx="555327" cy="426591"/>
            </a:xfrm>
            <a:prstGeom prst="line">
              <a:avLst/>
            </a:prstGeom>
            <a:grpFill/>
            <a:ln w="6350" cap="flat" cmpd="sng" algn="ctr">
              <a:solidFill>
                <a:srgbClr val="70AD47">
                  <a:lumMod val="75000"/>
                  <a:alpha val="75000"/>
                </a:srgbClr>
              </a:solidFill>
              <a:prstDash val="solid"/>
              <a:miter lim="800000"/>
            </a:ln>
            <a:effectLst/>
          </p:spPr>
        </p:cxnSp>
        <p:cxnSp>
          <p:nvCxnSpPr>
            <p:cNvPr id="18526" name="直接连接符 437">
              <a:extLst>
                <a:ext uri="{FF2B5EF4-FFF2-40B4-BE49-F238E27FC236}">
                  <a16:creationId xmlns:a16="http://schemas.microsoft.com/office/drawing/2014/main" id="{6D8153CB-0607-1DB0-8E81-9673ED14B21D}"/>
                </a:ext>
              </a:extLst>
            </p:cNvPr>
            <p:cNvCxnSpPr/>
            <p:nvPr/>
          </p:nvCxnSpPr>
          <p:spPr>
            <a:xfrm flipH="1">
              <a:off x="7449512" y="3479290"/>
              <a:ext cx="559498" cy="426591"/>
            </a:xfrm>
            <a:prstGeom prst="line">
              <a:avLst/>
            </a:prstGeom>
            <a:grpFill/>
            <a:ln w="6350" cap="flat" cmpd="sng" algn="ctr">
              <a:solidFill>
                <a:srgbClr val="70AD47">
                  <a:lumMod val="75000"/>
                  <a:alpha val="75000"/>
                </a:srgbClr>
              </a:solidFill>
              <a:prstDash val="solid"/>
              <a:miter lim="800000"/>
            </a:ln>
            <a:effectLst/>
          </p:spPr>
        </p:cxnSp>
        <p:cxnSp>
          <p:nvCxnSpPr>
            <p:cNvPr id="18527" name="直接连接符 438">
              <a:extLst>
                <a:ext uri="{FF2B5EF4-FFF2-40B4-BE49-F238E27FC236}">
                  <a16:creationId xmlns:a16="http://schemas.microsoft.com/office/drawing/2014/main" id="{B876D1A1-CCEE-B28F-9197-99C036A55A52}"/>
                </a:ext>
              </a:extLst>
            </p:cNvPr>
            <p:cNvCxnSpPr/>
            <p:nvPr/>
          </p:nvCxnSpPr>
          <p:spPr>
            <a:xfrm flipH="1">
              <a:off x="8009010" y="3479290"/>
              <a:ext cx="548632" cy="426591"/>
            </a:xfrm>
            <a:prstGeom prst="line">
              <a:avLst/>
            </a:prstGeom>
            <a:grpFill/>
            <a:ln w="6350" cap="flat" cmpd="sng" algn="ctr">
              <a:solidFill>
                <a:srgbClr val="70AD47">
                  <a:lumMod val="75000"/>
                  <a:alpha val="75000"/>
                </a:srgbClr>
              </a:solidFill>
              <a:prstDash val="solid"/>
              <a:miter lim="800000"/>
            </a:ln>
            <a:effectLst/>
          </p:spPr>
        </p:cxnSp>
        <p:cxnSp>
          <p:nvCxnSpPr>
            <p:cNvPr id="18528" name="直接连接符 439">
              <a:extLst>
                <a:ext uri="{FF2B5EF4-FFF2-40B4-BE49-F238E27FC236}">
                  <a16:creationId xmlns:a16="http://schemas.microsoft.com/office/drawing/2014/main" id="{2E49DA56-36A9-004D-6908-F0F5130FBA5D}"/>
                </a:ext>
              </a:extLst>
            </p:cNvPr>
            <p:cNvCxnSpPr>
              <a:cxnSpLocks/>
            </p:cNvCxnSpPr>
            <p:nvPr/>
          </p:nvCxnSpPr>
          <p:spPr>
            <a:xfrm flipV="1">
              <a:off x="5808871" y="3479290"/>
              <a:ext cx="1091415" cy="423887"/>
            </a:xfrm>
            <a:prstGeom prst="line">
              <a:avLst/>
            </a:prstGeom>
            <a:grpFill/>
            <a:ln w="6350" cap="flat" cmpd="sng" algn="ctr">
              <a:solidFill>
                <a:srgbClr val="70AD47">
                  <a:lumMod val="75000"/>
                  <a:alpha val="75000"/>
                </a:srgbClr>
              </a:solidFill>
              <a:prstDash val="solid"/>
              <a:miter lim="800000"/>
            </a:ln>
            <a:effectLst/>
          </p:spPr>
        </p:cxnSp>
        <p:cxnSp>
          <p:nvCxnSpPr>
            <p:cNvPr id="18529" name="直接连接符 440">
              <a:extLst>
                <a:ext uri="{FF2B5EF4-FFF2-40B4-BE49-F238E27FC236}">
                  <a16:creationId xmlns:a16="http://schemas.microsoft.com/office/drawing/2014/main" id="{DBF72AB0-C15F-103E-257B-6C470729C944}"/>
                </a:ext>
              </a:extLst>
            </p:cNvPr>
            <p:cNvCxnSpPr>
              <a:cxnSpLocks/>
            </p:cNvCxnSpPr>
            <p:nvPr/>
          </p:nvCxnSpPr>
          <p:spPr>
            <a:xfrm flipV="1">
              <a:off x="6894329" y="3481604"/>
              <a:ext cx="1109637" cy="424277"/>
            </a:xfrm>
            <a:prstGeom prst="line">
              <a:avLst/>
            </a:prstGeom>
            <a:grpFill/>
            <a:ln w="6350" cap="flat" cmpd="sng" algn="ctr">
              <a:solidFill>
                <a:srgbClr val="70AD47">
                  <a:lumMod val="75000"/>
                  <a:alpha val="75000"/>
                </a:srgbClr>
              </a:solidFill>
              <a:prstDash val="solid"/>
              <a:miter lim="800000"/>
            </a:ln>
            <a:effectLst/>
          </p:spPr>
        </p:cxnSp>
        <p:cxnSp>
          <p:nvCxnSpPr>
            <p:cNvPr id="18530" name="直接连接符 441">
              <a:extLst>
                <a:ext uri="{FF2B5EF4-FFF2-40B4-BE49-F238E27FC236}">
                  <a16:creationId xmlns:a16="http://schemas.microsoft.com/office/drawing/2014/main" id="{E4FE58C9-70C9-5B5F-7EF8-4EB12F67D0A9}"/>
                </a:ext>
              </a:extLst>
            </p:cNvPr>
            <p:cNvCxnSpPr>
              <a:cxnSpLocks/>
            </p:cNvCxnSpPr>
            <p:nvPr/>
          </p:nvCxnSpPr>
          <p:spPr>
            <a:xfrm flipV="1">
              <a:off x="6351549" y="3482312"/>
              <a:ext cx="1109637" cy="424277"/>
            </a:xfrm>
            <a:prstGeom prst="line">
              <a:avLst/>
            </a:prstGeom>
            <a:grpFill/>
            <a:ln w="6350" cap="flat" cmpd="sng" algn="ctr">
              <a:solidFill>
                <a:srgbClr val="70AD47">
                  <a:lumMod val="75000"/>
                  <a:alpha val="75000"/>
                </a:srgbClr>
              </a:solidFill>
              <a:prstDash val="solid"/>
              <a:miter lim="800000"/>
            </a:ln>
            <a:effectLst/>
          </p:spPr>
        </p:cxnSp>
        <p:cxnSp>
          <p:nvCxnSpPr>
            <p:cNvPr id="18531" name="直接连接符 442">
              <a:extLst>
                <a:ext uri="{FF2B5EF4-FFF2-40B4-BE49-F238E27FC236}">
                  <a16:creationId xmlns:a16="http://schemas.microsoft.com/office/drawing/2014/main" id="{242EE026-83E1-CD3C-ECDA-64732F060992}"/>
                </a:ext>
              </a:extLst>
            </p:cNvPr>
            <p:cNvCxnSpPr>
              <a:cxnSpLocks/>
            </p:cNvCxnSpPr>
            <p:nvPr/>
          </p:nvCxnSpPr>
          <p:spPr>
            <a:xfrm flipV="1">
              <a:off x="7447367" y="3478899"/>
              <a:ext cx="1109637" cy="424277"/>
            </a:xfrm>
            <a:prstGeom prst="line">
              <a:avLst/>
            </a:prstGeom>
            <a:grpFill/>
            <a:ln w="6350" cap="flat" cmpd="sng" algn="ctr">
              <a:solidFill>
                <a:srgbClr val="70AD47">
                  <a:lumMod val="75000"/>
                  <a:alpha val="75000"/>
                </a:srgbClr>
              </a:solidFill>
              <a:prstDash val="solid"/>
              <a:miter lim="800000"/>
            </a:ln>
            <a:effectLst/>
          </p:spPr>
        </p:cxnSp>
        <p:cxnSp>
          <p:nvCxnSpPr>
            <p:cNvPr id="18532" name="直接连接符 443">
              <a:extLst>
                <a:ext uri="{FF2B5EF4-FFF2-40B4-BE49-F238E27FC236}">
                  <a16:creationId xmlns:a16="http://schemas.microsoft.com/office/drawing/2014/main" id="{0D286393-1038-AD76-89AF-B2AC4BA533B2}"/>
                </a:ext>
              </a:extLst>
            </p:cNvPr>
            <p:cNvCxnSpPr/>
            <p:nvPr/>
          </p:nvCxnSpPr>
          <p:spPr>
            <a:xfrm flipV="1">
              <a:off x="5806435" y="3478899"/>
              <a:ext cx="1640865" cy="424277"/>
            </a:xfrm>
            <a:prstGeom prst="line">
              <a:avLst/>
            </a:prstGeom>
            <a:grpFill/>
            <a:ln w="6350" cap="flat" cmpd="sng" algn="ctr">
              <a:solidFill>
                <a:srgbClr val="70AD47">
                  <a:lumMod val="75000"/>
                  <a:alpha val="75000"/>
                </a:srgbClr>
              </a:solidFill>
              <a:prstDash val="solid"/>
              <a:miter lim="800000"/>
            </a:ln>
            <a:effectLst/>
          </p:spPr>
        </p:cxnSp>
        <p:cxnSp>
          <p:nvCxnSpPr>
            <p:cNvPr id="18533" name="直接连接符 444">
              <a:extLst>
                <a:ext uri="{FF2B5EF4-FFF2-40B4-BE49-F238E27FC236}">
                  <a16:creationId xmlns:a16="http://schemas.microsoft.com/office/drawing/2014/main" id="{67F44746-EC99-3351-E435-BF9F106E5D4F}"/>
                </a:ext>
              </a:extLst>
            </p:cNvPr>
            <p:cNvCxnSpPr/>
            <p:nvPr/>
          </p:nvCxnSpPr>
          <p:spPr>
            <a:xfrm flipV="1">
              <a:off x="6359295" y="3478898"/>
              <a:ext cx="1640865" cy="424277"/>
            </a:xfrm>
            <a:prstGeom prst="line">
              <a:avLst/>
            </a:prstGeom>
            <a:grpFill/>
            <a:ln w="6350" cap="flat" cmpd="sng" algn="ctr">
              <a:solidFill>
                <a:srgbClr val="70AD47">
                  <a:lumMod val="75000"/>
                  <a:alpha val="75000"/>
                </a:srgbClr>
              </a:solidFill>
              <a:prstDash val="solid"/>
              <a:miter lim="800000"/>
            </a:ln>
            <a:effectLst/>
          </p:spPr>
        </p:cxnSp>
        <p:cxnSp>
          <p:nvCxnSpPr>
            <p:cNvPr id="18534" name="直接连接符 445">
              <a:extLst>
                <a:ext uri="{FF2B5EF4-FFF2-40B4-BE49-F238E27FC236}">
                  <a16:creationId xmlns:a16="http://schemas.microsoft.com/office/drawing/2014/main" id="{43269AD0-44BB-DA34-74BA-9B2A5CBF4FA1}"/>
                </a:ext>
              </a:extLst>
            </p:cNvPr>
            <p:cNvCxnSpPr/>
            <p:nvPr/>
          </p:nvCxnSpPr>
          <p:spPr>
            <a:xfrm flipV="1">
              <a:off x="6902688" y="3481212"/>
              <a:ext cx="1640865" cy="424277"/>
            </a:xfrm>
            <a:prstGeom prst="line">
              <a:avLst/>
            </a:prstGeom>
            <a:grpFill/>
            <a:ln w="6350" cap="flat" cmpd="sng" algn="ctr">
              <a:solidFill>
                <a:srgbClr val="70AD47">
                  <a:lumMod val="75000"/>
                  <a:alpha val="75000"/>
                </a:srgbClr>
              </a:solidFill>
              <a:prstDash val="solid"/>
              <a:miter lim="800000"/>
            </a:ln>
            <a:effectLst/>
          </p:spPr>
        </p:cxnSp>
        <p:cxnSp>
          <p:nvCxnSpPr>
            <p:cNvPr id="18535" name="直接连接符 446">
              <a:extLst>
                <a:ext uri="{FF2B5EF4-FFF2-40B4-BE49-F238E27FC236}">
                  <a16:creationId xmlns:a16="http://schemas.microsoft.com/office/drawing/2014/main" id="{08997206-E0A0-7869-FCA9-45B212FBC507}"/>
                </a:ext>
              </a:extLst>
            </p:cNvPr>
            <p:cNvCxnSpPr/>
            <p:nvPr/>
          </p:nvCxnSpPr>
          <p:spPr>
            <a:xfrm flipV="1">
              <a:off x="5806435" y="3478898"/>
              <a:ext cx="2196354" cy="424277"/>
            </a:xfrm>
            <a:prstGeom prst="line">
              <a:avLst/>
            </a:prstGeom>
            <a:grpFill/>
            <a:ln w="6350" cap="flat" cmpd="sng" algn="ctr">
              <a:solidFill>
                <a:srgbClr val="70AD47">
                  <a:lumMod val="75000"/>
                  <a:alpha val="75000"/>
                </a:srgbClr>
              </a:solidFill>
              <a:prstDash val="solid"/>
              <a:miter lim="800000"/>
            </a:ln>
            <a:effectLst/>
          </p:spPr>
        </p:cxnSp>
        <p:cxnSp>
          <p:nvCxnSpPr>
            <p:cNvPr id="18536" name="直接连接符 447">
              <a:extLst>
                <a:ext uri="{FF2B5EF4-FFF2-40B4-BE49-F238E27FC236}">
                  <a16:creationId xmlns:a16="http://schemas.microsoft.com/office/drawing/2014/main" id="{E5E6B1B5-A76F-DBC7-25F3-74BBA2EA311B}"/>
                </a:ext>
              </a:extLst>
            </p:cNvPr>
            <p:cNvCxnSpPr/>
            <p:nvPr/>
          </p:nvCxnSpPr>
          <p:spPr>
            <a:xfrm flipV="1">
              <a:off x="6354355" y="3485344"/>
              <a:ext cx="2196354" cy="424277"/>
            </a:xfrm>
            <a:prstGeom prst="line">
              <a:avLst/>
            </a:prstGeom>
            <a:grpFill/>
            <a:ln w="6350" cap="flat" cmpd="sng" algn="ctr">
              <a:solidFill>
                <a:srgbClr val="70AD47">
                  <a:lumMod val="75000"/>
                  <a:alpha val="75000"/>
                </a:srgbClr>
              </a:solidFill>
              <a:prstDash val="solid"/>
              <a:miter lim="800000"/>
            </a:ln>
            <a:effectLst/>
          </p:spPr>
        </p:cxnSp>
        <p:cxnSp>
          <p:nvCxnSpPr>
            <p:cNvPr id="18537" name="直接连接符 448">
              <a:extLst>
                <a:ext uri="{FF2B5EF4-FFF2-40B4-BE49-F238E27FC236}">
                  <a16:creationId xmlns:a16="http://schemas.microsoft.com/office/drawing/2014/main" id="{069BC6AA-26DC-526D-B263-89DB9A180F4A}"/>
                </a:ext>
              </a:extLst>
            </p:cNvPr>
            <p:cNvCxnSpPr/>
            <p:nvPr/>
          </p:nvCxnSpPr>
          <p:spPr>
            <a:xfrm flipV="1">
              <a:off x="5806435" y="3478898"/>
              <a:ext cx="2744274" cy="424277"/>
            </a:xfrm>
            <a:prstGeom prst="line">
              <a:avLst/>
            </a:prstGeom>
            <a:grpFill/>
            <a:ln w="6350" cap="flat" cmpd="sng" algn="ctr">
              <a:solidFill>
                <a:srgbClr val="70AD47">
                  <a:lumMod val="75000"/>
                  <a:alpha val="75000"/>
                </a:srgbClr>
              </a:solidFill>
              <a:prstDash val="solid"/>
              <a:miter lim="800000"/>
            </a:ln>
            <a:effectLst/>
          </p:spPr>
        </p:cxnSp>
      </p:grpSp>
      <p:sp>
        <p:nvSpPr>
          <p:cNvPr id="18538" name="矩形: 圆角 449">
            <a:extLst>
              <a:ext uri="{FF2B5EF4-FFF2-40B4-BE49-F238E27FC236}">
                <a16:creationId xmlns:a16="http://schemas.microsoft.com/office/drawing/2014/main" id="{068A7637-BCBC-B5B3-BC04-A30336C7FE42}"/>
              </a:ext>
            </a:extLst>
          </p:cNvPr>
          <p:cNvSpPr/>
          <p:nvPr/>
        </p:nvSpPr>
        <p:spPr>
          <a:xfrm>
            <a:off x="9564163" y="4056644"/>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39" name="矩形: 圆角 450">
            <a:extLst>
              <a:ext uri="{FF2B5EF4-FFF2-40B4-BE49-F238E27FC236}">
                <a16:creationId xmlns:a16="http://schemas.microsoft.com/office/drawing/2014/main" id="{E3FD111E-6D22-FD5D-14A6-5B1665445CFF}"/>
              </a:ext>
            </a:extLst>
          </p:cNvPr>
          <p:cNvSpPr/>
          <p:nvPr/>
        </p:nvSpPr>
        <p:spPr>
          <a:xfrm>
            <a:off x="9564163" y="4537097"/>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40" name="矩形: 圆角 451">
            <a:extLst>
              <a:ext uri="{FF2B5EF4-FFF2-40B4-BE49-F238E27FC236}">
                <a16:creationId xmlns:a16="http://schemas.microsoft.com/office/drawing/2014/main" id="{8C64620E-10D9-4DFE-8815-1AB68AC1351F}"/>
              </a:ext>
            </a:extLst>
          </p:cNvPr>
          <p:cNvSpPr/>
          <p:nvPr/>
        </p:nvSpPr>
        <p:spPr>
          <a:xfrm>
            <a:off x="9564163" y="5025610"/>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41" name="箭头: 右 452">
            <a:extLst>
              <a:ext uri="{FF2B5EF4-FFF2-40B4-BE49-F238E27FC236}">
                <a16:creationId xmlns:a16="http://schemas.microsoft.com/office/drawing/2014/main" id="{346E9C54-ABC2-CC6F-9CE6-4E41B2D504B7}"/>
              </a:ext>
            </a:extLst>
          </p:cNvPr>
          <p:cNvSpPr/>
          <p:nvPr/>
        </p:nvSpPr>
        <p:spPr>
          <a:xfrm>
            <a:off x="9071652" y="4461691"/>
            <a:ext cx="267929" cy="249645"/>
          </a:xfrm>
          <a:prstGeom prst="rightArrow">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cxnSp>
        <p:nvCxnSpPr>
          <p:cNvPr id="18542" name="直接箭头连接符 461">
            <a:extLst>
              <a:ext uri="{FF2B5EF4-FFF2-40B4-BE49-F238E27FC236}">
                <a16:creationId xmlns:a16="http://schemas.microsoft.com/office/drawing/2014/main" id="{DC09C839-9F32-CCE1-7143-326709CF7B78}"/>
              </a:ext>
            </a:extLst>
          </p:cNvPr>
          <p:cNvCxnSpPr>
            <a:cxnSpLocks/>
          </p:cNvCxnSpPr>
          <p:nvPr/>
        </p:nvCxnSpPr>
        <p:spPr>
          <a:xfrm flipH="1" flipV="1">
            <a:off x="5611324" y="5759889"/>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543" name="直接箭头连接符 462">
            <a:extLst>
              <a:ext uri="{FF2B5EF4-FFF2-40B4-BE49-F238E27FC236}">
                <a16:creationId xmlns:a16="http://schemas.microsoft.com/office/drawing/2014/main" id="{D2D13EA5-2E47-B2EB-79D5-A7782CD7EE35}"/>
              </a:ext>
            </a:extLst>
          </p:cNvPr>
          <p:cNvCxnSpPr>
            <a:cxnSpLocks/>
          </p:cNvCxnSpPr>
          <p:nvPr/>
        </p:nvCxnSpPr>
        <p:spPr>
          <a:xfrm flipH="1" flipV="1">
            <a:off x="5208445" y="5759889"/>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544" name="直接箭头连接符 463">
            <a:extLst>
              <a:ext uri="{FF2B5EF4-FFF2-40B4-BE49-F238E27FC236}">
                <a16:creationId xmlns:a16="http://schemas.microsoft.com/office/drawing/2014/main" id="{66B08B8E-A6AB-2108-B83C-C72BC573B1AB}"/>
              </a:ext>
            </a:extLst>
          </p:cNvPr>
          <p:cNvCxnSpPr>
            <a:cxnSpLocks/>
          </p:cNvCxnSpPr>
          <p:nvPr/>
        </p:nvCxnSpPr>
        <p:spPr>
          <a:xfrm flipH="1" flipV="1">
            <a:off x="4803372" y="5760524"/>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545" name="直接箭头连接符 464">
            <a:extLst>
              <a:ext uri="{FF2B5EF4-FFF2-40B4-BE49-F238E27FC236}">
                <a16:creationId xmlns:a16="http://schemas.microsoft.com/office/drawing/2014/main" id="{6EF03AAE-DD8E-43CE-CB1E-39344B431507}"/>
              </a:ext>
            </a:extLst>
          </p:cNvPr>
          <p:cNvCxnSpPr>
            <a:cxnSpLocks/>
          </p:cNvCxnSpPr>
          <p:nvPr/>
        </p:nvCxnSpPr>
        <p:spPr>
          <a:xfrm flipH="1" flipV="1">
            <a:off x="4397676" y="5752713"/>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546" name="直接箭头连接符 465">
            <a:extLst>
              <a:ext uri="{FF2B5EF4-FFF2-40B4-BE49-F238E27FC236}">
                <a16:creationId xmlns:a16="http://schemas.microsoft.com/office/drawing/2014/main" id="{8DCF64F2-4F8D-6E3D-5919-511B2A1F6152}"/>
              </a:ext>
            </a:extLst>
          </p:cNvPr>
          <p:cNvCxnSpPr>
            <a:cxnSpLocks/>
          </p:cNvCxnSpPr>
          <p:nvPr/>
        </p:nvCxnSpPr>
        <p:spPr>
          <a:xfrm flipH="1" flipV="1">
            <a:off x="4004448" y="5752713"/>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547" name="直接箭头连接符 466">
            <a:extLst>
              <a:ext uri="{FF2B5EF4-FFF2-40B4-BE49-F238E27FC236}">
                <a16:creationId xmlns:a16="http://schemas.microsoft.com/office/drawing/2014/main" id="{2148946C-DF84-0594-7DE5-DC1346E2CDB9}"/>
              </a:ext>
            </a:extLst>
          </p:cNvPr>
          <p:cNvCxnSpPr>
            <a:cxnSpLocks/>
          </p:cNvCxnSpPr>
          <p:nvPr/>
        </p:nvCxnSpPr>
        <p:spPr>
          <a:xfrm flipV="1">
            <a:off x="3607006" y="5764480"/>
            <a:ext cx="0" cy="180000"/>
          </a:xfrm>
          <a:prstGeom prst="straightConnector1">
            <a:avLst/>
          </a:prstGeom>
          <a:noFill/>
          <a:ln w="12700" cap="flat" cmpd="sng" algn="ctr">
            <a:solidFill>
              <a:sysClr val="windowText" lastClr="000000"/>
            </a:solidFill>
            <a:prstDash val="solid"/>
            <a:miter lim="800000"/>
            <a:tailEnd type="stealth"/>
          </a:ln>
          <a:effectLst/>
        </p:spPr>
      </p:cxnSp>
      <p:grpSp>
        <p:nvGrpSpPr>
          <p:cNvPr id="18548" name="组合 467">
            <a:extLst>
              <a:ext uri="{FF2B5EF4-FFF2-40B4-BE49-F238E27FC236}">
                <a16:creationId xmlns:a16="http://schemas.microsoft.com/office/drawing/2014/main" id="{B1F57E87-365E-37F9-5966-4424E9961FDC}"/>
              </a:ext>
            </a:extLst>
          </p:cNvPr>
          <p:cNvGrpSpPr/>
          <p:nvPr/>
        </p:nvGrpSpPr>
        <p:grpSpPr>
          <a:xfrm>
            <a:off x="3388881" y="5877550"/>
            <a:ext cx="2438157" cy="296057"/>
            <a:chOff x="1479375" y="4905560"/>
            <a:chExt cx="2438157" cy="296057"/>
          </a:xfrm>
        </p:grpSpPr>
        <p:sp>
          <p:nvSpPr>
            <p:cNvPr id="18549" name="矩形 468">
              <a:extLst>
                <a:ext uri="{FF2B5EF4-FFF2-40B4-BE49-F238E27FC236}">
                  <a16:creationId xmlns:a16="http://schemas.microsoft.com/office/drawing/2014/main" id="{2C7C8167-0DC6-52D5-AD99-5009F0211690}"/>
                </a:ext>
              </a:extLst>
            </p:cNvPr>
            <p:cNvSpPr/>
            <p:nvPr/>
          </p:nvSpPr>
          <p:spPr>
            <a:xfrm>
              <a:off x="1479375" y="4908998"/>
              <a:ext cx="441236"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[CLS]</a:t>
              </a:r>
            </a:p>
          </p:txBody>
        </p:sp>
        <p:sp>
          <p:nvSpPr>
            <p:cNvPr id="18550" name="矩形 469">
              <a:extLst>
                <a:ext uri="{FF2B5EF4-FFF2-40B4-BE49-F238E27FC236}">
                  <a16:creationId xmlns:a16="http://schemas.microsoft.com/office/drawing/2014/main" id="{DE8DCC54-58D7-40B6-8E32-D10962339D4C}"/>
                </a:ext>
              </a:extLst>
            </p:cNvPr>
            <p:cNvSpPr/>
            <p:nvPr/>
          </p:nvSpPr>
          <p:spPr>
            <a:xfrm>
              <a:off x="1877889" y="4909160"/>
              <a:ext cx="440168"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551" name="矩形 470">
              <a:extLst>
                <a:ext uri="{FF2B5EF4-FFF2-40B4-BE49-F238E27FC236}">
                  <a16:creationId xmlns:a16="http://schemas.microsoft.com/office/drawing/2014/main" id="{810914F2-7511-3EFC-096F-52D66190F2E5}"/>
                </a:ext>
              </a:extLst>
            </p:cNvPr>
            <p:cNvSpPr/>
            <p:nvPr/>
          </p:nvSpPr>
          <p:spPr>
            <a:xfrm>
              <a:off x="2278754" y="4905640"/>
              <a:ext cx="439099" cy="292457"/>
            </a:xfrm>
            <a:prstGeom prst="rect">
              <a:avLst/>
            </a:prstGeom>
            <a:no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552" name="矩形 471">
              <a:extLst>
                <a:ext uri="{FF2B5EF4-FFF2-40B4-BE49-F238E27FC236}">
                  <a16:creationId xmlns:a16="http://schemas.microsoft.com/office/drawing/2014/main" id="{6122787E-8213-0AF3-CF79-7F2347E3F9A2}"/>
                </a:ext>
              </a:extLst>
            </p:cNvPr>
            <p:cNvSpPr/>
            <p:nvPr/>
          </p:nvSpPr>
          <p:spPr>
            <a:xfrm>
              <a:off x="2672828" y="4905560"/>
              <a:ext cx="438564"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553" name="矩形 472">
              <a:extLst>
                <a:ext uri="{FF2B5EF4-FFF2-40B4-BE49-F238E27FC236}">
                  <a16:creationId xmlns:a16="http://schemas.microsoft.com/office/drawing/2014/main" id="{85C9AA4B-B602-397F-5A50-3570E0D8197E}"/>
                </a:ext>
              </a:extLst>
            </p:cNvPr>
            <p:cNvSpPr/>
            <p:nvPr/>
          </p:nvSpPr>
          <p:spPr>
            <a:xfrm>
              <a:off x="3082843" y="4905640"/>
              <a:ext cx="438029"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554" name="矩形 473">
              <a:extLst>
                <a:ext uri="{FF2B5EF4-FFF2-40B4-BE49-F238E27FC236}">
                  <a16:creationId xmlns:a16="http://schemas.microsoft.com/office/drawing/2014/main" id="{CEAE8597-EF31-E698-04E0-9DC24FF41B85}"/>
                </a:ext>
              </a:extLst>
            </p:cNvPr>
            <p:cNvSpPr/>
            <p:nvPr/>
          </p:nvSpPr>
          <p:spPr>
            <a:xfrm>
              <a:off x="3479503" y="4908999"/>
              <a:ext cx="438029"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18555" name="矩形: 圆角 474">
            <a:extLst>
              <a:ext uri="{FF2B5EF4-FFF2-40B4-BE49-F238E27FC236}">
                <a16:creationId xmlns:a16="http://schemas.microsoft.com/office/drawing/2014/main" id="{50FED594-92C9-4923-FD1F-813C2D85ABE5}"/>
              </a:ext>
            </a:extLst>
          </p:cNvPr>
          <p:cNvSpPr/>
          <p:nvPr/>
        </p:nvSpPr>
        <p:spPr>
          <a:xfrm>
            <a:off x="3435444" y="3622879"/>
            <a:ext cx="2361201" cy="2137009"/>
          </a:xfrm>
          <a:prstGeom prst="roundRect">
            <a:avLst>
              <a:gd name="adj" fmla="val 5669"/>
            </a:avLst>
          </a:prstGeom>
          <a:noFill/>
          <a:ln w="12700" cap="flat" cmpd="sng" algn="ctr">
            <a:solidFill>
              <a:srgbClr val="70AD47">
                <a:lumMod val="75000"/>
              </a:srgbClr>
            </a:solidFill>
            <a:prstDash val="dash"/>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grpSp>
        <p:nvGrpSpPr>
          <p:cNvPr id="18556" name="组合 475">
            <a:extLst>
              <a:ext uri="{FF2B5EF4-FFF2-40B4-BE49-F238E27FC236}">
                <a16:creationId xmlns:a16="http://schemas.microsoft.com/office/drawing/2014/main" id="{7A89D27E-46DA-9BC3-D90B-C1262F0FD386}"/>
              </a:ext>
            </a:extLst>
          </p:cNvPr>
          <p:cNvGrpSpPr/>
          <p:nvPr/>
        </p:nvGrpSpPr>
        <p:grpSpPr>
          <a:xfrm>
            <a:off x="3607006" y="3783728"/>
            <a:ext cx="1994701" cy="357451"/>
            <a:chOff x="5806435" y="3474660"/>
            <a:chExt cx="2751207" cy="436630"/>
          </a:xfrm>
        </p:grpSpPr>
        <p:cxnSp>
          <p:nvCxnSpPr>
            <p:cNvPr id="18557" name="直接连接符 476">
              <a:extLst>
                <a:ext uri="{FF2B5EF4-FFF2-40B4-BE49-F238E27FC236}">
                  <a16:creationId xmlns:a16="http://schemas.microsoft.com/office/drawing/2014/main" id="{ACE858B1-9288-C8DC-EEF7-0B09439DF874}"/>
                </a:ext>
              </a:extLst>
            </p:cNvPr>
            <p:cNvCxnSpPr>
              <a:cxnSpLocks/>
            </p:cNvCxnSpPr>
            <p:nvPr/>
          </p:nvCxnSpPr>
          <p:spPr>
            <a:xfrm>
              <a:off x="58088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58" name="直接连接符 477">
              <a:extLst>
                <a:ext uri="{FF2B5EF4-FFF2-40B4-BE49-F238E27FC236}">
                  <a16:creationId xmlns:a16="http://schemas.microsoft.com/office/drawing/2014/main" id="{10726729-5FC5-1EDE-98BD-65CD0FF21002}"/>
                </a:ext>
              </a:extLst>
            </p:cNvPr>
            <p:cNvCxnSpPr>
              <a:cxnSpLocks/>
            </p:cNvCxnSpPr>
            <p:nvPr/>
          </p:nvCxnSpPr>
          <p:spPr>
            <a:xfrm>
              <a:off x="63575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59" name="直接连接符 478">
              <a:extLst>
                <a:ext uri="{FF2B5EF4-FFF2-40B4-BE49-F238E27FC236}">
                  <a16:creationId xmlns:a16="http://schemas.microsoft.com/office/drawing/2014/main" id="{FE540C10-7649-9418-EEB0-E4103F8840ED}"/>
                </a:ext>
              </a:extLst>
            </p:cNvPr>
            <p:cNvCxnSpPr>
              <a:cxnSpLocks/>
            </p:cNvCxnSpPr>
            <p:nvPr/>
          </p:nvCxnSpPr>
          <p:spPr>
            <a:xfrm>
              <a:off x="69010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60" name="直接连接符 479">
              <a:extLst>
                <a:ext uri="{FF2B5EF4-FFF2-40B4-BE49-F238E27FC236}">
                  <a16:creationId xmlns:a16="http://schemas.microsoft.com/office/drawing/2014/main" id="{105C9506-19DF-5ED6-FBBC-EEA31EF609B4}"/>
                </a:ext>
              </a:extLst>
            </p:cNvPr>
            <p:cNvCxnSpPr>
              <a:cxnSpLocks/>
            </p:cNvCxnSpPr>
            <p:nvPr/>
          </p:nvCxnSpPr>
          <p:spPr>
            <a:xfrm>
              <a:off x="74497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61" name="直接连接符 480">
              <a:extLst>
                <a:ext uri="{FF2B5EF4-FFF2-40B4-BE49-F238E27FC236}">
                  <a16:creationId xmlns:a16="http://schemas.microsoft.com/office/drawing/2014/main" id="{0FFFBE4D-C55D-343C-4417-293A63C3D8F7}"/>
                </a:ext>
              </a:extLst>
            </p:cNvPr>
            <p:cNvCxnSpPr>
              <a:cxnSpLocks/>
            </p:cNvCxnSpPr>
            <p:nvPr/>
          </p:nvCxnSpPr>
          <p:spPr>
            <a:xfrm>
              <a:off x="8004756"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62" name="直接连接符 481">
              <a:extLst>
                <a:ext uri="{FF2B5EF4-FFF2-40B4-BE49-F238E27FC236}">
                  <a16:creationId xmlns:a16="http://schemas.microsoft.com/office/drawing/2014/main" id="{7DEBD242-40CE-9352-908A-3BC90C995E56}"/>
                </a:ext>
              </a:extLst>
            </p:cNvPr>
            <p:cNvCxnSpPr>
              <a:cxnSpLocks/>
            </p:cNvCxnSpPr>
            <p:nvPr/>
          </p:nvCxnSpPr>
          <p:spPr>
            <a:xfrm>
              <a:off x="8553422"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63" name="直接连接符 482">
              <a:extLst>
                <a:ext uri="{FF2B5EF4-FFF2-40B4-BE49-F238E27FC236}">
                  <a16:creationId xmlns:a16="http://schemas.microsoft.com/office/drawing/2014/main" id="{E8D45E8B-FEF6-2E0F-5F76-C48CF11CE87D}"/>
                </a:ext>
              </a:extLst>
            </p:cNvPr>
            <p:cNvCxnSpPr/>
            <p:nvPr/>
          </p:nvCxnSpPr>
          <p:spPr>
            <a:xfrm flipH="1">
              <a:off x="5808871" y="3479290"/>
              <a:ext cx="553086" cy="426591"/>
            </a:xfrm>
            <a:prstGeom prst="line">
              <a:avLst/>
            </a:prstGeom>
            <a:noFill/>
            <a:ln w="6350" cap="flat" cmpd="sng" algn="ctr">
              <a:solidFill>
                <a:srgbClr val="70AD47">
                  <a:lumMod val="75000"/>
                  <a:alpha val="75000"/>
                </a:srgbClr>
              </a:solidFill>
              <a:prstDash val="solid"/>
              <a:miter lim="800000"/>
            </a:ln>
            <a:effectLst/>
          </p:spPr>
        </p:cxnSp>
        <p:cxnSp>
          <p:nvCxnSpPr>
            <p:cNvPr id="18564" name="直接连接符 483">
              <a:extLst>
                <a:ext uri="{FF2B5EF4-FFF2-40B4-BE49-F238E27FC236}">
                  <a16:creationId xmlns:a16="http://schemas.microsoft.com/office/drawing/2014/main" id="{6C0A3CAA-556C-DA35-2F81-366B31D3FAF2}"/>
                </a:ext>
              </a:extLst>
            </p:cNvPr>
            <p:cNvCxnSpPr/>
            <p:nvPr/>
          </p:nvCxnSpPr>
          <p:spPr>
            <a:xfrm flipH="1">
              <a:off x="6354363" y="3479290"/>
              <a:ext cx="546708" cy="426591"/>
            </a:xfrm>
            <a:prstGeom prst="line">
              <a:avLst/>
            </a:prstGeom>
            <a:noFill/>
            <a:ln w="6350" cap="flat" cmpd="sng" algn="ctr">
              <a:solidFill>
                <a:srgbClr val="70AD47">
                  <a:lumMod val="75000"/>
                  <a:alpha val="75000"/>
                </a:srgbClr>
              </a:solidFill>
              <a:prstDash val="solid"/>
              <a:miter lim="800000"/>
            </a:ln>
            <a:effectLst/>
          </p:spPr>
        </p:cxnSp>
        <p:cxnSp>
          <p:nvCxnSpPr>
            <p:cNvPr id="18565" name="直接连接符 484">
              <a:extLst>
                <a:ext uri="{FF2B5EF4-FFF2-40B4-BE49-F238E27FC236}">
                  <a16:creationId xmlns:a16="http://schemas.microsoft.com/office/drawing/2014/main" id="{5A2D6F72-AFA1-FE98-0D35-9A86550188D8}"/>
                </a:ext>
              </a:extLst>
            </p:cNvPr>
            <p:cNvCxnSpPr/>
            <p:nvPr/>
          </p:nvCxnSpPr>
          <p:spPr>
            <a:xfrm flipH="1">
              <a:off x="6901071" y="3479290"/>
              <a:ext cx="555327" cy="426591"/>
            </a:xfrm>
            <a:prstGeom prst="line">
              <a:avLst/>
            </a:prstGeom>
            <a:noFill/>
            <a:ln w="6350" cap="flat" cmpd="sng" algn="ctr">
              <a:solidFill>
                <a:srgbClr val="70AD47">
                  <a:lumMod val="75000"/>
                  <a:alpha val="75000"/>
                </a:srgbClr>
              </a:solidFill>
              <a:prstDash val="solid"/>
              <a:miter lim="800000"/>
            </a:ln>
            <a:effectLst/>
          </p:spPr>
        </p:cxnSp>
        <p:cxnSp>
          <p:nvCxnSpPr>
            <p:cNvPr id="18566" name="直接连接符 485">
              <a:extLst>
                <a:ext uri="{FF2B5EF4-FFF2-40B4-BE49-F238E27FC236}">
                  <a16:creationId xmlns:a16="http://schemas.microsoft.com/office/drawing/2014/main" id="{9843C123-D861-09D4-81C8-4DAFBB32F0AE}"/>
                </a:ext>
              </a:extLst>
            </p:cNvPr>
            <p:cNvCxnSpPr/>
            <p:nvPr/>
          </p:nvCxnSpPr>
          <p:spPr>
            <a:xfrm flipH="1">
              <a:off x="7449512" y="3479290"/>
              <a:ext cx="559498" cy="426591"/>
            </a:xfrm>
            <a:prstGeom prst="line">
              <a:avLst/>
            </a:prstGeom>
            <a:noFill/>
            <a:ln w="6350" cap="flat" cmpd="sng" algn="ctr">
              <a:solidFill>
                <a:srgbClr val="70AD47">
                  <a:lumMod val="75000"/>
                  <a:alpha val="75000"/>
                </a:srgbClr>
              </a:solidFill>
              <a:prstDash val="solid"/>
              <a:miter lim="800000"/>
            </a:ln>
            <a:effectLst/>
          </p:spPr>
        </p:cxnSp>
        <p:cxnSp>
          <p:nvCxnSpPr>
            <p:cNvPr id="18567" name="直接连接符 486">
              <a:extLst>
                <a:ext uri="{FF2B5EF4-FFF2-40B4-BE49-F238E27FC236}">
                  <a16:creationId xmlns:a16="http://schemas.microsoft.com/office/drawing/2014/main" id="{9F93D388-36AF-AA09-8DBE-597E1064213E}"/>
                </a:ext>
              </a:extLst>
            </p:cNvPr>
            <p:cNvCxnSpPr/>
            <p:nvPr/>
          </p:nvCxnSpPr>
          <p:spPr>
            <a:xfrm flipH="1">
              <a:off x="8009010" y="3479290"/>
              <a:ext cx="548632" cy="426591"/>
            </a:xfrm>
            <a:prstGeom prst="line">
              <a:avLst/>
            </a:prstGeom>
            <a:noFill/>
            <a:ln w="6350" cap="flat" cmpd="sng" algn="ctr">
              <a:solidFill>
                <a:srgbClr val="70AD47">
                  <a:lumMod val="75000"/>
                  <a:alpha val="75000"/>
                </a:srgbClr>
              </a:solidFill>
              <a:prstDash val="solid"/>
              <a:miter lim="800000"/>
            </a:ln>
            <a:effectLst/>
          </p:spPr>
        </p:cxnSp>
        <p:cxnSp>
          <p:nvCxnSpPr>
            <p:cNvPr id="18568" name="直接连接符 487">
              <a:extLst>
                <a:ext uri="{FF2B5EF4-FFF2-40B4-BE49-F238E27FC236}">
                  <a16:creationId xmlns:a16="http://schemas.microsoft.com/office/drawing/2014/main" id="{9226DC0C-4B84-F463-42B9-9D470714AAA1}"/>
                </a:ext>
              </a:extLst>
            </p:cNvPr>
            <p:cNvCxnSpPr>
              <a:cxnSpLocks/>
            </p:cNvCxnSpPr>
            <p:nvPr/>
          </p:nvCxnSpPr>
          <p:spPr>
            <a:xfrm flipV="1">
              <a:off x="5808871" y="3479290"/>
              <a:ext cx="1091415" cy="423887"/>
            </a:xfrm>
            <a:prstGeom prst="line">
              <a:avLst/>
            </a:prstGeom>
            <a:noFill/>
            <a:ln w="6350" cap="flat" cmpd="sng" algn="ctr">
              <a:solidFill>
                <a:srgbClr val="70AD47">
                  <a:lumMod val="75000"/>
                  <a:alpha val="75000"/>
                </a:srgbClr>
              </a:solidFill>
              <a:prstDash val="solid"/>
              <a:miter lim="800000"/>
            </a:ln>
            <a:effectLst/>
          </p:spPr>
        </p:cxnSp>
        <p:cxnSp>
          <p:nvCxnSpPr>
            <p:cNvPr id="18569" name="直接连接符 488">
              <a:extLst>
                <a:ext uri="{FF2B5EF4-FFF2-40B4-BE49-F238E27FC236}">
                  <a16:creationId xmlns:a16="http://schemas.microsoft.com/office/drawing/2014/main" id="{667A584B-80B1-FC54-5F4D-6806CBD98B06}"/>
                </a:ext>
              </a:extLst>
            </p:cNvPr>
            <p:cNvCxnSpPr>
              <a:cxnSpLocks/>
            </p:cNvCxnSpPr>
            <p:nvPr/>
          </p:nvCxnSpPr>
          <p:spPr>
            <a:xfrm flipV="1">
              <a:off x="6894329" y="3481604"/>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570" name="直接连接符 489">
              <a:extLst>
                <a:ext uri="{FF2B5EF4-FFF2-40B4-BE49-F238E27FC236}">
                  <a16:creationId xmlns:a16="http://schemas.microsoft.com/office/drawing/2014/main" id="{D0AA8882-B711-D396-009B-552709876ECA}"/>
                </a:ext>
              </a:extLst>
            </p:cNvPr>
            <p:cNvCxnSpPr>
              <a:cxnSpLocks/>
            </p:cNvCxnSpPr>
            <p:nvPr/>
          </p:nvCxnSpPr>
          <p:spPr>
            <a:xfrm flipV="1">
              <a:off x="6351549" y="3482312"/>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571" name="直接连接符 490">
              <a:extLst>
                <a:ext uri="{FF2B5EF4-FFF2-40B4-BE49-F238E27FC236}">
                  <a16:creationId xmlns:a16="http://schemas.microsoft.com/office/drawing/2014/main" id="{6B7498CB-1AD9-D892-1FF6-F10482F36FE5}"/>
                </a:ext>
              </a:extLst>
            </p:cNvPr>
            <p:cNvCxnSpPr>
              <a:cxnSpLocks/>
            </p:cNvCxnSpPr>
            <p:nvPr/>
          </p:nvCxnSpPr>
          <p:spPr>
            <a:xfrm flipV="1">
              <a:off x="7447367" y="3478899"/>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572" name="直接连接符 491">
              <a:extLst>
                <a:ext uri="{FF2B5EF4-FFF2-40B4-BE49-F238E27FC236}">
                  <a16:creationId xmlns:a16="http://schemas.microsoft.com/office/drawing/2014/main" id="{DF6C4BA3-7C8B-BDAC-D6EF-7823D806D35B}"/>
                </a:ext>
              </a:extLst>
            </p:cNvPr>
            <p:cNvCxnSpPr/>
            <p:nvPr/>
          </p:nvCxnSpPr>
          <p:spPr>
            <a:xfrm flipV="1">
              <a:off x="5806435" y="3478899"/>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573" name="直接连接符 492">
              <a:extLst>
                <a:ext uri="{FF2B5EF4-FFF2-40B4-BE49-F238E27FC236}">
                  <a16:creationId xmlns:a16="http://schemas.microsoft.com/office/drawing/2014/main" id="{567D0AC7-B891-69EE-B89C-2B5B930852DF}"/>
                </a:ext>
              </a:extLst>
            </p:cNvPr>
            <p:cNvCxnSpPr/>
            <p:nvPr/>
          </p:nvCxnSpPr>
          <p:spPr>
            <a:xfrm flipV="1">
              <a:off x="6359295" y="3478898"/>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574" name="直接连接符 493">
              <a:extLst>
                <a:ext uri="{FF2B5EF4-FFF2-40B4-BE49-F238E27FC236}">
                  <a16:creationId xmlns:a16="http://schemas.microsoft.com/office/drawing/2014/main" id="{33A9D27A-24E2-5824-956E-8A57B50CFB92}"/>
                </a:ext>
              </a:extLst>
            </p:cNvPr>
            <p:cNvCxnSpPr/>
            <p:nvPr/>
          </p:nvCxnSpPr>
          <p:spPr>
            <a:xfrm flipV="1">
              <a:off x="6902688" y="3481212"/>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575" name="直接连接符 494">
              <a:extLst>
                <a:ext uri="{FF2B5EF4-FFF2-40B4-BE49-F238E27FC236}">
                  <a16:creationId xmlns:a16="http://schemas.microsoft.com/office/drawing/2014/main" id="{A9999379-646A-87A9-A808-7166CFE4D32B}"/>
                </a:ext>
              </a:extLst>
            </p:cNvPr>
            <p:cNvCxnSpPr/>
            <p:nvPr/>
          </p:nvCxnSpPr>
          <p:spPr>
            <a:xfrm flipV="1">
              <a:off x="5806435" y="3478898"/>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576" name="直接连接符 495">
              <a:extLst>
                <a:ext uri="{FF2B5EF4-FFF2-40B4-BE49-F238E27FC236}">
                  <a16:creationId xmlns:a16="http://schemas.microsoft.com/office/drawing/2014/main" id="{642221C3-6334-9161-993F-0F7C28E0DDA2}"/>
                </a:ext>
              </a:extLst>
            </p:cNvPr>
            <p:cNvCxnSpPr/>
            <p:nvPr/>
          </p:nvCxnSpPr>
          <p:spPr>
            <a:xfrm flipV="1">
              <a:off x="6354355" y="3485344"/>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577" name="直接连接符 496">
              <a:extLst>
                <a:ext uri="{FF2B5EF4-FFF2-40B4-BE49-F238E27FC236}">
                  <a16:creationId xmlns:a16="http://schemas.microsoft.com/office/drawing/2014/main" id="{324101F2-DA30-944C-7441-6538C702ED5C}"/>
                </a:ext>
              </a:extLst>
            </p:cNvPr>
            <p:cNvCxnSpPr/>
            <p:nvPr/>
          </p:nvCxnSpPr>
          <p:spPr>
            <a:xfrm flipV="1">
              <a:off x="5806435" y="3478898"/>
              <a:ext cx="2744274" cy="424277"/>
            </a:xfrm>
            <a:prstGeom prst="line">
              <a:avLst/>
            </a:prstGeom>
            <a:noFill/>
            <a:ln w="6350" cap="flat" cmpd="sng" algn="ctr">
              <a:solidFill>
                <a:srgbClr val="70AD47">
                  <a:lumMod val="75000"/>
                  <a:alpha val="75000"/>
                </a:srgbClr>
              </a:solidFill>
              <a:prstDash val="solid"/>
              <a:miter lim="800000"/>
            </a:ln>
            <a:effectLst/>
          </p:spPr>
        </p:cxnSp>
      </p:grpSp>
      <p:sp>
        <p:nvSpPr>
          <p:cNvPr id="18578" name="矩形: 圆角 497">
            <a:extLst>
              <a:ext uri="{FF2B5EF4-FFF2-40B4-BE49-F238E27FC236}">
                <a16:creationId xmlns:a16="http://schemas.microsoft.com/office/drawing/2014/main" id="{2085B1A5-62FF-0E72-637F-FE8F89D6556A}"/>
              </a:ext>
            </a:extLst>
          </p:cNvPr>
          <p:cNvSpPr/>
          <p:nvPr/>
        </p:nvSpPr>
        <p:spPr>
          <a:xfrm>
            <a:off x="3496887" y="4626198"/>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79" name="矩形: 圆角 498">
            <a:extLst>
              <a:ext uri="{FF2B5EF4-FFF2-40B4-BE49-F238E27FC236}">
                <a16:creationId xmlns:a16="http://schemas.microsoft.com/office/drawing/2014/main" id="{6E8AB121-8841-04C5-BA32-6AE490E8B737}"/>
              </a:ext>
            </a:extLst>
          </p:cNvPr>
          <p:cNvSpPr/>
          <p:nvPr/>
        </p:nvSpPr>
        <p:spPr>
          <a:xfrm>
            <a:off x="3496887" y="5106651"/>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80" name="矩形: 圆角 499">
            <a:extLst>
              <a:ext uri="{FF2B5EF4-FFF2-40B4-BE49-F238E27FC236}">
                <a16:creationId xmlns:a16="http://schemas.microsoft.com/office/drawing/2014/main" id="{0FD4FBD5-B911-83A6-A922-DFC58DB8A911}"/>
              </a:ext>
            </a:extLst>
          </p:cNvPr>
          <p:cNvSpPr/>
          <p:nvPr/>
        </p:nvSpPr>
        <p:spPr>
          <a:xfrm>
            <a:off x="3496887" y="5595164"/>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81" name="矩形: 圆角 500">
            <a:extLst>
              <a:ext uri="{FF2B5EF4-FFF2-40B4-BE49-F238E27FC236}">
                <a16:creationId xmlns:a16="http://schemas.microsoft.com/office/drawing/2014/main" id="{3D29214A-B471-D016-C9E3-F7AB47048CD1}"/>
              </a:ext>
            </a:extLst>
          </p:cNvPr>
          <p:cNvSpPr/>
          <p:nvPr/>
        </p:nvSpPr>
        <p:spPr>
          <a:xfrm>
            <a:off x="3493269" y="4144414"/>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582" name="矩形: 圆角 501">
            <a:extLst>
              <a:ext uri="{FF2B5EF4-FFF2-40B4-BE49-F238E27FC236}">
                <a16:creationId xmlns:a16="http://schemas.microsoft.com/office/drawing/2014/main" id="{E5435CCE-3AA4-E65E-2DDF-C4EA6489905A}"/>
              </a:ext>
            </a:extLst>
          </p:cNvPr>
          <p:cNvSpPr/>
          <p:nvPr/>
        </p:nvSpPr>
        <p:spPr>
          <a:xfrm>
            <a:off x="3493269" y="3684893"/>
            <a:ext cx="2215776" cy="98835"/>
          </a:xfrm>
          <a:prstGeom prst="roundRect">
            <a:avLst/>
          </a:prstGeom>
          <a:solidFill>
            <a:srgbClr val="70AD47">
              <a:lumMod val="40000"/>
              <a:lumOff val="6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grpSp>
        <p:nvGrpSpPr>
          <p:cNvPr id="18583" name="组合 502">
            <a:extLst>
              <a:ext uri="{FF2B5EF4-FFF2-40B4-BE49-F238E27FC236}">
                <a16:creationId xmlns:a16="http://schemas.microsoft.com/office/drawing/2014/main" id="{1A305533-FB70-34B7-43BB-34213280E15D}"/>
              </a:ext>
            </a:extLst>
          </p:cNvPr>
          <p:cNvGrpSpPr/>
          <p:nvPr/>
        </p:nvGrpSpPr>
        <p:grpSpPr>
          <a:xfrm>
            <a:off x="3603806" y="4236225"/>
            <a:ext cx="1994701" cy="384450"/>
            <a:chOff x="5806435" y="3474660"/>
            <a:chExt cx="2751207" cy="436630"/>
          </a:xfrm>
        </p:grpSpPr>
        <p:cxnSp>
          <p:nvCxnSpPr>
            <p:cNvPr id="18584" name="直接连接符 503">
              <a:extLst>
                <a:ext uri="{FF2B5EF4-FFF2-40B4-BE49-F238E27FC236}">
                  <a16:creationId xmlns:a16="http://schemas.microsoft.com/office/drawing/2014/main" id="{6A7BEDB7-CA38-EA4D-7FB1-61B563F97141}"/>
                </a:ext>
              </a:extLst>
            </p:cNvPr>
            <p:cNvCxnSpPr>
              <a:cxnSpLocks/>
            </p:cNvCxnSpPr>
            <p:nvPr/>
          </p:nvCxnSpPr>
          <p:spPr>
            <a:xfrm>
              <a:off x="58088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85" name="直接连接符 504">
              <a:extLst>
                <a:ext uri="{FF2B5EF4-FFF2-40B4-BE49-F238E27FC236}">
                  <a16:creationId xmlns:a16="http://schemas.microsoft.com/office/drawing/2014/main" id="{77AE373E-8BB2-BDAA-604C-58AA30FD7ECE}"/>
                </a:ext>
              </a:extLst>
            </p:cNvPr>
            <p:cNvCxnSpPr>
              <a:cxnSpLocks/>
            </p:cNvCxnSpPr>
            <p:nvPr/>
          </p:nvCxnSpPr>
          <p:spPr>
            <a:xfrm>
              <a:off x="63575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86" name="直接连接符 505">
              <a:extLst>
                <a:ext uri="{FF2B5EF4-FFF2-40B4-BE49-F238E27FC236}">
                  <a16:creationId xmlns:a16="http://schemas.microsoft.com/office/drawing/2014/main" id="{80073982-D01D-C4FF-CE14-BC8FB59793BE}"/>
                </a:ext>
              </a:extLst>
            </p:cNvPr>
            <p:cNvCxnSpPr>
              <a:cxnSpLocks/>
            </p:cNvCxnSpPr>
            <p:nvPr/>
          </p:nvCxnSpPr>
          <p:spPr>
            <a:xfrm>
              <a:off x="69010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87" name="直接连接符 506">
              <a:extLst>
                <a:ext uri="{FF2B5EF4-FFF2-40B4-BE49-F238E27FC236}">
                  <a16:creationId xmlns:a16="http://schemas.microsoft.com/office/drawing/2014/main" id="{83611096-5E14-15D9-F4E2-210265B85729}"/>
                </a:ext>
              </a:extLst>
            </p:cNvPr>
            <p:cNvCxnSpPr>
              <a:cxnSpLocks/>
            </p:cNvCxnSpPr>
            <p:nvPr/>
          </p:nvCxnSpPr>
          <p:spPr>
            <a:xfrm>
              <a:off x="74497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88" name="直接连接符 507">
              <a:extLst>
                <a:ext uri="{FF2B5EF4-FFF2-40B4-BE49-F238E27FC236}">
                  <a16:creationId xmlns:a16="http://schemas.microsoft.com/office/drawing/2014/main" id="{B9448D0B-4919-D222-0FF4-67B8ECC5A8A6}"/>
                </a:ext>
              </a:extLst>
            </p:cNvPr>
            <p:cNvCxnSpPr>
              <a:cxnSpLocks/>
            </p:cNvCxnSpPr>
            <p:nvPr/>
          </p:nvCxnSpPr>
          <p:spPr>
            <a:xfrm>
              <a:off x="8004756"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89" name="直接连接符 508">
              <a:extLst>
                <a:ext uri="{FF2B5EF4-FFF2-40B4-BE49-F238E27FC236}">
                  <a16:creationId xmlns:a16="http://schemas.microsoft.com/office/drawing/2014/main" id="{8576A5B7-66BB-86FD-B6BF-6F9FF3B165AA}"/>
                </a:ext>
              </a:extLst>
            </p:cNvPr>
            <p:cNvCxnSpPr>
              <a:cxnSpLocks/>
            </p:cNvCxnSpPr>
            <p:nvPr/>
          </p:nvCxnSpPr>
          <p:spPr>
            <a:xfrm>
              <a:off x="8553422"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590" name="直接连接符 509">
              <a:extLst>
                <a:ext uri="{FF2B5EF4-FFF2-40B4-BE49-F238E27FC236}">
                  <a16:creationId xmlns:a16="http://schemas.microsoft.com/office/drawing/2014/main" id="{B4A1D2DF-FF64-ECA9-1D2C-7FF39E39E9CA}"/>
                </a:ext>
              </a:extLst>
            </p:cNvPr>
            <p:cNvCxnSpPr/>
            <p:nvPr/>
          </p:nvCxnSpPr>
          <p:spPr>
            <a:xfrm flipH="1">
              <a:off x="5808871" y="3479290"/>
              <a:ext cx="553086" cy="426591"/>
            </a:xfrm>
            <a:prstGeom prst="line">
              <a:avLst/>
            </a:prstGeom>
            <a:noFill/>
            <a:ln w="6350" cap="flat" cmpd="sng" algn="ctr">
              <a:solidFill>
                <a:srgbClr val="70AD47">
                  <a:lumMod val="75000"/>
                  <a:alpha val="75000"/>
                </a:srgbClr>
              </a:solidFill>
              <a:prstDash val="solid"/>
              <a:miter lim="800000"/>
            </a:ln>
            <a:effectLst/>
          </p:spPr>
        </p:cxnSp>
        <p:cxnSp>
          <p:nvCxnSpPr>
            <p:cNvPr id="18591" name="直接连接符 510">
              <a:extLst>
                <a:ext uri="{FF2B5EF4-FFF2-40B4-BE49-F238E27FC236}">
                  <a16:creationId xmlns:a16="http://schemas.microsoft.com/office/drawing/2014/main" id="{61C95B98-841F-8736-E053-5D8A8F094933}"/>
                </a:ext>
              </a:extLst>
            </p:cNvPr>
            <p:cNvCxnSpPr/>
            <p:nvPr/>
          </p:nvCxnSpPr>
          <p:spPr>
            <a:xfrm flipH="1">
              <a:off x="6354363" y="3479290"/>
              <a:ext cx="546708" cy="426591"/>
            </a:xfrm>
            <a:prstGeom prst="line">
              <a:avLst/>
            </a:prstGeom>
            <a:noFill/>
            <a:ln w="6350" cap="flat" cmpd="sng" algn="ctr">
              <a:solidFill>
                <a:srgbClr val="70AD47">
                  <a:lumMod val="75000"/>
                  <a:alpha val="75000"/>
                </a:srgbClr>
              </a:solidFill>
              <a:prstDash val="solid"/>
              <a:miter lim="800000"/>
            </a:ln>
            <a:effectLst/>
          </p:spPr>
        </p:cxnSp>
        <p:cxnSp>
          <p:nvCxnSpPr>
            <p:cNvPr id="18592" name="直接连接符 511">
              <a:extLst>
                <a:ext uri="{FF2B5EF4-FFF2-40B4-BE49-F238E27FC236}">
                  <a16:creationId xmlns:a16="http://schemas.microsoft.com/office/drawing/2014/main" id="{BB131369-2745-E6A3-53D7-E489571C8B8A}"/>
                </a:ext>
              </a:extLst>
            </p:cNvPr>
            <p:cNvCxnSpPr/>
            <p:nvPr/>
          </p:nvCxnSpPr>
          <p:spPr>
            <a:xfrm flipH="1">
              <a:off x="6901071" y="3479290"/>
              <a:ext cx="555327" cy="426591"/>
            </a:xfrm>
            <a:prstGeom prst="line">
              <a:avLst/>
            </a:prstGeom>
            <a:noFill/>
            <a:ln w="6350" cap="flat" cmpd="sng" algn="ctr">
              <a:solidFill>
                <a:srgbClr val="70AD47">
                  <a:lumMod val="75000"/>
                  <a:alpha val="75000"/>
                </a:srgbClr>
              </a:solidFill>
              <a:prstDash val="solid"/>
              <a:miter lim="800000"/>
            </a:ln>
            <a:effectLst/>
          </p:spPr>
        </p:cxnSp>
        <p:cxnSp>
          <p:nvCxnSpPr>
            <p:cNvPr id="18593" name="直接连接符 512">
              <a:extLst>
                <a:ext uri="{FF2B5EF4-FFF2-40B4-BE49-F238E27FC236}">
                  <a16:creationId xmlns:a16="http://schemas.microsoft.com/office/drawing/2014/main" id="{1B8AFC5B-1B50-B3DC-6F62-F3DC5AA8F827}"/>
                </a:ext>
              </a:extLst>
            </p:cNvPr>
            <p:cNvCxnSpPr/>
            <p:nvPr/>
          </p:nvCxnSpPr>
          <p:spPr>
            <a:xfrm flipH="1">
              <a:off x="7449512" y="3479290"/>
              <a:ext cx="559498" cy="426591"/>
            </a:xfrm>
            <a:prstGeom prst="line">
              <a:avLst/>
            </a:prstGeom>
            <a:noFill/>
            <a:ln w="6350" cap="flat" cmpd="sng" algn="ctr">
              <a:solidFill>
                <a:srgbClr val="70AD47">
                  <a:lumMod val="75000"/>
                  <a:alpha val="75000"/>
                </a:srgbClr>
              </a:solidFill>
              <a:prstDash val="solid"/>
              <a:miter lim="800000"/>
            </a:ln>
            <a:effectLst/>
          </p:spPr>
        </p:cxnSp>
        <p:cxnSp>
          <p:nvCxnSpPr>
            <p:cNvPr id="18594" name="直接连接符 513">
              <a:extLst>
                <a:ext uri="{FF2B5EF4-FFF2-40B4-BE49-F238E27FC236}">
                  <a16:creationId xmlns:a16="http://schemas.microsoft.com/office/drawing/2014/main" id="{F0C3BEF4-4A58-1BE4-713C-00E213D5E11A}"/>
                </a:ext>
              </a:extLst>
            </p:cNvPr>
            <p:cNvCxnSpPr/>
            <p:nvPr/>
          </p:nvCxnSpPr>
          <p:spPr>
            <a:xfrm flipH="1">
              <a:off x="8009010" y="3479290"/>
              <a:ext cx="548632" cy="426591"/>
            </a:xfrm>
            <a:prstGeom prst="line">
              <a:avLst/>
            </a:prstGeom>
            <a:noFill/>
            <a:ln w="6350" cap="flat" cmpd="sng" algn="ctr">
              <a:solidFill>
                <a:srgbClr val="70AD47">
                  <a:lumMod val="75000"/>
                  <a:alpha val="75000"/>
                </a:srgbClr>
              </a:solidFill>
              <a:prstDash val="solid"/>
              <a:miter lim="800000"/>
            </a:ln>
            <a:effectLst/>
          </p:spPr>
        </p:cxnSp>
        <p:cxnSp>
          <p:nvCxnSpPr>
            <p:cNvPr id="18595" name="直接连接符 514">
              <a:extLst>
                <a:ext uri="{FF2B5EF4-FFF2-40B4-BE49-F238E27FC236}">
                  <a16:creationId xmlns:a16="http://schemas.microsoft.com/office/drawing/2014/main" id="{D717FCC7-9C1D-21D0-2630-848D60287B19}"/>
                </a:ext>
              </a:extLst>
            </p:cNvPr>
            <p:cNvCxnSpPr>
              <a:cxnSpLocks/>
            </p:cNvCxnSpPr>
            <p:nvPr/>
          </p:nvCxnSpPr>
          <p:spPr>
            <a:xfrm flipV="1">
              <a:off x="5808871" y="3479290"/>
              <a:ext cx="1091415" cy="423887"/>
            </a:xfrm>
            <a:prstGeom prst="line">
              <a:avLst/>
            </a:prstGeom>
            <a:noFill/>
            <a:ln w="6350" cap="flat" cmpd="sng" algn="ctr">
              <a:solidFill>
                <a:srgbClr val="70AD47">
                  <a:lumMod val="75000"/>
                  <a:alpha val="75000"/>
                </a:srgbClr>
              </a:solidFill>
              <a:prstDash val="solid"/>
              <a:miter lim="800000"/>
            </a:ln>
            <a:effectLst/>
          </p:spPr>
        </p:cxnSp>
        <p:cxnSp>
          <p:nvCxnSpPr>
            <p:cNvPr id="18596" name="直接连接符 515">
              <a:extLst>
                <a:ext uri="{FF2B5EF4-FFF2-40B4-BE49-F238E27FC236}">
                  <a16:creationId xmlns:a16="http://schemas.microsoft.com/office/drawing/2014/main" id="{212B8DD8-8915-2970-D3B6-38886D1F9562}"/>
                </a:ext>
              </a:extLst>
            </p:cNvPr>
            <p:cNvCxnSpPr>
              <a:cxnSpLocks/>
            </p:cNvCxnSpPr>
            <p:nvPr/>
          </p:nvCxnSpPr>
          <p:spPr>
            <a:xfrm flipV="1">
              <a:off x="6894329" y="3481604"/>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597" name="直接连接符 516">
              <a:extLst>
                <a:ext uri="{FF2B5EF4-FFF2-40B4-BE49-F238E27FC236}">
                  <a16:creationId xmlns:a16="http://schemas.microsoft.com/office/drawing/2014/main" id="{88220522-C58E-451F-55D0-6D298DA97E47}"/>
                </a:ext>
              </a:extLst>
            </p:cNvPr>
            <p:cNvCxnSpPr>
              <a:cxnSpLocks/>
            </p:cNvCxnSpPr>
            <p:nvPr/>
          </p:nvCxnSpPr>
          <p:spPr>
            <a:xfrm flipV="1">
              <a:off x="6351549" y="3482312"/>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598" name="直接连接符 517">
              <a:extLst>
                <a:ext uri="{FF2B5EF4-FFF2-40B4-BE49-F238E27FC236}">
                  <a16:creationId xmlns:a16="http://schemas.microsoft.com/office/drawing/2014/main" id="{9F7418B7-7E8C-9CD3-F062-4088845AD956}"/>
                </a:ext>
              </a:extLst>
            </p:cNvPr>
            <p:cNvCxnSpPr>
              <a:cxnSpLocks/>
            </p:cNvCxnSpPr>
            <p:nvPr/>
          </p:nvCxnSpPr>
          <p:spPr>
            <a:xfrm flipV="1">
              <a:off x="7447367" y="3478899"/>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599" name="直接连接符 518">
              <a:extLst>
                <a:ext uri="{FF2B5EF4-FFF2-40B4-BE49-F238E27FC236}">
                  <a16:creationId xmlns:a16="http://schemas.microsoft.com/office/drawing/2014/main" id="{2929FAB0-C03C-FF74-A67E-7DEAF0A7CADB}"/>
                </a:ext>
              </a:extLst>
            </p:cNvPr>
            <p:cNvCxnSpPr/>
            <p:nvPr/>
          </p:nvCxnSpPr>
          <p:spPr>
            <a:xfrm flipV="1">
              <a:off x="5806435" y="3478899"/>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00" name="直接连接符 519">
              <a:extLst>
                <a:ext uri="{FF2B5EF4-FFF2-40B4-BE49-F238E27FC236}">
                  <a16:creationId xmlns:a16="http://schemas.microsoft.com/office/drawing/2014/main" id="{04A60E48-B3C9-19BD-4CD7-A39C08411FA4}"/>
                </a:ext>
              </a:extLst>
            </p:cNvPr>
            <p:cNvCxnSpPr/>
            <p:nvPr/>
          </p:nvCxnSpPr>
          <p:spPr>
            <a:xfrm flipV="1">
              <a:off x="6359295" y="3478898"/>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01" name="直接连接符 520">
              <a:extLst>
                <a:ext uri="{FF2B5EF4-FFF2-40B4-BE49-F238E27FC236}">
                  <a16:creationId xmlns:a16="http://schemas.microsoft.com/office/drawing/2014/main" id="{E9A2A575-AEEC-D180-76B6-C36D185E3888}"/>
                </a:ext>
              </a:extLst>
            </p:cNvPr>
            <p:cNvCxnSpPr/>
            <p:nvPr/>
          </p:nvCxnSpPr>
          <p:spPr>
            <a:xfrm flipV="1">
              <a:off x="6902688" y="3481212"/>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02" name="直接连接符 521">
              <a:extLst>
                <a:ext uri="{FF2B5EF4-FFF2-40B4-BE49-F238E27FC236}">
                  <a16:creationId xmlns:a16="http://schemas.microsoft.com/office/drawing/2014/main" id="{FBCEC0E5-E2B4-1F3D-E124-CE1F125102C5}"/>
                </a:ext>
              </a:extLst>
            </p:cNvPr>
            <p:cNvCxnSpPr/>
            <p:nvPr/>
          </p:nvCxnSpPr>
          <p:spPr>
            <a:xfrm flipV="1">
              <a:off x="5806435" y="3478898"/>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603" name="直接连接符 522">
              <a:extLst>
                <a:ext uri="{FF2B5EF4-FFF2-40B4-BE49-F238E27FC236}">
                  <a16:creationId xmlns:a16="http://schemas.microsoft.com/office/drawing/2014/main" id="{B7E14C9A-1D0D-4A8E-7E7E-DE2260917CE0}"/>
                </a:ext>
              </a:extLst>
            </p:cNvPr>
            <p:cNvCxnSpPr/>
            <p:nvPr/>
          </p:nvCxnSpPr>
          <p:spPr>
            <a:xfrm flipV="1">
              <a:off x="6354355" y="3485344"/>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604" name="直接连接符 523">
              <a:extLst>
                <a:ext uri="{FF2B5EF4-FFF2-40B4-BE49-F238E27FC236}">
                  <a16:creationId xmlns:a16="http://schemas.microsoft.com/office/drawing/2014/main" id="{957F1FC3-5038-E76A-2008-CA149D045594}"/>
                </a:ext>
              </a:extLst>
            </p:cNvPr>
            <p:cNvCxnSpPr/>
            <p:nvPr/>
          </p:nvCxnSpPr>
          <p:spPr>
            <a:xfrm flipV="1">
              <a:off x="5806435" y="3478898"/>
              <a:ext cx="2744274" cy="424277"/>
            </a:xfrm>
            <a:prstGeom prst="line">
              <a:avLst/>
            </a:prstGeom>
            <a:noFill/>
            <a:ln w="6350" cap="flat" cmpd="sng" algn="ctr">
              <a:solidFill>
                <a:srgbClr val="70AD47">
                  <a:lumMod val="75000"/>
                  <a:alpha val="75000"/>
                </a:srgbClr>
              </a:solidFill>
              <a:prstDash val="solid"/>
              <a:miter lim="800000"/>
            </a:ln>
            <a:effectLst/>
          </p:spPr>
        </p:cxnSp>
      </p:grpSp>
      <p:grpSp>
        <p:nvGrpSpPr>
          <p:cNvPr id="18605" name="组合 524">
            <a:extLst>
              <a:ext uri="{FF2B5EF4-FFF2-40B4-BE49-F238E27FC236}">
                <a16:creationId xmlns:a16="http://schemas.microsoft.com/office/drawing/2014/main" id="{AFA41DED-FF3F-4D91-F038-8A279CE7489B}"/>
              </a:ext>
            </a:extLst>
          </p:cNvPr>
          <p:cNvGrpSpPr/>
          <p:nvPr/>
        </p:nvGrpSpPr>
        <p:grpSpPr>
          <a:xfrm>
            <a:off x="3630008" y="4711115"/>
            <a:ext cx="1994701" cy="384450"/>
            <a:chOff x="5806435" y="3474660"/>
            <a:chExt cx="2751207" cy="436630"/>
          </a:xfrm>
        </p:grpSpPr>
        <p:cxnSp>
          <p:nvCxnSpPr>
            <p:cNvPr id="18606" name="直接连接符 525">
              <a:extLst>
                <a:ext uri="{FF2B5EF4-FFF2-40B4-BE49-F238E27FC236}">
                  <a16:creationId xmlns:a16="http://schemas.microsoft.com/office/drawing/2014/main" id="{0B10F11B-576F-D92F-DB16-6141053D3454}"/>
                </a:ext>
              </a:extLst>
            </p:cNvPr>
            <p:cNvCxnSpPr>
              <a:cxnSpLocks/>
            </p:cNvCxnSpPr>
            <p:nvPr/>
          </p:nvCxnSpPr>
          <p:spPr>
            <a:xfrm>
              <a:off x="58088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07" name="直接连接符 526">
              <a:extLst>
                <a:ext uri="{FF2B5EF4-FFF2-40B4-BE49-F238E27FC236}">
                  <a16:creationId xmlns:a16="http://schemas.microsoft.com/office/drawing/2014/main" id="{B6D3856A-31B4-162C-2A81-62F61690B798}"/>
                </a:ext>
              </a:extLst>
            </p:cNvPr>
            <p:cNvCxnSpPr>
              <a:cxnSpLocks/>
            </p:cNvCxnSpPr>
            <p:nvPr/>
          </p:nvCxnSpPr>
          <p:spPr>
            <a:xfrm>
              <a:off x="63575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08" name="直接连接符 527">
              <a:extLst>
                <a:ext uri="{FF2B5EF4-FFF2-40B4-BE49-F238E27FC236}">
                  <a16:creationId xmlns:a16="http://schemas.microsoft.com/office/drawing/2014/main" id="{8FEB7B68-6199-0E4C-8536-53C448EBAF71}"/>
                </a:ext>
              </a:extLst>
            </p:cNvPr>
            <p:cNvCxnSpPr>
              <a:cxnSpLocks/>
            </p:cNvCxnSpPr>
            <p:nvPr/>
          </p:nvCxnSpPr>
          <p:spPr>
            <a:xfrm>
              <a:off x="69010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09" name="直接连接符 528">
              <a:extLst>
                <a:ext uri="{FF2B5EF4-FFF2-40B4-BE49-F238E27FC236}">
                  <a16:creationId xmlns:a16="http://schemas.microsoft.com/office/drawing/2014/main" id="{DEE5B999-FB17-BDE6-DE40-7A83132E3323}"/>
                </a:ext>
              </a:extLst>
            </p:cNvPr>
            <p:cNvCxnSpPr>
              <a:cxnSpLocks/>
            </p:cNvCxnSpPr>
            <p:nvPr/>
          </p:nvCxnSpPr>
          <p:spPr>
            <a:xfrm>
              <a:off x="74497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10" name="直接连接符 529">
              <a:extLst>
                <a:ext uri="{FF2B5EF4-FFF2-40B4-BE49-F238E27FC236}">
                  <a16:creationId xmlns:a16="http://schemas.microsoft.com/office/drawing/2014/main" id="{3BC492FC-55AD-64C1-AC53-3BFA87F055BB}"/>
                </a:ext>
              </a:extLst>
            </p:cNvPr>
            <p:cNvCxnSpPr>
              <a:cxnSpLocks/>
            </p:cNvCxnSpPr>
            <p:nvPr/>
          </p:nvCxnSpPr>
          <p:spPr>
            <a:xfrm>
              <a:off x="8004756"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11" name="直接连接符 530">
              <a:extLst>
                <a:ext uri="{FF2B5EF4-FFF2-40B4-BE49-F238E27FC236}">
                  <a16:creationId xmlns:a16="http://schemas.microsoft.com/office/drawing/2014/main" id="{1A53DC11-4813-D22E-4889-9FFB2A28784B}"/>
                </a:ext>
              </a:extLst>
            </p:cNvPr>
            <p:cNvCxnSpPr>
              <a:cxnSpLocks/>
            </p:cNvCxnSpPr>
            <p:nvPr/>
          </p:nvCxnSpPr>
          <p:spPr>
            <a:xfrm>
              <a:off x="8553422"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12" name="直接连接符 531">
              <a:extLst>
                <a:ext uri="{FF2B5EF4-FFF2-40B4-BE49-F238E27FC236}">
                  <a16:creationId xmlns:a16="http://schemas.microsoft.com/office/drawing/2014/main" id="{D4A20AD7-5F3F-FE3F-F32C-6058116DD247}"/>
                </a:ext>
              </a:extLst>
            </p:cNvPr>
            <p:cNvCxnSpPr/>
            <p:nvPr/>
          </p:nvCxnSpPr>
          <p:spPr>
            <a:xfrm flipH="1">
              <a:off x="5808871" y="3479290"/>
              <a:ext cx="553086" cy="426591"/>
            </a:xfrm>
            <a:prstGeom prst="line">
              <a:avLst/>
            </a:prstGeom>
            <a:noFill/>
            <a:ln w="6350" cap="flat" cmpd="sng" algn="ctr">
              <a:solidFill>
                <a:srgbClr val="70AD47">
                  <a:lumMod val="75000"/>
                  <a:alpha val="75000"/>
                </a:srgbClr>
              </a:solidFill>
              <a:prstDash val="solid"/>
              <a:miter lim="800000"/>
            </a:ln>
            <a:effectLst/>
          </p:spPr>
        </p:cxnSp>
        <p:cxnSp>
          <p:nvCxnSpPr>
            <p:cNvPr id="18613" name="直接连接符 532">
              <a:extLst>
                <a:ext uri="{FF2B5EF4-FFF2-40B4-BE49-F238E27FC236}">
                  <a16:creationId xmlns:a16="http://schemas.microsoft.com/office/drawing/2014/main" id="{548A125A-3E0E-6B57-542A-CB60649D053F}"/>
                </a:ext>
              </a:extLst>
            </p:cNvPr>
            <p:cNvCxnSpPr/>
            <p:nvPr/>
          </p:nvCxnSpPr>
          <p:spPr>
            <a:xfrm flipH="1">
              <a:off x="6354363" y="3479290"/>
              <a:ext cx="546708" cy="426591"/>
            </a:xfrm>
            <a:prstGeom prst="line">
              <a:avLst/>
            </a:prstGeom>
            <a:noFill/>
            <a:ln w="6350" cap="flat" cmpd="sng" algn="ctr">
              <a:solidFill>
                <a:srgbClr val="70AD47">
                  <a:lumMod val="75000"/>
                  <a:alpha val="75000"/>
                </a:srgbClr>
              </a:solidFill>
              <a:prstDash val="solid"/>
              <a:miter lim="800000"/>
            </a:ln>
            <a:effectLst/>
          </p:spPr>
        </p:cxnSp>
        <p:cxnSp>
          <p:nvCxnSpPr>
            <p:cNvPr id="18614" name="直接连接符 533">
              <a:extLst>
                <a:ext uri="{FF2B5EF4-FFF2-40B4-BE49-F238E27FC236}">
                  <a16:creationId xmlns:a16="http://schemas.microsoft.com/office/drawing/2014/main" id="{9447BE0F-9D18-E32B-274A-5BDF75BE8BD3}"/>
                </a:ext>
              </a:extLst>
            </p:cNvPr>
            <p:cNvCxnSpPr/>
            <p:nvPr/>
          </p:nvCxnSpPr>
          <p:spPr>
            <a:xfrm flipH="1">
              <a:off x="6901071" y="3479290"/>
              <a:ext cx="555327" cy="426591"/>
            </a:xfrm>
            <a:prstGeom prst="line">
              <a:avLst/>
            </a:prstGeom>
            <a:noFill/>
            <a:ln w="6350" cap="flat" cmpd="sng" algn="ctr">
              <a:solidFill>
                <a:srgbClr val="70AD47">
                  <a:lumMod val="75000"/>
                  <a:alpha val="75000"/>
                </a:srgbClr>
              </a:solidFill>
              <a:prstDash val="solid"/>
              <a:miter lim="800000"/>
            </a:ln>
            <a:effectLst/>
          </p:spPr>
        </p:cxnSp>
        <p:cxnSp>
          <p:nvCxnSpPr>
            <p:cNvPr id="18615" name="直接连接符 534">
              <a:extLst>
                <a:ext uri="{FF2B5EF4-FFF2-40B4-BE49-F238E27FC236}">
                  <a16:creationId xmlns:a16="http://schemas.microsoft.com/office/drawing/2014/main" id="{C59710D9-411B-C8DF-88B6-DE1504C1D788}"/>
                </a:ext>
              </a:extLst>
            </p:cNvPr>
            <p:cNvCxnSpPr/>
            <p:nvPr/>
          </p:nvCxnSpPr>
          <p:spPr>
            <a:xfrm flipH="1">
              <a:off x="7449512" y="3479290"/>
              <a:ext cx="559498" cy="426591"/>
            </a:xfrm>
            <a:prstGeom prst="line">
              <a:avLst/>
            </a:prstGeom>
            <a:noFill/>
            <a:ln w="6350" cap="flat" cmpd="sng" algn="ctr">
              <a:solidFill>
                <a:srgbClr val="70AD47">
                  <a:lumMod val="75000"/>
                  <a:alpha val="75000"/>
                </a:srgbClr>
              </a:solidFill>
              <a:prstDash val="solid"/>
              <a:miter lim="800000"/>
            </a:ln>
            <a:effectLst/>
          </p:spPr>
        </p:cxnSp>
        <p:cxnSp>
          <p:nvCxnSpPr>
            <p:cNvPr id="18616" name="直接连接符 535">
              <a:extLst>
                <a:ext uri="{FF2B5EF4-FFF2-40B4-BE49-F238E27FC236}">
                  <a16:creationId xmlns:a16="http://schemas.microsoft.com/office/drawing/2014/main" id="{452E9175-3D0C-B132-9273-F87642FE1905}"/>
                </a:ext>
              </a:extLst>
            </p:cNvPr>
            <p:cNvCxnSpPr/>
            <p:nvPr/>
          </p:nvCxnSpPr>
          <p:spPr>
            <a:xfrm flipH="1">
              <a:off x="8009010" y="3479290"/>
              <a:ext cx="548632" cy="426591"/>
            </a:xfrm>
            <a:prstGeom prst="line">
              <a:avLst/>
            </a:prstGeom>
            <a:noFill/>
            <a:ln w="6350" cap="flat" cmpd="sng" algn="ctr">
              <a:solidFill>
                <a:srgbClr val="70AD47">
                  <a:lumMod val="75000"/>
                  <a:alpha val="75000"/>
                </a:srgbClr>
              </a:solidFill>
              <a:prstDash val="solid"/>
              <a:miter lim="800000"/>
            </a:ln>
            <a:effectLst/>
          </p:spPr>
        </p:cxnSp>
        <p:cxnSp>
          <p:nvCxnSpPr>
            <p:cNvPr id="18617" name="直接连接符 536">
              <a:extLst>
                <a:ext uri="{FF2B5EF4-FFF2-40B4-BE49-F238E27FC236}">
                  <a16:creationId xmlns:a16="http://schemas.microsoft.com/office/drawing/2014/main" id="{57626407-431E-5504-7C22-87B31DE11BDB}"/>
                </a:ext>
              </a:extLst>
            </p:cNvPr>
            <p:cNvCxnSpPr>
              <a:cxnSpLocks/>
            </p:cNvCxnSpPr>
            <p:nvPr/>
          </p:nvCxnSpPr>
          <p:spPr>
            <a:xfrm flipV="1">
              <a:off x="5808871" y="3479290"/>
              <a:ext cx="1091415" cy="423887"/>
            </a:xfrm>
            <a:prstGeom prst="line">
              <a:avLst/>
            </a:prstGeom>
            <a:noFill/>
            <a:ln w="6350" cap="flat" cmpd="sng" algn="ctr">
              <a:solidFill>
                <a:srgbClr val="70AD47">
                  <a:lumMod val="75000"/>
                  <a:alpha val="75000"/>
                </a:srgbClr>
              </a:solidFill>
              <a:prstDash val="solid"/>
              <a:miter lim="800000"/>
            </a:ln>
            <a:effectLst/>
          </p:spPr>
        </p:cxnSp>
        <p:cxnSp>
          <p:nvCxnSpPr>
            <p:cNvPr id="18618" name="直接连接符 537">
              <a:extLst>
                <a:ext uri="{FF2B5EF4-FFF2-40B4-BE49-F238E27FC236}">
                  <a16:creationId xmlns:a16="http://schemas.microsoft.com/office/drawing/2014/main" id="{E76CA5C8-D515-F7EB-E6DB-E21F0F8F6D07}"/>
                </a:ext>
              </a:extLst>
            </p:cNvPr>
            <p:cNvCxnSpPr>
              <a:cxnSpLocks/>
            </p:cNvCxnSpPr>
            <p:nvPr/>
          </p:nvCxnSpPr>
          <p:spPr>
            <a:xfrm flipV="1">
              <a:off x="6894329" y="3481604"/>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619" name="直接连接符 538">
              <a:extLst>
                <a:ext uri="{FF2B5EF4-FFF2-40B4-BE49-F238E27FC236}">
                  <a16:creationId xmlns:a16="http://schemas.microsoft.com/office/drawing/2014/main" id="{480C875E-E37C-D7F2-DC06-BEC70D96EB1D}"/>
                </a:ext>
              </a:extLst>
            </p:cNvPr>
            <p:cNvCxnSpPr>
              <a:cxnSpLocks/>
            </p:cNvCxnSpPr>
            <p:nvPr/>
          </p:nvCxnSpPr>
          <p:spPr>
            <a:xfrm flipV="1">
              <a:off x="6351549" y="3482312"/>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620" name="直接连接符 539">
              <a:extLst>
                <a:ext uri="{FF2B5EF4-FFF2-40B4-BE49-F238E27FC236}">
                  <a16:creationId xmlns:a16="http://schemas.microsoft.com/office/drawing/2014/main" id="{D5F55CE3-AF44-3B55-3584-C78E4F84B6C1}"/>
                </a:ext>
              </a:extLst>
            </p:cNvPr>
            <p:cNvCxnSpPr>
              <a:cxnSpLocks/>
            </p:cNvCxnSpPr>
            <p:nvPr/>
          </p:nvCxnSpPr>
          <p:spPr>
            <a:xfrm flipV="1">
              <a:off x="7447367" y="3478899"/>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621" name="直接连接符 540">
              <a:extLst>
                <a:ext uri="{FF2B5EF4-FFF2-40B4-BE49-F238E27FC236}">
                  <a16:creationId xmlns:a16="http://schemas.microsoft.com/office/drawing/2014/main" id="{B623299C-6023-7699-E1DA-41501BDA3553}"/>
                </a:ext>
              </a:extLst>
            </p:cNvPr>
            <p:cNvCxnSpPr/>
            <p:nvPr/>
          </p:nvCxnSpPr>
          <p:spPr>
            <a:xfrm flipV="1">
              <a:off x="5806435" y="3478899"/>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22" name="直接连接符 541">
              <a:extLst>
                <a:ext uri="{FF2B5EF4-FFF2-40B4-BE49-F238E27FC236}">
                  <a16:creationId xmlns:a16="http://schemas.microsoft.com/office/drawing/2014/main" id="{37B1B7A6-A3E2-7AAD-9768-038F9681606A}"/>
                </a:ext>
              </a:extLst>
            </p:cNvPr>
            <p:cNvCxnSpPr/>
            <p:nvPr/>
          </p:nvCxnSpPr>
          <p:spPr>
            <a:xfrm flipV="1">
              <a:off x="6359295" y="3478898"/>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23" name="直接连接符 542">
              <a:extLst>
                <a:ext uri="{FF2B5EF4-FFF2-40B4-BE49-F238E27FC236}">
                  <a16:creationId xmlns:a16="http://schemas.microsoft.com/office/drawing/2014/main" id="{4A7AC198-F539-88F9-4040-E343CFBFA24D}"/>
                </a:ext>
              </a:extLst>
            </p:cNvPr>
            <p:cNvCxnSpPr/>
            <p:nvPr/>
          </p:nvCxnSpPr>
          <p:spPr>
            <a:xfrm flipV="1">
              <a:off x="6902688" y="3481212"/>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24" name="直接连接符 543">
              <a:extLst>
                <a:ext uri="{FF2B5EF4-FFF2-40B4-BE49-F238E27FC236}">
                  <a16:creationId xmlns:a16="http://schemas.microsoft.com/office/drawing/2014/main" id="{849FAEC5-7CE9-A992-7861-69848942B738}"/>
                </a:ext>
              </a:extLst>
            </p:cNvPr>
            <p:cNvCxnSpPr/>
            <p:nvPr/>
          </p:nvCxnSpPr>
          <p:spPr>
            <a:xfrm flipV="1">
              <a:off x="5806435" y="3478898"/>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625" name="直接连接符 544">
              <a:extLst>
                <a:ext uri="{FF2B5EF4-FFF2-40B4-BE49-F238E27FC236}">
                  <a16:creationId xmlns:a16="http://schemas.microsoft.com/office/drawing/2014/main" id="{5494B783-CE76-BCCB-E115-45B4D70CE0E2}"/>
                </a:ext>
              </a:extLst>
            </p:cNvPr>
            <p:cNvCxnSpPr/>
            <p:nvPr/>
          </p:nvCxnSpPr>
          <p:spPr>
            <a:xfrm flipV="1">
              <a:off x="6354355" y="3485344"/>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626" name="直接连接符 545">
              <a:extLst>
                <a:ext uri="{FF2B5EF4-FFF2-40B4-BE49-F238E27FC236}">
                  <a16:creationId xmlns:a16="http://schemas.microsoft.com/office/drawing/2014/main" id="{037F2A21-26F3-58B2-F422-52543DD769CD}"/>
                </a:ext>
              </a:extLst>
            </p:cNvPr>
            <p:cNvCxnSpPr/>
            <p:nvPr/>
          </p:nvCxnSpPr>
          <p:spPr>
            <a:xfrm flipV="1">
              <a:off x="5806435" y="3478898"/>
              <a:ext cx="2744274" cy="424277"/>
            </a:xfrm>
            <a:prstGeom prst="line">
              <a:avLst/>
            </a:prstGeom>
            <a:noFill/>
            <a:ln w="6350" cap="flat" cmpd="sng" algn="ctr">
              <a:solidFill>
                <a:srgbClr val="70AD47">
                  <a:lumMod val="75000"/>
                  <a:alpha val="75000"/>
                </a:srgbClr>
              </a:solidFill>
              <a:prstDash val="solid"/>
              <a:miter lim="800000"/>
            </a:ln>
            <a:effectLst/>
          </p:spPr>
        </p:cxnSp>
      </p:grpSp>
      <p:grpSp>
        <p:nvGrpSpPr>
          <p:cNvPr id="18627" name="组合 546">
            <a:extLst>
              <a:ext uri="{FF2B5EF4-FFF2-40B4-BE49-F238E27FC236}">
                <a16:creationId xmlns:a16="http://schemas.microsoft.com/office/drawing/2014/main" id="{757738B1-79F6-2278-FAA0-109BBD585AEB}"/>
              </a:ext>
            </a:extLst>
          </p:cNvPr>
          <p:cNvGrpSpPr/>
          <p:nvPr/>
        </p:nvGrpSpPr>
        <p:grpSpPr>
          <a:xfrm>
            <a:off x="3601292" y="5209951"/>
            <a:ext cx="1994701" cy="384450"/>
            <a:chOff x="5806435" y="3474660"/>
            <a:chExt cx="2751207" cy="436630"/>
          </a:xfrm>
        </p:grpSpPr>
        <p:cxnSp>
          <p:nvCxnSpPr>
            <p:cNvPr id="18628" name="直接连接符 547">
              <a:extLst>
                <a:ext uri="{FF2B5EF4-FFF2-40B4-BE49-F238E27FC236}">
                  <a16:creationId xmlns:a16="http://schemas.microsoft.com/office/drawing/2014/main" id="{F99A5FB7-64CC-F08E-C731-202D41CF2585}"/>
                </a:ext>
              </a:extLst>
            </p:cNvPr>
            <p:cNvCxnSpPr>
              <a:cxnSpLocks/>
            </p:cNvCxnSpPr>
            <p:nvPr/>
          </p:nvCxnSpPr>
          <p:spPr>
            <a:xfrm>
              <a:off x="58088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29" name="直接连接符 548">
              <a:extLst>
                <a:ext uri="{FF2B5EF4-FFF2-40B4-BE49-F238E27FC236}">
                  <a16:creationId xmlns:a16="http://schemas.microsoft.com/office/drawing/2014/main" id="{C42EB2DA-D623-C448-8C0E-C13843C6DADF}"/>
                </a:ext>
              </a:extLst>
            </p:cNvPr>
            <p:cNvCxnSpPr>
              <a:cxnSpLocks/>
            </p:cNvCxnSpPr>
            <p:nvPr/>
          </p:nvCxnSpPr>
          <p:spPr>
            <a:xfrm>
              <a:off x="63575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30" name="直接连接符 549">
              <a:extLst>
                <a:ext uri="{FF2B5EF4-FFF2-40B4-BE49-F238E27FC236}">
                  <a16:creationId xmlns:a16="http://schemas.microsoft.com/office/drawing/2014/main" id="{EBDEC987-0252-98A6-CC0C-0DE4094E543C}"/>
                </a:ext>
              </a:extLst>
            </p:cNvPr>
            <p:cNvCxnSpPr>
              <a:cxnSpLocks/>
            </p:cNvCxnSpPr>
            <p:nvPr/>
          </p:nvCxnSpPr>
          <p:spPr>
            <a:xfrm>
              <a:off x="6901071"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31" name="直接连接符 550">
              <a:extLst>
                <a:ext uri="{FF2B5EF4-FFF2-40B4-BE49-F238E27FC236}">
                  <a16:creationId xmlns:a16="http://schemas.microsoft.com/office/drawing/2014/main" id="{1D5CA7C1-D1FC-32BF-7B2D-86A4E926B7BF}"/>
                </a:ext>
              </a:extLst>
            </p:cNvPr>
            <p:cNvCxnSpPr>
              <a:cxnSpLocks/>
            </p:cNvCxnSpPr>
            <p:nvPr/>
          </p:nvCxnSpPr>
          <p:spPr>
            <a:xfrm>
              <a:off x="7449737"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32" name="直接连接符 551">
              <a:extLst>
                <a:ext uri="{FF2B5EF4-FFF2-40B4-BE49-F238E27FC236}">
                  <a16:creationId xmlns:a16="http://schemas.microsoft.com/office/drawing/2014/main" id="{1FE43DDD-E46A-21F3-615D-27620EF198EF}"/>
                </a:ext>
              </a:extLst>
            </p:cNvPr>
            <p:cNvCxnSpPr>
              <a:cxnSpLocks/>
            </p:cNvCxnSpPr>
            <p:nvPr/>
          </p:nvCxnSpPr>
          <p:spPr>
            <a:xfrm>
              <a:off x="8004756" y="347466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33" name="直接连接符 552">
              <a:extLst>
                <a:ext uri="{FF2B5EF4-FFF2-40B4-BE49-F238E27FC236}">
                  <a16:creationId xmlns:a16="http://schemas.microsoft.com/office/drawing/2014/main" id="{35C6DF24-B948-0811-10A9-4308EB880F60}"/>
                </a:ext>
              </a:extLst>
            </p:cNvPr>
            <p:cNvCxnSpPr>
              <a:cxnSpLocks/>
            </p:cNvCxnSpPr>
            <p:nvPr/>
          </p:nvCxnSpPr>
          <p:spPr>
            <a:xfrm>
              <a:off x="8553422" y="3479290"/>
              <a:ext cx="0" cy="432000"/>
            </a:xfrm>
            <a:prstGeom prst="line">
              <a:avLst/>
            </a:prstGeom>
            <a:noFill/>
            <a:ln w="6350" cap="flat" cmpd="sng" algn="ctr">
              <a:solidFill>
                <a:srgbClr val="70AD47">
                  <a:lumMod val="75000"/>
                  <a:alpha val="75000"/>
                </a:srgbClr>
              </a:solidFill>
              <a:prstDash val="solid"/>
              <a:miter lim="800000"/>
            </a:ln>
            <a:effectLst/>
          </p:spPr>
        </p:cxnSp>
        <p:cxnSp>
          <p:nvCxnSpPr>
            <p:cNvPr id="18634" name="直接连接符 553">
              <a:extLst>
                <a:ext uri="{FF2B5EF4-FFF2-40B4-BE49-F238E27FC236}">
                  <a16:creationId xmlns:a16="http://schemas.microsoft.com/office/drawing/2014/main" id="{DCDBF6A0-EB86-BB93-04C2-FB2A4ADBC464}"/>
                </a:ext>
              </a:extLst>
            </p:cNvPr>
            <p:cNvCxnSpPr/>
            <p:nvPr/>
          </p:nvCxnSpPr>
          <p:spPr>
            <a:xfrm flipH="1">
              <a:off x="5808871" y="3479290"/>
              <a:ext cx="553086" cy="426591"/>
            </a:xfrm>
            <a:prstGeom prst="line">
              <a:avLst/>
            </a:prstGeom>
            <a:noFill/>
            <a:ln w="6350" cap="flat" cmpd="sng" algn="ctr">
              <a:solidFill>
                <a:srgbClr val="70AD47">
                  <a:lumMod val="75000"/>
                  <a:alpha val="75000"/>
                </a:srgbClr>
              </a:solidFill>
              <a:prstDash val="solid"/>
              <a:miter lim="800000"/>
            </a:ln>
            <a:effectLst/>
          </p:spPr>
        </p:cxnSp>
        <p:cxnSp>
          <p:nvCxnSpPr>
            <p:cNvPr id="18635" name="直接连接符 554">
              <a:extLst>
                <a:ext uri="{FF2B5EF4-FFF2-40B4-BE49-F238E27FC236}">
                  <a16:creationId xmlns:a16="http://schemas.microsoft.com/office/drawing/2014/main" id="{19D4F961-1503-72CE-8ADD-590E7C044C6D}"/>
                </a:ext>
              </a:extLst>
            </p:cNvPr>
            <p:cNvCxnSpPr/>
            <p:nvPr/>
          </p:nvCxnSpPr>
          <p:spPr>
            <a:xfrm flipH="1">
              <a:off x="6354363" y="3479290"/>
              <a:ext cx="546708" cy="426591"/>
            </a:xfrm>
            <a:prstGeom prst="line">
              <a:avLst/>
            </a:prstGeom>
            <a:noFill/>
            <a:ln w="6350" cap="flat" cmpd="sng" algn="ctr">
              <a:solidFill>
                <a:srgbClr val="70AD47">
                  <a:lumMod val="75000"/>
                  <a:alpha val="75000"/>
                </a:srgbClr>
              </a:solidFill>
              <a:prstDash val="solid"/>
              <a:miter lim="800000"/>
            </a:ln>
            <a:effectLst/>
          </p:spPr>
        </p:cxnSp>
        <p:cxnSp>
          <p:nvCxnSpPr>
            <p:cNvPr id="18636" name="直接连接符 555">
              <a:extLst>
                <a:ext uri="{FF2B5EF4-FFF2-40B4-BE49-F238E27FC236}">
                  <a16:creationId xmlns:a16="http://schemas.microsoft.com/office/drawing/2014/main" id="{ADD4F81B-E32D-594B-2AC6-67A9F0D74378}"/>
                </a:ext>
              </a:extLst>
            </p:cNvPr>
            <p:cNvCxnSpPr/>
            <p:nvPr/>
          </p:nvCxnSpPr>
          <p:spPr>
            <a:xfrm flipH="1">
              <a:off x="6901071" y="3479290"/>
              <a:ext cx="555327" cy="426591"/>
            </a:xfrm>
            <a:prstGeom prst="line">
              <a:avLst/>
            </a:prstGeom>
            <a:noFill/>
            <a:ln w="6350" cap="flat" cmpd="sng" algn="ctr">
              <a:solidFill>
                <a:srgbClr val="70AD47">
                  <a:lumMod val="75000"/>
                  <a:alpha val="75000"/>
                </a:srgbClr>
              </a:solidFill>
              <a:prstDash val="solid"/>
              <a:miter lim="800000"/>
            </a:ln>
            <a:effectLst/>
          </p:spPr>
        </p:cxnSp>
        <p:cxnSp>
          <p:nvCxnSpPr>
            <p:cNvPr id="18637" name="直接连接符 556">
              <a:extLst>
                <a:ext uri="{FF2B5EF4-FFF2-40B4-BE49-F238E27FC236}">
                  <a16:creationId xmlns:a16="http://schemas.microsoft.com/office/drawing/2014/main" id="{9C49331D-2D64-FD51-4627-2AB03A5D89A7}"/>
                </a:ext>
              </a:extLst>
            </p:cNvPr>
            <p:cNvCxnSpPr/>
            <p:nvPr/>
          </p:nvCxnSpPr>
          <p:spPr>
            <a:xfrm flipH="1">
              <a:off x="7449512" y="3479290"/>
              <a:ext cx="559498" cy="426591"/>
            </a:xfrm>
            <a:prstGeom prst="line">
              <a:avLst/>
            </a:prstGeom>
            <a:noFill/>
            <a:ln w="6350" cap="flat" cmpd="sng" algn="ctr">
              <a:solidFill>
                <a:srgbClr val="70AD47">
                  <a:lumMod val="75000"/>
                  <a:alpha val="75000"/>
                </a:srgbClr>
              </a:solidFill>
              <a:prstDash val="solid"/>
              <a:miter lim="800000"/>
            </a:ln>
            <a:effectLst/>
          </p:spPr>
        </p:cxnSp>
        <p:cxnSp>
          <p:nvCxnSpPr>
            <p:cNvPr id="18638" name="直接连接符 557">
              <a:extLst>
                <a:ext uri="{FF2B5EF4-FFF2-40B4-BE49-F238E27FC236}">
                  <a16:creationId xmlns:a16="http://schemas.microsoft.com/office/drawing/2014/main" id="{3508A317-C787-0AE2-9D91-C62D3C9B11A9}"/>
                </a:ext>
              </a:extLst>
            </p:cNvPr>
            <p:cNvCxnSpPr/>
            <p:nvPr/>
          </p:nvCxnSpPr>
          <p:spPr>
            <a:xfrm flipH="1">
              <a:off x="8009010" y="3479290"/>
              <a:ext cx="548632" cy="426591"/>
            </a:xfrm>
            <a:prstGeom prst="line">
              <a:avLst/>
            </a:prstGeom>
            <a:noFill/>
            <a:ln w="6350" cap="flat" cmpd="sng" algn="ctr">
              <a:solidFill>
                <a:srgbClr val="70AD47">
                  <a:lumMod val="75000"/>
                  <a:alpha val="75000"/>
                </a:srgbClr>
              </a:solidFill>
              <a:prstDash val="solid"/>
              <a:miter lim="800000"/>
            </a:ln>
            <a:effectLst/>
          </p:spPr>
        </p:cxnSp>
        <p:cxnSp>
          <p:nvCxnSpPr>
            <p:cNvPr id="18639" name="直接连接符 558">
              <a:extLst>
                <a:ext uri="{FF2B5EF4-FFF2-40B4-BE49-F238E27FC236}">
                  <a16:creationId xmlns:a16="http://schemas.microsoft.com/office/drawing/2014/main" id="{209B7FD3-9721-3E53-D755-D1E1E858E0B1}"/>
                </a:ext>
              </a:extLst>
            </p:cNvPr>
            <p:cNvCxnSpPr>
              <a:cxnSpLocks/>
            </p:cNvCxnSpPr>
            <p:nvPr/>
          </p:nvCxnSpPr>
          <p:spPr>
            <a:xfrm flipV="1">
              <a:off x="5808871" y="3479290"/>
              <a:ext cx="1091415" cy="423887"/>
            </a:xfrm>
            <a:prstGeom prst="line">
              <a:avLst/>
            </a:prstGeom>
            <a:noFill/>
            <a:ln w="6350" cap="flat" cmpd="sng" algn="ctr">
              <a:solidFill>
                <a:srgbClr val="70AD47">
                  <a:lumMod val="75000"/>
                  <a:alpha val="75000"/>
                </a:srgbClr>
              </a:solidFill>
              <a:prstDash val="solid"/>
              <a:miter lim="800000"/>
            </a:ln>
            <a:effectLst/>
          </p:spPr>
        </p:cxnSp>
        <p:cxnSp>
          <p:nvCxnSpPr>
            <p:cNvPr id="18640" name="直接连接符 559">
              <a:extLst>
                <a:ext uri="{FF2B5EF4-FFF2-40B4-BE49-F238E27FC236}">
                  <a16:creationId xmlns:a16="http://schemas.microsoft.com/office/drawing/2014/main" id="{BEF2944C-E798-99DC-BB4F-1994047E8250}"/>
                </a:ext>
              </a:extLst>
            </p:cNvPr>
            <p:cNvCxnSpPr>
              <a:cxnSpLocks/>
            </p:cNvCxnSpPr>
            <p:nvPr/>
          </p:nvCxnSpPr>
          <p:spPr>
            <a:xfrm flipV="1">
              <a:off x="6894329" y="3481604"/>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641" name="直接连接符 560">
              <a:extLst>
                <a:ext uri="{FF2B5EF4-FFF2-40B4-BE49-F238E27FC236}">
                  <a16:creationId xmlns:a16="http://schemas.microsoft.com/office/drawing/2014/main" id="{D6FDCE62-25A2-3BF1-6534-C30E9C1998D0}"/>
                </a:ext>
              </a:extLst>
            </p:cNvPr>
            <p:cNvCxnSpPr>
              <a:cxnSpLocks/>
            </p:cNvCxnSpPr>
            <p:nvPr/>
          </p:nvCxnSpPr>
          <p:spPr>
            <a:xfrm flipV="1">
              <a:off x="6351549" y="3482312"/>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642" name="直接连接符 561">
              <a:extLst>
                <a:ext uri="{FF2B5EF4-FFF2-40B4-BE49-F238E27FC236}">
                  <a16:creationId xmlns:a16="http://schemas.microsoft.com/office/drawing/2014/main" id="{EC7E9AAD-9502-C53E-B62B-30404532D118}"/>
                </a:ext>
              </a:extLst>
            </p:cNvPr>
            <p:cNvCxnSpPr>
              <a:cxnSpLocks/>
            </p:cNvCxnSpPr>
            <p:nvPr/>
          </p:nvCxnSpPr>
          <p:spPr>
            <a:xfrm flipV="1">
              <a:off x="7447367" y="3478899"/>
              <a:ext cx="1109637" cy="424277"/>
            </a:xfrm>
            <a:prstGeom prst="line">
              <a:avLst/>
            </a:prstGeom>
            <a:noFill/>
            <a:ln w="6350" cap="flat" cmpd="sng" algn="ctr">
              <a:solidFill>
                <a:srgbClr val="70AD47">
                  <a:lumMod val="75000"/>
                  <a:alpha val="75000"/>
                </a:srgbClr>
              </a:solidFill>
              <a:prstDash val="solid"/>
              <a:miter lim="800000"/>
            </a:ln>
            <a:effectLst/>
          </p:spPr>
        </p:cxnSp>
        <p:cxnSp>
          <p:nvCxnSpPr>
            <p:cNvPr id="18643" name="直接连接符 562">
              <a:extLst>
                <a:ext uri="{FF2B5EF4-FFF2-40B4-BE49-F238E27FC236}">
                  <a16:creationId xmlns:a16="http://schemas.microsoft.com/office/drawing/2014/main" id="{D5BAD545-B886-DDD0-CB8D-FBA8C5D805F4}"/>
                </a:ext>
              </a:extLst>
            </p:cNvPr>
            <p:cNvCxnSpPr/>
            <p:nvPr/>
          </p:nvCxnSpPr>
          <p:spPr>
            <a:xfrm flipV="1">
              <a:off x="5806435" y="3478899"/>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44" name="直接连接符 563">
              <a:extLst>
                <a:ext uri="{FF2B5EF4-FFF2-40B4-BE49-F238E27FC236}">
                  <a16:creationId xmlns:a16="http://schemas.microsoft.com/office/drawing/2014/main" id="{F5DFF745-707E-8722-E523-36F115AB8C3F}"/>
                </a:ext>
              </a:extLst>
            </p:cNvPr>
            <p:cNvCxnSpPr/>
            <p:nvPr/>
          </p:nvCxnSpPr>
          <p:spPr>
            <a:xfrm flipV="1">
              <a:off x="6359295" y="3478898"/>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45" name="直接连接符 564">
              <a:extLst>
                <a:ext uri="{FF2B5EF4-FFF2-40B4-BE49-F238E27FC236}">
                  <a16:creationId xmlns:a16="http://schemas.microsoft.com/office/drawing/2014/main" id="{2698B00D-F040-219C-9DC8-CAD0D0B70D70}"/>
                </a:ext>
              </a:extLst>
            </p:cNvPr>
            <p:cNvCxnSpPr/>
            <p:nvPr/>
          </p:nvCxnSpPr>
          <p:spPr>
            <a:xfrm flipV="1">
              <a:off x="6902688" y="3481212"/>
              <a:ext cx="1640865" cy="424277"/>
            </a:xfrm>
            <a:prstGeom prst="line">
              <a:avLst/>
            </a:prstGeom>
            <a:noFill/>
            <a:ln w="6350" cap="flat" cmpd="sng" algn="ctr">
              <a:solidFill>
                <a:srgbClr val="70AD47">
                  <a:lumMod val="75000"/>
                  <a:alpha val="75000"/>
                </a:srgbClr>
              </a:solidFill>
              <a:prstDash val="solid"/>
              <a:miter lim="800000"/>
            </a:ln>
            <a:effectLst/>
          </p:spPr>
        </p:cxnSp>
        <p:cxnSp>
          <p:nvCxnSpPr>
            <p:cNvPr id="18646" name="直接连接符 565">
              <a:extLst>
                <a:ext uri="{FF2B5EF4-FFF2-40B4-BE49-F238E27FC236}">
                  <a16:creationId xmlns:a16="http://schemas.microsoft.com/office/drawing/2014/main" id="{5902A9B5-638E-C217-AFBF-675D0E36732D}"/>
                </a:ext>
              </a:extLst>
            </p:cNvPr>
            <p:cNvCxnSpPr/>
            <p:nvPr/>
          </p:nvCxnSpPr>
          <p:spPr>
            <a:xfrm flipV="1">
              <a:off x="5806435" y="3478898"/>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647" name="直接连接符 566">
              <a:extLst>
                <a:ext uri="{FF2B5EF4-FFF2-40B4-BE49-F238E27FC236}">
                  <a16:creationId xmlns:a16="http://schemas.microsoft.com/office/drawing/2014/main" id="{2296D9DF-80D1-8069-517B-64D1D699F6F0}"/>
                </a:ext>
              </a:extLst>
            </p:cNvPr>
            <p:cNvCxnSpPr/>
            <p:nvPr/>
          </p:nvCxnSpPr>
          <p:spPr>
            <a:xfrm flipV="1">
              <a:off x="6354355" y="3485344"/>
              <a:ext cx="2196354" cy="424277"/>
            </a:xfrm>
            <a:prstGeom prst="line">
              <a:avLst/>
            </a:prstGeom>
            <a:noFill/>
            <a:ln w="6350" cap="flat" cmpd="sng" algn="ctr">
              <a:solidFill>
                <a:srgbClr val="70AD47">
                  <a:lumMod val="75000"/>
                  <a:alpha val="75000"/>
                </a:srgbClr>
              </a:solidFill>
              <a:prstDash val="solid"/>
              <a:miter lim="800000"/>
            </a:ln>
            <a:effectLst/>
          </p:spPr>
        </p:cxnSp>
        <p:cxnSp>
          <p:nvCxnSpPr>
            <p:cNvPr id="18648" name="直接连接符 567">
              <a:extLst>
                <a:ext uri="{FF2B5EF4-FFF2-40B4-BE49-F238E27FC236}">
                  <a16:creationId xmlns:a16="http://schemas.microsoft.com/office/drawing/2014/main" id="{C4DF510C-69CE-A321-0F9F-ED4603F811C7}"/>
                </a:ext>
              </a:extLst>
            </p:cNvPr>
            <p:cNvCxnSpPr/>
            <p:nvPr/>
          </p:nvCxnSpPr>
          <p:spPr>
            <a:xfrm flipV="1">
              <a:off x="5806435" y="3478898"/>
              <a:ext cx="2744274" cy="424277"/>
            </a:xfrm>
            <a:prstGeom prst="line">
              <a:avLst/>
            </a:prstGeom>
            <a:noFill/>
            <a:ln w="6350" cap="flat" cmpd="sng" algn="ctr">
              <a:solidFill>
                <a:srgbClr val="70AD47">
                  <a:lumMod val="75000"/>
                  <a:alpha val="75000"/>
                </a:srgbClr>
              </a:solidFill>
              <a:prstDash val="solid"/>
              <a:miter lim="800000"/>
            </a:ln>
            <a:effectLst/>
          </p:spPr>
        </p:cxnSp>
      </p:grpSp>
      <p:cxnSp>
        <p:nvCxnSpPr>
          <p:cNvPr id="18649" name="直接箭头连接符 568">
            <a:extLst>
              <a:ext uri="{FF2B5EF4-FFF2-40B4-BE49-F238E27FC236}">
                <a16:creationId xmlns:a16="http://schemas.microsoft.com/office/drawing/2014/main" id="{504F64E6-283B-6412-8088-7F3ED3F6A614}"/>
              </a:ext>
            </a:extLst>
          </p:cNvPr>
          <p:cNvCxnSpPr>
            <a:cxnSpLocks/>
          </p:cNvCxnSpPr>
          <p:nvPr/>
        </p:nvCxnSpPr>
        <p:spPr>
          <a:xfrm flipH="1" flipV="1">
            <a:off x="5606664" y="3435160"/>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50" name="直接箭头连接符 569">
            <a:extLst>
              <a:ext uri="{FF2B5EF4-FFF2-40B4-BE49-F238E27FC236}">
                <a16:creationId xmlns:a16="http://schemas.microsoft.com/office/drawing/2014/main" id="{BB641123-A6E0-D15C-5FA2-03DB9052A569}"/>
              </a:ext>
            </a:extLst>
          </p:cNvPr>
          <p:cNvCxnSpPr>
            <a:cxnSpLocks/>
          </p:cNvCxnSpPr>
          <p:nvPr/>
        </p:nvCxnSpPr>
        <p:spPr>
          <a:xfrm flipH="1" flipV="1">
            <a:off x="5203785" y="3435160"/>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51" name="直接箭头连接符 570">
            <a:extLst>
              <a:ext uri="{FF2B5EF4-FFF2-40B4-BE49-F238E27FC236}">
                <a16:creationId xmlns:a16="http://schemas.microsoft.com/office/drawing/2014/main" id="{9EAF2D2F-9436-6CC0-2A68-C03BA54AEEB7}"/>
              </a:ext>
            </a:extLst>
          </p:cNvPr>
          <p:cNvCxnSpPr>
            <a:cxnSpLocks/>
          </p:cNvCxnSpPr>
          <p:nvPr/>
        </p:nvCxnSpPr>
        <p:spPr>
          <a:xfrm flipH="1" flipV="1">
            <a:off x="4798712" y="3435795"/>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52" name="直接箭头连接符 571">
            <a:extLst>
              <a:ext uri="{FF2B5EF4-FFF2-40B4-BE49-F238E27FC236}">
                <a16:creationId xmlns:a16="http://schemas.microsoft.com/office/drawing/2014/main" id="{648D6B2B-0334-9FAC-E856-71E3C3BC9F18}"/>
              </a:ext>
            </a:extLst>
          </p:cNvPr>
          <p:cNvCxnSpPr>
            <a:cxnSpLocks/>
          </p:cNvCxnSpPr>
          <p:nvPr/>
        </p:nvCxnSpPr>
        <p:spPr>
          <a:xfrm flipH="1" flipV="1">
            <a:off x="4393016" y="3427984"/>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53" name="直接箭头连接符 572">
            <a:extLst>
              <a:ext uri="{FF2B5EF4-FFF2-40B4-BE49-F238E27FC236}">
                <a16:creationId xmlns:a16="http://schemas.microsoft.com/office/drawing/2014/main" id="{7B46894C-CCCF-4F3F-2B69-53525EA2D9DF}"/>
              </a:ext>
            </a:extLst>
          </p:cNvPr>
          <p:cNvCxnSpPr>
            <a:cxnSpLocks/>
          </p:cNvCxnSpPr>
          <p:nvPr/>
        </p:nvCxnSpPr>
        <p:spPr>
          <a:xfrm flipH="1" flipV="1">
            <a:off x="3999788" y="3427984"/>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54" name="直接箭头连接符 573">
            <a:extLst>
              <a:ext uri="{FF2B5EF4-FFF2-40B4-BE49-F238E27FC236}">
                <a16:creationId xmlns:a16="http://schemas.microsoft.com/office/drawing/2014/main" id="{63F4C9F9-99E1-37AA-0B76-297D767EAB05}"/>
              </a:ext>
            </a:extLst>
          </p:cNvPr>
          <p:cNvCxnSpPr>
            <a:cxnSpLocks/>
          </p:cNvCxnSpPr>
          <p:nvPr/>
        </p:nvCxnSpPr>
        <p:spPr>
          <a:xfrm flipV="1">
            <a:off x="3602346" y="3439751"/>
            <a:ext cx="0" cy="180000"/>
          </a:xfrm>
          <a:prstGeom prst="straightConnector1">
            <a:avLst/>
          </a:prstGeom>
          <a:noFill/>
          <a:ln w="12700" cap="flat" cmpd="sng" algn="ctr">
            <a:solidFill>
              <a:sysClr val="windowText" lastClr="000000"/>
            </a:solidFill>
            <a:prstDash val="solid"/>
            <a:miter lim="800000"/>
            <a:tailEnd type="stealth"/>
          </a:ln>
          <a:effectLst/>
        </p:spPr>
      </p:cxnSp>
      <p:grpSp>
        <p:nvGrpSpPr>
          <p:cNvPr id="18655" name="组合 574">
            <a:extLst>
              <a:ext uri="{FF2B5EF4-FFF2-40B4-BE49-F238E27FC236}">
                <a16:creationId xmlns:a16="http://schemas.microsoft.com/office/drawing/2014/main" id="{7A9F1564-8419-6DD9-791B-169C459A786D}"/>
              </a:ext>
            </a:extLst>
          </p:cNvPr>
          <p:cNvGrpSpPr/>
          <p:nvPr/>
        </p:nvGrpSpPr>
        <p:grpSpPr>
          <a:xfrm>
            <a:off x="3406183" y="3164991"/>
            <a:ext cx="2420855" cy="298785"/>
            <a:chOff x="5379914" y="3286921"/>
            <a:chExt cx="2420855" cy="298785"/>
          </a:xfrm>
        </p:grpSpPr>
        <p:sp>
          <p:nvSpPr>
            <p:cNvPr id="18656" name="矩形 575">
              <a:extLst>
                <a:ext uri="{FF2B5EF4-FFF2-40B4-BE49-F238E27FC236}">
                  <a16:creationId xmlns:a16="http://schemas.microsoft.com/office/drawing/2014/main" id="{31EFE910-A043-2298-BD11-1ADF0DD09E38}"/>
                </a:ext>
              </a:extLst>
            </p:cNvPr>
            <p:cNvSpPr/>
            <p:nvPr/>
          </p:nvSpPr>
          <p:spPr>
            <a:xfrm>
              <a:off x="5379914" y="3292611"/>
              <a:ext cx="441236"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p>
          </p:txBody>
        </p:sp>
        <p:sp>
          <p:nvSpPr>
            <p:cNvPr id="18657" name="矩形 576">
              <a:extLst>
                <a:ext uri="{FF2B5EF4-FFF2-40B4-BE49-F238E27FC236}">
                  <a16:creationId xmlns:a16="http://schemas.microsoft.com/office/drawing/2014/main" id="{AED954AB-0D8B-45AC-9608-51D7EFE85F8A}"/>
                </a:ext>
              </a:extLst>
            </p:cNvPr>
            <p:cNvSpPr/>
            <p:nvPr/>
          </p:nvSpPr>
          <p:spPr>
            <a:xfrm>
              <a:off x="5763778" y="3293249"/>
              <a:ext cx="440168"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58" name="矩形 577">
              <a:extLst>
                <a:ext uri="{FF2B5EF4-FFF2-40B4-BE49-F238E27FC236}">
                  <a16:creationId xmlns:a16="http://schemas.microsoft.com/office/drawing/2014/main" id="{7334DB6F-092F-3521-A337-109B2C806534}"/>
                </a:ext>
              </a:extLst>
            </p:cNvPr>
            <p:cNvSpPr/>
            <p:nvPr/>
          </p:nvSpPr>
          <p:spPr>
            <a:xfrm>
              <a:off x="6154459" y="3292654"/>
              <a:ext cx="439099" cy="292457"/>
            </a:xfrm>
            <a:prstGeom prst="rect">
              <a:avLst/>
            </a:prstGeom>
            <a:no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59" name="矩形 578">
              <a:extLst>
                <a:ext uri="{FF2B5EF4-FFF2-40B4-BE49-F238E27FC236}">
                  <a16:creationId xmlns:a16="http://schemas.microsoft.com/office/drawing/2014/main" id="{6C2B7108-46D1-19AA-534E-F0698AC79A6F}"/>
                </a:ext>
              </a:extLst>
            </p:cNvPr>
            <p:cNvSpPr/>
            <p:nvPr/>
          </p:nvSpPr>
          <p:spPr>
            <a:xfrm>
              <a:off x="6565740" y="3292200"/>
              <a:ext cx="438564"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60" name="矩形 579">
              <a:extLst>
                <a:ext uri="{FF2B5EF4-FFF2-40B4-BE49-F238E27FC236}">
                  <a16:creationId xmlns:a16="http://schemas.microsoft.com/office/drawing/2014/main" id="{EC894D65-6A99-3D1E-0C8D-BC4F2EC53651}"/>
                </a:ext>
              </a:extLst>
            </p:cNvPr>
            <p:cNvSpPr/>
            <p:nvPr/>
          </p:nvSpPr>
          <p:spPr>
            <a:xfrm>
              <a:off x="6966376" y="3289550"/>
              <a:ext cx="438029"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61" name="矩形 580">
              <a:extLst>
                <a:ext uri="{FF2B5EF4-FFF2-40B4-BE49-F238E27FC236}">
                  <a16:creationId xmlns:a16="http://schemas.microsoft.com/office/drawing/2014/main" id="{081489ED-5B5C-0D53-5CB4-2F00B67D113B}"/>
                </a:ext>
              </a:extLst>
            </p:cNvPr>
            <p:cNvSpPr/>
            <p:nvPr/>
          </p:nvSpPr>
          <p:spPr>
            <a:xfrm>
              <a:off x="7362740" y="3286921"/>
              <a:ext cx="438029"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[SEP]</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cxnSp>
        <p:nvCxnSpPr>
          <p:cNvPr id="18662" name="直接箭头连接符 581">
            <a:extLst>
              <a:ext uri="{FF2B5EF4-FFF2-40B4-BE49-F238E27FC236}">
                <a16:creationId xmlns:a16="http://schemas.microsoft.com/office/drawing/2014/main" id="{59A91196-3949-80C3-C131-CDA834C7E5E8}"/>
              </a:ext>
            </a:extLst>
          </p:cNvPr>
          <p:cNvCxnSpPr>
            <a:cxnSpLocks/>
          </p:cNvCxnSpPr>
          <p:nvPr/>
        </p:nvCxnSpPr>
        <p:spPr>
          <a:xfrm flipH="1" flipV="1">
            <a:off x="2530305" y="5727250"/>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63" name="直接箭头连接符 582">
            <a:extLst>
              <a:ext uri="{FF2B5EF4-FFF2-40B4-BE49-F238E27FC236}">
                <a16:creationId xmlns:a16="http://schemas.microsoft.com/office/drawing/2014/main" id="{3554D6DE-2E08-7C78-6A75-BBABF2343CED}"/>
              </a:ext>
            </a:extLst>
          </p:cNvPr>
          <p:cNvCxnSpPr>
            <a:cxnSpLocks/>
          </p:cNvCxnSpPr>
          <p:nvPr/>
        </p:nvCxnSpPr>
        <p:spPr>
          <a:xfrm flipH="1" flipV="1">
            <a:off x="2127426" y="5727250"/>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64" name="直接箭头连接符 583">
            <a:extLst>
              <a:ext uri="{FF2B5EF4-FFF2-40B4-BE49-F238E27FC236}">
                <a16:creationId xmlns:a16="http://schemas.microsoft.com/office/drawing/2014/main" id="{90BA9D5C-76A6-EE54-E0B1-ACE610832E07}"/>
              </a:ext>
            </a:extLst>
          </p:cNvPr>
          <p:cNvCxnSpPr>
            <a:cxnSpLocks/>
          </p:cNvCxnSpPr>
          <p:nvPr/>
        </p:nvCxnSpPr>
        <p:spPr>
          <a:xfrm flipH="1" flipV="1">
            <a:off x="1722353" y="5727885"/>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65" name="直接箭头连接符 584">
            <a:extLst>
              <a:ext uri="{FF2B5EF4-FFF2-40B4-BE49-F238E27FC236}">
                <a16:creationId xmlns:a16="http://schemas.microsoft.com/office/drawing/2014/main" id="{F20F9187-A874-A269-D6A5-DE5DEEB3C53F}"/>
              </a:ext>
            </a:extLst>
          </p:cNvPr>
          <p:cNvCxnSpPr>
            <a:cxnSpLocks/>
          </p:cNvCxnSpPr>
          <p:nvPr/>
        </p:nvCxnSpPr>
        <p:spPr>
          <a:xfrm flipH="1" flipV="1">
            <a:off x="1316657" y="5720074"/>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66" name="直接箭头连接符 585">
            <a:extLst>
              <a:ext uri="{FF2B5EF4-FFF2-40B4-BE49-F238E27FC236}">
                <a16:creationId xmlns:a16="http://schemas.microsoft.com/office/drawing/2014/main" id="{154E6C5B-D2E5-53E4-F21F-6595A8678285}"/>
              </a:ext>
            </a:extLst>
          </p:cNvPr>
          <p:cNvCxnSpPr>
            <a:cxnSpLocks/>
          </p:cNvCxnSpPr>
          <p:nvPr/>
        </p:nvCxnSpPr>
        <p:spPr>
          <a:xfrm flipH="1" flipV="1">
            <a:off x="923429" y="5720074"/>
            <a:ext cx="534"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67" name="直接箭头连接符 586">
            <a:extLst>
              <a:ext uri="{FF2B5EF4-FFF2-40B4-BE49-F238E27FC236}">
                <a16:creationId xmlns:a16="http://schemas.microsoft.com/office/drawing/2014/main" id="{D383F054-ABD0-22FA-007D-76DAACD45659}"/>
              </a:ext>
            </a:extLst>
          </p:cNvPr>
          <p:cNvCxnSpPr>
            <a:cxnSpLocks/>
          </p:cNvCxnSpPr>
          <p:nvPr/>
        </p:nvCxnSpPr>
        <p:spPr>
          <a:xfrm flipV="1">
            <a:off x="525987" y="5731841"/>
            <a:ext cx="0" cy="180000"/>
          </a:xfrm>
          <a:prstGeom prst="straightConnector1">
            <a:avLst/>
          </a:prstGeom>
          <a:noFill/>
          <a:ln w="12700" cap="flat" cmpd="sng" algn="ctr">
            <a:solidFill>
              <a:sysClr val="windowText" lastClr="000000"/>
            </a:solidFill>
            <a:prstDash val="solid"/>
            <a:miter lim="800000"/>
            <a:tailEnd type="stealth"/>
          </a:ln>
          <a:effectLst/>
        </p:spPr>
      </p:cxnSp>
      <p:grpSp>
        <p:nvGrpSpPr>
          <p:cNvPr id="18668" name="组合 587">
            <a:extLst>
              <a:ext uri="{FF2B5EF4-FFF2-40B4-BE49-F238E27FC236}">
                <a16:creationId xmlns:a16="http://schemas.microsoft.com/office/drawing/2014/main" id="{7EE84788-A2C5-1F5C-EB31-D99F168ACF92}"/>
              </a:ext>
            </a:extLst>
          </p:cNvPr>
          <p:cNvGrpSpPr/>
          <p:nvPr/>
        </p:nvGrpSpPr>
        <p:grpSpPr>
          <a:xfrm>
            <a:off x="307862" y="5844911"/>
            <a:ext cx="2438157" cy="296057"/>
            <a:chOff x="1479375" y="4905560"/>
            <a:chExt cx="2438157" cy="296057"/>
          </a:xfrm>
        </p:grpSpPr>
        <p:sp>
          <p:nvSpPr>
            <p:cNvPr id="18669" name="矩形 588">
              <a:extLst>
                <a:ext uri="{FF2B5EF4-FFF2-40B4-BE49-F238E27FC236}">
                  <a16:creationId xmlns:a16="http://schemas.microsoft.com/office/drawing/2014/main" id="{A2DD3805-33ED-3453-8B3E-23F94D7736FB}"/>
                </a:ext>
              </a:extLst>
            </p:cNvPr>
            <p:cNvSpPr/>
            <p:nvPr/>
          </p:nvSpPr>
          <p:spPr>
            <a:xfrm>
              <a:off x="1479375" y="4908998"/>
              <a:ext cx="441236"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[CLS]</a:t>
              </a:r>
            </a:p>
          </p:txBody>
        </p:sp>
        <p:sp>
          <p:nvSpPr>
            <p:cNvPr id="18670" name="矩形 589">
              <a:extLst>
                <a:ext uri="{FF2B5EF4-FFF2-40B4-BE49-F238E27FC236}">
                  <a16:creationId xmlns:a16="http://schemas.microsoft.com/office/drawing/2014/main" id="{CDF563AA-0BA1-A05F-27B1-851D4B36A1FF}"/>
                </a:ext>
              </a:extLst>
            </p:cNvPr>
            <p:cNvSpPr/>
            <p:nvPr/>
          </p:nvSpPr>
          <p:spPr>
            <a:xfrm>
              <a:off x="1877889" y="4909160"/>
              <a:ext cx="440168"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71" name="矩形 590">
              <a:extLst>
                <a:ext uri="{FF2B5EF4-FFF2-40B4-BE49-F238E27FC236}">
                  <a16:creationId xmlns:a16="http://schemas.microsoft.com/office/drawing/2014/main" id="{D2025651-C662-7180-CEA6-9871BA433EEA}"/>
                </a:ext>
              </a:extLst>
            </p:cNvPr>
            <p:cNvSpPr/>
            <p:nvPr/>
          </p:nvSpPr>
          <p:spPr>
            <a:xfrm>
              <a:off x="2278754" y="4905640"/>
              <a:ext cx="439099" cy="292457"/>
            </a:xfrm>
            <a:prstGeom prst="rect">
              <a:avLst/>
            </a:prstGeom>
            <a:noFill/>
            <a:ln w="12700" cap="flat" cmpd="sng" algn="ctr">
              <a:no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B</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72" name="矩形 591">
              <a:extLst>
                <a:ext uri="{FF2B5EF4-FFF2-40B4-BE49-F238E27FC236}">
                  <a16:creationId xmlns:a16="http://schemas.microsoft.com/office/drawing/2014/main" id="{3D97C29A-25ED-BACF-3C42-E8DBFAA11432}"/>
                </a:ext>
              </a:extLst>
            </p:cNvPr>
            <p:cNvSpPr/>
            <p:nvPr/>
          </p:nvSpPr>
          <p:spPr>
            <a:xfrm>
              <a:off x="2672828" y="4905560"/>
              <a:ext cx="438564"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[M]</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73" name="矩形 592">
              <a:extLst>
                <a:ext uri="{FF2B5EF4-FFF2-40B4-BE49-F238E27FC236}">
                  <a16:creationId xmlns:a16="http://schemas.microsoft.com/office/drawing/2014/main" id="{E22B8A5B-B61E-FB1C-5FEC-C3928A114CC0}"/>
                </a:ext>
              </a:extLst>
            </p:cNvPr>
            <p:cNvSpPr/>
            <p:nvPr/>
          </p:nvSpPr>
          <p:spPr>
            <a:xfrm>
              <a:off x="3082843" y="4905640"/>
              <a:ext cx="438029" cy="292457"/>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D</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74" name="矩形 593">
              <a:extLst>
                <a:ext uri="{FF2B5EF4-FFF2-40B4-BE49-F238E27FC236}">
                  <a16:creationId xmlns:a16="http://schemas.microsoft.com/office/drawing/2014/main" id="{7D4EDE2B-33E7-1AF9-80CC-C96B8C8547F8}"/>
                </a:ext>
              </a:extLst>
            </p:cNvPr>
            <p:cNvSpPr/>
            <p:nvPr/>
          </p:nvSpPr>
          <p:spPr>
            <a:xfrm>
              <a:off x="3479503" y="4908999"/>
              <a:ext cx="438029" cy="292457"/>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[M]</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cxnSp>
        <p:nvCxnSpPr>
          <p:cNvPr id="18675" name="直接箭头连接符 594">
            <a:extLst>
              <a:ext uri="{FF2B5EF4-FFF2-40B4-BE49-F238E27FC236}">
                <a16:creationId xmlns:a16="http://schemas.microsoft.com/office/drawing/2014/main" id="{1BDCBFCD-05A0-8B3F-EDC7-6BACB8F0DFBF}"/>
              </a:ext>
            </a:extLst>
          </p:cNvPr>
          <p:cNvCxnSpPr>
            <a:cxnSpLocks/>
          </p:cNvCxnSpPr>
          <p:nvPr/>
        </p:nvCxnSpPr>
        <p:spPr>
          <a:xfrm flipH="1" flipV="1">
            <a:off x="2527216" y="3410240"/>
            <a:ext cx="746" cy="180000"/>
          </a:xfrm>
          <a:prstGeom prst="straightConnector1">
            <a:avLst/>
          </a:prstGeom>
          <a:noFill/>
          <a:ln w="12700" cap="flat" cmpd="sng" algn="ctr">
            <a:solidFill>
              <a:sysClr val="windowText" lastClr="000000"/>
            </a:solidFill>
            <a:prstDash val="solid"/>
            <a:miter lim="800000"/>
            <a:tailEnd type="stealth"/>
          </a:ln>
          <a:effectLst/>
        </p:spPr>
      </p:cxnSp>
      <p:cxnSp>
        <p:nvCxnSpPr>
          <p:cNvPr id="18676" name="直接箭头连接符 595">
            <a:extLst>
              <a:ext uri="{FF2B5EF4-FFF2-40B4-BE49-F238E27FC236}">
                <a16:creationId xmlns:a16="http://schemas.microsoft.com/office/drawing/2014/main" id="{E9E622DB-6A26-5287-BD9E-50B66BE1338A}"/>
              </a:ext>
            </a:extLst>
          </p:cNvPr>
          <p:cNvCxnSpPr>
            <a:cxnSpLocks/>
          </p:cNvCxnSpPr>
          <p:nvPr/>
        </p:nvCxnSpPr>
        <p:spPr>
          <a:xfrm flipH="1" flipV="1">
            <a:off x="1722887" y="3399193"/>
            <a:ext cx="746" cy="180000"/>
          </a:xfrm>
          <a:prstGeom prst="straightConnector1">
            <a:avLst/>
          </a:prstGeom>
          <a:noFill/>
          <a:ln w="12700" cap="flat" cmpd="sng" algn="ctr">
            <a:solidFill>
              <a:sysClr val="windowText" lastClr="000000"/>
            </a:solidFill>
            <a:prstDash val="solid"/>
            <a:miter lim="800000"/>
            <a:tailEnd type="stealth"/>
          </a:ln>
          <a:effectLst/>
        </p:spPr>
      </p:cxnSp>
      <p:sp>
        <p:nvSpPr>
          <p:cNvPr id="18677" name="矩形 596">
            <a:extLst>
              <a:ext uri="{FF2B5EF4-FFF2-40B4-BE49-F238E27FC236}">
                <a16:creationId xmlns:a16="http://schemas.microsoft.com/office/drawing/2014/main" id="{9F1A0F18-800F-66D0-484A-43FD7BFAF158}"/>
              </a:ext>
            </a:extLst>
          </p:cNvPr>
          <p:cNvSpPr/>
          <p:nvPr/>
        </p:nvSpPr>
        <p:spPr>
          <a:xfrm>
            <a:off x="1471955" y="3119879"/>
            <a:ext cx="518400" cy="317156"/>
          </a:xfrm>
          <a:prstGeom prst="rect">
            <a:avLst/>
          </a:prstGeom>
          <a:noFill/>
          <a:ln w="127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C</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78" name="矩形 597">
            <a:extLst>
              <a:ext uri="{FF2B5EF4-FFF2-40B4-BE49-F238E27FC236}">
                <a16:creationId xmlns:a16="http://schemas.microsoft.com/office/drawing/2014/main" id="{6B71B47A-F363-865C-39FC-EE56FCFD6C58}"/>
              </a:ext>
            </a:extLst>
          </p:cNvPr>
          <p:cNvSpPr/>
          <p:nvPr/>
        </p:nvSpPr>
        <p:spPr>
          <a:xfrm>
            <a:off x="2271639" y="3132030"/>
            <a:ext cx="518400" cy="317156"/>
          </a:xfrm>
          <a:prstGeom prst="rect">
            <a:avLst/>
          </a:prstGeom>
          <a:noFill/>
          <a:ln w="12700" cap="flat" cmpd="sng" algn="ctr">
            <a:no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E</a:t>
            </a:r>
            <a:endParaRPr kumimoji="0" lang="zh-CN" altLang="en-US" sz="1400" b="0" i="0" u="none" strike="noStrike" kern="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8679" name="矩形: 圆角 598">
            <a:extLst>
              <a:ext uri="{FF2B5EF4-FFF2-40B4-BE49-F238E27FC236}">
                <a16:creationId xmlns:a16="http://schemas.microsoft.com/office/drawing/2014/main" id="{5AF5FC5D-C636-77BE-98A0-37FDB0F4D9EF}"/>
              </a:ext>
            </a:extLst>
          </p:cNvPr>
          <p:cNvSpPr/>
          <p:nvPr/>
        </p:nvSpPr>
        <p:spPr>
          <a:xfrm>
            <a:off x="354425" y="3590240"/>
            <a:ext cx="2361201" cy="2137009"/>
          </a:xfrm>
          <a:prstGeom prst="roundRect">
            <a:avLst>
              <a:gd name="adj" fmla="val 5669"/>
            </a:avLst>
          </a:prstGeom>
          <a:noFill/>
          <a:ln w="12700" cap="flat" cmpd="sng" algn="ctr">
            <a:solidFill>
              <a:srgbClr val="5B9BD5">
                <a:lumMod val="75000"/>
              </a:srgbClr>
            </a:solidFill>
            <a:prstDash val="dash"/>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grpSp>
        <p:nvGrpSpPr>
          <p:cNvPr id="18680" name="组合 599">
            <a:extLst>
              <a:ext uri="{FF2B5EF4-FFF2-40B4-BE49-F238E27FC236}">
                <a16:creationId xmlns:a16="http://schemas.microsoft.com/office/drawing/2014/main" id="{B825D06F-26C7-9D2F-F89D-DB4D3888D3A0}"/>
              </a:ext>
            </a:extLst>
          </p:cNvPr>
          <p:cNvGrpSpPr/>
          <p:nvPr/>
        </p:nvGrpSpPr>
        <p:grpSpPr>
          <a:xfrm>
            <a:off x="525987" y="5171628"/>
            <a:ext cx="2005936" cy="402810"/>
            <a:chOff x="1767811" y="2999705"/>
            <a:chExt cx="2751260" cy="437409"/>
          </a:xfrm>
          <a:solidFill>
            <a:srgbClr val="5B9BD5">
              <a:lumMod val="20000"/>
              <a:lumOff val="80000"/>
            </a:srgbClr>
          </a:solidFill>
        </p:grpSpPr>
        <p:cxnSp>
          <p:nvCxnSpPr>
            <p:cNvPr id="18681" name="直接连接符 600">
              <a:extLst>
                <a:ext uri="{FF2B5EF4-FFF2-40B4-BE49-F238E27FC236}">
                  <a16:creationId xmlns:a16="http://schemas.microsoft.com/office/drawing/2014/main" id="{60971D30-922E-D0A3-F41B-BF8F89A7A215}"/>
                </a:ext>
              </a:extLst>
            </p:cNvPr>
            <p:cNvCxnSpPr>
              <a:cxnSpLocks/>
            </p:cNvCxnSpPr>
            <p:nvPr/>
          </p:nvCxnSpPr>
          <p:spPr>
            <a:xfrm>
              <a:off x="1770247" y="3000484"/>
              <a:ext cx="0" cy="432000"/>
            </a:xfrm>
            <a:prstGeom prst="line">
              <a:avLst/>
            </a:prstGeom>
            <a:grpFill/>
            <a:ln w="6350" cap="flat" cmpd="sng" algn="ctr">
              <a:solidFill>
                <a:srgbClr val="4472C4">
                  <a:alpha val="50000"/>
                </a:srgbClr>
              </a:solidFill>
              <a:prstDash val="solid"/>
              <a:miter lim="800000"/>
            </a:ln>
            <a:effectLst/>
          </p:spPr>
        </p:cxnSp>
        <p:cxnSp>
          <p:nvCxnSpPr>
            <p:cNvPr id="18682" name="直接连接符 601">
              <a:extLst>
                <a:ext uri="{FF2B5EF4-FFF2-40B4-BE49-F238E27FC236}">
                  <a16:creationId xmlns:a16="http://schemas.microsoft.com/office/drawing/2014/main" id="{E054A9A7-09FA-D0D8-A7EC-B3F996AFB355}"/>
                </a:ext>
              </a:extLst>
            </p:cNvPr>
            <p:cNvCxnSpPr>
              <a:cxnSpLocks/>
            </p:cNvCxnSpPr>
            <p:nvPr/>
          </p:nvCxnSpPr>
          <p:spPr>
            <a:xfrm>
              <a:off x="2318913" y="3005114"/>
              <a:ext cx="0" cy="432000"/>
            </a:xfrm>
            <a:prstGeom prst="line">
              <a:avLst/>
            </a:prstGeom>
            <a:grpFill/>
            <a:ln w="6350" cap="flat" cmpd="sng" algn="ctr">
              <a:solidFill>
                <a:srgbClr val="4472C4">
                  <a:alpha val="50000"/>
                </a:srgbClr>
              </a:solidFill>
              <a:prstDash val="solid"/>
              <a:miter lim="800000"/>
            </a:ln>
            <a:effectLst/>
          </p:spPr>
        </p:cxnSp>
        <p:cxnSp>
          <p:nvCxnSpPr>
            <p:cNvPr id="18683" name="直接连接符 602">
              <a:extLst>
                <a:ext uri="{FF2B5EF4-FFF2-40B4-BE49-F238E27FC236}">
                  <a16:creationId xmlns:a16="http://schemas.microsoft.com/office/drawing/2014/main" id="{92AD4E55-79AA-3B26-D3A1-BAB1E4345ADE}"/>
                </a:ext>
              </a:extLst>
            </p:cNvPr>
            <p:cNvCxnSpPr>
              <a:cxnSpLocks/>
            </p:cNvCxnSpPr>
            <p:nvPr/>
          </p:nvCxnSpPr>
          <p:spPr>
            <a:xfrm>
              <a:off x="2862447" y="3000484"/>
              <a:ext cx="0" cy="432000"/>
            </a:xfrm>
            <a:prstGeom prst="line">
              <a:avLst/>
            </a:prstGeom>
            <a:grpFill/>
            <a:ln w="6350" cap="flat" cmpd="sng" algn="ctr">
              <a:solidFill>
                <a:srgbClr val="4472C4">
                  <a:alpha val="50000"/>
                </a:srgbClr>
              </a:solidFill>
              <a:prstDash val="solid"/>
              <a:miter lim="800000"/>
            </a:ln>
            <a:effectLst/>
          </p:spPr>
        </p:cxnSp>
        <p:cxnSp>
          <p:nvCxnSpPr>
            <p:cNvPr id="18684" name="直接连接符 603">
              <a:extLst>
                <a:ext uri="{FF2B5EF4-FFF2-40B4-BE49-F238E27FC236}">
                  <a16:creationId xmlns:a16="http://schemas.microsoft.com/office/drawing/2014/main" id="{39874D4D-C04C-78C8-3EEF-D7DD7E29FDAD}"/>
                </a:ext>
              </a:extLst>
            </p:cNvPr>
            <p:cNvCxnSpPr>
              <a:cxnSpLocks/>
            </p:cNvCxnSpPr>
            <p:nvPr/>
          </p:nvCxnSpPr>
          <p:spPr>
            <a:xfrm>
              <a:off x="3411113" y="3005114"/>
              <a:ext cx="0" cy="432000"/>
            </a:xfrm>
            <a:prstGeom prst="line">
              <a:avLst/>
            </a:prstGeom>
            <a:grpFill/>
            <a:ln w="6350" cap="flat" cmpd="sng" algn="ctr">
              <a:solidFill>
                <a:srgbClr val="4472C4">
                  <a:alpha val="50000"/>
                </a:srgbClr>
              </a:solidFill>
              <a:prstDash val="solid"/>
              <a:miter lim="800000"/>
            </a:ln>
            <a:effectLst/>
          </p:spPr>
        </p:cxnSp>
        <p:cxnSp>
          <p:nvCxnSpPr>
            <p:cNvPr id="18685" name="直接连接符 604">
              <a:extLst>
                <a:ext uri="{FF2B5EF4-FFF2-40B4-BE49-F238E27FC236}">
                  <a16:creationId xmlns:a16="http://schemas.microsoft.com/office/drawing/2014/main" id="{83065FBA-506F-C487-790A-19C9F9478CFF}"/>
                </a:ext>
              </a:extLst>
            </p:cNvPr>
            <p:cNvCxnSpPr>
              <a:cxnSpLocks/>
            </p:cNvCxnSpPr>
            <p:nvPr/>
          </p:nvCxnSpPr>
          <p:spPr>
            <a:xfrm>
              <a:off x="3966132" y="3000484"/>
              <a:ext cx="0" cy="432000"/>
            </a:xfrm>
            <a:prstGeom prst="line">
              <a:avLst/>
            </a:prstGeom>
            <a:grpFill/>
            <a:ln w="6350" cap="flat" cmpd="sng" algn="ctr">
              <a:solidFill>
                <a:srgbClr val="4472C4">
                  <a:alpha val="50000"/>
                </a:srgbClr>
              </a:solidFill>
              <a:prstDash val="solid"/>
              <a:miter lim="800000"/>
            </a:ln>
            <a:effectLst/>
          </p:spPr>
        </p:cxnSp>
        <p:cxnSp>
          <p:nvCxnSpPr>
            <p:cNvPr id="18686" name="直接连接符 605">
              <a:extLst>
                <a:ext uri="{FF2B5EF4-FFF2-40B4-BE49-F238E27FC236}">
                  <a16:creationId xmlns:a16="http://schemas.microsoft.com/office/drawing/2014/main" id="{19D8887C-A454-31A7-D1B7-5B278D06A503}"/>
                </a:ext>
              </a:extLst>
            </p:cNvPr>
            <p:cNvCxnSpPr>
              <a:cxnSpLocks/>
            </p:cNvCxnSpPr>
            <p:nvPr/>
          </p:nvCxnSpPr>
          <p:spPr>
            <a:xfrm>
              <a:off x="4514798" y="3005114"/>
              <a:ext cx="0" cy="432000"/>
            </a:xfrm>
            <a:prstGeom prst="line">
              <a:avLst/>
            </a:prstGeom>
            <a:grpFill/>
            <a:ln w="6350" cap="flat" cmpd="sng" algn="ctr">
              <a:solidFill>
                <a:srgbClr val="4472C4">
                  <a:alpha val="50000"/>
                </a:srgbClr>
              </a:solidFill>
              <a:prstDash val="solid"/>
              <a:miter lim="800000"/>
            </a:ln>
            <a:effectLst/>
          </p:spPr>
        </p:cxnSp>
        <p:cxnSp>
          <p:nvCxnSpPr>
            <p:cNvPr id="18687" name="直接连接符 606">
              <a:extLst>
                <a:ext uri="{FF2B5EF4-FFF2-40B4-BE49-F238E27FC236}">
                  <a16:creationId xmlns:a16="http://schemas.microsoft.com/office/drawing/2014/main" id="{255490D2-C56E-DA62-3AFD-92908081F2FE}"/>
                </a:ext>
              </a:extLst>
            </p:cNvPr>
            <p:cNvCxnSpPr/>
            <p:nvPr/>
          </p:nvCxnSpPr>
          <p:spPr>
            <a:xfrm>
              <a:off x="1770247" y="3000484"/>
              <a:ext cx="548666" cy="431221"/>
            </a:xfrm>
            <a:prstGeom prst="line">
              <a:avLst/>
            </a:prstGeom>
            <a:grpFill/>
            <a:ln w="6350" cap="flat" cmpd="sng" algn="ctr">
              <a:solidFill>
                <a:srgbClr val="4472C4">
                  <a:alpha val="50000"/>
                </a:srgbClr>
              </a:solidFill>
              <a:prstDash val="solid"/>
              <a:miter lim="800000"/>
            </a:ln>
            <a:effectLst/>
          </p:spPr>
        </p:cxnSp>
        <p:cxnSp>
          <p:nvCxnSpPr>
            <p:cNvPr id="18688" name="直接连接符 607">
              <a:extLst>
                <a:ext uri="{FF2B5EF4-FFF2-40B4-BE49-F238E27FC236}">
                  <a16:creationId xmlns:a16="http://schemas.microsoft.com/office/drawing/2014/main" id="{7E4EABB9-F489-D4B9-BC69-7D283071D725}"/>
                </a:ext>
              </a:extLst>
            </p:cNvPr>
            <p:cNvCxnSpPr/>
            <p:nvPr/>
          </p:nvCxnSpPr>
          <p:spPr>
            <a:xfrm>
              <a:off x="1770247" y="3005114"/>
              <a:ext cx="1092200" cy="426591"/>
            </a:xfrm>
            <a:prstGeom prst="line">
              <a:avLst/>
            </a:prstGeom>
            <a:grpFill/>
            <a:ln w="6350" cap="flat" cmpd="sng" algn="ctr">
              <a:solidFill>
                <a:srgbClr val="4472C4">
                  <a:alpha val="50000"/>
                </a:srgbClr>
              </a:solidFill>
              <a:prstDash val="solid"/>
              <a:miter lim="800000"/>
            </a:ln>
            <a:effectLst/>
          </p:spPr>
        </p:cxnSp>
        <p:cxnSp>
          <p:nvCxnSpPr>
            <p:cNvPr id="18689" name="直接连接符 608">
              <a:extLst>
                <a:ext uri="{FF2B5EF4-FFF2-40B4-BE49-F238E27FC236}">
                  <a16:creationId xmlns:a16="http://schemas.microsoft.com/office/drawing/2014/main" id="{73DDF038-98E1-84E2-E1E7-950D9BDFFC51}"/>
                </a:ext>
              </a:extLst>
            </p:cNvPr>
            <p:cNvCxnSpPr>
              <a:cxnSpLocks/>
            </p:cNvCxnSpPr>
            <p:nvPr/>
          </p:nvCxnSpPr>
          <p:spPr>
            <a:xfrm>
              <a:off x="1772684" y="2999705"/>
              <a:ext cx="1638428" cy="432000"/>
            </a:xfrm>
            <a:prstGeom prst="line">
              <a:avLst/>
            </a:prstGeom>
            <a:grpFill/>
            <a:ln w="6350" cap="flat" cmpd="sng" algn="ctr">
              <a:solidFill>
                <a:srgbClr val="4472C4">
                  <a:alpha val="50000"/>
                </a:srgbClr>
              </a:solidFill>
              <a:prstDash val="solid"/>
              <a:miter lim="800000"/>
            </a:ln>
            <a:effectLst/>
          </p:spPr>
        </p:cxnSp>
        <p:cxnSp>
          <p:nvCxnSpPr>
            <p:cNvPr id="18690" name="直接连接符 609">
              <a:extLst>
                <a:ext uri="{FF2B5EF4-FFF2-40B4-BE49-F238E27FC236}">
                  <a16:creationId xmlns:a16="http://schemas.microsoft.com/office/drawing/2014/main" id="{11EA6C27-B61E-9A87-3600-0B989736C5EE}"/>
                </a:ext>
              </a:extLst>
            </p:cNvPr>
            <p:cNvCxnSpPr/>
            <p:nvPr/>
          </p:nvCxnSpPr>
          <p:spPr>
            <a:xfrm>
              <a:off x="1770247" y="3005114"/>
              <a:ext cx="2200139" cy="426591"/>
            </a:xfrm>
            <a:prstGeom prst="line">
              <a:avLst/>
            </a:prstGeom>
            <a:grpFill/>
            <a:ln w="6350" cap="flat" cmpd="sng" algn="ctr">
              <a:solidFill>
                <a:srgbClr val="4472C4">
                  <a:alpha val="50000"/>
                </a:srgbClr>
              </a:solidFill>
              <a:prstDash val="solid"/>
              <a:miter lim="800000"/>
            </a:ln>
            <a:effectLst/>
          </p:spPr>
        </p:cxnSp>
        <p:cxnSp>
          <p:nvCxnSpPr>
            <p:cNvPr id="18691" name="直接连接符 610">
              <a:extLst>
                <a:ext uri="{FF2B5EF4-FFF2-40B4-BE49-F238E27FC236}">
                  <a16:creationId xmlns:a16="http://schemas.microsoft.com/office/drawing/2014/main" id="{4D9AB1AF-A3BE-D4F6-4DF3-9D161426EBE4}"/>
                </a:ext>
              </a:extLst>
            </p:cNvPr>
            <p:cNvCxnSpPr/>
            <p:nvPr/>
          </p:nvCxnSpPr>
          <p:spPr>
            <a:xfrm>
              <a:off x="1770247" y="3005114"/>
              <a:ext cx="2748771" cy="426591"/>
            </a:xfrm>
            <a:prstGeom prst="line">
              <a:avLst/>
            </a:prstGeom>
            <a:grpFill/>
            <a:ln w="6350" cap="flat" cmpd="sng" algn="ctr">
              <a:solidFill>
                <a:srgbClr val="4472C4">
                  <a:alpha val="50000"/>
                </a:srgbClr>
              </a:solidFill>
              <a:prstDash val="solid"/>
              <a:miter lim="800000"/>
            </a:ln>
            <a:effectLst/>
          </p:spPr>
        </p:cxnSp>
        <p:cxnSp>
          <p:nvCxnSpPr>
            <p:cNvPr id="18692" name="直接连接符 611">
              <a:extLst>
                <a:ext uri="{FF2B5EF4-FFF2-40B4-BE49-F238E27FC236}">
                  <a16:creationId xmlns:a16="http://schemas.microsoft.com/office/drawing/2014/main" id="{2D261217-94CE-9E2C-14AB-6840F120ECF9}"/>
                </a:ext>
              </a:extLst>
            </p:cNvPr>
            <p:cNvCxnSpPr/>
            <p:nvPr/>
          </p:nvCxnSpPr>
          <p:spPr>
            <a:xfrm flipH="1">
              <a:off x="1770247" y="3005114"/>
              <a:ext cx="553086" cy="426591"/>
            </a:xfrm>
            <a:prstGeom prst="line">
              <a:avLst/>
            </a:prstGeom>
            <a:grpFill/>
            <a:ln w="6350" cap="flat" cmpd="sng" algn="ctr">
              <a:solidFill>
                <a:srgbClr val="4472C4">
                  <a:alpha val="50000"/>
                </a:srgbClr>
              </a:solidFill>
              <a:prstDash val="solid"/>
              <a:miter lim="800000"/>
            </a:ln>
            <a:effectLst/>
          </p:spPr>
        </p:cxnSp>
        <p:cxnSp>
          <p:nvCxnSpPr>
            <p:cNvPr id="18693" name="直接连接符 612">
              <a:extLst>
                <a:ext uri="{FF2B5EF4-FFF2-40B4-BE49-F238E27FC236}">
                  <a16:creationId xmlns:a16="http://schemas.microsoft.com/office/drawing/2014/main" id="{9A26F641-0ED0-C1AF-ABE5-2F9B28CDB474}"/>
                </a:ext>
              </a:extLst>
            </p:cNvPr>
            <p:cNvCxnSpPr/>
            <p:nvPr/>
          </p:nvCxnSpPr>
          <p:spPr>
            <a:xfrm flipH="1">
              <a:off x="2315739" y="3005114"/>
              <a:ext cx="546708" cy="426591"/>
            </a:xfrm>
            <a:prstGeom prst="line">
              <a:avLst/>
            </a:prstGeom>
            <a:grpFill/>
            <a:ln w="6350" cap="flat" cmpd="sng" algn="ctr">
              <a:solidFill>
                <a:srgbClr val="4472C4">
                  <a:alpha val="50000"/>
                </a:srgbClr>
              </a:solidFill>
              <a:prstDash val="solid"/>
              <a:miter lim="800000"/>
            </a:ln>
            <a:effectLst/>
          </p:spPr>
        </p:cxnSp>
        <p:cxnSp>
          <p:nvCxnSpPr>
            <p:cNvPr id="18694" name="直接连接符 613">
              <a:extLst>
                <a:ext uri="{FF2B5EF4-FFF2-40B4-BE49-F238E27FC236}">
                  <a16:creationId xmlns:a16="http://schemas.microsoft.com/office/drawing/2014/main" id="{F80B3B3C-B4A2-818D-55A8-4E95796CD496}"/>
                </a:ext>
              </a:extLst>
            </p:cNvPr>
            <p:cNvCxnSpPr/>
            <p:nvPr/>
          </p:nvCxnSpPr>
          <p:spPr>
            <a:xfrm flipH="1">
              <a:off x="2862447" y="3005114"/>
              <a:ext cx="555327" cy="426591"/>
            </a:xfrm>
            <a:prstGeom prst="line">
              <a:avLst/>
            </a:prstGeom>
            <a:grpFill/>
            <a:ln w="6350" cap="flat" cmpd="sng" algn="ctr">
              <a:solidFill>
                <a:srgbClr val="4472C4">
                  <a:alpha val="50000"/>
                </a:srgbClr>
              </a:solidFill>
              <a:prstDash val="solid"/>
              <a:miter lim="800000"/>
            </a:ln>
            <a:effectLst/>
          </p:spPr>
        </p:cxnSp>
        <p:cxnSp>
          <p:nvCxnSpPr>
            <p:cNvPr id="18695" name="直接连接符 614">
              <a:extLst>
                <a:ext uri="{FF2B5EF4-FFF2-40B4-BE49-F238E27FC236}">
                  <a16:creationId xmlns:a16="http://schemas.microsoft.com/office/drawing/2014/main" id="{6598DFD1-D03E-B14E-E4D5-A5F522541B05}"/>
                </a:ext>
              </a:extLst>
            </p:cNvPr>
            <p:cNvCxnSpPr/>
            <p:nvPr/>
          </p:nvCxnSpPr>
          <p:spPr>
            <a:xfrm flipH="1">
              <a:off x="3410888" y="3005114"/>
              <a:ext cx="559498" cy="426591"/>
            </a:xfrm>
            <a:prstGeom prst="line">
              <a:avLst/>
            </a:prstGeom>
            <a:grpFill/>
            <a:ln w="6350" cap="flat" cmpd="sng" algn="ctr">
              <a:solidFill>
                <a:srgbClr val="4472C4">
                  <a:alpha val="50000"/>
                </a:srgbClr>
              </a:solidFill>
              <a:prstDash val="solid"/>
              <a:miter lim="800000"/>
            </a:ln>
            <a:effectLst/>
          </p:spPr>
        </p:cxnSp>
        <p:cxnSp>
          <p:nvCxnSpPr>
            <p:cNvPr id="18696" name="直接连接符 615">
              <a:extLst>
                <a:ext uri="{FF2B5EF4-FFF2-40B4-BE49-F238E27FC236}">
                  <a16:creationId xmlns:a16="http://schemas.microsoft.com/office/drawing/2014/main" id="{E8888655-988C-D490-2F25-15F521E8A5C5}"/>
                </a:ext>
              </a:extLst>
            </p:cNvPr>
            <p:cNvCxnSpPr/>
            <p:nvPr/>
          </p:nvCxnSpPr>
          <p:spPr>
            <a:xfrm flipH="1">
              <a:off x="3970386" y="3005114"/>
              <a:ext cx="548632" cy="426591"/>
            </a:xfrm>
            <a:prstGeom prst="line">
              <a:avLst/>
            </a:prstGeom>
            <a:grpFill/>
            <a:ln w="6350" cap="flat" cmpd="sng" algn="ctr">
              <a:solidFill>
                <a:srgbClr val="4472C4">
                  <a:alpha val="50000"/>
                </a:srgbClr>
              </a:solidFill>
              <a:prstDash val="solid"/>
              <a:miter lim="800000"/>
            </a:ln>
            <a:effectLst/>
          </p:spPr>
        </p:cxnSp>
        <p:cxnSp>
          <p:nvCxnSpPr>
            <p:cNvPr id="18697" name="直接连接符 616">
              <a:extLst>
                <a:ext uri="{FF2B5EF4-FFF2-40B4-BE49-F238E27FC236}">
                  <a16:creationId xmlns:a16="http://schemas.microsoft.com/office/drawing/2014/main" id="{3A333088-CF46-32FC-2049-39AF84C7385A}"/>
                </a:ext>
              </a:extLst>
            </p:cNvPr>
            <p:cNvCxnSpPr/>
            <p:nvPr/>
          </p:nvCxnSpPr>
          <p:spPr>
            <a:xfrm>
              <a:off x="2323333" y="3005114"/>
              <a:ext cx="539114" cy="426591"/>
            </a:xfrm>
            <a:prstGeom prst="line">
              <a:avLst/>
            </a:prstGeom>
            <a:grpFill/>
            <a:ln w="6350" cap="flat" cmpd="sng" algn="ctr">
              <a:solidFill>
                <a:srgbClr val="4472C4">
                  <a:alpha val="50000"/>
                </a:srgbClr>
              </a:solidFill>
              <a:prstDash val="solid"/>
              <a:miter lim="800000"/>
            </a:ln>
            <a:effectLst/>
          </p:spPr>
        </p:cxnSp>
        <p:cxnSp>
          <p:nvCxnSpPr>
            <p:cNvPr id="18698" name="直接连接符 617">
              <a:extLst>
                <a:ext uri="{FF2B5EF4-FFF2-40B4-BE49-F238E27FC236}">
                  <a16:creationId xmlns:a16="http://schemas.microsoft.com/office/drawing/2014/main" id="{CBC78CCF-4A2B-3883-E844-7629EAB335AD}"/>
                </a:ext>
              </a:extLst>
            </p:cNvPr>
            <p:cNvCxnSpPr/>
            <p:nvPr/>
          </p:nvCxnSpPr>
          <p:spPr>
            <a:xfrm>
              <a:off x="2861968" y="3005114"/>
              <a:ext cx="546708" cy="426591"/>
            </a:xfrm>
            <a:prstGeom prst="line">
              <a:avLst/>
            </a:prstGeom>
            <a:grpFill/>
            <a:ln w="6350" cap="flat" cmpd="sng" algn="ctr">
              <a:solidFill>
                <a:srgbClr val="4472C4">
                  <a:alpha val="50000"/>
                </a:srgbClr>
              </a:solidFill>
              <a:prstDash val="solid"/>
              <a:miter lim="800000"/>
            </a:ln>
            <a:effectLst/>
          </p:spPr>
        </p:cxnSp>
        <p:cxnSp>
          <p:nvCxnSpPr>
            <p:cNvPr id="18699" name="直接连接符 618">
              <a:extLst>
                <a:ext uri="{FF2B5EF4-FFF2-40B4-BE49-F238E27FC236}">
                  <a16:creationId xmlns:a16="http://schemas.microsoft.com/office/drawing/2014/main" id="{3A02365C-120D-22B3-D0AE-67F587F2B888}"/>
                </a:ext>
              </a:extLst>
            </p:cNvPr>
            <p:cNvCxnSpPr/>
            <p:nvPr/>
          </p:nvCxnSpPr>
          <p:spPr>
            <a:xfrm>
              <a:off x="3408676" y="3005114"/>
              <a:ext cx="561710" cy="426591"/>
            </a:xfrm>
            <a:prstGeom prst="line">
              <a:avLst/>
            </a:prstGeom>
            <a:grpFill/>
            <a:ln w="6350" cap="flat" cmpd="sng" algn="ctr">
              <a:solidFill>
                <a:srgbClr val="4472C4">
                  <a:alpha val="50000"/>
                </a:srgbClr>
              </a:solidFill>
              <a:prstDash val="solid"/>
              <a:miter lim="800000"/>
            </a:ln>
            <a:effectLst/>
          </p:spPr>
        </p:cxnSp>
        <p:cxnSp>
          <p:nvCxnSpPr>
            <p:cNvPr id="18700" name="直接连接符 619">
              <a:extLst>
                <a:ext uri="{FF2B5EF4-FFF2-40B4-BE49-F238E27FC236}">
                  <a16:creationId xmlns:a16="http://schemas.microsoft.com/office/drawing/2014/main" id="{72162DC1-F56D-CF00-8407-F40266CFBF11}"/>
                </a:ext>
              </a:extLst>
            </p:cNvPr>
            <p:cNvCxnSpPr/>
            <p:nvPr/>
          </p:nvCxnSpPr>
          <p:spPr>
            <a:xfrm>
              <a:off x="3957361" y="3008020"/>
              <a:ext cx="561710" cy="426591"/>
            </a:xfrm>
            <a:prstGeom prst="line">
              <a:avLst/>
            </a:prstGeom>
            <a:grpFill/>
            <a:ln w="6350" cap="flat" cmpd="sng" algn="ctr">
              <a:solidFill>
                <a:srgbClr val="4472C4">
                  <a:alpha val="50000"/>
                </a:srgbClr>
              </a:solidFill>
              <a:prstDash val="solid"/>
              <a:miter lim="800000"/>
            </a:ln>
            <a:effectLst/>
          </p:spPr>
        </p:cxnSp>
        <p:cxnSp>
          <p:nvCxnSpPr>
            <p:cNvPr id="18701" name="直接连接符 620">
              <a:extLst>
                <a:ext uri="{FF2B5EF4-FFF2-40B4-BE49-F238E27FC236}">
                  <a16:creationId xmlns:a16="http://schemas.microsoft.com/office/drawing/2014/main" id="{B6EF506C-07EE-6CD6-0D0D-7B4B42BDFB45}"/>
                </a:ext>
              </a:extLst>
            </p:cNvPr>
            <p:cNvCxnSpPr/>
            <p:nvPr/>
          </p:nvCxnSpPr>
          <p:spPr>
            <a:xfrm>
              <a:off x="2322724" y="3005114"/>
              <a:ext cx="1092200" cy="426591"/>
            </a:xfrm>
            <a:prstGeom prst="line">
              <a:avLst/>
            </a:prstGeom>
            <a:grpFill/>
            <a:ln w="6350" cap="flat" cmpd="sng" algn="ctr">
              <a:solidFill>
                <a:srgbClr val="4472C4">
                  <a:alpha val="50000"/>
                </a:srgbClr>
              </a:solidFill>
              <a:prstDash val="solid"/>
              <a:miter lim="800000"/>
            </a:ln>
            <a:effectLst/>
          </p:spPr>
        </p:cxnSp>
        <p:cxnSp>
          <p:nvCxnSpPr>
            <p:cNvPr id="18702" name="直接连接符 621">
              <a:extLst>
                <a:ext uri="{FF2B5EF4-FFF2-40B4-BE49-F238E27FC236}">
                  <a16:creationId xmlns:a16="http://schemas.microsoft.com/office/drawing/2014/main" id="{43D7FB4F-DD7D-0936-9A10-536B511F105F}"/>
                </a:ext>
              </a:extLst>
            </p:cNvPr>
            <p:cNvCxnSpPr/>
            <p:nvPr/>
          </p:nvCxnSpPr>
          <p:spPr>
            <a:xfrm>
              <a:off x="2858074" y="3005114"/>
              <a:ext cx="1092200" cy="426591"/>
            </a:xfrm>
            <a:prstGeom prst="line">
              <a:avLst/>
            </a:prstGeom>
            <a:grpFill/>
            <a:ln w="6350" cap="flat" cmpd="sng" algn="ctr">
              <a:solidFill>
                <a:srgbClr val="4472C4">
                  <a:alpha val="50000"/>
                </a:srgbClr>
              </a:solidFill>
              <a:prstDash val="solid"/>
              <a:miter lim="800000"/>
            </a:ln>
            <a:effectLst/>
          </p:spPr>
        </p:cxnSp>
        <p:cxnSp>
          <p:nvCxnSpPr>
            <p:cNvPr id="18703" name="直接连接符 622">
              <a:extLst>
                <a:ext uri="{FF2B5EF4-FFF2-40B4-BE49-F238E27FC236}">
                  <a16:creationId xmlns:a16="http://schemas.microsoft.com/office/drawing/2014/main" id="{90CD5D78-80DE-CA2F-BFC4-F6834BD9184E}"/>
                </a:ext>
              </a:extLst>
            </p:cNvPr>
            <p:cNvCxnSpPr/>
            <p:nvPr/>
          </p:nvCxnSpPr>
          <p:spPr>
            <a:xfrm>
              <a:off x="3416335" y="3005114"/>
              <a:ext cx="1092200" cy="426591"/>
            </a:xfrm>
            <a:prstGeom prst="line">
              <a:avLst/>
            </a:prstGeom>
            <a:grpFill/>
            <a:ln w="6350" cap="flat" cmpd="sng" algn="ctr">
              <a:solidFill>
                <a:srgbClr val="4472C4">
                  <a:alpha val="50000"/>
                </a:srgbClr>
              </a:solidFill>
              <a:prstDash val="solid"/>
              <a:miter lim="800000"/>
            </a:ln>
            <a:effectLst/>
          </p:spPr>
        </p:cxnSp>
        <p:cxnSp>
          <p:nvCxnSpPr>
            <p:cNvPr id="18704" name="直接连接符 623">
              <a:extLst>
                <a:ext uri="{FF2B5EF4-FFF2-40B4-BE49-F238E27FC236}">
                  <a16:creationId xmlns:a16="http://schemas.microsoft.com/office/drawing/2014/main" id="{0025B231-BE2B-8F5F-BC90-1AFE29F752F4}"/>
                </a:ext>
              </a:extLst>
            </p:cNvPr>
            <p:cNvCxnSpPr>
              <a:cxnSpLocks/>
            </p:cNvCxnSpPr>
            <p:nvPr/>
          </p:nvCxnSpPr>
          <p:spPr>
            <a:xfrm>
              <a:off x="2320881" y="2999705"/>
              <a:ext cx="1638428" cy="432000"/>
            </a:xfrm>
            <a:prstGeom prst="line">
              <a:avLst/>
            </a:prstGeom>
            <a:grpFill/>
            <a:ln w="6350" cap="flat" cmpd="sng" algn="ctr">
              <a:solidFill>
                <a:srgbClr val="4472C4">
                  <a:alpha val="50000"/>
                </a:srgbClr>
              </a:solidFill>
              <a:prstDash val="solid"/>
              <a:miter lim="800000"/>
            </a:ln>
            <a:effectLst/>
          </p:spPr>
        </p:cxnSp>
        <p:cxnSp>
          <p:nvCxnSpPr>
            <p:cNvPr id="18705" name="直接连接符 624">
              <a:extLst>
                <a:ext uri="{FF2B5EF4-FFF2-40B4-BE49-F238E27FC236}">
                  <a16:creationId xmlns:a16="http://schemas.microsoft.com/office/drawing/2014/main" id="{E85EDC0F-323B-E985-D867-23D862F4F611}"/>
                </a:ext>
              </a:extLst>
            </p:cNvPr>
            <p:cNvCxnSpPr>
              <a:cxnSpLocks/>
            </p:cNvCxnSpPr>
            <p:nvPr/>
          </p:nvCxnSpPr>
          <p:spPr>
            <a:xfrm>
              <a:off x="2870372" y="3010334"/>
              <a:ext cx="1637546" cy="418666"/>
            </a:xfrm>
            <a:prstGeom prst="line">
              <a:avLst/>
            </a:prstGeom>
            <a:grpFill/>
            <a:ln w="6350" cap="flat" cmpd="sng" algn="ctr">
              <a:solidFill>
                <a:srgbClr val="4472C4">
                  <a:alpha val="50000"/>
                </a:srgbClr>
              </a:solidFill>
              <a:prstDash val="solid"/>
              <a:miter lim="800000"/>
            </a:ln>
            <a:effectLst/>
          </p:spPr>
        </p:cxnSp>
        <p:cxnSp>
          <p:nvCxnSpPr>
            <p:cNvPr id="18706" name="直接连接符 625">
              <a:extLst>
                <a:ext uri="{FF2B5EF4-FFF2-40B4-BE49-F238E27FC236}">
                  <a16:creationId xmlns:a16="http://schemas.microsoft.com/office/drawing/2014/main" id="{C3045F91-F1B3-33E8-D071-A8F89532AE85}"/>
                </a:ext>
              </a:extLst>
            </p:cNvPr>
            <p:cNvCxnSpPr>
              <a:cxnSpLocks/>
            </p:cNvCxnSpPr>
            <p:nvPr/>
          </p:nvCxnSpPr>
          <p:spPr>
            <a:xfrm flipV="1">
              <a:off x="1770247" y="3005114"/>
              <a:ext cx="1091415" cy="423887"/>
            </a:xfrm>
            <a:prstGeom prst="line">
              <a:avLst/>
            </a:prstGeom>
            <a:grpFill/>
            <a:ln w="6350" cap="flat" cmpd="sng" algn="ctr">
              <a:solidFill>
                <a:srgbClr val="4472C4">
                  <a:alpha val="50000"/>
                </a:srgbClr>
              </a:solidFill>
              <a:prstDash val="solid"/>
              <a:miter lim="800000"/>
            </a:ln>
            <a:effectLst/>
          </p:spPr>
        </p:cxnSp>
        <p:cxnSp>
          <p:nvCxnSpPr>
            <p:cNvPr id="18707" name="直接连接符 626">
              <a:extLst>
                <a:ext uri="{FF2B5EF4-FFF2-40B4-BE49-F238E27FC236}">
                  <a16:creationId xmlns:a16="http://schemas.microsoft.com/office/drawing/2014/main" id="{AE15D046-77C4-C428-9586-F4D1DA09315B}"/>
                </a:ext>
              </a:extLst>
            </p:cNvPr>
            <p:cNvCxnSpPr>
              <a:cxnSpLocks/>
            </p:cNvCxnSpPr>
            <p:nvPr/>
          </p:nvCxnSpPr>
          <p:spPr>
            <a:xfrm flipV="1">
              <a:off x="2855705" y="3007428"/>
              <a:ext cx="1109637" cy="424277"/>
            </a:xfrm>
            <a:prstGeom prst="line">
              <a:avLst/>
            </a:prstGeom>
            <a:grpFill/>
            <a:ln w="6350" cap="flat" cmpd="sng" algn="ctr">
              <a:solidFill>
                <a:srgbClr val="4472C4">
                  <a:alpha val="50000"/>
                </a:srgbClr>
              </a:solidFill>
              <a:prstDash val="solid"/>
              <a:miter lim="800000"/>
            </a:ln>
            <a:effectLst/>
          </p:spPr>
        </p:cxnSp>
        <p:cxnSp>
          <p:nvCxnSpPr>
            <p:cNvPr id="18708" name="直接连接符 627">
              <a:extLst>
                <a:ext uri="{FF2B5EF4-FFF2-40B4-BE49-F238E27FC236}">
                  <a16:creationId xmlns:a16="http://schemas.microsoft.com/office/drawing/2014/main" id="{CE1E2180-B247-2ED2-F1D3-CBD7135FB197}"/>
                </a:ext>
              </a:extLst>
            </p:cNvPr>
            <p:cNvCxnSpPr>
              <a:cxnSpLocks/>
            </p:cNvCxnSpPr>
            <p:nvPr/>
          </p:nvCxnSpPr>
          <p:spPr>
            <a:xfrm flipV="1">
              <a:off x="2312925" y="3008136"/>
              <a:ext cx="1109637" cy="424277"/>
            </a:xfrm>
            <a:prstGeom prst="line">
              <a:avLst/>
            </a:prstGeom>
            <a:grpFill/>
            <a:ln w="6350" cap="flat" cmpd="sng" algn="ctr">
              <a:solidFill>
                <a:srgbClr val="4472C4">
                  <a:alpha val="50000"/>
                </a:srgbClr>
              </a:solidFill>
              <a:prstDash val="solid"/>
              <a:miter lim="800000"/>
            </a:ln>
            <a:effectLst/>
          </p:spPr>
        </p:cxnSp>
        <p:cxnSp>
          <p:nvCxnSpPr>
            <p:cNvPr id="18709" name="直接连接符 628">
              <a:extLst>
                <a:ext uri="{FF2B5EF4-FFF2-40B4-BE49-F238E27FC236}">
                  <a16:creationId xmlns:a16="http://schemas.microsoft.com/office/drawing/2014/main" id="{FA4024A3-7ED4-A1CD-CC56-7FA88A2D293C}"/>
                </a:ext>
              </a:extLst>
            </p:cNvPr>
            <p:cNvCxnSpPr>
              <a:cxnSpLocks/>
            </p:cNvCxnSpPr>
            <p:nvPr/>
          </p:nvCxnSpPr>
          <p:spPr>
            <a:xfrm flipV="1">
              <a:off x="3408743" y="3004723"/>
              <a:ext cx="1109637" cy="424277"/>
            </a:xfrm>
            <a:prstGeom prst="line">
              <a:avLst/>
            </a:prstGeom>
            <a:grpFill/>
            <a:ln w="6350" cap="flat" cmpd="sng" algn="ctr">
              <a:solidFill>
                <a:srgbClr val="4472C4">
                  <a:alpha val="50000"/>
                </a:srgbClr>
              </a:solidFill>
              <a:prstDash val="solid"/>
              <a:miter lim="800000"/>
            </a:ln>
            <a:effectLst/>
          </p:spPr>
        </p:cxnSp>
        <p:cxnSp>
          <p:nvCxnSpPr>
            <p:cNvPr id="18710" name="直接连接符 629">
              <a:extLst>
                <a:ext uri="{FF2B5EF4-FFF2-40B4-BE49-F238E27FC236}">
                  <a16:creationId xmlns:a16="http://schemas.microsoft.com/office/drawing/2014/main" id="{00422746-C83B-B022-DE2C-77075EE682FA}"/>
                </a:ext>
              </a:extLst>
            </p:cNvPr>
            <p:cNvCxnSpPr/>
            <p:nvPr/>
          </p:nvCxnSpPr>
          <p:spPr>
            <a:xfrm flipV="1">
              <a:off x="1767811" y="3004723"/>
              <a:ext cx="1640865" cy="424277"/>
            </a:xfrm>
            <a:prstGeom prst="line">
              <a:avLst/>
            </a:prstGeom>
            <a:grpFill/>
            <a:ln w="6350" cap="flat" cmpd="sng" algn="ctr">
              <a:solidFill>
                <a:srgbClr val="4472C4">
                  <a:alpha val="50000"/>
                </a:srgbClr>
              </a:solidFill>
              <a:prstDash val="solid"/>
              <a:miter lim="800000"/>
            </a:ln>
            <a:effectLst/>
          </p:spPr>
        </p:cxnSp>
        <p:cxnSp>
          <p:nvCxnSpPr>
            <p:cNvPr id="18711" name="直接连接符 630">
              <a:extLst>
                <a:ext uri="{FF2B5EF4-FFF2-40B4-BE49-F238E27FC236}">
                  <a16:creationId xmlns:a16="http://schemas.microsoft.com/office/drawing/2014/main" id="{4B8A1C29-C64A-D5EA-7095-C8B0ED8CDAEB}"/>
                </a:ext>
              </a:extLst>
            </p:cNvPr>
            <p:cNvCxnSpPr/>
            <p:nvPr/>
          </p:nvCxnSpPr>
          <p:spPr>
            <a:xfrm flipV="1">
              <a:off x="2320671" y="3004722"/>
              <a:ext cx="1640865" cy="424277"/>
            </a:xfrm>
            <a:prstGeom prst="line">
              <a:avLst/>
            </a:prstGeom>
            <a:grpFill/>
            <a:ln w="6350" cap="flat" cmpd="sng" algn="ctr">
              <a:solidFill>
                <a:srgbClr val="4472C4">
                  <a:alpha val="50000"/>
                </a:srgbClr>
              </a:solidFill>
              <a:prstDash val="solid"/>
              <a:miter lim="800000"/>
            </a:ln>
            <a:effectLst/>
          </p:spPr>
        </p:cxnSp>
        <p:cxnSp>
          <p:nvCxnSpPr>
            <p:cNvPr id="18712" name="直接连接符 631">
              <a:extLst>
                <a:ext uri="{FF2B5EF4-FFF2-40B4-BE49-F238E27FC236}">
                  <a16:creationId xmlns:a16="http://schemas.microsoft.com/office/drawing/2014/main" id="{50769C7E-3DAF-C91B-6278-D6F7EC232367}"/>
                </a:ext>
              </a:extLst>
            </p:cNvPr>
            <p:cNvCxnSpPr/>
            <p:nvPr/>
          </p:nvCxnSpPr>
          <p:spPr>
            <a:xfrm flipV="1">
              <a:off x="2864064" y="3007036"/>
              <a:ext cx="1640865" cy="424277"/>
            </a:xfrm>
            <a:prstGeom prst="line">
              <a:avLst/>
            </a:prstGeom>
            <a:grpFill/>
            <a:ln w="6350" cap="flat" cmpd="sng" algn="ctr">
              <a:solidFill>
                <a:srgbClr val="4472C4">
                  <a:alpha val="50000"/>
                </a:srgbClr>
              </a:solidFill>
              <a:prstDash val="solid"/>
              <a:miter lim="800000"/>
            </a:ln>
            <a:effectLst/>
          </p:spPr>
        </p:cxnSp>
        <p:cxnSp>
          <p:nvCxnSpPr>
            <p:cNvPr id="18713" name="直接连接符 632">
              <a:extLst>
                <a:ext uri="{FF2B5EF4-FFF2-40B4-BE49-F238E27FC236}">
                  <a16:creationId xmlns:a16="http://schemas.microsoft.com/office/drawing/2014/main" id="{C9C92113-6106-DFE1-8F89-D111B4EB1B07}"/>
                </a:ext>
              </a:extLst>
            </p:cNvPr>
            <p:cNvCxnSpPr>
              <a:cxnSpLocks/>
            </p:cNvCxnSpPr>
            <p:nvPr/>
          </p:nvCxnSpPr>
          <p:spPr>
            <a:xfrm flipV="1">
              <a:off x="1767811" y="3004722"/>
              <a:ext cx="2196354" cy="424277"/>
            </a:xfrm>
            <a:prstGeom prst="line">
              <a:avLst/>
            </a:prstGeom>
            <a:grpFill/>
            <a:ln w="6350" cap="flat" cmpd="sng" algn="ctr">
              <a:solidFill>
                <a:srgbClr val="4472C4">
                  <a:alpha val="50000"/>
                </a:srgbClr>
              </a:solidFill>
              <a:prstDash val="solid"/>
              <a:miter lim="800000"/>
            </a:ln>
            <a:effectLst/>
          </p:spPr>
        </p:cxnSp>
        <p:cxnSp>
          <p:nvCxnSpPr>
            <p:cNvPr id="18714" name="直接连接符 633">
              <a:extLst>
                <a:ext uri="{FF2B5EF4-FFF2-40B4-BE49-F238E27FC236}">
                  <a16:creationId xmlns:a16="http://schemas.microsoft.com/office/drawing/2014/main" id="{752DF661-E4AF-B6B5-5B56-165188CDF766}"/>
                </a:ext>
              </a:extLst>
            </p:cNvPr>
            <p:cNvCxnSpPr/>
            <p:nvPr/>
          </p:nvCxnSpPr>
          <p:spPr>
            <a:xfrm flipV="1">
              <a:off x="2315731" y="3011168"/>
              <a:ext cx="2196354" cy="424277"/>
            </a:xfrm>
            <a:prstGeom prst="line">
              <a:avLst/>
            </a:prstGeom>
            <a:grpFill/>
            <a:ln w="6350" cap="flat" cmpd="sng" algn="ctr">
              <a:solidFill>
                <a:srgbClr val="4472C4">
                  <a:alpha val="50000"/>
                </a:srgbClr>
              </a:solidFill>
              <a:prstDash val="solid"/>
              <a:miter lim="800000"/>
            </a:ln>
            <a:effectLst/>
          </p:spPr>
        </p:cxnSp>
        <p:cxnSp>
          <p:nvCxnSpPr>
            <p:cNvPr id="18715" name="直接连接符 634">
              <a:extLst>
                <a:ext uri="{FF2B5EF4-FFF2-40B4-BE49-F238E27FC236}">
                  <a16:creationId xmlns:a16="http://schemas.microsoft.com/office/drawing/2014/main" id="{E802AD37-1FAB-641B-97AB-3643203B595F}"/>
                </a:ext>
              </a:extLst>
            </p:cNvPr>
            <p:cNvCxnSpPr/>
            <p:nvPr/>
          </p:nvCxnSpPr>
          <p:spPr>
            <a:xfrm flipV="1">
              <a:off x="1767811" y="3004722"/>
              <a:ext cx="2744274" cy="424277"/>
            </a:xfrm>
            <a:prstGeom prst="line">
              <a:avLst/>
            </a:prstGeom>
            <a:grpFill/>
            <a:ln w="6350" cap="flat" cmpd="sng" algn="ctr">
              <a:solidFill>
                <a:srgbClr val="4472C4">
                  <a:alpha val="50000"/>
                </a:srgbClr>
              </a:solidFill>
              <a:prstDash val="solid"/>
              <a:miter lim="800000"/>
            </a:ln>
            <a:effectLst/>
          </p:spPr>
        </p:cxnSp>
      </p:grpSp>
      <p:grpSp>
        <p:nvGrpSpPr>
          <p:cNvPr id="18716" name="组合 635">
            <a:extLst>
              <a:ext uri="{FF2B5EF4-FFF2-40B4-BE49-F238E27FC236}">
                <a16:creationId xmlns:a16="http://schemas.microsoft.com/office/drawing/2014/main" id="{376E941A-4186-87B3-4A21-5A461645B7CD}"/>
              </a:ext>
            </a:extLst>
          </p:cNvPr>
          <p:cNvGrpSpPr/>
          <p:nvPr/>
        </p:nvGrpSpPr>
        <p:grpSpPr>
          <a:xfrm>
            <a:off x="525987" y="4698832"/>
            <a:ext cx="2005936" cy="385054"/>
            <a:chOff x="1767811" y="2999705"/>
            <a:chExt cx="2751260" cy="437409"/>
          </a:xfrm>
          <a:solidFill>
            <a:srgbClr val="5B9BD5">
              <a:lumMod val="20000"/>
              <a:lumOff val="80000"/>
            </a:srgbClr>
          </a:solidFill>
        </p:grpSpPr>
        <p:cxnSp>
          <p:nvCxnSpPr>
            <p:cNvPr id="18717" name="直接连接符 636">
              <a:extLst>
                <a:ext uri="{FF2B5EF4-FFF2-40B4-BE49-F238E27FC236}">
                  <a16:creationId xmlns:a16="http://schemas.microsoft.com/office/drawing/2014/main" id="{9EFE3A2F-1B1B-9135-70B3-B82E17275DE3}"/>
                </a:ext>
              </a:extLst>
            </p:cNvPr>
            <p:cNvCxnSpPr>
              <a:cxnSpLocks/>
            </p:cNvCxnSpPr>
            <p:nvPr/>
          </p:nvCxnSpPr>
          <p:spPr>
            <a:xfrm>
              <a:off x="1770247" y="3000484"/>
              <a:ext cx="0" cy="432000"/>
            </a:xfrm>
            <a:prstGeom prst="line">
              <a:avLst/>
            </a:prstGeom>
            <a:grpFill/>
            <a:ln w="6350" cap="flat" cmpd="sng" algn="ctr">
              <a:solidFill>
                <a:srgbClr val="4472C4">
                  <a:alpha val="50000"/>
                </a:srgbClr>
              </a:solidFill>
              <a:prstDash val="solid"/>
              <a:miter lim="800000"/>
            </a:ln>
            <a:effectLst/>
          </p:spPr>
        </p:cxnSp>
        <p:cxnSp>
          <p:nvCxnSpPr>
            <p:cNvPr id="18718" name="直接连接符 637">
              <a:extLst>
                <a:ext uri="{FF2B5EF4-FFF2-40B4-BE49-F238E27FC236}">
                  <a16:creationId xmlns:a16="http://schemas.microsoft.com/office/drawing/2014/main" id="{1BABEC52-2D14-A4E6-F6D3-FDCD382EBE7D}"/>
                </a:ext>
              </a:extLst>
            </p:cNvPr>
            <p:cNvCxnSpPr>
              <a:cxnSpLocks/>
            </p:cNvCxnSpPr>
            <p:nvPr/>
          </p:nvCxnSpPr>
          <p:spPr>
            <a:xfrm>
              <a:off x="2318913" y="3005114"/>
              <a:ext cx="0" cy="432000"/>
            </a:xfrm>
            <a:prstGeom prst="line">
              <a:avLst/>
            </a:prstGeom>
            <a:grpFill/>
            <a:ln w="6350" cap="flat" cmpd="sng" algn="ctr">
              <a:solidFill>
                <a:srgbClr val="4472C4">
                  <a:alpha val="50000"/>
                </a:srgbClr>
              </a:solidFill>
              <a:prstDash val="solid"/>
              <a:miter lim="800000"/>
            </a:ln>
            <a:effectLst/>
          </p:spPr>
        </p:cxnSp>
        <p:cxnSp>
          <p:nvCxnSpPr>
            <p:cNvPr id="18719" name="直接连接符 638">
              <a:extLst>
                <a:ext uri="{FF2B5EF4-FFF2-40B4-BE49-F238E27FC236}">
                  <a16:creationId xmlns:a16="http://schemas.microsoft.com/office/drawing/2014/main" id="{FAB4F83F-9013-1D62-7173-8378FC8BE614}"/>
                </a:ext>
              </a:extLst>
            </p:cNvPr>
            <p:cNvCxnSpPr>
              <a:cxnSpLocks/>
            </p:cNvCxnSpPr>
            <p:nvPr/>
          </p:nvCxnSpPr>
          <p:spPr>
            <a:xfrm>
              <a:off x="2862447" y="3000484"/>
              <a:ext cx="0" cy="432000"/>
            </a:xfrm>
            <a:prstGeom prst="line">
              <a:avLst/>
            </a:prstGeom>
            <a:grpFill/>
            <a:ln w="6350" cap="flat" cmpd="sng" algn="ctr">
              <a:solidFill>
                <a:srgbClr val="4472C4">
                  <a:alpha val="50000"/>
                </a:srgbClr>
              </a:solidFill>
              <a:prstDash val="solid"/>
              <a:miter lim="800000"/>
            </a:ln>
            <a:effectLst/>
          </p:spPr>
        </p:cxnSp>
        <p:cxnSp>
          <p:nvCxnSpPr>
            <p:cNvPr id="18720" name="直接连接符 639">
              <a:extLst>
                <a:ext uri="{FF2B5EF4-FFF2-40B4-BE49-F238E27FC236}">
                  <a16:creationId xmlns:a16="http://schemas.microsoft.com/office/drawing/2014/main" id="{5EF53C54-7D7B-B925-C248-B268B61F6DE7}"/>
                </a:ext>
              </a:extLst>
            </p:cNvPr>
            <p:cNvCxnSpPr>
              <a:cxnSpLocks/>
            </p:cNvCxnSpPr>
            <p:nvPr/>
          </p:nvCxnSpPr>
          <p:spPr>
            <a:xfrm>
              <a:off x="3411113" y="3005114"/>
              <a:ext cx="0" cy="432000"/>
            </a:xfrm>
            <a:prstGeom prst="line">
              <a:avLst/>
            </a:prstGeom>
            <a:grpFill/>
            <a:ln w="6350" cap="flat" cmpd="sng" algn="ctr">
              <a:solidFill>
                <a:srgbClr val="4472C4">
                  <a:alpha val="50000"/>
                </a:srgbClr>
              </a:solidFill>
              <a:prstDash val="solid"/>
              <a:miter lim="800000"/>
            </a:ln>
            <a:effectLst/>
          </p:spPr>
        </p:cxnSp>
        <p:cxnSp>
          <p:nvCxnSpPr>
            <p:cNvPr id="18721" name="直接连接符 640">
              <a:extLst>
                <a:ext uri="{FF2B5EF4-FFF2-40B4-BE49-F238E27FC236}">
                  <a16:creationId xmlns:a16="http://schemas.microsoft.com/office/drawing/2014/main" id="{D6B17182-86DC-B482-1F6E-50DCDB248EB8}"/>
                </a:ext>
              </a:extLst>
            </p:cNvPr>
            <p:cNvCxnSpPr>
              <a:cxnSpLocks/>
            </p:cNvCxnSpPr>
            <p:nvPr/>
          </p:nvCxnSpPr>
          <p:spPr>
            <a:xfrm>
              <a:off x="3966132" y="3000484"/>
              <a:ext cx="0" cy="432000"/>
            </a:xfrm>
            <a:prstGeom prst="line">
              <a:avLst/>
            </a:prstGeom>
            <a:grpFill/>
            <a:ln w="6350" cap="flat" cmpd="sng" algn="ctr">
              <a:solidFill>
                <a:srgbClr val="4472C4">
                  <a:alpha val="50000"/>
                </a:srgbClr>
              </a:solidFill>
              <a:prstDash val="solid"/>
              <a:miter lim="800000"/>
            </a:ln>
            <a:effectLst/>
          </p:spPr>
        </p:cxnSp>
        <p:cxnSp>
          <p:nvCxnSpPr>
            <p:cNvPr id="18722" name="直接连接符 641">
              <a:extLst>
                <a:ext uri="{FF2B5EF4-FFF2-40B4-BE49-F238E27FC236}">
                  <a16:creationId xmlns:a16="http://schemas.microsoft.com/office/drawing/2014/main" id="{345105E1-3841-9826-925B-0F5AC07C428E}"/>
                </a:ext>
              </a:extLst>
            </p:cNvPr>
            <p:cNvCxnSpPr>
              <a:cxnSpLocks/>
            </p:cNvCxnSpPr>
            <p:nvPr/>
          </p:nvCxnSpPr>
          <p:spPr>
            <a:xfrm>
              <a:off x="4514798" y="3005114"/>
              <a:ext cx="0" cy="432000"/>
            </a:xfrm>
            <a:prstGeom prst="line">
              <a:avLst/>
            </a:prstGeom>
            <a:grpFill/>
            <a:ln w="6350" cap="flat" cmpd="sng" algn="ctr">
              <a:solidFill>
                <a:srgbClr val="4472C4">
                  <a:alpha val="50000"/>
                </a:srgbClr>
              </a:solidFill>
              <a:prstDash val="solid"/>
              <a:miter lim="800000"/>
            </a:ln>
            <a:effectLst/>
          </p:spPr>
        </p:cxnSp>
        <p:cxnSp>
          <p:nvCxnSpPr>
            <p:cNvPr id="18723" name="直接连接符 642">
              <a:extLst>
                <a:ext uri="{FF2B5EF4-FFF2-40B4-BE49-F238E27FC236}">
                  <a16:creationId xmlns:a16="http://schemas.microsoft.com/office/drawing/2014/main" id="{1345FB65-2C36-743A-83F4-233FDF9CDCE8}"/>
                </a:ext>
              </a:extLst>
            </p:cNvPr>
            <p:cNvCxnSpPr/>
            <p:nvPr/>
          </p:nvCxnSpPr>
          <p:spPr>
            <a:xfrm>
              <a:off x="1770247" y="3000484"/>
              <a:ext cx="548666" cy="431221"/>
            </a:xfrm>
            <a:prstGeom prst="line">
              <a:avLst/>
            </a:prstGeom>
            <a:grpFill/>
            <a:ln w="6350" cap="flat" cmpd="sng" algn="ctr">
              <a:solidFill>
                <a:srgbClr val="4472C4">
                  <a:alpha val="50000"/>
                </a:srgbClr>
              </a:solidFill>
              <a:prstDash val="solid"/>
              <a:miter lim="800000"/>
            </a:ln>
            <a:effectLst/>
          </p:spPr>
        </p:cxnSp>
        <p:cxnSp>
          <p:nvCxnSpPr>
            <p:cNvPr id="18724" name="直接连接符 643">
              <a:extLst>
                <a:ext uri="{FF2B5EF4-FFF2-40B4-BE49-F238E27FC236}">
                  <a16:creationId xmlns:a16="http://schemas.microsoft.com/office/drawing/2014/main" id="{C1621114-36FC-A27E-A35E-525D0125F3F9}"/>
                </a:ext>
              </a:extLst>
            </p:cNvPr>
            <p:cNvCxnSpPr/>
            <p:nvPr/>
          </p:nvCxnSpPr>
          <p:spPr>
            <a:xfrm>
              <a:off x="1770247" y="3005114"/>
              <a:ext cx="1092200" cy="426591"/>
            </a:xfrm>
            <a:prstGeom prst="line">
              <a:avLst/>
            </a:prstGeom>
            <a:grpFill/>
            <a:ln w="6350" cap="flat" cmpd="sng" algn="ctr">
              <a:solidFill>
                <a:srgbClr val="4472C4">
                  <a:alpha val="50000"/>
                </a:srgbClr>
              </a:solidFill>
              <a:prstDash val="solid"/>
              <a:miter lim="800000"/>
            </a:ln>
            <a:effectLst/>
          </p:spPr>
        </p:cxnSp>
        <p:cxnSp>
          <p:nvCxnSpPr>
            <p:cNvPr id="18725" name="直接连接符 644">
              <a:extLst>
                <a:ext uri="{FF2B5EF4-FFF2-40B4-BE49-F238E27FC236}">
                  <a16:creationId xmlns:a16="http://schemas.microsoft.com/office/drawing/2014/main" id="{44ADC9EC-057C-D73D-F09D-D035C3650583}"/>
                </a:ext>
              </a:extLst>
            </p:cNvPr>
            <p:cNvCxnSpPr>
              <a:cxnSpLocks/>
            </p:cNvCxnSpPr>
            <p:nvPr/>
          </p:nvCxnSpPr>
          <p:spPr>
            <a:xfrm>
              <a:off x="1772684" y="2999705"/>
              <a:ext cx="1638428" cy="432000"/>
            </a:xfrm>
            <a:prstGeom prst="line">
              <a:avLst/>
            </a:prstGeom>
            <a:grpFill/>
            <a:ln w="6350" cap="flat" cmpd="sng" algn="ctr">
              <a:solidFill>
                <a:srgbClr val="4472C4">
                  <a:alpha val="50000"/>
                </a:srgbClr>
              </a:solidFill>
              <a:prstDash val="solid"/>
              <a:miter lim="800000"/>
            </a:ln>
            <a:effectLst/>
          </p:spPr>
        </p:cxnSp>
        <p:cxnSp>
          <p:nvCxnSpPr>
            <p:cNvPr id="18726" name="直接连接符 645">
              <a:extLst>
                <a:ext uri="{FF2B5EF4-FFF2-40B4-BE49-F238E27FC236}">
                  <a16:creationId xmlns:a16="http://schemas.microsoft.com/office/drawing/2014/main" id="{6F84A425-610A-C22F-2AE6-E5A5428E017B}"/>
                </a:ext>
              </a:extLst>
            </p:cNvPr>
            <p:cNvCxnSpPr/>
            <p:nvPr/>
          </p:nvCxnSpPr>
          <p:spPr>
            <a:xfrm>
              <a:off x="1770247" y="3005114"/>
              <a:ext cx="2200139" cy="426591"/>
            </a:xfrm>
            <a:prstGeom prst="line">
              <a:avLst/>
            </a:prstGeom>
            <a:grpFill/>
            <a:ln w="6350" cap="flat" cmpd="sng" algn="ctr">
              <a:solidFill>
                <a:srgbClr val="4472C4">
                  <a:alpha val="50000"/>
                </a:srgbClr>
              </a:solidFill>
              <a:prstDash val="solid"/>
              <a:miter lim="800000"/>
            </a:ln>
            <a:effectLst/>
          </p:spPr>
        </p:cxnSp>
        <p:cxnSp>
          <p:nvCxnSpPr>
            <p:cNvPr id="18727" name="直接连接符 646">
              <a:extLst>
                <a:ext uri="{FF2B5EF4-FFF2-40B4-BE49-F238E27FC236}">
                  <a16:creationId xmlns:a16="http://schemas.microsoft.com/office/drawing/2014/main" id="{D566234E-F4E1-D142-20C8-CA07020408D5}"/>
                </a:ext>
              </a:extLst>
            </p:cNvPr>
            <p:cNvCxnSpPr/>
            <p:nvPr/>
          </p:nvCxnSpPr>
          <p:spPr>
            <a:xfrm>
              <a:off x="1770247" y="3005114"/>
              <a:ext cx="2748771" cy="426591"/>
            </a:xfrm>
            <a:prstGeom prst="line">
              <a:avLst/>
            </a:prstGeom>
            <a:grpFill/>
            <a:ln w="6350" cap="flat" cmpd="sng" algn="ctr">
              <a:solidFill>
                <a:srgbClr val="4472C4">
                  <a:alpha val="50000"/>
                </a:srgbClr>
              </a:solidFill>
              <a:prstDash val="solid"/>
              <a:miter lim="800000"/>
            </a:ln>
            <a:effectLst/>
          </p:spPr>
        </p:cxnSp>
        <p:cxnSp>
          <p:nvCxnSpPr>
            <p:cNvPr id="18728" name="直接连接符 647">
              <a:extLst>
                <a:ext uri="{FF2B5EF4-FFF2-40B4-BE49-F238E27FC236}">
                  <a16:creationId xmlns:a16="http://schemas.microsoft.com/office/drawing/2014/main" id="{BE7F64F8-4353-AD78-BA2A-1CC686D1E1DA}"/>
                </a:ext>
              </a:extLst>
            </p:cNvPr>
            <p:cNvCxnSpPr/>
            <p:nvPr/>
          </p:nvCxnSpPr>
          <p:spPr>
            <a:xfrm flipH="1">
              <a:off x="1770247" y="3005114"/>
              <a:ext cx="553086" cy="426591"/>
            </a:xfrm>
            <a:prstGeom prst="line">
              <a:avLst/>
            </a:prstGeom>
            <a:grpFill/>
            <a:ln w="6350" cap="flat" cmpd="sng" algn="ctr">
              <a:solidFill>
                <a:srgbClr val="4472C4">
                  <a:alpha val="50000"/>
                </a:srgbClr>
              </a:solidFill>
              <a:prstDash val="solid"/>
              <a:miter lim="800000"/>
            </a:ln>
            <a:effectLst/>
          </p:spPr>
        </p:cxnSp>
        <p:cxnSp>
          <p:nvCxnSpPr>
            <p:cNvPr id="18729" name="直接连接符 648">
              <a:extLst>
                <a:ext uri="{FF2B5EF4-FFF2-40B4-BE49-F238E27FC236}">
                  <a16:creationId xmlns:a16="http://schemas.microsoft.com/office/drawing/2014/main" id="{806CD948-14A5-A920-7482-0A626E7FA999}"/>
                </a:ext>
              </a:extLst>
            </p:cNvPr>
            <p:cNvCxnSpPr/>
            <p:nvPr/>
          </p:nvCxnSpPr>
          <p:spPr>
            <a:xfrm flipH="1">
              <a:off x="2315739" y="3005114"/>
              <a:ext cx="546708" cy="426591"/>
            </a:xfrm>
            <a:prstGeom prst="line">
              <a:avLst/>
            </a:prstGeom>
            <a:grpFill/>
            <a:ln w="6350" cap="flat" cmpd="sng" algn="ctr">
              <a:solidFill>
                <a:srgbClr val="4472C4">
                  <a:alpha val="50000"/>
                </a:srgbClr>
              </a:solidFill>
              <a:prstDash val="solid"/>
              <a:miter lim="800000"/>
            </a:ln>
            <a:effectLst/>
          </p:spPr>
        </p:cxnSp>
        <p:cxnSp>
          <p:nvCxnSpPr>
            <p:cNvPr id="18730" name="直接连接符 649">
              <a:extLst>
                <a:ext uri="{FF2B5EF4-FFF2-40B4-BE49-F238E27FC236}">
                  <a16:creationId xmlns:a16="http://schemas.microsoft.com/office/drawing/2014/main" id="{8B9E65DD-0059-6F2C-2995-3B1574314368}"/>
                </a:ext>
              </a:extLst>
            </p:cNvPr>
            <p:cNvCxnSpPr/>
            <p:nvPr/>
          </p:nvCxnSpPr>
          <p:spPr>
            <a:xfrm flipH="1">
              <a:off x="2862447" y="3005114"/>
              <a:ext cx="555327" cy="426591"/>
            </a:xfrm>
            <a:prstGeom prst="line">
              <a:avLst/>
            </a:prstGeom>
            <a:grpFill/>
            <a:ln w="6350" cap="flat" cmpd="sng" algn="ctr">
              <a:solidFill>
                <a:srgbClr val="4472C4">
                  <a:alpha val="50000"/>
                </a:srgbClr>
              </a:solidFill>
              <a:prstDash val="solid"/>
              <a:miter lim="800000"/>
            </a:ln>
            <a:effectLst/>
          </p:spPr>
        </p:cxnSp>
        <p:cxnSp>
          <p:nvCxnSpPr>
            <p:cNvPr id="18731" name="直接连接符 650">
              <a:extLst>
                <a:ext uri="{FF2B5EF4-FFF2-40B4-BE49-F238E27FC236}">
                  <a16:creationId xmlns:a16="http://schemas.microsoft.com/office/drawing/2014/main" id="{BA11C544-1CAC-DCAE-FF60-AFAE7F9630E3}"/>
                </a:ext>
              </a:extLst>
            </p:cNvPr>
            <p:cNvCxnSpPr/>
            <p:nvPr/>
          </p:nvCxnSpPr>
          <p:spPr>
            <a:xfrm flipH="1">
              <a:off x="3410888" y="3005114"/>
              <a:ext cx="559498" cy="426591"/>
            </a:xfrm>
            <a:prstGeom prst="line">
              <a:avLst/>
            </a:prstGeom>
            <a:grpFill/>
            <a:ln w="6350" cap="flat" cmpd="sng" algn="ctr">
              <a:solidFill>
                <a:srgbClr val="4472C4">
                  <a:alpha val="50000"/>
                </a:srgbClr>
              </a:solidFill>
              <a:prstDash val="solid"/>
              <a:miter lim="800000"/>
            </a:ln>
            <a:effectLst/>
          </p:spPr>
        </p:cxnSp>
        <p:cxnSp>
          <p:nvCxnSpPr>
            <p:cNvPr id="18732" name="直接连接符 651">
              <a:extLst>
                <a:ext uri="{FF2B5EF4-FFF2-40B4-BE49-F238E27FC236}">
                  <a16:creationId xmlns:a16="http://schemas.microsoft.com/office/drawing/2014/main" id="{1B7CC303-6B61-CDD6-AEA2-B6BA14841C70}"/>
                </a:ext>
              </a:extLst>
            </p:cNvPr>
            <p:cNvCxnSpPr/>
            <p:nvPr/>
          </p:nvCxnSpPr>
          <p:spPr>
            <a:xfrm flipH="1">
              <a:off x="3970386" y="3005114"/>
              <a:ext cx="548632" cy="426591"/>
            </a:xfrm>
            <a:prstGeom prst="line">
              <a:avLst/>
            </a:prstGeom>
            <a:grpFill/>
            <a:ln w="6350" cap="flat" cmpd="sng" algn="ctr">
              <a:solidFill>
                <a:srgbClr val="4472C4">
                  <a:alpha val="50000"/>
                </a:srgbClr>
              </a:solidFill>
              <a:prstDash val="solid"/>
              <a:miter lim="800000"/>
            </a:ln>
            <a:effectLst/>
          </p:spPr>
        </p:cxnSp>
        <p:cxnSp>
          <p:nvCxnSpPr>
            <p:cNvPr id="18733" name="直接连接符 652">
              <a:extLst>
                <a:ext uri="{FF2B5EF4-FFF2-40B4-BE49-F238E27FC236}">
                  <a16:creationId xmlns:a16="http://schemas.microsoft.com/office/drawing/2014/main" id="{DDFCEF63-B45B-3876-B83A-073B0034B5E9}"/>
                </a:ext>
              </a:extLst>
            </p:cNvPr>
            <p:cNvCxnSpPr/>
            <p:nvPr/>
          </p:nvCxnSpPr>
          <p:spPr>
            <a:xfrm>
              <a:off x="2323333" y="3005114"/>
              <a:ext cx="539114" cy="426591"/>
            </a:xfrm>
            <a:prstGeom prst="line">
              <a:avLst/>
            </a:prstGeom>
            <a:grpFill/>
            <a:ln w="6350" cap="flat" cmpd="sng" algn="ctr">
              <a:solidFill>
                <a:srgbClr val="4472C4">
                  <a:alpha val="50000"/>
                </a:srgbClr>
              </a:solidFill>
              <a:prstDash val="solid"/>
              <a:miter lim="800000"/>
            </a:ln>
            <a:effectLst/>
          </p:spPr>
        </p:cxnSp>
        <p:cxnSp>
          <p:nvCxnSpPr>
            <p:cNvPr id="18734" name="直接连接符 653">
              <a:extLst>
                <a:ext uri="{FF2B5EF4-FFF2-40B4-BE49-F238E27FC236}">
                  <a16:creationId xmlns:a16="http://schemas.microsoft.com/office/drawing/2014/main" id="{650F9BBB-5B71-01B9-F6F3-4CF7649C7B19}"/>
                </a:ext>
              </a:extLst>
            </p:cNvPr>
            <p:cNvCxnSpPr/>
            <p:nvPr/>
          </p:nvCxnSpPr>
          <p:spPr>
            <a:xfrm>
              <a:off x="2861968" y="3005114"/>
              <a:ext cx="546708" cy="426591"/>
            </a:xfrm>
            <a:prstGeom prst="line">
              <a:avLst/>
            </a:prstGeom>
            <a:grpFill/>
            <a:ln w="6350" cap="flat" cmpd="sng" algn="ctr">
              <a:solidFill>
                <a:srgbClr val="4472C4">
                  <a:alpha val="50000"/>
                </a:srgbClr>
              </a:solidFill>
              <a:prstDash val="solid"/>
              <a:miter lim="800000"/>
            </a:ln>
            <a:effectLst/>
          </p:spPr>
        </p:cxnSp>
        <p:cxnSp>
          <p:nvCxnSpPr>
            <p:cNvPr id="18735" name="直接连接符 654">
              <a:extLst>
                <a:ext uri="{FF2B5EF4-FFF2-40B4-BE49-F238E27FC236}">
                  <a16:creationId xmlns:a16="http://schemas.microsoft.com/office/drawing/2014/main" id="{5083F405-6AB5-9A78-20F9-87D042A81E76}"/>
                </a:ext>
              </a:extLst>
            </p:cNvPr>
            <p:cNvCxnSpPr/>
            <p:nvPr/>
          </p:nvCxnSpPr>
          <p:spPr>
            <a:xfrm>
              <a:off x="3408676" y="3005114"/>
              <a:ext cx="561710" cy="426591"/>
            </a:xfrm>
            <a:prstGeom prst="line">
              <a:avLst/>
            </a:prstGeom>
            <a:grpFill/>
            <a:ln w="6350" cap="flat" cmpd="sng" algn="ctr">
              <a:solidFill>
                <a:srgbClr val="4472C4">
                  <a:alpha val="50000"/>
                </a:srgbClr>
              </a:solidFill>
              <a:prstDash val="solid"/>
              <a:miter lim="800000"/>
            </a:ln>
            <a:effectLst/>
          </p:spPr>
        </p:cxnSp>
        <p:cxnSp>
          <p:nvCxnSpPr>
            <p:cNvPr id="18736" name="直接连接符 655">
              <a:extLst>
                <a:ext uri="{FF2B5EF4-FFF2-40B4-BE49-F238E27FC236}">
                  <a16:creationId xmlns:a16="http://schemas.microsoft.com/office/drawing/2014/main" id="{49D974AE-E1E6-8FEF-508D-AD7D96B82D65}"/>
                </a:ext>
              </a:extLst>
            </p:cNvPr>
            <p:cNvCxnSpPr/>
            <p:nvPr/>
          </p:nvCxnSpPr>
          <p:spPr>
            <a:xfrm>
              <a:off x="3957361" y="3008020"/>
              <a:ext cx="561710" cy="426591"/>
            </a:xfrm>
            <a:prstGeom prst="line">
              <a:avLst/>
            </a:prstGeom>
            <a:grpFill/>
            <a:ln w="6350" cap="flat" cmpd="sng" algn="ctr">
              <a:solidFill>
                <a:srgbClr val="4472C4">
                  <a:alpha val="50000"/>
                </a:srgbClr>
              </a:solidFill>
              <a:prstDash val="solid"/>
              <a:miter lim="800000"/>
            </a:ln>
            <a:effectLst/>
          </p:spPr>
        </p:cxnSp>
        <p:cxnSp>
          <p:nvCxnSpPr>
            <p:cNvPr id="18737" name="直接连接符 656">
              <a:extLst>
                <a:ext uri="{FF2B5EF4-FFF2-40B4-BE49-F238E27FC236}">
                  <a16:creationId xmlns:a16="http://schemas.microsoft.com/office/drawing/2014/main" id="{623BE664-5E4E-72DE-60F7-35B792817399}"/>
                </a:ext>
              </a:extLst>
            </p:cNvPr>
            <p:cNvCxnSpPr/>
            <p:nvPr/>
          </p:nvCxnSpPr>
          <p:spPr>
            <a:xfrm>
              <a:off x="2322724" y="3005114"/>
              <a:ext cx="1092200" cy="426591"/>
            </a:xfrm>
            <a:prstGeom prst="line">
              <a:avLst/>
            </a:prstGeom>
            <a:grpFill/>
            <a:ln w="6350" cap="flat" cmpd="sng" algn="ctr">
              <a:solidFill>
                <a:srgbClr val="4472C4">
                  <a:alpha val="50000"/>
                </a:srgbClr>
              </a:solidFill>
              <a:prstDash val="solid"/>
              <a:miter lim="800000"/>
            </a:ln>
            <a:effectLst/>
          </p:spPr>
        </p:cxnSp>
        <p:cxnSp>
          <p:nvCxnSpPr>
            <p:cNvPr id="18738" name="直接连接符 657">
              <a:extLst>
                <a:ext uri="{FF2B5EF4-FFF2-40B4-BE49-F238E27FC236}">
                  <a16:creationId xmlns:a16="http://schemas.microsoft.com/office/drawing/2014/main" id="{461C67B7-1703-5073-5C10-317D5D432F20}"/>
                </a:ext>
              </a:extLst>
            </p:cNvPr>
            <p:cNvCxnSpPr/>
            <p:nvPr/>
          </p:nvCxnSpPr>
          <p:spPr>
            <a:xfrm>
              <a:off x="2858074" y="3005114"/>
              <a:ext cx="1092200" cy="426591"/>
            </a:xfrm>
            <a:prstGeom prst="line">
              <a:avLst/>
            </a:prstGeom>
            <a:grpFill/>
            <a:ln w="6350" cap="flat" cmpd="sng" algn="ctr">
              <a:solidFill>
                <a:srgbClr val="4472C4">
                  <a:alpha val="50000"/>
                </a:srgbClr>
              </a:solidFill>
              <a:prstDash val="solid"/>
              <a:miter lim="800000"/>
            </a:ln>
            <a:effectLst/>
          </p:spPr>
        </p:cxnSp>
        <p:cxnSp>
          <p:nvCxnSpPr>
            <p:cNvPr id="18739" name="直接连接符 658">
              <a:extLst>
                <a:ext uri="{FF2B5EF4-FFF2-40B4-BE49-F238E27FC236}">
                  <a16:creationId xmlns:a16="http://schemas.microsoft.com/office/drawing/2014/main" id="{6CE81A33-E134-4F5E-0B1E-95E9BA1540D7}"/>
                </a:ext>
              </a:extLst>
            </p:cNvPr>
            <p:cNvCxnSpPr/>
            <p:nvPr/>
          </p:nvCxnSpPr>
          <p:spPr>
            <a:xfrm>
              <a:off x="3416335" y="3005114"/>
              <a:ext cx="1092200" cy="426591"/>
            </a:xfrm>
            <a:prstGeom prst="line">
              <a:avLst/>
            </a:prstGeom>
            <a:grpFill/>
            <a:ln w="6350" cap="flat" cmpd="sng" algn="ctr">
              <a:solidFill>
                <a:srgbClr val="4472C4">
                  <a:alpha val="50000"/>
                </a:srgbClr>
              </a:solidFill>
              <a:prstDash val="solid"/>
              <a:miter lim="800000"/>
            </a:ln>
            <a:effectLst/>
          </p:spPr>
        </p:cxnSp>
        <p:cxnSp>
          <p:nvCxnSpPr>
            <p:cNvPr id="18740" name="直接连接符 659">
              <a:extLst>
                <a:ext uri="{FF2B5EF4-FFF2-40B4-BE49-F238E27FC236}">
                  <a16:creationId xmlns:a16="http://schemas.microsoft.com/office/drawing/2014/main" id="{2C108250-864F-8F7A-B4C4-145C1190C3AA}"/>
                </a:ext>
              </a:extLst>
            </p:cNvPr>
            <p:cNvCxnSpPr>
              <a:cxnSpLocks/>
            </p:cNvCxnSpPr>
            <p:nvPr/>
          </p:nvCxnSpPr>
          <p:spPr>
            <a:xfrm>
              <a:off x="2320881" y="2999705"/>
              <a:ext cx="1638428" cy="432000"/>
            </a:xfrm>
            <a:prstGeom prst="line">
              <a:avLst/>
            </a:prstGeom>
            <a:grpFill/>
            <a:ln w="6350" cap="flat" cmpd="sng" algn="ctr">
              <a:solidFill>
                <a:srgbClr val="4472C4">
                  <a:alpha val="50000"/>
                </a:srgbClr>
              </a:solidFill>
              <a:prstDash val="solid"/>
              <a:miter lim="800000"/>
            </a:ln>
            <a:effectLst/>
          </p:spPr>
        </p:cxnSp>
        <p:cxnSp>
          <p:nvCxnSpPr>
            <p:cNvPr id="18741" name="直接连接符 660">
              <a:extLst>
                <a:ext uri="{FF2B5EF4-FFF2-40B4-BE49-F238E27FC236}">
                  <a16:creationId xmlns:a16="http://schemas.microsoft.com/office/drawing/2014/main" id="{741EE289-E258-1BFC-0FBC-F62A7E95901C}"/>
                </a:ext>
              </a:extLst>
            </p:cNvPr>
            <p:cNvCxnSpPr>
              <a:cxnSpLocks/>
            </p:cNvCxnSpPr>
            <p:nvPr/>
          </p:nvCxnSpPr>
          <p:spPr>
            <a:xfrm>
              <a:off x="2870372" y="3010334"/>
              <a:ext cx="1637546" cy="418666"/>
            </a:xfrm>
            <a:prstGeom prst="line">
              <a:avLst/>
            </a:prstGeom>
            <a:grpFill/>
            <a:ln w="6350" cap="flat" cmpd="sng" algn="ctr">
              <a:solidFill>
                <a:srgbClr val="4472C4">
                  <a:alpha val="50000"/>
                </a:srgbClr>
              </a:solidFill>
              <a:prstDash val="solid"/>
              <a:miter lim="800000"/>
            </a:ln>
            <a:effectLst/>
          </p:spPr>
        </p:cxnSp>
        <p:cxnSp>
          <p:nvCxnSpPr>
            <p:cNvPr id="18742" name="直接连接符 661">
              <a:extLst>
                <a:ext uri="{FF2B5EF4-FFF2-40B4-BE49-F238E27FC236}">
                  <a16:creationId xmlns:a16="http://schemas.microsoft.com/office/drawing/2014/main" id="{B682C047-4971-6E13-112A-BE6113C2992C}"/>
                </a:ext>
              </a:extLst>
            </p:cNvPr>
            <p:cNvCxnSpPr>
              <a:cxnSpLocks/>
            </p:cNvCxnSpPr>
            <p:nvPr/>
          </p:nvCxnSpPr>
          <p:spPr>
            <a:xfrm flipV="1">
              <a:off x="1770247" y="3005114"/>
              <a:ext cx="1091415" cy="423887"/>
            </a:xfrm>
            <a:prstGeom prst="line">
              <a:avLst/>
            </a:prstGeom>
            <a:grpFill/>
            <a:ln w="6350" cap="flat" cmpd="sng" algn="ctr">
              <a:solidFill>
                <a:srgbClr val="4472C4">
                  <a:alpha val="50000"/>
                </a:srgbClr>
              </a:solidFill>
              <a:prstDash val="solid"/>
              <a:miter lim="800000"/>
            </a:ln>
            <a:effectLst/>
          </p:spPr>
        </p:cxnSp>
        <p:cxnSp>
          <p:nvCxnSpPr>
            <p:cNvPr id="18743" name="直接连接符 662">
              <a:extLst>
                <a:ext uri="{FF2B5EF4-FFF2-40B4-BE49-F238E27FC236}">
                  <a16:creationId xmlns:a16="http://schemas.microsoft.com/office/drawing/2014/main" id="{3955F5DE-A209-DE59-F420-380F20920FE4}"/>
                </a:ext>
              </a:extLst>
            </p:cNvPr>
            <p:cNvCxnSpPr>
              <a:cxnSpLocks/>
            </p:cNvCxnSpPr>
            <p:nvPr/>
          </p:nvCxnSpPr>
          <p:spPr>
            <a:xfrm flipV="1">
              <a:off x="2855705" y="3007428"/>
              <a:ext cx="1109637" cy="424277"/>
            </a:xfrm>
            <a:prstGeom prst="line">
              <a:avLst/>
            </a:prstGeom>
            <a:grpFill/>
            <a:ln w="6350" cap="flat" cmpd="sng" algn="ctr">
              <a:solidFill>
                <a:srgbClr val="4472C4">
                  <a:alpha val="50000"/>
                </a:srgbClr>
              </a:solidFill>
              <a:prstDash val="solid"/>
              <a:miter lim="800000"/>
            </a:ln>
            <a:effectLst/>
          </p:spPr>
        </p:cxnSp>
        <p:cxnSp>
          <p:nvCxnSpPr>
            <p:cNvPr id="18744" name="直接连接符 663">
              <a:extLst>
                <a:ext uri="{FF2B5EF4-FFF2-40B4-BE49-F238E27FC236}">
                  <a16:creationId xmlns:a16="http://schemas.microsoft.com/office/drawing/2014/main" id="{0154DA9A-AF84-B11A-B11E-8391DBB7F561}"/>
                </a:ext>
              </a:extLst>
            </p:cNvPr>
            <p:cNvCxnSpPr>
              <a:cxnSpLocks/>
            </p:cNvCxnSpPr>
            <p:nvPr/>
          </p:nvCxnSpPr>
          <p:spPr>
            <a:xfrm flipV="1">
              <a:off x="2312925" y="3008136"/>
              <a:ext cx="1109637" cy="424277"/>
            </a:xfrm>
            <a:prstGeom prst="line">
              <a:avLst/>
            </a:prstGeom>
            <a:grpFill/>
            <a:ln w="6350" cap="flat" cmpd="sng" algn="ctr">
              <a:solidFill>
                <a:srgbClr val="4472C4">
                  <a:alpha val="50000"/>
                </a:srgbClr>
              </a:solidFill>
              <a:prstDash val="solid"/>
              <a:miter lim="800000"/>
            </a:ln>
            <a:effectLst/>
          </p:spPr>
        </p:cxnSp>
        <p:cxnSp>
          <p:nvCxnSpPr>
            <p:cNvPr id="18745" name="直接连接符 664">
              <a:extLst>
                <a:ext uri="{FF2B5EF4-FFF2-40B4-BE49-F238E27FC236}">
                  <a16:creationId xmlns:a16="http://schemas.microsoft.com/office/drawing/2014/main" id="{3D496E4A-A81E-D127-6B4C-16F39868A073}"/>
                </a:ext>
              </a:extLst>
            </p:cNvPr>
            <p:cNvCxnSpPr>
              <a:cxnSpLocks/>
            </p:cNvCxnSpPr>
            <p:nvPr/>
          </p:nvCxnSpPr>
          <p:spPr>
            <a:xfrm flipV="1">
              <a:off x="3408743" y="3004723"/>
              <a:ext cx="1109637" cy="424277"/>
            </a:xfrm>
            <a:prstGeom prst="line">
              <a:avLst/>
            </a:prstGeom>
            <a:grpFill/>
            <a:ln w="6350" cap="flat" cmpd="sng" algn="ctr">
              <a:solidFill>
                <a:srgbClr val="4472C4">
                  <a:alpha val="50000"/>
                </a:srgbClr>
              </a:solidFill>
              <a:prstDash val="solid"/>
              <a:miter lim="800000"/>
            </a:ln>
            <a:effectLst/>
          </p:spPr>
        </p:cxnSp>
        <p:cxnSp>
          <p:nvCxnSpPr>
            <p:cNvPr id="18746" name="直接连接符 665">
              <a:extLst>
                <a:ext uri="{FF2B5EF4-FFF2-40B4-BE49-F238E27FC236}">
                  <a16:creationId xmlns:a16="http://schemas.microsoft.com/office/drawing/2014/main" id="{340AEEDE-3E15-D6B6-CC3F-C9DC75700564}"/>
                </a:ext>
              </a:extLst>
            </p:cNvPr>
            <p:cNvCxnSpPr/>
            <p:nvPr/>
          </p:nvCxnSpPr>
          <p:spPr>
            <a:xfrm flipV="1">
              <a:off x="1767811" y="3004723"/>
              <a:ext cx="1640865" cy="424277"/>
            </a:xfrm>
            <a:prstGeom prst="line">
              <a:avLst/>
            </a:prstGeom>
            <a:grpFill/>
            <a:ln w="6350" cap="flat" cmpd="sng" algn="ctr">
              <a:solidFill>
                <a:srgbClr val="4472C4">
                  <a:alpha val="50000"/>
                </a:srgbClr>
              </a:solidFill>
              <a:prstDash val="solid"/>
              <a:miter lim="800000"/>
            </a:ln>
            <a:effectLst/>
          </p:spPr>
        </p:cxnSp>
        <p:cxnSp>
          <p:nvCxnSpPr>
            <p:cNvPr id="18747" name="直接连接符 666">
              <a:extLst>
                <a:ext uri="{FF2B5EF4-FFF2-40B4-BE49-F238E27FC236}">
                  <a16:creationId xmlns:a16="http://schemas.microsoft.com/office/drawing/2014/main" id="{6C68C308-29AE-8530-3E9F-E306DBEDF07B}"/>
                </a:ext>
              </a:extLst>
            </p:cNvPr>
            <p:cNvCxnSpPr/>
            <p:nvPr/>
          </p:nvCxnSpPr>
          <p:spPr>
            <a:xfrm flipV="1">
              <a:off x="2320671" y="3004722"/>
              <a:ext cx="1640865" cy="424277"/>
            </a:xfrm>
            <a:prstGeom prst="line">
              <a:avLst/>
            </a:prstGeom>
            <a:grpFill/>
            <a:ln w="6350" cap="flat" cmpd="sng" algn="ctr">
              <a:solidFill>
                <a:srgbClr val="4472C4">
                  <a:alpha val="50000"/>
                </a:srgbClr>
              </a:solidFill>
              <a:prstDash val="solid"/>
              <a:miter lim="800000"/>
            </a:ln>
            <a:effectLst/>
          </p:spPr>
        </p:cxnSp>
        <p:cxnSp>
          <p:nvCxnSpPr>
            <p:cNvPr id="18748" name="直接连接符 667">
              <a:extLst>
                <a:ext uri="{FF2B5EF4-FFF2-40B4-BE49-F238E27FC236}">
                  <a16:creationId xmlns:a16="http://schemas.microsoft.com/office/drawing/2014/main" id="{96E18D38-45E9-7EA9-B7FF-752404E875B8}"/>
                </a:ext>
              </a:extLst>
            </p:cNvPr>
            <p:cNvCxnSpPr/>
            <p:nvPr/>
          </p:nvCxnSpPr>
          <p:spPr>
            <a:xfrm flipV="1">
              <a:off x="2864064" y="3007036"/>
              <a:ext cx="1640865" cy="424277"/>
            </a:xfrm>
            <a:prstGeom prst="line">
              <a:avLst/>
            </a:prstGeom>
            <a:grpFill/>
            <a:ln w="6350" cap="flat" cmpd="sng" algn="ctr">
              <a:solidFill>
                <a:srgbClr val="4472C4">
                  <a:alpha val="50000"/>
                </a:srgbClr>
              </a:solidFill>
              <a:prstDash val="solid"/>
              <a:miter lim="800000"/>
            </a:ln>
            <a:effectLst/>
          </p:spPr>
        </p:cxnSp>
        <p:cxnSp>
          <p:nvCxnSpPr>
            <p:cNvPr id="18749" name="直接连接符 668">
              <a:extLst>
                <a:ext uri="{FF2B5EF4-FFF2-40B4-BE49-F238E27FC236}">
                  <a16:creationId xmlns:a16="http://schemas.microsoft.com/office/drawing/2014/main" id="{C4A2CD93-7F1E-F888-4CC2-64214EAC7674}"/>
                </a:ext>
              </a:extLst>
            </p:cNvPr>
            <p:cNvCxnSpPr>
              <a:cxnSpLocks/>
            </p:cNvCxnSpPr>
            <p:nvPr/>
          </p:nvCxnSpPr>
          <p:spPr>
            <a:xfrm flipV="1">
              <a:off x="1767811" y="3004722"/>
              <a:ext cx="2196354" cy="424277"/>
            </a:xfrm>
            <a:prstGeom prst="line">
              <a:avLst/>
            </a:prstGeom>
            <a:grpFill/>
            <a:ln w="6350" cap="flat" cmpd="sng" algn="ctr">
              <a:solidFill>
                <a:srgbClr val="4472C4">
                  <a:alpha val="50000"/>
                </a:srgbClr>
              </a:solidFill>
              <a:prstDash val="solid"/>
              <a:miter lim="800000"/>
            </a:ln>
            <a:effectLst/>
          </p:spPr>
        </p:cxnSp>
        <p:cxnSp>
          <p:nvCxnSpPr>
            <p:cNvPr id="18750" name="直接连接符 669">
              <a:extLst>
                <a:ext uri="{FF2B5EF4-FFF2-40B4-BE49-F238E27FC236}">
                  <a16:creationId xmlns:a16="http://schemas.microsoft.com/office/drawing/2014/main" id="{71802CD3-19A8-4D88-0ECC-EF2C19E09C39}"/>
                </a:ext>
              </a:extLst>
            </p:cNvPr>
            <p:cNvCxnSpPr/>
            <p:nvPr/>
          </p:nvCxnSpPr>
          <p:spPr>
            <a:xfrm flipV="1">
              <a:off x="2315731" y="3011168"/>
              <a:ext cx="2196354" cy="424277"/>
            </a:xfrm>
            <a:prstGeom prst="line">
              <a:avLst/>
            </a:prstGeom>
            <a:grpFill/>
            <a:ln w="6350" cap="flat" cmpd="sng" algn="ctr">
              <a:solidFill>
                <a:srgbClr val="4472C4">
                  <a:alpha val="50000"/>
                </a:srgbClr>
              </a:solidFill>
              <a:prstDash val="solid"/>
              <a:miter lim="800000"/>
            </a:ln>
            <a:effectLst/>
          </p:spPr>
        </p:cxnSp>
        <p:cxnSp>
          <p:nvCxnSpPr>
            <p:cNvPr id="18751" name="直接连接符 670">
              <a:extLst>
                <a:ext uri="{FF2B5EF4-FFF2-40B4-BE49-F238E27FC236}">
                  <a16:creationId xmlns:a16="http://schemas.microsoft.com/office/drawing/2014/main" id="{BE88916D-949B-5B93-2805-D078F1A2E1CF}"/>
                </a:ext>
              </a:extLst>
            </p:cNvPr>
            <p:cNvCxnSpPr/>
            <p:nvPr/>
          </p:nvCxnSpPr>
          <p:spPr>
            <a:xfrm flipV="1">
              <a:off x="1767811" y="3004722"/>
              <a:ext cx="2744274" cy="424277"/>
            </a:xfrm>
            <a:prstGeom prst="line">
              <a:avLst/>
            </a:prstGeom>
            <a:grpFill/>
            <a:ln w="6350" cap="flat" cmpd="sng" algn="ctr">
              <a:solidFill>
                <a:srgbClr val="4472C4">
                  <a:alpha val="50000"/>
                </a:srgbClr>
              </a:solidFill>
              <a:prstDash val="solid"/>
              <a:miter lim="800000"/>
            </a:ln>
            <a:effectLst/>
          </p:spPr>
        </p:cxnSp>
      </p:grpSp>
      <p:grpSp>
        <p:nvGrpSpPr>
          <p:cNvPr id="18752" name="组合 671">
            <a:extLst>
              <a:ext uri="{FF2B5EF4-FFF2-40B4-BE49-F238E27FC236}">
                <a16:creationId xmlns:a16="http://schemas.microsoft.com/office/drawing/2014/main" id="{1D0D9C14-FD5D-6CDB-A0EE-2B9F5336DF6A}"/>
              </a:ext>
            </a:extLst>
          </p:cNvPr>
          <p:cNvGrpSpPr/>
          <p:nvPr/>
        </p:nvGrpSpPr>
        <p:grpSpPr>
          <a:xfrm>
            <a:off x="520984" y="4217025"/>
            <a:ext cx="2005936" cy="385207"/>
            <a:chOff x="1767811" y="2999705"/>
            <a:chExt cx="2751260" cy="437409"/>
          </a:xfrm>
          <a:solidFill>
            <a:srgbClr val="5B9BD5">
              <a:lumMod val="20000"/>
              <a:lumOff val="80000"/>
            </a:srgbClr>
          </a:solidFill>
        </p:grpSpPr>
        <p:cxnSp>
          <p:nvCxnSpPr>
            <p:cNvPr id="18753" name="直接连接符 672">
              <a:extLst>
                <a:ext uri="{FF2B5EF4-FFF2-40B4-BE49-F238E27FC236}">
                  <a16:creationId xmlns:a16="http://schemas.microsoft.com/office/drawing/2014/main" id="{7D8E7F45-979B-57D0-AA62-30756A8536C3}"/>
                </a:ext>
              </a:extLst>
            </p:cNvPr>
            <p:cNvCxnSpPr>
              <a:cxnSpLocks/>
            </p:cNvCxnSpPr>
            <p:nvPr/>
          </p:nvCxnSpPr>
          <p:spPr>
            <a:xfrm>
              <a:off x="1770247" y="3000484"/>
              <a:ext cx="0" cy="432000"/>
            </a:xfrm>
            <a:prstGeom prst="line">
              <a:avLst/>
            </a:prstGeom>
            <a:grpFill/>
            <a:ln w="6350" cap="flat" cmpd="sng" algn="ctr">
              <a:solidFill>
                <a:srgbClr val="4472C4">
                  <a:alpha val="50000"/>
                </a:srgbClr>
              </a:solidFill>
              <a:prstDash val="solid"/>
              <a:miter lim="800000"/>
            </a:ln>
            <a:effectLst/>
          </p:spPr>
        </p:cxnSp>
        <p:cxnSp>
          <p:nvCxnSpPr>
            <p:cNvPr id="18754" name="直接连接符 673">
              <a:extLst>
                <a:ext uri="{FF2B5EF4-FFF2-40B4-BE49-F238E27FC236}">
                  <a16:creationId xmlns:a16="http://schemas.microsoft.com/office/drawing/2014/main" id="{3BC5A009-A66E-B806-5429-BAFDE853C20D}"/>
                </a:ext>
              </a:extLst>
            </p:cNvPr>
            <p:cNvCxnSpPr>
              <a:cxnSpLocks/>
            </p:cNvCxnSpPr>
            <p:nvPr/>
          </p:nvCxnSpPr>
          <p:spPr>
            <a:xfrm>
              <a:off x="2318913" y="3005114"/>
              <a:ext cx="0" cy="432000"/>
            </a:xfrm>
            <a:prstGeom prst="line">
              <a:avLst/>
            </a:prstGeom>
            <a:grpFill/>
            <a:ln w="6350" cap="flat" cmpd="sng" algn="ctr">
              <a:solidFill>
                <a:srgbClr val="4472C4">
                  <a:alpha val="50000"/>
                </a:srgbClr>
              </a:solidFill>
              <a:prstDash val="solid"/>
              <a:miter lim="800000"/>
            </a:ln>
            <a:effectLst/>
          </p:spPr>
        </p:cxnSp>
        <p:cxnSp>
          <p:nvCxnSpPr>
            <p:cNvPr id="18755" name="直接连接符 674">
              <a:extLst>
                <a:ext uri="{FF2B5EF4-FFF2-40B4-BE49-F238E27FC236}">
                  <a16:creationId xmlns:a16="http://schemas.microsoft.com/office/drawing/2014/main" id="{34099056-665C-E922-FAB9-8D3AD61028BC}"/>
                </a:ext>
              </a:extLst>
            </p:cNvPr>
            <p:cNvCxnSpPr>
              <a:cxnSpLocks/>
            </p:cNvCxnSpPr>
            <p:nvPr/>
          </p:nvCxnSpPr>
          <p:spPr>
            <a:xfrm>
              <a:off x="2862447" y="3000484"/>
              <a:ext cx="0" cy="432000"/>
            </a:xfrm>
            <a:prstGeom prst="line">
              <a:avLst/>
            </a:prstGeom>
            <a:grpFill/>
            <a:ln w="6350" cap="flat" cmpd="sng" algn="ctr">
              <a:solidFill>
                <a:srgbClr val="4472C4">
                  <a:alpha val="50000"/>
                </a:srgbClr>
              </a:solidFill>
              <a:prstDash val="solid"/>
              <a:miter lim="800000"/>
            </a:ln>
            <a:effectLst/>
          </p:spPr>
        </p:cxnSp>
        <p:cxnSp>
          <p:nvCxnSpPr>
            <p:cNvPr id="18756" name="直接连接符 675">
              <a:extLst>
                <a:ext uri="{FF2B5EF4-FFF2-40B4-BE49-F238E27FC236}">
                  <a16:creationId xmlns:a16="http://schemas.microsoft.com/office/drawing/2014/main" id="{7A33082D-4165-33F9-2764-EE42047BB2EE}"/>
                </a:ext>
              </a:extLst>
            </p:cNvPr>
            <p:cNvCxnSpPr>
              <a:cxnSpLocks/>
            </p:cNvCxnSpPr>
            <p:nvPr/>
          </p:nvCxnSpPr>
          <p:spPr>
            <a:xfrm>
              <a:off x="3411113" y="3005114"/>
              <a:ext cx="0" cy="432000"/>
            </a:xfrm>
            <a:prstGeom prst="line">
              <a:avLst/>
            </a:prstGeom>
            <a:grpFill/>
            <a:ln w="6350" cap="flat" cmpd="sng" algn="ctr">
              <a:solidFill>
                <a:srgbClr val="4472C4">
                  <a:alpha val="50000"/>
                </a:srgbClr>
              </a:solidFill>
              <a:prstDash val="solid"/>
              <a:miter lim="800000"/>
            </a:ln>
            <a:effectLst/>
          </p:spPr>
        </p:cxnSp>
        <p:cxnSp>
          <p:nvCxnSpPr>
            <p:cNvPr id="18757" name="直接连接符 676">
              <a:extLst>
                <a:ext uri="{FF2B5EF4-FFF2-40B4-BE49-F238E27FC236}">
                  <a16:creationId xmlns:a16="http://schemas.microsoft.com/office/drawing/2014/main" id="{8024046A-3B0C-EA14-E802-F1D845C8F455}"/>
                </a:ext>
              </a:extLst>
            </p:cNvPr>
            <p:cNvCxnSpPr>
              <a:cxnSpLocks/>
            </p:cNvCxnSpPr>
            <p:nvPr/>
          </p:nvCxnSpPr>
          <p:spPr>
            <a:xfrm>
              <a:off x="3966132" y="3000484"/>
              <a:ext cx="0" cy="432000"/>
            </a:xfrm>
            <a:prstGeom prst="line">
              <a:avLst/>
            </a:prstGeom>
            <a:grpFill/>
            <a:ln w="6350" cap="flat" cmpd="sng" algn="ctr">
              <a:solidFill>
                <a:srgbClr val="4472C4">
                  <a:alpha val="50000"/>
                </a:srgbClr>
              </a:solidFill>
              <a:prstDash val="solid"/>
              <a:miter lim="800000"/>
            </a:ln>
            <a:effectLst/>
          </p:spPr>
        </p:cxnSp>
        <p:cxnSp>
          <p:nvCxnSpPr>
            <p:cNvPr id="18758" name="直接连接符 677">
              <a:extLst>
                <a:ext uri="{FF2B5EF4-FFF2-40B4-BE49-F238E27FC236}">
                  <a16:creationId xmlns:a16="http://schemas.microsoft.com/office/drawing/2014/main" id="{568226A6-C210-B1A9-18F8-453E5D0CC431}"/>
                </a:ext>
              </a:extLst>
            </p:cNvPr>
            <p:cNvCxnSpPr>
              <a:cxnSpLocks/>
            </p:cNvCxnSpPr>
            <p:nvPr/>
          </p:nvCxnSpPr>
          <p:spPr>
            <a:xfrm>
              <a:off x="4514798" y="3005114"/>
              <a:ext cx="0" cy="432000"/>
            </a:xfrm>
            <a:prstGeom prst="line">
              <a:avLst/>
            </a:prstGeom>
            <a:grpFill/>
            <a:ln w="6350" cap="flat" cmpd="sng" algn="ctr">
              <a:solidFill>
                <a:srgbClr val="4472C4">
                  <a:alpha val="50000"/>
                </a:srgbClr>
              </a:solidFill>
              <a:prstDash val="solid"/>
              <a:miter lim="800000"/>
            </a:ln>
            <a:effectLst/>
          </p:spPr>
        </p:cxnSp>
        <p:cxnSp>
          <p:nvCxnSpPr>
            <p:cNvPr id="18759" name="直接连接符 678">
              <a:extLst>
                <a:ext uri="{FF2B5EF4-FFF2-40B4-BE49-F238E27FC236}">
                  <a16:creationId xmlns:a16="http://schemas.microsoft.com/office/drawing/2014/main" id="{45538EB5-3FEA-5410-2B6C-8D45E29066A3}"/>
                </a:ext>
              </a:extLst>
            </p:cNvPr>
            <p:cNvCxnSpPr/>
            <p:nvPr/>
          </p:nvCxnSpPr>
          <p:spPr>
            <a:xfrm>
              <a:off x="1770247" y="3000484"/>
              <a:ext cx="548666" cy="431221"/>
            </a:xfrm>
            <a:prstGeom prst="line">
              <a:avLst/>
            </a:prstGeom>
            <a:grpFill/>
            <a:ln w="6350" cap="flat" cmpd="sng" algn="ctr">
              <a:solidFill>
                <a:srgbClr val="4472C4">
                  <a:alpha val="50000"/>
                </a:srgbClr>
              </a:solidFill>
              <a:prstDash val="solid"/>
              <a:miter lim="800000"/>
            </a:ln>
            <a:effectLst/>
          </p:spPr>
        </p:cxnSp>
        <p:cxnSp>
          <p:nvCxnSpPr>
            <p:cNvPr id="18760" name="直接连接符 679">
              <a:extLst>
                <a:ext uri="{FF2B5EF4-FFF2-40B4-BE49-F238E27FC236}">
                  <a16:creationId xmlns:a16="http://schemas.microsoft.com/office/drawing/2014/main" id="{CFD2BC0E-A126-1174-42AE-FF6111152686}"/>
                </a:ext>
              </a:extLst>
            </p:cNvPr>
            <p:cNvCxnSpPr/>
            <p:nvPr/>
          </p:nvCxnSpPr>
          <p:spPr>
            <a:xfrm>
              <a:off x="1770247" y="3005114"/>
              <a:ext cx="1092200" cy="426591"/>
            </a:xfrm>
            <a:prstGeom prst="line">
              <a:avLst/>
            </a:prstGeom>
            <a:grpFill/>
            <a:ln w="6350" cap="flat" cmpd="sng" algn="ctr">
              <a:solidFill>
                <a:srgbClr val="4472C4">
                  <a:alpha val="50000"/>
                </a:srgbClr>
              </a:solidFill>
              <a:prstDash val="solid"/>
              <a:miter lim="800000"/>
            </a:ln>
            <a:effectLst/>
          </p:spPr>
        </p:cxnSp>
        <p:cxnSp>
          <p:nvCxnSpPr>
            <p:cNvPr id="18761" name="直接连接符 680">
              <a:extLst>
                <a:ext uri="{FF2B5EF4-FFF2-40B4-BE49-F238E27FC236}">
                  <a16:creationId xmlns:a16="http://schemas.microsoft.com/office/drawing/2014/main" id="{7B9E7FCB-8CFF-40F2-B391-146ABF66A07C}"/>
                </a:ext>
              </a:extLst>
            </p:cNvPr>
            <p:cNvCxnSpPr>
              <a:cxnSpLocks/>
            </p:cNvCxnSpPr>
            <p:nvPr/>
          </p:nvCxnSpPr>
          <p:spPr>
            <a:xfrm>
              <a:off x="1772684" y="2999705"/>
              <a:ext cx="1638428" cy="432000"/>
            </a:xfrm>
            <a:prstGeom prst="line">
              <a:avLst/>
            </a:prstGeom>
            <a:grpFill/>
            <a:ln w="6350" cap="flat" cmpd="sng" algn="ctr">
              <a:solidFill>
                <a:srgbClr val="4472C4">
                  <a:alpha val="50000"/>
                </a:srgbClr>
              </a:solidFill>
              <a:prstDash val="solid"/>
              <a:miter lim="800000"/>
            </a:ln>
            <a:effectLst/>
          </p:spPr>
        </p:cxnSp>
        <p:cxnSp>
          <p:nvCxnSpPr>
            <p:cNvPr id="18762" name="直接连接符 681">
              <a:extLst>
                <a:ext uri="{FF2B5EF4-FFF2-40B4-BE49-F238E27FC236}">
                  <a16:creationId xmlns:a16="http://schemas.microsoft.com/office/drawing/2014/main" id="{E7127CF3-599D-8F9F-E4EF-A9C6A3BC6D9E}"/>
                </a:ext>
              </a:extLst>
            </p:cNvPr>
            <p:cNvCxnSpPr/>
            <p:nvPr/>
          </p:nvCxnSpPr>
          <p:spPr>
            <a:xfrm>
              <a:off x="1770247" y="3005114"/>
              <a:ext cx="2200139" cy="426591"/>
            </a:xfrm>
            <a:prstGeom prst="line">
              <a:avLst/>
            </a:prstGeom>
            <a:grpFill/>
            <a:ln w="6350" cap="flat" cmpd="sng" algn="ctr">
              <a:solidFill>
                <a:srgbClr val="4472C4">
                  <a:alpha val="50000"/>
                </a:srgbClr>
              </a:solidFill>
              <a:prstDash val="solid"/>
              <a:miter lim="800000"/>
            </a:ln>
            <a:effectLst/>
          </p:spPr>
        </p:cxnSp>
        <p:cxnSp>
          <p:nvCxnSpPr>
            <p:cNvPr id="18763" name="直接连接符 682">
              <a:extLst>
                <a:ext uri="{FF2B5EF4-FFF2-40B4-BE49-F238E27FC236}">
                  <a16:creationId xmlns:a16="http://schemas.microsoft.com/office/drawing/2014/main" id="{7286F042-7980-73CB-ED23-8A4093614F23}"/>
                </a:ext>
              </a:extLst>
            </p:cNvPr>
            <p:cNvCxnSpPr/>
            <p:nvPr/>
          </p:nvCxnSpPr>
          <p:spPr>
            <a:xfrm>
              <a:off x="1770247" y="3005114"/>
              <a:ext cx="2748771" cy="426591"/>
            </a:xfrm>
            <a:prstGeom prst="line">
              <a:avLst/>
            </a:prstGeom>
            <a:grpFill/>
            <a:ln w="6350" cap="flat" cmpd="sng" algn="ctr">
              <a:solidFill>
                <a:srgbClr val="4472C4">
                  <a:alpha val="50000"/>
                </a:srgbClr>
              </a:solidFill>
              <a:prstDash val="solid"/>
              <a:miter lim="800000"/>
            </a:ln>
            <a:effectLst/>
          </p:spPr>
        </p:cxnSp>
        <p:cxnSp>
          <p:nvCxnSpPr>
            <p:cNvPr id="18764" name="直接连接符 683">
              <a:extLst>
                <a:ext uri="{FF2B5EF4-FFF2-40B4-BE49-F238E27FC236}">
                  <a16:creationId xmlns:a16="http://schemas.microsoft.com/office/drawing/2014/main" id="{D62C6BF2-9F8D-2DD3-AF5D-231C7ECDE192}"/>
                </a:ext>
              </a:extLst>
            </p:cNvPr>
            <p:cNvCxnSpPr/>
            <p:nvPr/>
          </p:nvCxnSpPr>
          <p:spPr>
            <a:xfrm flipH="1">
              <a:off x="1770247" y="3005114"/>
              <a:ext cx="553086" cy="426591"/>
            </a:xfrm>
            <a:prstGeom prst="line">
              <a:avLst/>
            </a:prstGeom>
            <a:grpFill/>
            <a:ln w="6350" cap="flat" cmpd="sng" algn="ctr">
              <a:solidFill>
                <a:srgbClr val="4472C4">
                  <a:alpha val="50000"/>
                </a:srgbClr>
              </a:solidFill>
              <a:prstDash val="solid"/>
              <a:miter lim="800000"/>
            </a:ln>
            <a:effectLst/>
          </p:spPr>
        </p:cxnSp>
        <p:cxnSp>
          <p:nvCxnSpPr>
            <p:cNvPr id="18765" name="直接连接符 684">
              <a:extLst>
                <a:ext uri="{FF2B5EF4-FFF2-40B4-BE49-F238E27FC236}">
                  <a16:creationId xmlns:a16="http://schemas.microsoft.com/office/drawing/2014/main" id="{731CB405-B5BF-806F-2E45-2D596CDA8BBB}"/>
                </a:ext>
              </a:extLst>
            </p:cNvPr>
            <p:cNvCxnSpPr/>
            <p:nvPr/>
          </p:nvCxnSpPr>
          <p:spPr>
            <a:xfrm flipH="1">
              <a:off x="2315739" y="3005114"/>
              <a:ext cx="546708" cy="426591"/>
            </a:xfrm>
            <a:prstGeom prst="line">
              <a:avLst/>
            </a:prstGeom>
            <a:grpFill/>
            <a:ln w="6350" cap="flat" cmpd="sng" algn="ctr">
              <a:solidFill>
                <a:srgbClr val="4472C4">
                  <a:alpha val="50000"/>
                </a:srgbClr>
              </a:solidFill>
              <a:prstDash val="solid"/>
              <a:miter lim="800000"/>
            </a:ln>
            <a:effectLst/>
          </p:spPr>
        </p:cxnSp>
        <p:cxnSp>
          <p:nvCxnSpPr>
            <p:cNvPr id="18766" name="直接连接符 685">
              <a:extLst>
                <a:ext uri="{FF2B5EF4-FFF2-40B4-BE49-F238E27FC236}">
                  <a16:creationId xmlns:a16="http://schemas.microsoft.com/office/drawing/2014/main" id="{E926EBD5-36B3-6CF5-8A2A-32A52A8B5547}"/>
                </a:ext>
              </a:extLst>
            </p:cNvPr>
            <p:cNvCxnSpPr/>
            <p:nvPr/>
          </p:nvCxnSpPr>
          <p:spPr>
            <a:xfrm flipH="1">
              <a:off x="2862447" y="3005114"/>
              <a:ext cx="555327" cy="426591"/>
            </a:xfrm>
            <a:prstGeom prst="line">
              <a:avLst/>
            </a:prstGeom>
            <a:grpFill/>
            <a:ln w="6350" cap="flat" cmpd="sng" algn="ctr">
              <a:solidFill>
                <a:srgbClr val="4472C4">
                  <a:alpha val="50000"/>
                </a:srgbClr>
              </a:solidFill>
              <a:prstDash val="solid"/>
              <a:miter lim="800000"/>
            </a:ln>
            <a:effectLst/>
          </p:spPr>
        </p:cxnSp>
        <p:cxnSp>
          <p:nvCxnSpPr>
            <p:cNvPr id="18767" name="直接连接符 686">
              <a:extLst>
                <a:ext uri="{FF2B5EF4-FFF2-40B4-BE49-F238E27FC236}">
                  <a16:creationId xmlns:a16="http://schemas.microsoft.com/office/drawing/2014/main" id="{34C9E1EE-0EA7-6F24-1A62-123E9AAEC33C}"/>
                </a:ext>
              </a:extLst>
            </p:cNvPr>
            <p:cNvCxnSpPr/>
            <p:nvPr/>
          </p:nvCxnSpPr>
          <p:spPr>
            <a:xfrm flipH="1">
              <a:off x="3410888" y="3005114"/>
              <a:ext cx="559498" cy="426591"/>
            </a:xfrm>
            <a:prstGeom prst="line">
              <a:avLst/>
            </a:prstGeom>
            <a:grpFill/>
            <a:ln w="6350" cap="flat" cmpd="sng" algn="ctr">
              <a:solidFill>
                <a:srgbClr val="4472C4">
                  <a:alpha val="50000"/>
                </a:srgbClr>
              </a:solidFill>
              <a:prstDash val="solid"/>
              <a:miter lim="800000"/>
            </a:ln>
            <a:effectLst/>
          </p:spPr>
        </p:cxnSp>
        <p:cxnSp>
          <p:nvCxnSpPr>
            <p:cNvPr id="18768" name="直接连接符 687">
              <a:extLst>
                <a:ext uri="{FF2B5EF4-FFF2-40B4-BE49-F238E27FC236}">
                  <a16:creationId xmlns:a16="http://schemas.microsoft.com/office/drawing/2014/main" id="{18CE958B-4009-2518-581C-FB249BC2342B}"/>
                </a:ext>
              </a:extLst>
            </p:cNvPr>
            <p:cNvCxnSpPr/>
            <p:nvPr/>
          </p:nvCxnSpPr>
          <p:spPr>
            <a:xfrm flipH="1">
              <a:off x="3970386" y="3005114"/>
              <a:ext cx="548632" cy="426591"/>
            </a:xfrm>
            <a:prstGeom prst="line">
              <a:avLst/>
            </a:prstGeom>
            <a:grpFill/>
            <a:ln w="6350" cap="flat" cmpd="sng" algn="ctr">
              <a:solidFill>
                <a:srgbClr val="4472C4">
                  <a:alpha val="50000"/>
                </a:srgbClr>
              </a:solidFill>
              <a:prstDash val="solid"/>
              <a:miter lim="800000"/>
            </a:ln>
            <a:effectLst/>
          </p:spPr>
        </p:cxnSp>
        <p:cxnSp>
          <p:nvCxnSpPr>
            <p:cNvPr id="18769" name="直接连接符 688">
              <a:extLst>
                <a:ext uri="{FF2B5EF4-FFF2-40B4-BE49-F238E27FC236}">
                  <a16:creationId xmlns:a16="http://schemas.microsoft.com/office/drawing/2014/main" id="{39AD761F-18A8-1505-58B0-5B778DD2E7C3}"/>
                </a:ext>
              </a:extLst>
            </p:cNvPr>
            <p:cNvCxnSpPr/>
            <p:nvPr/>
          </p:nvCxnSpPr>
          <p:spPr>
            <a:xfrm>
              <a:off x="2323333" y="3005114"/>
              <a:ext cx="539114" cy="426591"/>
            </a:xfrm>
            <a:prstGeom prst="line">
              <a:avLst/>
            </a:prstGeom>
            <a:grpFill/>
            <a:ln w="6350" cap="flat" cmpd="sng" algn="ctr">
              <a:solidFill>
                <a:srgbClr val="4472C4">
                  <a:alpha val="50000"/>
                </a:srgbClr>
              </a:solidFill>
              <a:prstDash val="solid"/>
              <a:miter lim="800000"/>
            </a:ln>
            <a:effectLst/>
          </p:spPr>
        </p:cxnSp>
        <p:cxnSp>
          <p:nvCxnSpPr>
            <p:cNvPr id="18770" name="直接连接符 689">
              <a:extLst>
                <a:ext uri="{FF2B5EF4-FFF2-40B4-BE49-F238E27FC236}">
                  <a16:creationId xmlns:a16="http://schemas.microsoft.com/office/drawing/2014/main" id="{CBDCE2A6-E120-E971-94B3-60D9EC1FFBBD}"/>
                </a:ext>
              </a:extLst>
            </p:cNvPr>
            <p:cNvCxnSpPr/>
            <p:nvPr/>
          </p:nvCxnSpPr>
          <p:spPr>
            <a:xfrm>
              <a:off x="2861968" y="3005114"/>
              <a:ext cx="546708" cy="426591"/>
            </a:xfrm>
            <a:prstGeom prst="line">
              <a:avLst/>
            </a:prstGeom>
            <a:grpFill/>
            <a:ln w="6350" cap="flat" cmpd="sng" algn="ctr">
              <a:solidFill>
                <a:srgbClr val="4472C4">
                  <a:alpha val="50000"/>
                </a:srgbClr>
              </a:solidFill>
              <a:prstDash val="solid"/>
              <a:miter lim="800000"/>
            </a:ln>
            <a:effectLst/>
          </p:spPr>
        </p:cxnSp>
        <p:cxnSp>
          <p:nvCxnSpPr>
            <p:cNvPr id="18771" name="直接连接符 690">
              <a:extLst>
                <a:ext uri="{FF2B5EF4-FFF2-40B4-BE49-F238E27FC236}">
                  <a16:creationId xmlns:a16="http://schemas.microsoft.com/office/drawing/2014/main" id="{FD9C7D09-01BB-2BEB-BF70-4D9779411893}"/>
                </a:ext>
              </a:extLst>
            </p:cNvPr>
            <p:cNvCxnSpPr/>
            <p:nvPr/>
          </p:nvCxnSpPr>
          <p:spPr>
            <a:xfrm>
              <a:off x="3408676" y="3005114"/>
              <a:ext cx="561710" cy="426591"/>
            </a:xfrm>
            <a:prstGeom prst="line">
              <a:avLst/>
            </a:prstGeom>
            <a:grpFill/>
            <a:ln w="6350" cap="flat" cmpd="sng" algn="ctr">
              <a:solidFill>
                <a:srgbClr val="4472C4">
                  <a:alpha val="50000"/>
                </a:srgbClr>
              </a:solidFill>
              <a:prstDash val="solid"/>
              <a:miter lim="800000"/>
            </a:ln>
            <a:effectLst/>
          </p:spPr>
        </p:cxnSp>
        <p:cxnSp>
          <p:nvCxnSpPr>
            <p:cNvPr id="18772" name="直接连接符 691">
              <a:extLst>
                <a:ext uri="{FF2B5EF4-FFF2-40B4-BE49-F238E27FC236}">
                  <a16:creationId xmlns:a16="http://schemas.microsoft.com/office/drawing/2014/main" id="{EACFE5E2-41E9-83D3-E554-316412A10A8D}"/>
                </a:ext>
              </a:extLst>
            </p:cNvPr>
            <p:cNvCxnSpPr/>
            <p:nvPr/>
          </p:nvCxnSpPr>
          <p:spPr>
            <a:xfrm>
              <a:off x="3957361" y="3008020"/>
              <a:ext cx="561710" cy="426591"/>
            </a:xfrm>
            <a:prstGeom prst="line">
              <a:avLst/>
            </a:prstGeom>
            <a:grpFill/>
            <a:ln w="6350" cap="flat" cmpd="sng" algn="ctr">
              <a:solidFill>
                <a:srgbClr val="4472C4">
                  <a:alpha val="50000"/>
                </a:srgbClr>
              </a:solidFill>
              <a:prstDash val="solid"/>
              <a:miter lim="800000"/>
            </a:ln>
            <a:effectLst/>
          </p:spPr>
        </p:cxnSp>
        <p:cxnSp>
          <p:nvCxnSpPr>
            <p:cNvPr id="18773" name="直接连接符 692">
              <a:extLst>
                <a:ext uri="{FF2B5EF4-FFF2-40B4-BE49-F238E27FC236}">
                  <a16:creationId xmlns:a16="http://schemas.microsoft.com/office/drawing/2014/main" id="{D240B90A-FC5D-C9A0-0616-B0C29BAF5842}"/>
                </a:ext>
              </a:extLst>
            </p:cNvPr>
            <p:cNvCxnSpPr/>
            <p:nvPr/>
          </p:nvCxnSpPr>
          <p:spPr>
            <a:xfrm>
              <a:off x="2322724" y="3005114"/>
              <a:ext cx="1092200" cy="426591"/>
            </a:xfrm>
            <a:prstGeom prst="line">
              <a:avLst/>
            </a:prstGeom>
            <a:grpFill/>
            <a:ln w="6350" cap="flat" cmpd="sng" algn="ctr">
              <a:solidFill>
                <a:srgbClr val="4472C4">
                  <a:alpha val="50000"/>
                </a:srgbClr>
              </a:solidFill>
              <a:prstDash val="solid"/>
              <a:miter lim="800000"/>
            </a:ln>
            <a:effectLst/>
          </p:spPr>
        </p:cxnSp>
        <p:cxnSp>
          <p:nvCxnSpPr>
            <p:cNvPr id="18774" name="直接连接符 693">
              <a:extLst>
                <a:ext uri="{FF2B5EF4-FFF2-40B4-BE49-F238E27FC236}">
                  <a16:creationId xmlns:a16="http://schemas.microsoft.com/office/drawing/2014/main" id="{1C4A2D39-B9FA-45B6-0038-3FC73191C7F2}"/>
                </a:ext>
              </a:extLst>
            </p:cNvPr>
            <p:cNvCxnSpPr/>
            <p:nvPr/>
          </p:nvCxnSpPr>
          <p:spPr>
            <a:xfrm>
              <a:off x="2858074" y="3005114"/>
              <a:ext cx="1092200" cy="426591"/>
            </a:xfrm>
            <a:prstGeom prst="line">
              <a:avLst/>
            </a:prstGeom>
            <a:grpFill/>
            <a:ln w="6350" cap="flat" cmpd="sng" algn="ctr">
              <a:solidFill>
                <a:srgbClr val="4472C4">
                  <a:alpha val="50000"/>
                </a:srgbClr>
              </a:solidFill>
              <a:prstDash val="solid"/>
              <a:miter lim="800000"/>
            </a:ln>
            <a:effectLst/>
          </p:spPr>
        </p:cxnSp>
        <p:cxnSp>
          <p:nvCxnSpPr>
            <p:cNvPr id="18775" name="直接连接符 694">
              <a:extLst>
                <a:ext uri="{FF2B5EF4-FFF2-40B4-BE49-F238E27FC236}">
                  <a16:creationId xmlns:a16="http://schemas.microsoft.com/office/drawing/2014/main" id="{B920307B-4023-F2E1-6A5D-B7E325A2A90B}"/>
                </a:ext>
              </a:extLst>
            </p:cNvPr>
            <p:cNvCxnSpPr/>
            <p:nvPr/>
          </p:nvCxnSpPr>
          <p:spPr>
            <a:xfrm>
              <a:off x="3416335" y="3005114"/>
              <a:ext cx="1092200" cy="426591"/>
            </a:xfrm>
            <a:prstGeom prst="line">
              <a:avLst/>
            </a:prstGeom>
            <a:grpFill/>
            <a:ln w="6350" cap="flat" cmpd="sng" algn="ctr">
              <a:solidFill>
                <a:srgbClr val="4472C4">
                  <a:alpha val="50000"/>
                </a:srgbClr>
              </a:solidFill>
              <a:prstDash val="solid"/>
              <a:miter lim="800000"/>
            </a:ln>
            <a:effectLst/>
          </p:spPr>
        </p:cxnSp>
        <p:cxnSp>
          <p:nvCxnSpPr>
            <p:cNvPr id="18776" name="直接连接符 695">
              <a:extLst>
                <a:ext uri="{FF2B5EF4-FFF2-40B4-BE49-F238E27FC236}">
                  <a16:creationId xmlns:a16="http://schemas.microsoft.com/office/drawing/2014/main" id="{5D465F6D-F9E7-BDC1-96AD-FAD8A29A4B15}"/>
                </a:ext>
              </a:extLst>
            </p:cNvPr>
            <p:cNvCxnSpPr>
              <a:cxnSpLocks/>
            </p:cNvCxnSpPr>
            <p:nvPr/>
          </p:nvCxnSpPr>
          <p:spPr>
            <a:xfrm>
              <a:off x="2320881" y="2999705"/>
              <a:ext cx="1638428" cy="432000"/>
            </a:xfrm>
            <a:prstGeom prst="line">
              <a:avLst/>
            </a:prstGeom>
            <a:grpFill/>
            <a:ln w="6350" cap="flat" cmpd="sng" algn="ctr">
              <a:solidFill>
                <a:srgbClr val="4472C4">
                  <a:alpha val="50000"/>
                </a:srgbClr>
              </a:solidFill>
              <a:prstDash val="solid"/>
              <a:miter lim="800000"/>
            </a:ln>
            <a:effectLst/>
          </p:spPr>
        </p:cxnSp>
        <p:cxnSp>
          <p:nvCxnSpPr>
            <p:cNvPr id="18777" name="直接连接符 696">
              <a:extLst>
                <a:ext uri="{FF2B5EF4-FFF2-40B4-BE49-F238E27FC236}">
                  <a16:creationId xmlns:a16="http://schemas.microsoft.com/office/drawing/2014/main" id="{EB603EC6-1B64-EF67-FFAD-91C613623498}"/>
                </a:ext>
              </a:extLst>
            </p:cNvPr>
            <p:cNvCxnSpPr>
              <a:cxnSpLocks/>
            </p:cNvCxnSpPr>
            <p:nvPr/>
          </p:nvCxnSpPr>
          <p:spPr>
            <a:xfrm>
              <a:off x="2870372" y="3010334"/>
              <a:ext cx="1637546" cy="418666"/>
            </a:xfrm>
            <a:prstGeom prst="line">
              <a:avLst/>
            </a:prstGeom>
            <a:grpFill/>
            <a:ln w="6350" cap="flat" cmpd="sng" algn="ctr">
              <a:solidFill>
                <a:srgbClr val="4472C4">
                  <a:alpha val="50000"/>
                </a:srgbClr>
              </a:solidFill>
              <a:prstDash val="solid"/>
              <a:miter lim="800000"/>
            </a:ln>
            <a:effectLst/>
          </p:spPr>
        </p:cxnSp>
        <p:cxnSp>
          <p:nvCxnSpPr>
            <p:cNvPr id="18778" name="直接连接符 697">
              <a:extLst>
                <a:ext uri="{FF2B5EF4-FFF2-40B4-BE49-F238E27FC236}">
                  <a16:creationId xmlns:a16="http://schemas.microsoft.com/office/drawing/2014/main" id="{4D134AE8-7229-42C2-2C4F-06CD94910A2B}"/>
                </a:ext>
              </a:extLst>
            </p:cNvPr>
            <p:cNvCxnSpPr>
              <a:cxnSpLocks/>
            </p:cNvCxnSpPr>
            <p:nvPr/>
          </p:nvCxnSpPr>
          <p:spPr>
            <a:xfrm flipV="1">
              <a:off x="1770247" y="3005114"/>
              <a:ext cx="1091415" cy="423887"/>
            </a:xfrm>
            <a:prstGeom prst="line">
              <a:avLst/>
            </a:prstGeom>
            <a:grpFill/>
            <a:ln w="6350" cap="flat" cmpd="sng" algn="ctr">
              <a:solidFill>
                <a:srgbClr val="4472C4">
                  <a:alpha val="50000"/>
                </a:srgbClr>
              </a:solidFill>
              <a:prstDash val="solid"/>
              <a:miter lim="800000"/>
            </a:ln>
            <a:effectLst/>
          </p:spPr>
        </p:cxnSp>
        <p:cxnSp>
          <p:nvCxnSpPr>
            <p:cNvPr id="18779" name="直接连接符 698">
              <a:extLst>
                <a:ext uri="{FF2B5EF4-FFF2-40B4-BE49-F238E27FC236}">
                  <a16:creationId xmlns:a16="http://schemas.microsoft.com/office/drawing/2014/main" id="{C321B0F7-E597-DE2B-58A5-5E04C2FCE643}"/>
                </a:ext>
              </a:extLst>
            </p:cNvPr>
            <p:cNvCxnSpPr>
              <a:cxnSpLocks/>
            </p:cNvCxnSpPr>
            <p:nvPr/>
          </p:nvCxnSpPr>
          <p:spPr>
            <a:xfrm flipV="1">
              <a:off x="2855705" y="3007428"/>
              <a:ext cx="1109637" cy="424277"/>
            </a:xfrm>
            <a:prstGeom prst="line">
              <a:avLst/>
            </a:prstGeom>
            <a:grpFill/>
            <a:ln w="6350" cap="flat" cmpd="sng" algn="ctr">
              <a:solidFill>
                <a:srgbClr val="4472C4">
                  <a:alpha val="50000"/>
                </a:srgbClr>
              </a:solidFill>
              <a:prstDash val="solid"/>
              <a:miter lim="800000"/>
            </a:ln>
            <a:effectLst/>
          </p:spPr>
        </p:cxnSp>
        <p:cxnSp>
          <p:nvCxnSpPr>
            <p:cNvPr id="18780" name="直接连接符 699">
              <a:extLst>
                <a:ext uri="{FF2B5EF4-FFF2-40B4-BE49-F238E27FC236}">
                  <a16:creationId xmlns:a16="http://schemas.microsoft.com/office/drawing/2014/main" id="{8B10161D-C35C-0DA8-E64B-10765E54B614}"/>
                </a:ext>
              </a:extLst>
            </p:cNvPr>
            <p:cNvCxnSpPr>
              <a:cxnSpLocks/>
            </p:cNvCxnSpPr>
            <p:nvPr/>
          </p:nvCxnSpPr>
          <p:spPr>
            <a:xfrm flipV="1">
              <a:off x="2312925" y="3008136"/>
              <a:ext cx="1109637" cy="424277"/>
            </a:xfrm>
            <a:prstGeom prst="line">
              <a:avLst/>
            </a:prstGeom>
            <a:grpFill/>
            <a:ln w="6350" cap="flat" cmpd="sng" algn="ctr">
              <a:solidFill>
                <a:srgbClr val="4472C4">
                  <a:alpha val="50000"/>
                </a:srgbClr>
              </a:solidFill>
              <a:prstDash val="solid"/>
              <a:miter lim="800000"/>
            </a:ln>
            <a:effectLst/>
          </p:spPr>
        </p:cxnSp>
        <p:cxnSp>
          <p:nvCxnSpPr>
            <p:cNvPr id="18781" name="直接连接符 700">
              <a:extLst>
                <a:ext uri="{FF2B5EF4-FFF2-40B4-BE49-F238E27FC236}">
                  <a16:creationId xmlns:a16="http://schemas.microsoft.com/office/drawing/2014/main" id="{1A84D823-194B-2C50-EE71-0CEBE896F89E}"/>
                </a:ext>
              </a:extLst>
            </p:cNvPr>
            <p:cNvCxnSpPr>
              <a:cxnSpLocks/>
            </p:cNvCxnSpPr>
            <p:nvPr/>
          </p:nvCxnSpPr>
          <p:spPr>
            <a:xfrm flipV="1">
              <a:off x="3408743" y="3004723"/>
              <a:ext cx="1109637" cy="424277"/>
            </a:xfrm>
            <a:prstGeom prst="line">
              <a:avLst/>
            </a:prstGeom>
            <a:grpFill/>
            <a:ln w="6350" cap="flat" cmpd="sng" algn="ctr">
              <a:solidFill>
                <a:srgbClr val="4472C4">
                  <a:alpha val="50000"/>
                </a:srgbClr>
              </a:solidFill>
              <a:prstDash val="solid"/>
              <a:miter lim="800000"/>
            </a:ln>
            <a:effectLst/>
          </p:spPr>
        </p:cxnSp>
        <p:cxnSp>
          <p:nvCxnSpPr>
            <p:cNvPr id="18782" name="直接连接符 701">
              <a:extLst>
                <a:ext uri="{FF2B5EF4-FFF2-40B4-BE49-F238E27FC236}">
                  <a16:creationId xmlns:a16="http://schemas.microsoft.com/office/drawing/2014/main" id="{5FE72D7F-4633-891D-7181-DA56EAC11B6A}"/>
                </a:ext>
              </a:extLst>
            </p:cNvPr>
            <p:cNvCxnSpPr/>
            <p:nvPr/>
          </p:nvCxnSpPr>
          <p:spPr>
            <a:xfrm flipV="1">
              <a:off x="1767811" y="3004723"/>
              <a:ext cx="1640865" cy="424277"/>
            </a:xfrm>
            <a:prstGeom prst="line">
              <a:avLst/>
            </a:prstGeom>
            <a:grpFill/>
            <a:ln w="6350" cap="flat" cmpd="sng" algn="ctr">
              <a:solidFill>
                <a:srgbClr val="4472C4">
                  <a:alpha val="50000"/>
                </a:srgbClr>
              </a:solidFill>
              <a:prstDash val="solid"/>
              <a:miter lim="800000"/>
            </a:ln>
            <a:effectLst/>
          </p:spPr>
        </p:cxnSp>
        <p:cxnSp>
          <p:nvCxnSpPr>
            <p:cNvPr id="18783" name="直接连接符 702">
              <a:extLst>
                <a:ext uri="{FF2B5EF4-FFF2-40B4-BE49-F238E27FC236}">
                  <a16:creationId xmlns:a16="http://schemas.microsoft.com/office/drawing/2014/main" id="{103200BD-795D-E4C4-598E-A29B31B4BE9D}"/>
                </a:ext>
              </a:extLst>
            </p:cNvPr>
            <p:cNvCxnSpPr/>
            <p:nvPr/>
          </p:nvCxnSpPr>
          <p:spPr>
            <a:xfrm flipV="1">
              <a:off x="2320671" y="3004722"/>
              <a:ext cx="1640865" cy="424277"/>
            </a:xfrm>
            <a:prstGeom prst="line">
              <a:avLst/>
            </a:prstGeom>
            <a:grpFill/>
            <a:ln w="6350" cap="flat" cmpd="sng" algn="ctr">
              <a:solidFill>
                <a:srgbClr val="4472C4">
                  <a:alpha val="50000"/>
                </a:srgbClr>
              </a:solidFill>
              <a:prstDash val="solid"/>
              <a:miter lim="800000"/>
            </a:ln>
            <a:effectLst/>
          </p:spPr>
        </p:cxnSp>
        <p:cxnSp>
          <p:nvCxnSpPr>
            <p:cNvPr id="18784" name="直接连接符 703">
              <a:extLst>
                <a:ext uri="{FF2B5EF4-FFF2-40B4-BE49-F238E27FC236}">
                  <a16:creationId xmlns:a16="http://schemas.microsoft.com/office/drawing/2014/main" id="{3A0FAE0A-D693-30CA-98EE-FA908BCCF719}"/>
                </a:ext>
              </a:extLst>
            </p:cNvPr>
            <p:cNvCxnSpPr/>
            <p:nvPr/>
          </p:nvCxnSpPr>
          <p:spPr>
            <a:xfrm flipV="1">
              <a:off x="2864064" y="3007036"/>
              <a:ext cx="1640865" cy="424277"/>
            </a:xfrm>
            <a:prstGeom prst="line">
              <a:avLst/>
            </a:prstGeom>
            <a:grpFill/>
            <a:ln w="6350" cap="flat" cmpd="sng" algn="ctr">
              <a:solidFill>
                <a:srgbClr val="4472C4">
                  <a:alpha val="50000"/>
                </a:srgbClr>
              </a:solidFill>
              <a:prstDash val="solid"/>
              <a:miter lim="800000"/>
            </a:ln>
            <a:effectLst/>
          </p:spPr>
        </p:cxnSp>
        <p:cxnSp>
          <p:nvCxnSpPr>
            <p:cNvPr id="18785" name="直接连接符 704">
              <a:extLst>
                <a:ext uri="{FF2B5EF4-FFF2-40B4-BE49-F238E27FC236}">
                  <a16:creationId xmlns:a16="http://schemas.microsoft.com/office/drawing/2014/main" id="{09C8ED5B-26A1-626F-EC2C-736CF04F5BD3}"/>
                </a:ext>
              </a:extLst>
            </p:cNvPr>
            <p:cNvCxnSpPr>
              <a:cxnSpLocks/>
            </p:cNvCxnSpPr>
            <p:nvPr/>
          </p:nvCxnSpPr>
          <p:spPr>
            <a:xfrm flipV="1">
              <a:off x="1767811" y="3004722"/>
              <a:ext cx="2196354" cy="424277"/>
            </a:xfrm>
            <a:prstGeom prst="line">
              <a:avLst/>
            </a:prstGeom>
            <a:grpFill/>
            <a:ln w="6350" cap="flat" cmpd="sng" algn="ctr">
              <a:solidFill>
                <a:srgbClr val="4472C4">
                  <a:alpha val="50000"/>
                </a:srgbClr>
              </a:solidFill>
              <a:prstDash val="solid"/>
              <a:miter lim="800000"/>
            </a:ln>
            <a:effectLst/>
          </p:spPr>
        </p:cxnSp>
        <p:cxnSp>
          <p:nvCxnSpPr>
            <p:cNvPr id="18786" name="直接连接符 705">
              <a:extLst>
                <a:ext uri="{FF2B5EF4-FFF2-40B4-BE49-F238E27FC236}">
                  <a16:creationId xmlns:a16="http://schemas.microsoft.com/office/drawing/2014/main" id="{F26A634E-C8DD-FBBC-4846-E4FD4E71C5D0}"/>
                </a:ext>
              </a:extLst>
            </p:cNvPr>
            <p:cNvCxnSpPr/>
            <p:nvPr/>
          </p:nvCxnSpPr>
          <p:spPr>
            <a:xfrm flipV="1">
              <a:off x="2315731" y="3011168"/>
              <a:ext cx="2196354" cy="424277"/>
            </a:xfrm>
            <a:prstGeom prst="line">
              <a:avLst/>
            </a:prstGeom>
            <a:grpFill/>
            <a:ln w="6350" cap="flat" cmpd="sng" algn="ctr">
              <a:solidFill>
                <a:srgbClr val="4472C4">
                  <a:alpha val="50000"/>
                </a:srgbClr>
              </a:solidFill>
              <a:prstDash val="solid"/>
              <a:miter lim="800000"/>
            </a:ln>
            <a:effectLst/>
          </p:spPr>
        </p:cxnSp>
        <p:cxnSp>
          <p:nvCxnSpPr>
            <p:cNvPr id="18787" name="直接连接符 706">
              <a:extLst>
                <a:ext uri="{FF2B5EF4-FFF2-40B4-BE49-F238E27FC236}">
                  <a16:creationId xmlns:a16="http://schemas.microsoft.com/office/drawing/2014/main" id="{BA99255D-F535-714C-C88C-E0991D5F8D80}"/>
                </a:ext>
              </a:extLst>
            </p:cNvPr>
            <p:cNvCxnSpPr/>
            <p:nvPr/>
          </p:nvCxnSpPr>
          <p:spPr>
            <a:xfrm flipV="1">
              <a:off x="1767811" y="3004722"/>
              <a:ext cx="2744274" cy="424277"/>
            </a:xfrm>
            <a:prstGeom prst="line">
              <a:avLst/>
            </a:prstGeom>
            <a:grpFill/>
            <a:ln w="6350" cap="flat" cmpd="sng" algn="ctr">
              <a:solidFill>
                <a:srgbClr val="4472C4">
                  <a:alpha val="50000"/>
                </a:srgbClr>
              </a:solidFill>
              <a:prstDash val="solid"/>
              <a:miter lim="800000"/>
            </a:ln>
            <a:effectLst/>
          </p:spPr>
        </p:cxnSp>
      </p:grpSp>
      <p:grpSp>
        <p:nvGrpSpPr>
          <p:cNvPr id="18788" name="组合 707">
            <a:extLst>
              <a:ext uri="{FF2B5EF4-FFF2-40B4-BE49-F238E27FC236}">
                <a16:creationId xmlns:a16="http://schemas.microsoft.com/office/drawing/2014/main" id="{9153EBF9-EA3B-328E-C35D-FF1CFCF7332D}"/>
              </a:ext>
            </a:extLst>
          </p:cNvPr>
          <p:cNvGrpSpPr/>
          <p:nvPr/>
        </p:nvGrpSpPr>
        <p:grpSpPr>
          <a:xfrm>
            <a:off x="527763" y="3751089"/>
            <a:ext cx="2005936" cy="375673"/>
            <a:chOff x="1767811" y="2999705"/>
            <a:chExt cx="2751260" cy="437409"/>
          </a:xfrm>
          <a:solidFill>
            <a:srgbClr val="5B9BD5">
              <a:lumMod val="20000"/>
              <a:lumOff val="80000"/>
            </a:srgbClr>
          </a:solidFill>
        </p:grpSpPr>
        <p:cxnSp>
          <p:nvCxnSpPr>
            <p:cNvPr id="18789" name="直接连接符 708">
              <a:extLst>
                <a:ext uri="{FF2B5EF4-FFF2-40B4-BE49-F238E27FC236}">
                  <a16:creationId xmlns:a16="http://schemas.microsoft.com/office/drawing/2014/main" id="{E7AA307B-08B8-A610-3436-61A7BF80F86F}"/>
                </a:ext>
              </a:extLst>
            </p:cNvPr>
            <p:cNvCxnSpPr>
              <a:cxnSpLocks/>
            </p:cNvCxnSpPr>
            <p:nvPr/>
          </p:nvCxnSpPr>
          <p:spPr>
            <a:xfrm>
              <a:off x="1770247" y="3000484"/>
              <a:ext cx="0" cy="432000"/>
            </a:xfrm>
            <a:prstGeom prst="line">
              <a:avLst/>
            </a:prstGeom>
            <a:grpFill/>
            <a:ln w="6350" cap="flat" cmpd="sng" algn="ctr">
              <a:solidFill>
                <a:srgbClr val="ED7D31">
                  <a:lumMod val="75000"/>
                  <a:alpha val="65000"/>
                </a:srgbClr>
              </a:solidFill>
              <a:prstDash val="solid"/>
              <a:miter lim="800000"/>
            </a:ln>
            <a:effectLst/>
          </p:spPr>
        </p:cxnSp>
        <p:cxnSp>
          <p:nvCxnSpPr>
            <p:cNvPr id="18790" name="直接连接符 709">
              <a:extLst>
                <a:ext uri="{FF2B5EF4-FFF2-40B4-BE49-F238E27FC236}">
                  <a16:creationId xmlns:a16="http://schemas.microsoft.com/office/drawing/2014/main" id="{EBA512BF-DB18-DD62-8AA9-23AE93CA1727}"/>
                </a:ext>
              </a:extLst>
            </p:cNvPr>
            <p:cNvCxnSpPr>
              <a:cxnSpLocks/>
            </p:cNvCxnSpPr>
            <p:nvPr/>
          </p:nvCxnSpPr>
          <p:spPr>
            <a:xfrm>
              <a:off x="2318913" y="3005114"/>
              <a:ext cx="0" cy="432000"/>
            </a:xfrm>
            <a:prstGeom prst="line">
              <a:avLst/>
            </a:prstGeom>
            <a:grpFill/>
            <a:ln w="6350" cap="flat" cmpd="sng" algn="ctr">
              <a:solidFill>
                <a:srgbClr val="ED7D31">
                  <a:lumMod val="75000"/>
                  <a:alpha val="65000"/>
                </a:srgbClr>
              </a:solidFill>
              <a:prstDash val="solid"/>
              <a:miter lim="800000"/>
            </a:ln>
            <a:effectLst/>
          </p:spPr>
        </p:cxnSp>
        <p:cxnSp>
          <p:nvCxnSpPr>
            <p:cNvPr id="18791" name="直接连接符 710">
              <a:extLst>
                <a:ext uri="{FF2B5EF4-FFF2-40B4-BE49-F238E27FC236}">
                  <a16:creationId xmlns:a16="http://schemas.microsoft.com/office/drawing/2014/main" id="{DF9CC82B-55D5-DF83-2F13-3C906FA48C0B}"/>
                </a:ext>
              </a:extLst>
            </p:cNvPr>
            <p:cNvCxnSpPr>
              <a:cxnSpLocks/>
            </p:cNvCxnSpPr>
            <p:nvPr/>
          </p:nvCxnSpPr>
          <p:spPr>
            <a:xfrm>
              <a:off x="2862447" y="3000484"/>
              <a:ext cx="0" cy="432000"/>
            </a:xfrm>
            <a:prstGeom prst="line">
              <a:avLst/>
            </a:prstGeom>
            <a:grpFill/>
            <a:ln w="6350" cap="flat" cmpd="sng" algn="ctr">
              <a:solidFill>
                <a:srgbClr val="ED7D31">
                  <a:lumMod val="75000"/>
                  <a:alpha val="65000"/>
                </a:srgbClr>
              </a:solidFill>
              <a:prstDash val="solid"/>
              <a:miter lim="800000"/>
            </a:ln>
            <a:effectLst/>
          </p:spPr>
        </p:cxnSp>
        <p:cxnSp>
          <p:nvCxnSpPr>
            <p:cNvPr id="18792" name="直接连接符 711">
              <a:extLst>
                <a:ext uri="{FF2B5EF4-FFF2-40B4-BE49-F238E27FC236}">
                  <a16:creationId xmlns:a16="http://schemas.microsoft.com/office/drawing/2014/main" id="{CBE36343-A36F-954B-D9D1-5B9E94D57B11}"/>
                </a:ext>
              </a:extLst>
            </p:cNvPr>
            <p:cNvCxnSpPr>
              <a:cxnSpLocks/>
            </p:cNvCxnSpPr>
            <p:nvPr/>
          </p:nvCxnSpPr>
          <p:spPr>
            <a:xfrm>
              <a:off x="3411113" y="3005114"/>
              <a:ext cx="0" cy="432000"/>
            </a:xfrm>
            <a:prstGeom prst="line">
              <a:avLst/>
            </a:prstGeom>
            <a:grpFill/>
            <a:ln w="6350" cap="flat" cmpd="sng" algn="ctr">
              <a:solidFill>
                <a:srgbClr val="ED7D31">
                  <a:lumMod val="75000"/>
                  <a:alpha val="65000"/>
                </a:srgbClr>
              </a:solidFill>
              <a:prstDash val="solid"/>
              <a:miter lim="800000"/>
            </a:ln>
            <a:effectLst/>
          </p:spPr>
        </p:cxnSp>
        <p:cxnSp>
          <p:nvCxnSpPr>
            <p:cNvPr id="18793" name="直接连接符 712">
              <a:extLst>
                <a:ext uri="{FF2B5EF4-FFF2-40B4-BE49-F238E27FC236}">
                  <a16:creationId xmlns:a16="http://schemas.microsoft.com/office/drawing/2014/main" id="{2AB705AE-4651-1784-4833-93ED290B98DA}"/>
                </a:ext>
              </a:extLst>
            </p:cNvPr>
            <p:cNvCxnSpPr>
              <a:cxnSpLocks/>
            </p:cNvCxnSpPr>
            <p:nvPr/>
          </p:nvCxnSpPr>
          <p:spPr>
            <a:xfrm>
              <a:off x="3966132" y="3000484"/>
              <a:ext cx="0" cy="432000"/>
            </a:xfrm>
            <a:prstGeom prst="line">
              <a:avLst/>
            </a:prstGeom>
            <a:grpFill/>
            <a:ln w="6350" cap="flat" cmpd="sng" algn="ctr">
              <a:solidFill>
                <a:srgbClr val="ED7D31">
                  <a:lumMod val="75000"/>
                  <a:alpha val="65000"/>
                </a:srgbClr>
              </a:solidFill>
              <a:prstDash val="solid"/>
              <a:miter lim="800000"/>
            </a:ln>
            <a:effectLst/>
          </p:spPr>
        </p:cxnSp>
        <p:cxnSp>
          <p:nvCxnSpPr>
            <p:cNvPr id="18794" name="直接连接符 713">
              <a:extLst>
                <a:ext uri="{FF2B5EF4-FFF2-40B4-BE49-F238E27FC236}">
                  <a16:creationId xmlns:a16="http://schemas.microsoft.com/office/drawing/2014/main" id="{76EFC20B-5630-35EF-D994-BFAD8D7131A8}"/>
                </a:ext>
              </a:extLst>
            </p:cNvPr>
            <p:cNvCxnSpPr>
              <a:cxnSpLocks/>
            </p:cNvCxnSpPr>
            <p:nvPr/>
          </p:nvCxnSpPr>
          <p:spPr>
            <a:xfrm>
              <a:off x="4514798" y="3005114"/>
              <a:ext cx="0" cy="432000"/>
            </a:xfrm>
            <a:prstGeom prst="line">
              <a:avLst/>
            </a:prstGeom>
            <a:grpFill/>
            <a:ln w="6350" cap="flat" cmpd="sng" algn="ctr">
              <a:solidFill>
                <a:srgbClr val="ED7D31">
                  <a:lumMod val="75000"/>
                  <a:alpha val="65000"/>
                </a:srgbClr>
              </a:solidFill>
              <a:prstDash val="solid"/>
              <a:miter lim="800000"/>
            </a:ln>
            <a:effectLst/>
          </p:spPr>
        </p:cxnSp>
        <p:cxnSp>
          <p:nvCxnSpPr>
            <p:cNvPr id="18795" name="直接连接符 714">
              <a:extLst>
                <a:ext uri="{FF2B5EF4-FFF2-40B4-BE49-F238E27FC236}">
                  <a16:creationId xmlns:a16="http://schemas.microsoft.com/office/drawing/2014/main" id="{51CC6E29-16D2-3004-0697-3C2642569E1C}"/>
                </a:ext>
              </a:extLst>
            </p:cNvPr>
            <p:cNvCxnSpPr/>
            <p:nvPr/>
          </p:nvCxnSpPr>
          <p:spPr>
            <a:xfrm>
              <a:off x="1770247" y="3000484"/>
              <a:ext cx="548666" cy="431221"/>
            </a:xfrm>
            <a:prstGeom prst="line">
              <a:avLst/>
            </a:prstGeom>
            <a:grpFill/>
            <a:ln w="6350" cap="flat" cmpd="sng" algn="ctr">
              <a:solidFill>
                <a:srgbClr val="ED7D31">
                  <a:lumMod val="75000"/>
                  <a:alpha val="65000"/>
                </a:srgbClr>
              </a:solidFill>
              <a:prstDash val="solid"/>
              <a:miter lim="800000"/>
            </a:ln>
            <a:effectLst/>
          </p:spPr>
        </p:cxnSp>
        <p:cxnSp>
          <p:nvCxnSpPr>
            <p:cNvPr id="18796" name="直接连接符 715">
              <a:extLst>
                <a:ext uri="{FF2B5EF4-FFF2-40B4-BE49-F238E27FC236}">
                  <a16:creationId xmlns:a16="http://schemas.microsoft.com/office/drawing/2014/main" id="{4DC3967A-1146-204A-71AC-1FDC6383C5CD}"/>
                </a:ext>
              </a:extLst>
            </p:cNvPr>
            <p:cNvCxnSpPr/>
            <p:nvPr/>
          </p:nvCxnSpPr>
          <p:spPr>
            <a:xfrm>
              <a:off x="1770247" y="3005114"/>
              <a:ext cx="1092200" cy="426591"/>
            </a:xfrm>
            <a:prstGeom prst="line">
              <a:avLst/>
            </a:prstGeom>
            <a:grpFill/>
            <a:ln w="6350" cap="flat" cmpd="sng" algn="ctr">
              <a:solidFill>
                <a:srgbClr val="ED7D31">
                  <a:lumMod val="75000"/>
                  <a:alpha val="65000"/>
                </a:srgbClr>
              </a:solidFill>
              <a:prstDash val="solid"/>
              <a:miter lim="800000"/>
            </a:ln>
            <a:effectLst/>
          </p:spPr>
        </p:cxnSp>
        <p:cxnSp>
          <p:nvCxnSpPr>
            <p:cNvPr id="18797" name="直接连接符 716">
              <a:extLst>
                <a:ext uri="{FF2B5EF4-FFF2-40B4-BE49-F238E27FC236}">
                  <a16:creationId xmlns:a16="http://schemas.microsoft.com/office/drawing/2014/main" id="{706204E1-DF5D-4451-DC1E-4B90E4153C10}"/>
                </a:ext>
              </a:extLst>
            </p:cNvPr>
            <p:cNvCxnSpPr>
              <a:cxnSpLocks/>
            </p:cNvCxnSpPr>
            <p:nvPr/>
          </p:nvCxnSpPr>
          <p:spPr>
            <a:xfrm>
              <a:off x="1772684" y="2999705"/>
              <a:ext cx="1638428" cy="432000"/>
            </a:xfrm>
            <a:prstGeom prst="line">
              <a:avLst/>
            </a:prstGeom>
            <a:grpFill/>
            <a:ln w="6350" cap="flat" cmpd="sng" algn="ctr">
              <a:solidFill>
                <a:srgbClr val="ED7D31">
                  <a:lumMod val="75000"/>
                  <a:alpha val="65000"/>
                </a:srgbClr>
              </a:solidFill>
              <a:prstDash val="solid"/>
              <a:miter lim="800000"/>
            </a:ln>
            <a:effectLst/>
          </p:spPr>
        </p:cxnSp>
        <p:cxnSp>
          <p:nvCxnSpPr>
            <p:cNvPr id="18798" name="直接连接符 717">
              <a:extLst>
                <a:ext uri="{FF2B5EF4-FFF2-40B4-BE49-F238E27FC236}">
                  <a16:creationId xmlns:a16="http://schemas.microsoft.com/office/drawing/2014/main" id="{76D15FD8-7EC1-96DE-9D92-342100260386}"/>
                </a:ext>
              </a:extLst>
            </p:cNvPr>
            <p:cNvCxnSpPr/>
            <p:nvPr/>
          </p:nvCxnSpPr>
          <p:spPr>
            <a:xfrm>
              <a:off x="1770247" y="3005114"/>
              <a:ext cx="2200139" cy="426591"/>
            </a:xfrm>
            <a:prstGeom prst="line">
              <a:avLst/>
            </a:prstGeom>
            <a:grpFill/>
            <a:ln w="6350" cap="flat" cmpd="sng" algn="ctr">
              <a:solidFill>
                <a:srgbClr val="ED7D31">
                  <a:lumMod val="75000"/>
                  <a:alpha val="65000"/>
                </a:srgbClr>
              </a:solidFill>
              <a:prstDash val="solid"/>
              <a:miter lim="800000"/>
            </a:ln>
            <a:effectLst/>
          </p:spPr>
        </p:cxnSp>
        <p:cxnSp>
          <p:nvCxnSpPr>
            <p:cNvPr id="18799" name="直接连接符 718">
              <a:extLst>
                <a:ext uri="{FF2B5EF4-FFF2-40B4-BE49-F238E27FC236}">
                  <a16:creationId xmlns:a16="http://schemas.microsoft.com/office/drawing/2014/main" id="{9D478094-C5A9-954C-9B57-D3A129726AAB}"/>
                </a:ext>
              </a:extLst>
            </p:cNvPr>
            <p:cNvCxnSpPr/>
            <p:nvPr/>
          </p:nvCxnSpPr>
          <p:spPr>
            <a:xfrm>
              <a:off x="1770247" y="3005114"/>
              <a:ext cx="2748771" cy="426591"/>
            </a:xfrm>
            <a:prstGeom prst="line">
              <a:avLst/>
            </a:prstGeom>
            <a:grpFill/>
            <a:ln w="6350" cap="flat" cmpd="sng" algn="ctr">
              <a:solidFill>
                <a:srgbClr val="ED7D31">
                  <a:lumMod val="75000"/>
                  <a:alpha val="65000"/>
                </a:srgbClr>
              </a:solidFill>
              <a:prstDash val="solid"/>
              <a:miter lim="800000"/>
            </a:ln>
            <a:effectLst/>
          </p:spPr>
        </p:cxnSp>
        <p:cxnSp>
          <p:nvCxnSpPr>
            <p:cNvPr id="18800" name="直接连接符 719">
              <a:extLst>
                <a:ext uri="{FF2B5EF4-FFF2-40B4-BE49-F238E27FC236}">
                  <a16:creationId xmlns:a16="http://schemas.microsoft.com/office/drawing/2014/main" id="{FEAD7F8C-E8A6-A850-CDDA-0CB66EAA5BB7}"/>
                </a:ext>
              </a:extLst>
            </p:cNvPr>
            <p:cNvCxnSpPr/>
            <p:nvPr/>
          </p:nvCxnSpPr>
          <p:spPr>
            <a:xfrm flipH="1">
              <a:off x="1770247" y="3005114"/>
              <a:ext cx="553086" cy="426591"/>
            </a:xfrm>
            <a:prstGeom prst="line">
              <a:avLst/>
            </a:prstGeom>
            <a:grpFill/>
            <a:ln w="6350" cap="flat" cmpd="sng" algn="ctr">
              <a:solidFill>
                <a:srgbClr val="ED7D31">
                  <a:lumMod val="75000"/>
                  <a:alpha val="65000"/>
                </a:srgbClr>
              </a:solidFill>
              <a:prstDash val="solid"/>
              <a:miter lim="800000"/>
            </a:ln>
            <a:effectLst/>
          </p:spPr>
        </p:cxnSp>
        <p:cxnSp>
          <p:nvCxnSpPr>
            <p:cNvPr id="18801" name="直接连接符 720">
              <a:extLst>
                <a:ext uri="{FF2B5EF4-FFF2-40B4-BE49-F238E27FC236}">
                  <a16:creationId xmlns:a16="http://schemas.microsoft.com/office/drawing/2014/main" id="{FBE9C8D4-03B3-4C5C-5AC9-5A434219672F}"/>
                </a:ext>
              </a:extLst>
            </p:cNvPr>
            <p:cNvCxnSpPr/>
            <p:nvPr/>
          </p:nvCxnSpPr>
          <p:spPr>
            <a:xfrm flipH="1">
              <a:off x="2315739" y="3005114"/>
              <a:ext cx="546708" cy="426591"/>
            </a:xfrm>
            <a:prstGeom prst="line">
              <a:avLst/>
            </a:prstGeom>
            <a:grpFill/>
            <a:ln w="6350" cap="flat" cmpd="sng" algn="ctr">
              <a:solidFill>
                <a:srgbClr val="ED7D31">
                  <a:lumMod val="75000"/>
                  <a:alpha val="65000"/>
                </a:srgbClr>
              </a:solidFill>
              <a:prstDash val="solid"/>
              <a:miter lim="800000"/>
            </a:ln>
            <a:effectLst/>
          </p:spPr>
        </p:cxnSp>
        <p:cxnSp>
          <p:nvCxnSpPr>
            <p:cNvPr id="18802" name="直接连接符 721">
              <a:extLst>
                <a:ext uri="{FF2B5EF4-FFF2-40B4-BE49-F238E27FC236}">
                  <a16:creationId xmlns:a16="http://schemas.microsoft.com/office/drawing/2014/main" id="{94915676-E6A3-01A5-4608-B7715BA9B74F}"/>
                </a:ext>
              </a:extLst>
            </p:cNvPr>
            <p:cNvCxnSpPr/>
            <p:nvPr/>
          </p:nvCxnSpPr>
          <p:spPr>
            <a:xfrm flipH="1">
              <a:off x="2862447" y="3005114"/>
              <a:ext cx="555327" cy="426591"/>
            </a:xfrm>
            <a:prstGeom prst="line">
              <a:avLst/>
            </a:prstGeom>
            <a:grpFill/>
            <a:ln w="6350" cap="flat" cmpd="sng" algn="ctr">
              <a:solidFill>
                <a:srgbClr val="ED7D31">
                  <a:lumMod val="75000"/>
                  <a:alpha val="65000"/>
                </a:srgbClr>
              </a:solidFill>
              <a:prstDash val="solid"/>
              <a:miter lim="800000"/>
            </a:ln>
            <a:effectLst/>
          </p:spPr>
        </p:cxnSp>
        <p:cxnSp>
          <p:nvCxnSpPr>
            <p:cNvPr id="18803" name="直接连接符 722">
              <a:extLst>
                <a:ext uri="{FF2B5EF4-FFF2-40B4-BE49-F238E27FC236}">
                  <a16:creationId xmlns:a16="http://schemas.microsoft.com/office/drawing/2014/main" id="{98B495A8-946D-1144-96E9-61C21435FF3F}"/>
                </a:ext>
              </a:extLst>
            </p:cNvPr>
            <p:cNvCxnSpPr/>
            <p:nvPr/>
          </p:nvCxnSpPr>
          <p:spPr>
            <a:xfrm flipH="1">
              <a:off x="3410888" y="3005114"/>
              <a:ext cx="559498" cy="426591"/>
            </a:xfrm>
            <a:prstGeom prst="line">
              <a:avLst/>
            </a:prstGeom>
            <a:grpFill/>
            <a:ln w="6350" cap="flat" cmpd="sng" algn="ctr">
              <a:solidFill>
                <a:srgbClr val="ED7D31">
                  <a:lumMod val="75000"/>
                  <a:alpha val="65000"/>
                </a:srgbClr>
              </a:solidFill>
              <a:prstDash val="solid"/>
              <a:miter lim="800000"/>
            </a:ln>
            <a:effectLst/>
          </p:spPr>
        </p:cxnSp>
        <p:cxnSp>
          <p:nvCxnSpPr>
            <p:cNvPr id="18804" name="直接连接符 723">
              <a:extLst>
                <a:ext uri="{FF2B5EF4-FFF2-40B4-BE49-F238E27FC236}">
                  <a16:creationId xmlns:a16="http://schemas.microsoft.com/office/drawing/2014/main" id="{C7E32BFD-22FD-9CFD-5278-D98B65A2E964}"/>
                </a:ext>
              </a:extLst>
            </p:cNvPr>
            <p:cNvCxnSpPr/>
            <p:nvPr/>
          </p:nvCxnSpPr>
          <p:spPr>
            <a:xfrm flipH="1">
              <a:off x="3970386" y="3005114"/>
              <a:ext cx="548632" cy="426591"/>
            </a:xfrm>
            <a:prstGeom prst="line">
              <a:avLst/>
            </a:prstGeom>
            <a:grpFill/>
            <a:ln w="6350" cap="flat" cmpd="sng" algn="ctr">
              <a:solidFill>
                <a:srgbClr val="ED7D31">
                  <a:lumMod val="75000"/>
                  <a:alpha val="65000"/>
                </a:srgbClr>
              </a:solidFill>
              <a:prstDash val="solid"/>
              <a:miter lim="800000"/>
            </a:ln>
            <a:effectLst/>
          </p:spPr>
        </p:cxnSp>
        <p:cxnSp>
          <p:nvCxnSpPr>
            <p:cNvPr id="18805" name="直接连接符 724">
              <a:extLst>
                <a:ext uri="{FF2B5EF4-FFF2-40B4-BE49-F238E27FC236}">
                  <a16:creationId xmlns:a16="http://schemas.microsoft.com/office/drawing/2014/main" id="{76A86E8C-06F4-7F54-7F94-5365549996DB}"/>
                </a:ext>
              </a:extLst>
            </p:cNvPr>
            <p:cNvCxnSpPr/>
            <p:nvPr/>
          </p:nvCxnSpPr>
          <p:spPr>
            <a:xfrm>
              <a:off x="2323333" y="3005114"/>
              <a:ext cx="539114" cy="426591"/>
            </a:xfrm>
            <a:prstGeom prst="line">
              <a:avLst/>
            </a:prstGeom>
            <a:grpFill/>
            <a:ln w="6350" cap="flat" cmpd="sng" algn="ctr">
              <a:solidFill>
                <a:srgbClr val="ED7D31">
                  <a:lumMod val="75000"/>
                  <a:alpha val="65000"/>
                </a:srgbClr>
              </a:solidFill>
              <a:prstDash val="solid"/>
              <a:miter lim="800000"/>
            </a:ln>
            <a:effectLst/>
          </p:spPr>
        </p:cxnSp>
        <p:cxnSp>
          <p:nvCxnSpPr>
            <p:cNvPr id="18806" name="直接连接符 725">
              <a:extLst>
                <a:ext uri="{FF2B5EF4-FFF2-40B4-BE49-F238E27FC236}">
                  <a16:creationId xmlns:a16="http://schemas.microsoft.com/office/drawing/2014/main" id="{CF2A0352-DAD9-C01C-8E13-D0C89BEA7436}"/>
                </a:ext>
              </a:extLst>
            </p:cNvPr>
            <p:cNvCxnSpPr/>
            <p:nvPr/>
          </p:nvCxnSpPr>
          <p:spPr>
            <a:xfrm>
              <a:off x="2861968" y="3005114"/>
              <a:ext cx="546708" cy="426591"/>
            </a:xfrm>
            <a:prstGeom prst="line">
              <a:avLst/>
            </a:prstGeom>
            <a:grpFill/>
            <a:ln w="6350" cap="flat" cmpd="sng" algn="ctr">
              <a:solidFill>
                <a:srgbClr val="ED7D31">
                  <a:lumMod val="75000"/>
                  <a:alpha val="65000"/>
                </a:srgbClr>
              </a:solidFill>
              <a:prstDash val="solid"/>
              <a:miter lim="800000"/>
            </a:ln>
            <a:effectLst/>
          </p:spPr>
        </p:cxnSp>
        <p:cxnSp>
          <p:nvCxnSpPr>
            <p:cNvPr id="18807" name="直接连接符 726">
              <a:extLst>
                <a:ext uri="{FF2B5EF4-FFF2-40B4-BE49-F238E27FC236}">
                  <a16:creationId xmlns:a16="http://schemas.microsoft.com/office/drawing/2014/main" id="{3D133161-3B2F-DC94-3825-6C4FE00CC354}"/>
                </a:ext>
              </a:extLst>
            </p:cNvPr>
            <p:cNvCxnSpPr/>
            <p:nvPr/>
          </p:nvCxnSpPr>
          <p:spPr>
            <a:xfrm>
              <a:off x="3408676" y="3005114"/>
              <a:ext cx="561710" cy="426591"/>
            </a:xfrm>
            <a:prstGeom prst="line">
              <a:avLst/>
            </a:prstGeom>
            <a:grpFill/>
            <a:ln w="6350" cap="flat" cmpd="sng" algn="ctr">
              <a:solidFill>
                <a:srgbClr val="ED7D31">
                  <a:lumMod val="75000"/>
                  <a:alpha val="65000"/>
                </a:srgbClr>
              </a:solidFill>
              <a:prstDash val="solid"/>
              <a:miter lim="800000"/>
            </a:ln>
            <a:effectLst/>
          </p:spPr>
        </p:cxnSp>
        <p:cxnSp>
          <p:nvCxnSpPr>
            <p:cNvPr id="18808" name="直接连接符 727">
              <a:extLst>
                <a:ext uri="{FF2B5EF4-FFF2-40B4-BE49-F238E27FC236}">
                  <a16:creationId xmlns:a16="http://schemas.microsoft.com/office/drawing/2014/main" id="{0B04F818-39F8-8BB6-043D-47B275AD2087}"/>
                </a:ext>
              </a:extLst>
            </p:cNvPr>
            <p:cNvCxnSpPr/>
            <p:nvPr/>
          </p:nvCxnSpPr>
          <p:spPr>
            <a:xfrm>
              <a:off x="3957361" y="3008020"/>
              <a:ext cx="561710" cy="426591"/>
            </a:xfrm>
            <a:prstGeom prst="line">
              <a:avLst/>
            </a:prstGeom>
            <a:grpFill/>
            <a:ln w="6350" cap="flat" cmpd="sng" algn="ctr">
              <a:solidFill>
                <a:srgbClr val="ED7D31">
                  <a:lumMod val="75000"/>
                  <a:alpha val="65000"/>
                </a:srgbClr>
              </a:solidFill>
              <a:prstDash val="solid"/>
              <a:miter lim="800000"/>
            </a:ln>
            <a:effectLst/>
          </p:spPr>
        </p:cxnSp>
        <p:cxnSp>
          <p:nvCxnSpPr>
            <p:cNvPr id="18809" name="直接连接符 728">
              <a:extLst>
                <a:ext uri="{FF2B5EF4-FFF2-40B4-BE49-F238E27FC236}">
                  <a16:creationId xmlns:a16="http://schemas.microsoft.com/office/drawing/2014/main" id="{BA88AD3C-BA98-AA18-49F9-8FAC70807831}"/>
                </a:ext>
              </a:extLst>
            </p:cNvPr>
            <p:cNvCxnSpPr/>
            <p:nvPr/>
          </p:nvCxnSpPr>
          <p:spPr>
            <a:xfrm>
              <a:off x="2322724" y="3005114"/>
              <a:ext cx="1092200" cy="426591"/>
            </a:xfrm>
            <a:prstGeom prst="line">
              <a:avLst/>
            </a:prstGeom>
            <a:grpFill/>
            <a:ln w="6350" cap="flat" cmpd="sng" algn="ctr">
              <a:solidFill>
                <a:srgbClr val="ED7D31">
                  <a:lumMod val="75000"/>
                  <a:alpha val="65000"/>
                </a:srgbClr>
              </a:solidFill>
              <a:prstDash val="solid"/>
              <a:miter lim="800000"/>
            </a:ln>
            <a:effectLst/>
          </p:spPr>
        </p:cxnSp>
        <p:cxnSp>
          <p:nvCxnSpPr>
            <p:cNvPr id="18810" name="直接连接符 729">
              <a:extLst>
                <a:ext uri="{FF2B5EF4-FFF2-40B4-BE49-F238E27FC236}">
                  <a16:creationId xmlns:a16="http://schemas.microsoft.com/office/drawing/2014/main" id="{AE18FBDB-6BCF-5314-E744-C65140274951}"/>
                </a:ext>
              </a:extLst>
            </p:cNvPr>
            <p:cNvCxnSpPr/>
            <p:nvPr/>
          </p:nvCxnSpPr>
          <p:spPr>
            <a:xfrm>
              <a:off x="2858074" y="3005114"/>
              <a:ext cx="1092200" cy="426591"/>
            </a:xfrm>
            <a:prstGeom prst="line">
              <a:avLst/>
            </a:prstGeom>
            <a:grpFill/>
            <a:ln w="6350" cap="flat" cmpd="sng" algn="ctr">
              <a:solidFill>
                <a:srgbClr val="ED7D31">
                  <a:lumMod val="75000"/>
                  <a:alpha val="65000"/>
                </a:srgbClr>
              </a:solidFill>
              <a:prstDash val="solid"/>
              <a:miter lim="800000"/>
            </a:ln>
            <a:effectLst/>
          </p:spPr>
        </p:cxnSp>
        <p:cxnSp>
          <p:nvCxnSpPr>
            <p:cNvPr id="18811" name="直接连接符 730">
              <a:extLst>
                <a:ext uri="{FF2B5EF4-FFF2-40B4-BE49-F238E27FC236}">
                  <a16:creationId xmlns:a16="http://schemas.microsoft.com/office/drawing/2014/main" id="{FC6A4981-74E2-0BC8-E596-4850595913DF}"/>
                </a:ext>
              </a:extLst>
            </p:cNvPr>
            <p:cNvCxnSpPr/>
            <p:nvPr/>
          </p:nvCxnSpPr>
          <p:spPr>
            <a:xfrm>
              <a:off x="3416335" y="3005114"/>
              <a:ext cx="1092200" cy="426591"/>
            </a:xfrm>
            <a:prstGeom prst="line">
              <a:avLst/>
            </a:prstGeom>
            <a:grpFill/>
            <a:ln w="6350" cap="flat" cmpd="sng" algn="ctr">
              <a:solidFill>
                <a:srgbClr val="ED7D31">
                  <a:lumMod val="75000"/>
                  <a:alpha val="65000"/>
                </a:srgbClr>
              </a:solidFill>
              <a:prstDash val="solid"/>
              <a:miter lim="800000"/>
            </a:ln>
            <a:effectLst/>
          </p:spPr>
        </p:cxnSp>
        <p:cxnSp>
          <p:nvCxnSpPr>
            <p:cNvPr id="18812" name="直接连接符 731">
              <a:extLst>
                <a:ext uri="{FF2B5EF4-FFF2-40B4-BE49-F238E27FC236}">
                  <a16:creationId xmlns:a16="http://schemas.microsoft.com/office/drawing/2014/main" id="{52A9A178-0DD4-B7FE-3EB2-C3D7E4B15C61}"/>
                </a:ext>
              </a:extLst>
            </p:cNvPr>
            <p:cNvCxnSpPr>
              <a:cxnSpLocks/>
            </p:cNvCxnSpPr>
            <p:nvPr/>
          </p:nvCxnSpPr>
          <p:spPr>
            <a:xfrm>
              <a:off x="2320881" y="2999705"/>
              <a:ext cx="1638428" cy="432000"/>
            </a:xfrm>
            <a:prstGeom prst="line">
              <a:avLst/>
            </a:prstGeom>
            <a:grpFill/>
            <a:ln w="6350" cap="flat" cmpd="sng" algn="ctr">
              <a:solidFill>
                <a:srgbClr val="ED7D31">
                  <a:lumMod val="75000"/>
                  <a:alpha val="65000"/>
                </a:srgbClr>
              </a:solidFill>
              <a:prstDash val="solid"/>
              <a:miter lim="800000"/>
            </a:ln>
            <a:effectLst/>
          </p:spPr>
        </p:cxnSp>
        <p:cxnSp>
          <p:nvCxnSpPr>
            <p:cNvPr id="18813" name="直接连接符 732">
              <a:extLst>
                <a:ext uri="{FF2B5EF4-FFF2-40B4-BE49-F238E27FC236}">
                  <a16:creationId xmlns:a16="http://schemas.microsoft.com/office/drawing/2014/main" id="{C0CC1182-B4C6-912F-8FA3-F98E687F0813}"/>
                </a:ext>
              </a:extLst>
            </p:cNvPr>
            <p:cNvCxnSpPr>
              <a:cxnSpLocks/>
            </p:cNvCxnSpPr>
            <p:nvPr/>
          </p:nvCxnSpPr>
          <p:spPr>
            <a:xfrm>
              <a:off x="2870372" y="3010334"/>
              <a:ext cx="1637546" cy="418666"/>
            </a:xfrm>
            <a:prstGeom prst="line">
              <a:avLst/>
            </a:prstGeom>
            <a:grpFill/>
            <a:ln w="6350" cap="flat" cmpd="sng" algn="ctr">
              <a:solidFill>
                <a:srgbClr val="ED7D31">
                  <a:lumMod val="75000"/>
                  <a:alpha val="65000"/>
                </a:srgbClr>
              </a:solidFill>
              <a:prstDash val="solid"/>
              <a:miter lim="800000"/>
            </a:ln>
            <a:effectLst/>
          </p:spPr>
        </p:cxnSp>
        <p:cxnSp>
          <p:nvCxnSpPr>
            <p:cNvPr id="18814" name="直接连接符 733">
              <a:extLst>
                <a:ext uri="{FF2B5EF4-FFF2-40B4-BE49-F238E27FC236}">
                  <a16:creationId xmlns:a16="http://schemas.microsoft.com/office/drawing/2014/main" id="{975CCF2C-084C-D938-823F-DF585BF07705}"/>
                </a:ext>
              </a:extLst>
            </p:cNvPr>
            <p:cNvCxnSpPr>
              <a:cxnSpLocks/>
            </p:cNvCxnSpPr>
            <p:nvPr/>
          </p:nvCxnSpPr>
          <p:spPr>
            <a:xfrm flipV="1">
              <a:off x="1770247" y="3005114"/>
              <a:ext cx="1091415" cy="423887"/>
            </a:xfrm>
            <a:prstGeom prst="line">
              <a:avLst/>
            </a:prstGeom>
            <a:grpFill/>
            <a:ln w="6350" cap="flat" cmpd="sng" algn="ctr">
              <a:solidFill>
                <a:srgbClr val="ED7D31">
                  <a:lumMod val="75000"/>
                  <a:alpha val="65000"/>
                </a:srgbClr>
              </a:solidFill>
              <a:prstDash val="solid"/>
              <a:miter lim="800000"/>
            </a:ln>
            <a:effectLst/>
          </p:spPr>
        </p:cxnSp>
        <p:cxnSp>
          <p:nvCxnSpPr>
            <p:cNvPr id="18815" name="直接连接符 734">
              <a:extLst>
                <a:ext uri="{FF2B5EF4-FFF2-40B4-BE49-F238E27FC236}">
                  <a16:creationId xmlns:a16="http://schemas.microsoft.com/office/drawing/2014/main" id="{19F5488E-7F35-9493-9DEF-0DBB9F7B7519}"/>
                </a:ext>
              </a:extLst>
            </p:cNvPr>
            <p:cNvCxnSpPr>
              <a:cxnSpLocks/>
            </p:cNvCxnSpPr>
            <p:nvPr/>
          </p:nvCxnSpPr>
          <p:spPr>
            <a:xfrm flipV="1">
              <a:off x="2855705" y="3007428"/>
              <a:ext cx="1109637" cy="424277"/>
            </a:xfrm>
            <a:prstGeom prst="line">
              <a:avLst/>
            </a:prstGeom>
            <a:grpFill/>
            <a:ln w="6350" cap="flat" cmpd="sng" algn="ctr">
              <a:solidFill>
                <a:srgbClr val="ED7D31">
                  <a:lumMod val="75000"/>
                  <a:alpha val="65000"/>
                </a:srgbClr>
              </a:solidFill>
              <a:prstDash val="solid"/>
              <a:miter lim="800000"/>
            </a:ln>
            <a:effectLst/>
          </p:spPr>
        </p:cxnSp>
        <p:cxnSp>
          <p:nvCxnSpPr>
            <p:cNvPr id="18816" name="直接连接符 735">
              <a:extLst>
                <a:ext uri="{FF2B5EF4-FFF2-40B4-BE49-F238E27FC236}">
                  <a16:creationId xmlns:a16="http://schemas.microsoft.com/office/drawing/2014/main" id="{4441E8C9-02C7-8F71-42B5-D4629276673A}"/>
                </a:ext>
              </a:extLst>
            </p:cNvPr>
            <p:cNvCxnSpPr>
              <a:cxnSpLocks/>
            </p:cNvCxnSpPr>
            <p:nvPr/>
          </p:nvCxnSpPr>
          <p:spPr>
            <a:xfrm flipV="1">
              <a:off x="2312925" y="3008136"/>
              <a:ext cx="1109637" cy="424277"/>
            </a:xfrm>
            <a:prstGeom prst="line">
              <a:avLst/>
            </a:prstGeom>
            <a:grpFill/>
            <a:ln w="6350" cap="flat" cmpd="sng" algn="ctr">
              <a:solidFill>
                <a:srgbClr val="ED7D31">
                  <a:lumMod val="75000"/>
                  <a:alpha val="65000"/>
                </a:srgbClr>
              </a:solidFill>
              <a:prstDash val="solid"/>
              <a:miter lim="800000"/>
            </a:ln>
            <a:effectLst/>
          </p:spPr>
        </p:cxnSp>
        <p:cxnSp>
          <p:nvCxnSpPr>
            <p:cNvPr id="18817" name="直接连接符 736">
              <a:extLst>
                <a:ext uri="{FF2B5EF4-FFF2-40B4-BE49-F238E27FC236}">
                  <a16:creationId xmlns:a16="http://schemas.microsoft.com/office/drawing/2014/main" id="{B8542D96-3085-8087-34D8-F0417B032AA0}"/>
                </a:ext>
              </a:extLst>
            </p:cNvPr>
            <p:cNvCxnSpPr>
              <a:cxnSpLocks/>
            </p:cNvCxnSpPr>
            <p:nvPr/>
          </p:nvCxnSpPr>
          <p:spPr>
            <a:xfrm flipV="1">
              <a:off x="3408743" y="3004723"/>
              <a:ext cx="1109637" cy="424277"/>
            </a:xfrm>
            <a:prstGeom prst="line">
              <a:avLst/>
            </a:prstGeom>
            <a:grpFill/>
            <a:ln w="6350" cap="flat" cmpd="sng" algn="ctr">
              <a:solidFill>
                <a:srgbClr val="ED7D31">
                  <a:lumMod val="75000"/>
                  <a:alpha val="65000"/>
                </a:srgbClr>
              </a:solidFill>
              <a:prstDash val="solid"/>
              <a:miter lim="800000"/>
            </a:ln>
            <a:effectLst/>
          </p:spPr>
        </p:cxnSp>
        <p:cxnSp>
          <p:nvCxnSpPr>
            <p:cNvPr id="18818" name="直接连接符 737">
              <a:extLst>
                <a:ext uri="{FF2B5EF4-FFF2-40B4-BE49-F238E27FC236}">
                  <a16:creationId xmlns:a16="http://schemas.microsoft.com/office/drawing/2014/main" id="{C05C6539-EE22-3E6A-D60A-D3030AFE5D12}"/>
                </a:ext>
              </a:extLst>
            </p:cNvPr>
            <p:cNvCxnSpPr/>
            <p:nvPr/>
          </p:nvCxnSpPr>
          <p:spPr>
            <a:xfrm flipV="1">
              <a:off x="1767811" y="3004723"/>
              <a:ext cx="1640865" cy="424277"/>
            </a:xfrm>
            <a:prstGeom prst="line">
              <a:avLst/>
            </a:prstGeom>
            <a:grpFill/>
            <a:ln w="6350" cap="flat" cmpd="sng" algn="ctr">
              <a:solidFill>
                <a:srgbClr val="ED7D31">
                  <a:lumMod val="75000"/>
                  <a:alpha val="65000"/>
                </a:srgbClr>
              </a:solidFill>
              <a:prstDash val="solid"/>
              <a:miter lim="800000"/>
            </a:ln>
            <a:effectLst/>
          </p:spPr>
        </p:cxnSp>
        <p:cxnSp>
          <p:nvCxnSpPr>
            <p:cNvPr id="18819" name="直接连接符 738">
              <a:extLst>
                <a:ext uri="{FF2B5EF4-FFF2-40B4-BE49-F238E27FC236}">
                  <a16:creationId xmlns:a16="http://schemas.microsoft.com/office/drawing/2014/main" id="{F057393E-C209-37ED-3EBA-DEF56C13BFA3}"/>
                </a:ext>
              </a:extLst>
            </p:cNvPr>
            <p:cNvCxnSpPr/>
            <p:nvPr/>
          </p:nvCxnSpPr>
          <p:spPr>
            <a:xfrm flipV="1">
              <a:off x="2320671" y="3004722"/>
              <a:ext cx="1640865" cy="424277"/>
            </a:xfrm>
            <a:prstGeom prst="line">
              <a:avLst/>
            </a:prstGeom>
            <a:grpFill/>
            <a:ln w="6350" cap="flat" cmpd="sng" algn="ctr">
              <a:solidFill>
                <a:srgbClr val="ED7D31">
                  <a:lumMod val="75000"/>
                  <a:alpha val="65000"/>
                </a:srgbClr>
              </a:solidFill>
              <a:prstDash val="solid"/>
              <a:miter lim="800000"/>
            </a:ln>
            <a:effectLst/>
          </p:spPr>
        </p:cxnSp>
        <p:cxnSp>
          <p:nvCxnSpPr>
            <p:cNvPr id="18820" name="直接连接符 739">
              <a:extLst>
                <a:ext uri="{FF2B5EF4-FFF2-40B4-BE49-F238E27FC236}">
                  <a16:creationId xmlns:a16="http://schemas.microsoft.com/office/drawing/2014/main" id="{56C31803-6C99-7F0F-A685-254CA91C6B04}"/>
                </a:ext>
              </a:extLst>
            </p:cNvPr>
            <p:cNvCxnSpPr/>
            <p:nvPr/>
          </p:nvCxnSpPr>
          <p:spPr>
            <a:xfrm flipV="1">
              <a:off x="2864064" y="3007036"/>
              <a:ext cx="1640865" cy="424277"/>
            </a:xfrm>
            <a:prstGeom prst="line">
              <a:avLst/>
            </a:prstGeom>
            <a:grpFill/>
            <a:ln w="6350" cap="flat" cmpd="sng" algn="ctr">
              <a:solidFill>
                <a:srgbClr val="ED7D31">
                  <a:lumMod val="75000"/>
                  <a:alpha val="65000"/>
                </a:srgbClr>
              </a:solidFill>
              <a:prstDash val="solid"/>
              <a:miter lim="800000"/>
            </a:ln>
            <a:effectLst/>
          </p:spPr>
        </p:cxnSp>
        <p:cxnSp>
          <p:nvCxnSpPr>
            <p:cNvPr id="18821" name="直接连接符 740">
              <a:extLst>
                <a:ext uri="{FF2B5EF4-FFF2-40B4-BE49-F238E27FC236}">
                  <a16:creationId xmlns:a16="http://schemas.microsoft.com/office/drawing/2014/main" id="{3A06EA6C-CB89-E851-2113-B67EC629EBEF}"/>
                </a:ext>
              </a:extLst>
            </p:cNvPr>
            <p:cNvCxnSpPr>
              <a:cxnSpLocks/>
            </p:cNvCxnSpPr>
            <p:nvPr/>
          </p:nvCxnSpPr>
          <p:spPr>
            <a:xfrm flipV="1">
              <a:off x="1767811" y="3004722"/>
              <a:ext cx="2196354" cy="424277"/>
            </a:xfrm>
            <a:prstGeom prst="line">
              <a:avLst/>
            </a:prstGeom>
            <a:grpFill/>
            <a:ln w="6350" cap="flat" cmpd="sng" algn="ctr">
              <a:solidFill>
                <a:srgbClr val="ED7D31">
                  <a:lumMod val="75000"/>
                  <a:alpha val="65000"/>
                </a:srgbClr>
              </a:solidFill>
              <a:prstDash val="solid"/>
              <a:miter lim="800000"/>
            </a:ln>
            <a:effectLst/>
          </p:spPr>
        </p:cxnSp>
        <p:cxnSp>
          <p:nvCxnSpPr>
            <p:cNvPr id="18822" name="直接连接符 741">
              <a:extLst>
                <a:ext uri="{FF2B5EF4-FFF2-40B4-BE49-F238E27FC236}">
                  <a16:creationId xmlns:a16="http://schemas.microsoft.com/office/drawing/2014/main" id="{3A82D21C-A10F-A5EF-A556-7A64E2FD1181}"/>
                </a:ext>
              </a:extLst>
            </p:cNvPr>
            <p:cNvCxnSpPr/>
            <p:nvPr/>
          </p:nvCxnSpPr>
          <p:spPr>
            <a:xfrm flipV="1">
              <a:off x="2315731" y="3011168"/>
              <a:ext cx="2196354" cy="424277"/>
            </a:xfrm>
            <a:prstGeom prst="line">
              <a:avLst/>
            </a:prstGeom>
            <a:grpFill/>
            <a:ln w="6350" cap="flat" cmpd="sng" algn="ctr">
              <a:solidFill>
                <a:srgbClr val="ED7D31">
                  <a:lumMod val="75000"/>
                  <a:alpha val="65000"/>
                </a:srgbClr>
              </a:solidFill>
              <a:prstDash val="solid"/>
              <a:miter lim="800000"/>
            </a:ln>
            <a:effectLst/>
          </p:spPr>
        </p:cxnSp>
        <p:cxnSp>
          <p:nvCxnSpPr>
            <p:cNvPr id="18823" name="直接连接符 742">
              <a:extLst>
                <a:ext uri="{FF2B5EF4-FFF2-40B4-BE49-F238E27FC236}">
                  <a16:creationId xmlns:a16="http://schemas.microsoft.com/office/drawing/2014/main" id="{A2510274-0AC4-74A0-5E65-EDF74FF6B655}"/>
                </a:ext>
              </a:extLst>
            </p:cNvPr>
            <p:cNvCxnSpPr/>
            <p:nvPr/>
          </p:nvCxnSpPr>
          <p:spPr>
            <a:xfrm flipV="1">
              <a:off x="1767811" y="3004722"/>
              <a:ext cx="2744274" cy="424277"/>
            </a:xfrm>
            <a:prstGeom prst="line">
              <a:avLst/>
            </a:prstGeom>
            <a:grpFill/>
            <a:ln w="6350" cap="flat" cmpd="sng" algn="ctr">
              <a:solidFill>
                <a:srgbClr val="ED7D31">
                  <a:lumMod val="75000"/>
                  <a:alpha val="65000"/>
                </a:srgbClr>
              </a:solidFill>
              <a:prstDash val="solid"/>
              <a:miter lim="800000"/>
            </a:ln>
            <a:effectLst/>
          </p:spPr>
        </p:cxnSp>
      </p:grpSp>
      <p:sp>
        <p:nvSpPr>
          <p:cNvPr id="18824" name="矩形: 圆角 743">
            <a:extLst>
              <a:ext uri="{FF2B5EF4-FFF2-40B4-BE49-F238E27FC236}">
                <a16:creationId xmlns:a16="http://schemas.microsoft.com/office/drawing/2014/main" id="{AABC3689-4D29-1B59-38B9-2C0A13BA2AD4}"/>
              </a:ext>
            </a:extLst>
          </p:cNvPr>
          <p:cNvSpPr/>
          <p:nvPr/>
        </p:nvSpPr>
        <p:spPr>
          <a:xfrm>
            <a:off x="415868" y="4593559"/>
            <a:ext cx="2215776" cy="98835"/>
          </a:xfrm>
          <a:prstGeom prst="roundRect">
            <a:avLst/>
          </a:prstGeom>
          <a:solidFill>
            <a:srgbClr val="5B9BD5">
              <a:lumMod val="40000"/>
              <a:lumOff val="60000"/>
            </a:srgbClr>
          </a:solidFill>
          <a:ln w="12700" cap="flat" cmpd="sng" algn="ctr">
            <a:solidFill>
              <a:srgbClr val="5B9BD5">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825" name="矩形: 圆角 744">
            <a:extLst>
              <a:ext uri="{FF2B5EF4-FFF2-40B4-BE49-F238E27FC236}">
                <a16:creationId xmlns:a16="http://schemas.microsoft.com/office/drawing/2014/main" id="{4C907705-F1E6-3F5B-41EF-20795CD1AB97}"/>
              </a:ext>
            </a:extLst>
          </p:cNvPr>
          <p:cNvSpPr/>
          <p:nvPr/>
        </p:nvSpPr>
        <p:spPr>
          <a:xfrm>
            <a:off x="415868" y="5074012"/>
            <a:ext cx="2215776" cy="98835"/>
          </a:xfrm>
          <a:prstGeom prst="roundRect">
            <a:avLst/>
          </a:prstGeom>
          <a:solidFill>
            <a:srgbClr val="5B9BD5">
              <a:lumMod val="40000"/>
              <a:lumOff val="60000"/>
            </a:srgbClr>
          </a:solidFill>
          <a:ln w="12700" cap="flat" cmpd="sng" algn="ctr">
            <a:solidFill>
              <a:srgbClr val="5B9BD5">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826" name="矩形: 圆角 745">
            <a:extLst>
              <a:ext uri="{FF2B5EF4-FFF2-40B4-BE49-F238E27FC236}">
                <a16:creationId xmlns:a16="http://schemas.microsoft.com/office/drawing/2014/main" id="{7F7ADF25-5A04-1400-4E27-97784E5F6D5D}"/>
              </a:ext>
            </a:extLst>
          </p:cNvPr>
          <p:cNvSpPr/>
          <p:nvPr/>
        </p:nvSpPr>
        <p:spPr>
          <a:xfrm>
            <a:off x="415868" y="5562525"/>
            <a:ext cx="2215776" cy="98835"/>
          </a:xfrm>
          <a:prstGeom prst="roundRect">
            <a:avLst/>
          </a:prstGeom>
          <a:solidFill>
            <a:srgbClr val="5B9BD5">
              <a:lumMod val="40000"/>
              <a:lumOff val="60000"/>
            </a:srgbClr>
          </a:solidFill>
          <a:ln w="12700" cap="flat" cmpd="sng" algn="ctr">
            <a:solidFill>
              <a:srgbClr val="5B9BD5">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827" name="矩形: 圆角 746">
            <a:extLst>
              <a:ext uri="{FF2B5EF4-FFF2-40B4-BE49-F238E27FC236}">
                <a16:creationId xmlns:a16="http://schemas.microsoft.com/office/drawing/2014/main" id="{8A9C8189-9F6C-D1A5-305B-CCACD3F938EF}"/>
              </a:ext>
            </a:extLst>
          </p:cNvPr>
          <p:cNvSpPr/>
          <p:nvPr/>
        </p:nvSpPr>
        <p:spPr>
          <a:xfrm>
            <a:off x="412250" y="4111775"/>
            <a:ext cx="2215776" cy="98835"/>
          </a:xfrm>
          <a:prstGeom prst="roundRect">
            <a:avLst/>
          </a:prstGeom>
          <a:solidFill>
            <a:srgbClr val="ED7D31">
              <a:lumMod val="40000"/>
              <a:lumOff val="60000"/>
            </a:srgbClr>
          </a:solidFill>
          <a:ln w="12700" cap="flat" cmpd="sng" algn="ctr">
            <a:solidFill>
              <a:srgbClr val="ED7D31">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828" name="矩形: 圆角 747">
            <a:extLst>
              <a:ext uri="{FF2B5EF4-FFF2-40B4-BE49-F238E27FC236}">
                <a16:creationId xmlns:a16="http://schemas.microsoft.com/office/drawing/2014/main" id="{CECAE996-7382-E068-BA69-7C4C1303B057}"/>
              </a:ext>
            </a:extLst>
          </p:cNvPr>
          <p:cNvSpPr/>
          <p:nvPr/>
        </p:nvSpPr>
        <p:spPr>
          <a:xfrm>
            <a:off x="412250" y="3652254"/>
            <a:ext cx="2215776" cy="98835"/>
          </a:xfrm>
          <a:prstGeom prst="roundRect">
            <a:avLst/>
          </a:prstGeom>
          <a:solidFill>
            <a:srgbClr val="ED7D31">
              <a:lumMod val="40000"/>
              <a:lumOff val="60000"/>
            </a:srgbClr>
          </a:solidFill>
          <a:ln w="12700" cap="flat" cmpd="sng" algn="ctr">
            <a:solidFill>
              <a:srgbClr val="ED7D31">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等线" panose="020F0502020204030204"/>
              <a:ea typeface="微软雅黑"/>
              <a:cs typeface="Arial" panose="020B0604020202020204" pitchFamily="34" charset="0"/>
            </a:endParaRPr>
          </a:p>
        </p:txBody>
      </p:sp>
      <p:sp>
        <p:nvSpPr>
          <p:cNvPr id="18829" name="文本框 748">
            <a:extLst>
              <a:ext uri="{FF2B5EF4-FFF2-40B4-BE49-F238E27FC236}">
                <a16:creationId xmlns:a16="http://schemas.microsoft.com/office/drawing/2014/main" id="{AC827737-C7AA-8573-73F5-8F010E4C130B}"/>
              </a:ext>
            </a:extLst>
          </p:cNvPr>
          <p:cNvSpPr txBox="1"/>
          <p:nvPr/>
        </p:nvSpPr>
        <p:spPr>
          <a:xfrm>
            <a:off x="1246661" y="6251179"/>
            <a:ext cx="796052"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rPr>
              <a:t>BERT</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18830" name="文本框 749">
            <a:extLst>
              <a:ext uri="{FF2B5EF4-FFF2-40B4-BE49-F238E27FC236}">
                <a16:creationId xmlns:a16="http://schemas.microsoft.com/office/drawing/2014/main" id="{399FA276-1614-B97C-908D-23365E20B468}"/>
              </a:ext>
            </a:extLst>
          </p:cNvPr>
          <p:cNvSpPr txBox="1"/>
          <p:nvPr/>
        </p:nvSpPr>
        <p:spPr>
          <a:xfrm>
            <a:off x="4357328" y="6251179"/>
            <a:ext cx="659155"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rPr>
              <a:t>GPT</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
        <p:nvSpPr>
          <p:cNvPr id="18831" name="文本框 750">
            <a:extLst>
              <a:ext uri="{FF2B5EF4-FFF2-40B4-BE49-F238E27FC236}">
                <a16:creationId xmlns:a16="http://schemas.microsoft.com/office/drawing/2014/main" id="{8AF1E7E1-021D-F1D8-D92D-0A75A333917A}"/>
              </a:ext>
            </a:extLst>
          </p:cNvPr>
          <p:cNvSpPr txBox="1"/>
          <p:nvPr/>
        </p:nvSpPr>
        <p:spPr>
          <a:xfrm>
            <a:off x="8687365" y="6251179"/>
            <a:ext cx="1129476"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rPr>
              <a:t>BART/T5</a:t>
            </a:r>
            <a:endParaRPr kumimoji="0"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a:cs typeface="Arial" panose="020B0604020202020204" pitchFamily="34" charset="0"/>
            </a:endParaRPr>
          </a:p>
        </p:txBody>
      </p:sp>
    </p:spTree>
    <p:extLst>
      <p:ext uri="{BB962C8B-B14F-4D97-AF65-F5344CB8AC3E}">
        <p14:creationId xmlns:p14="http://schemas.microsoft.com/office/powerpoint/2010/main" val="45077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5" y="406400"/>
            <a:ext cx="48965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chemeClr val="bg1"/>
                </a:solidFill>
                <a:latin typeface="微软雅黑" panose="020B0503020204020204" pitchFamily="34" charset="-122"/>
                <a:ea typeface="微软雅黑" panose="020B0503020204020204" pitchFamily="34" charset="-122"/>
              </a:rPr>
              <a:t>预训练语言模型蓬勃发展</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a:xfrm>
            <a:off x="8620981" y="6372619"/>
            <a:ext cx="2743200" cy="365125"/>
          </a:xfrm>
        </p:spPr>
        <p:txBody>
          <a:bodyPr/>
          <a:lstStyle/>
          <a:p>
            <a:fld id="{465717F2-DE62-A445-9F03-50055757659A}" type="slidenum">
              <a:rPr lang="zh-CN" altLang="en-US" smtClean="0"/>
              <a:pPr/>
              <a:t>17</a:t>
            </a:fld>
            <a:endParaRPr lang="zh-CN" altLang="en-US"/>
          </a:p>
        </p:txBody>
      </p:sp>
      <p:sp>
        <p:nvSpPr>
          <p:cNvPr id="4" name="TextBox 3">
            <a:extLst>
              <a:ext uri="{FF2B5EF4-FFF2-40B4-BE49-F238E27FC236}">
                <a16:creationId xmlns:a16="http://schemas.microsoft.com/office/drawing/2014/main" id="{4A31CA5D-843D-D057-DB1A-C2862E806803}"/>
              </a:ext>
            </a:extLst>
          </p:cNvPr>
          <p:cNvSpPr txBox="1"/>
          <p:nvPr/>
        </p:nvSpPr>
        <p:spPr>
          <a:xfrm>
            <a:off x="498475" y="1030287"/>
            <a:ext cx="11195049" cy="4040465"/>
          </a:xfrm>
          <a:prstGeom prst="rect">
            <a:avLst/>
          </a:prstGeom>
          <a:noFill/>
        </p:spPr>
        <p:txBody>
          <a:bodyPr wrap="square">
            <a:spAutoFit/>
          </a:bodyPr>
          <a:lstStyle/>
          <a:p>
            <a:pPr algn="just">
              <a:lnSpc>
                <a:spcPct val="130000"/>
              </a:lnSpc>
              <a:spcBef>
                <a:spcPts val="1200"/>
              </a:spcBef>
            </a:pPr>
            <a:r>
              <a:rPr lang="en-US" altLang="zh-CN" sz="2400" dirty="0">
                <a:latin typeface="Microsoft YaHei" panose="020B0503020204020204" pitchFamily="34" charset="-122"/>
                <a:ea typeface="Microsoft YaHei" panose="020B0503020204020204" pitchFamily="34" charset="-122"/>
              </a:rPr>
              <a:t>2020 </a:t>
            </a:r>
            <a:r>
              <a:rPr lang="zh-CN" altLang="en-US" sz="2400" dirty="0">
                <a:latin typeface="Microsoft YaHei" panose="020B0503020204020204" pitchFamily="34" charset="-122"/>
                <a:ea typeface="Microsoft YaHei" panose="020B0503020204020204" pitchFamily="34" charset="-122"/>
              </a:rPr>
              <a:t>年，</a:t>
            </a:r>
            <a:r>
              <a:rPr lang="en-US" altLang="zh-CN" sz="2400" dirty="0" err="1">
                <a:latin typeface="Microsoft YaHei" panose="020B0503020204020204" pitchFamily="34" charset="-122"/>
                <a:ea typeface="Microsoft YaHei" panose="020B0503020204020204" pitchFamily="34" charset="-122"/>
              </a:rPr>
              <a:t>OpenAI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发布了由包含</a:t>
            </a:r>
            <a:r>
              <a:rPr lang="en-US" altLang="zh-CN" sz="2400" dirty="0">
                <a:latin typeface="Microsoft YaHei" panose="020B0503020204020204" pitchFamily="34" charset="-122"/>
                <a:ea typeface="Microsoft YaHei" panose="020B0503020204020204" pitchFamily="34" charset="-122"/>
              </a:rPr>
              <a:t>1750 </a:t>
            </a:r>
            <a:r>
              <a:rPr lang="zh-CN" altLang="en-US" sz="2400" dirty="0">
                <a:latin typeface="Microsoft YaHei" panose="020B0503020204020204" pitchFamily="34" charset="-122"/>
                <a:ea typeface="Microsoft YaHei" panose="020B0503020204020204" pitchFamily="34" charset="-122"/>
              </a:rPr>
              <a:t>亿参数的神经网络构成的生成式大规模预训练语言模型</a:t>
            </a:r>
            <a:r>
              <a:rPr lang="en-US" altLang="zh-CN" sz="2400" dirty="0">
                <a:latin typeface="Microsoft YaHei" panose="020B0503020204020204" pitchFamily="34" charset="-122"/>
                <a:ea typeface="Microsoft YaHei" panose="020B0503020204020204" pitchFamily="34" charset="-122"/>
              </a:rPr>
              <a:t>GPT-3</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Generative Pre-trained Transformer 3</a:t>
            </a:r>
            <a:r>
              <a:rPr lang="zh-CN" altLang="en-US" sz="2400" dirty="0">
                <a:latin typeface="Microsoft YaHei" panose="020B0503020204020204" pitchFamily="34" charset="-122"/>
                <a:ea typeface="Microsoft YaHei" panose="020B0503020204020204" pitchFamily="34" charset="-122"/>
              </a:rPr>
              <a:t>）。开启了</a:t>
            </a:r>
            <a:r>
              <a:rPr lang="zh-CN" altLang="en-US" sz="2400" b="1" dirty="0">
                <a:solidFill>
                  <a:srgbClr val="0070C0"/>
                </a:solidFill>
                <a:latin typeface="Microsoft YaHei" panose="020B0503020204020204" pitchFamily="34" charset="-122"/>
                <a:ea typeface="Microsoft YaHei" panose="020B0503020204020204" pitchFamily="34" charset="-122"/>
              </a:rPr>
              <a:t>大语言模型</a:t>
            </a:r>
            <a:r>
              <a:rPr lang="zh-CN" altLang="en-US" sz="2400" dirty="0">
                <a:latin typeface="Microsoft YaHei" panose="020B0503020204020204" pitchFamily="34" charset="-122"/>
                <a:ea typeface="Microsoft YaHei" panose="020B0503020204020204" pitchFamily="34" charset="-122"/>
              </a:rPr>
              <a:t>的新时代。在不同任务上都进行微调需要消耗大量的计算资源，因此预训练微调范式不再适用于大语言模型。</a:t>
            </a:r>
            <a:endParaRPr lang="en-US" altLang="zh-CN" sz="2400" dirty="0">
              <a:latin typeface="Microsoft YaHei" panose="020B0503020204020204" pitchFamily="34" charset="-122"/>
              <a:ea typeface="Microsoft YaHei" panose="020B0503020204020204" pitchFamily="34" charset="-122"/>
            </a:endParaRPr>
          </a:p>
          <a:p>
            <a:pPr algn="just">
              <a:lnSpc>
                <a:spcPct val="130000"/>
              </a:lnSpc>
              <a:spcBef>
                <a:spcPts val="1200"/>
              </a:spcBef>
            </a:pPr>
            <a:r>
              <a:rPr lang="zh-CN" altLang="en-US" sz="2400" dirty="0">
                <a:latin typeface="Microsoft YaHei" panose="020B0503020204020204" pitchFamily="34" charset="-122"/>
                <a:ea typeface="Microsoft YaHei" panose="020B0503020204020204" pitchFamily="34" charset="-122"/>
              </a:rPr>
              <a:t>通过</a:t>
            </a:r>
            <a:r>
              <a:rPr lang="zh-CN" altLang="en-US" sz="2400" b="1" dirty="0">
                <a:solidFill>
                  <a:srgbClr val="0070C0"/>
                </a:solidFill>
                <a:latin typeface="Microsoft YaHei" panose="020B0503020204020204" pitchFamily="34" charset="-122"/>
                <a:ea typeface="Microsoft YaHei" panose="020B0503020204020204" pitchFamily="34" charset="-122"/>
              </a:rPr>
              <a:t>语境学习（</a:t>
            </a:r>
            <a:r>
              <a:rPr lang="en-US" altLang="zh-CN" sz="2400" b="1" dirty="0">
                <a:solidFill>
                  <a:srgbClr val="0070C0"/>
                </a:solidFill>
                <a:latin typeface="Microsoft YaHei" panose="020B0503020204020204" pitchFamily="34" charset="-122"/>
                <a:ea typeface="Microsoft YaHei" panose="020B0503020204020204" pitchFamily="34" charset="-122"/>
              </a:rPr>
              <a:t>In-Context Learning</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ICL</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等方法，直接使用大语言模型就可以在很多任务的少样本场景下取得很好的效果。此后，研究人员提出了面向大语言模型的</a:t>
            </a:r>
            <a:r>
              <a:rPr lang="zh-CN" altLang="en-US" sz="2400" b="1" dirty="0">
                <a:solidFill>
                  <a:srgbClr val="0070C0"/>
                </a:solidFill>
                <a:latin typeface="Microsoft YaHei" panose="020B0503020204020204" pitchFamily="34" charset="-122"/>
                <a:ea typeface="Microsoft YaHei" panose="020B0503020204020204" pitchFamily="34" charset="-122"/>
              </a:rPr>
              <a:t>提示词（</a:t>
            </a:r>
            <a:r>
              <a:rPr lang="en-US" altLang="zh-CN" sz="2400" b="1" dirty="0">
                <a:solidFill>
                  <a:srgbClr val="0070C0"/>
                </a:solidFill>
                <a:latin typeface="Microsoft YaHei" panose="020B0503020204020204" pitchFamily="34" charset="-122"/>
                <a:ea typeface="Microsoft YaHei" panose="020B0503020204020204" pitchFamily="34" charset="-122"/>
              </a:rPr>
              <a:t>Prompt</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学习方法、</a:t>
            </a:r>
            <a:r>
              <a:rPr lang="zh-CN" altLang="en-US" sz="2400" b="1" dirty="0">
                <a:solidFill>
                  <a:srgbClr val="0070C0"/>
                </a:solidFill>
                <a:latin typeface="Microsoft YaHei" panose="020B0503020204020204" pitchFamily="34" charset="-122"/>
                <a:ea typeface="Microsoft YaHei" panose="020B0503020204020204" pitchFamily="34" charset="-122"/>
              </a:rPr>
              <a:t>模型即服务范式</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Model as a Service</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MaaS</a:t>
            </a:r>
            <a:r>
              <a:rPr lang="zh-CN" altLang="en-US" sz="2400" dirty="0">
                <a:latin typeface="Microsoft YaHei" panose="020B0503020204020204" pitchFamily="34" charset="-122"/>
                <a:ea typeface="Microsoft YaHei" panose="020B0503020204020204" pitchFamily="34" charset="-122"/>
              </a:rPr>
              <a:t>）、</a:t>
            </a:r>
            <a:r>
              <a:rPr lang="zh-CN" altLang="en-US" sz="2400" b="1" dirty="0">
                <a:solidFill>
                  <a:srgbClr val="0070C0"/>
                </a:solidFill>
                <a:latin typeface="Microsoft YaHei" panose="020B0503020204020204" pitchFamily="34" charset="-122"/>
                <a:ea typeface="Microsoft YaHei" panose="020B0503020204020204" pitchFamily="34" charset="-122"/>
              </a:rPr>
              <a:t>指令微调</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Instruction Tuning</a:t>
            </a:r>
            <a:r>
              <a:rPr lang="zh-CN" altLang="en-US" sz="2400" dirty="0">
                <a:latin typeface="Microsoft YaHei" panose="020B0503020204020204" pitchFamily="34" charset="-122"/>
                <a:ea typeface="Microsoft YaHei" panose="020B0503020204020204" pitchFamily="34" charset="-122"/>
              </a:rPr>
              <a:t>）等方法。</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501126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5" y="406400"/>
            <a:ext cx="489659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chemeClr val="bg1"/>
                </a:solidFill>
                <a:latin typeface="微软雅黑" panose="020B0503020204020204" pitchFamily="34" charset="-122"/>
                <a:ea typeface="微软雅黑" panose="020B0503020204020204" pitchFamily="34" charset="-122"/>
              </a:rPr>
              <a:t>预训练语言模型蓬勃发展</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a:xfrm>
            <a:off x="8620981" y="6372619"/>
            <a:ext cx="2743200" cy="365125"/>
          </a:xfrm>
        </p:spPr>
        <p:txBody>
          <a:bodyPr/>
          <a:lstStyle/>
          <a:p>
            <a:fld id="{465717F2-DE62-A445-9F03-50055757659A}" type="slidenum">
              <a:rPr lang="zh-CN" altLang="en-US" smtClean="0"/>
              <a:pPr/>
              <a:t>18</a:t>
            </a:fld>
            <a:endParaRPr lang="zh-CN" altLang="en-US"/>
          </a:p>
        </p:txBody>
      </p:sp>
      <p:sp>
        <p:nvSpPr>
          <p:cNvPr id="4" name="TextBox 3">
            <a:extLst>
              <a:ext uri="{FF2B5EF4-FFF2-40B4-BE49-F238E27FC236}">
                <a16:creationId xmlns:a16="http://schemas.microsoft.com/office/drawing/2014/main" id="{4A31CA5D-843D-D057-DB1A-C2862E806803}"/>
              </a:ext>
            </a:extLst>
          </p:cNvPr>
          <p:cNvSpPr txBox="1"/>
          <p:nvPr/>
        </p:nvSpPr>
        <p:spPr>
          <a:xfrm>
            <a:off x="498475" y="1030287"/>
            <a:ext cx="11195049" cy="1485920"/>
          </a:xfrm>
          <a:prstGeom prst="rect">
            <a:avLst/>
          </a:prstGeom>
          <a:noFill/>
        </p:spPr>
        <p:txBody>
          <a:bodyPr wrap="square">
            <a:spAutoFit/>
          </a:bodyPr>
          <a:lstStyle/>
          <a:p>
            <a:pPr algn="just">
              <a:lnSpc>
                <a:spcPct val="130000"/>
              </a:lnSpc>
              <a:spcBef>
                <a:spcPts val="1200"/>
              </a:spcBef>
            </a:pPr>
            <a:r>
              <a:rPr lang="en-US" altLang="zh-CN" sz="2400" dirty="0">
                <a:latin typeface="Microsoft YaHei" panose="020B0503020204020204" pitchFamily="34" charset="-122"/>
                <a:ea typeface="Microsoft YaHei" panose="020B0503020204020204" pitchFamily="34" charset="-122"/>
              </a:rPr>
              <a:t>Kaplan </a:t>
            </a:r>
            <a:r>
              <a:rPr lang="zh-CN" altLang="en-US" sz="2400" dirty="0">
                <a:latin typeface="Microsoft YaHei" panose="020B0503020204020204" pitchFamily="34" charset="-122"/>
                <a:ea typeface="Microsoft YaHei" panose="020B0503020204020204" pitchFamily="34" charset="-122"/>
              </a:rPr>
              <a:t>等人在中提出了</a:t>
            </a:r>
            <a:r>
              <a:rPr lang="zh-CN" altLang="en-US" sz="2400" b="1" dirty="0">
                <a:solidFill>
                  <a:srgbClr val="0070C0"/>
                </a:solidFill>
                <a:latin typeface="Microsoft YaHei" panose="020B0503020204020204" pitchFamily="34" charset="-122"/>
                <a:ea typeface="Microsoft YaHei" panose="020B0503020204020204" pitchFamily="34" charset="-122"/>
              </a:rPr>
              <a:t>缩放法则（</a:t>
            </a:r>
            <a:r>
              <a:rPr lang="en-US" altLang="zh-CN" sz="2400" b="1" dirty="0">
                <a:solidFill>
                  <a:srgbClr val="0070C0"/>
                </a:solidFill>
                <a:latin typeface="Microsoft YaHei" panose="020B0503020204020204" pitchFamily="34" charset="-122"/>
                <a:ea typeface="Microsoft YaHei" panose="020B0503020204020204" pitchFamily="34" charset="-122"/>
              </a:rPr>
              <a:t>Scaling Laws</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，指出模型的性能依赖于模型的规模，包括</a:t>
            </a:r>
            <a:r>
              <a:rPr lang="zh-CN" altLang="en-US" sz="2400" u="sng" dirty="0">
                <a:latin typeface="Microsoft YaHei" panose="020B0503020204020204" pitchFamily="34" charset="-122"/>
                <a:ea typeface="Microsoft YaHei" panose="020B0503020204020204" pitchFamily="34" charset="-122"/>
              </a:rPr>
              <a:t>参数数量、数据集大小和计算量</a:t>
            </a:r>
            <a:r>
              <a:rPr lang="zh-CN" altLang="en-US" sz="2400" dirty="0">
                <a:latin typeface="Microsoft YaHei" panose="020B0503020204020204" pitchFamily="34" charset="-122"/>
                <a:ea typeface="Microsoft YaHei" panose="020B0503020204020204" pitchFamily="34" charset="-122"/>
              </a:rPr>
              <a:t>，模型的效果会随着三者的指数增加而线性提高。</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A67E590B-1A8C-A2BD-5242-67EBDDBF9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2301" y="2724866"/>
            <a:ext cx="9687397" cy="2954990"/>
          </a:xfrm>
          <a:prstGeom prst="rect">
            <a:avLst/>
          </a:prstGeom>
        </p:spPr>
      </p:pic>
      <p:sp>
        <p:nvSpPr>
          <p:cNvPr id="9" name="TextBox 8">
            <a:extLst>
              <a:ext uri="{FF2B5EF4-FFF2-40B4-BE49-F238E27FC236}">
                <a16:creationId xmlns:a16="http://schemas.microsoft.com/office/drawing/2014/main" id="{4222F26B-062D-D95C-93FB-D2CFAA14BA3C}"/>
              </a:ext>
            </a:extLst>
          </p:cNvPr>
          <p:cNvSpPr txBox="1"/>
          <p:nvPr/>
        </p:nvSpPr>
        <p:spPr>
          <a:xfrm>
            <a:off x="3047010" y="5888515"/>
            <a:ext cx="6097978" cy="461665"/>
          </a:xfrm>
          <a:prstGeom prst="rect">
            <a:avLst/>
          </a:prstGeom>
          <a:noFill/>
        </p:spPr>
        <p:txBody>
          <a:bodyPr wrap="square">
            <a:spAutoFit/>
          </a:bodyPr>
          <a:lstStyle/>
          <a:p>
            <a:pPr algn="ctr"/>
            <a:r>
              <a:rPr lang="en-CN" sz="2400" dirty="0">
                <a:latin typeface="Microsoft YaHei" panose="020B0503020204020204" pitchFamily="34" charset="-122"/>
                <a:ea typeface="Microsoft YaHei" panose="020B0503020204020204" pitchFamily="34" charset="-122"/>
              </a:rPr>
              <a:t>图1.1 大语言模型的缩放法则</a:t>
            </a:r>
          </a:p>
        </p:txBody>
      </p:sp>
    </p:spTree>
    <p:extLst>
      <p:ext uri="{BB962C8B-B14F-4D97-AF65-F5344CB8AC3E}">
        <p14:creationId xmlns:p14="http://schemas.microsoft.com/office/powerpoint/2010/main" val="2816036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9">
            <a:extLst>
              <a:ext uri="{FF2B5EF4-FFF2-40B4-BE49-F238E27FC236}">
                <a16:creationId xmlns:a16="http://schemas.microsoft.com/office/drawing/2014/main" id="{B34A06CC-2EF3-2347-84E7-61915D2C67C9}"/>
              </a:ext>
            </a:extLst>
          </p:cNvPr>
          <p:cNvSpPr>
            <a:spLocks noChangeArrowheads="1"/>
          </p:cNvSpPr>
          <p:nvPr/>
        </p:nvSpPr>
        <p:spPr bwMode="auto">
          <a:xfrm>
            <a:off x="642354" y="2326244"/>
            <a:ext cx="5676900" cy="923202"/>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8551" y="1830859"/>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大规模语言模型基本概念</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4075" y="1830860"/>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18307" y="383059"/>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dirty="0">
                    <a:solidFill>
                      <a:srgbClr val="000000"/>
                    </a:solidFill>
                    <a:latin typeface="微软雅黑" panose="020B0503020204020204" pitchFamily="34" charset="-122"/>
                    <a:ea typeface="微软雅黑" panose="020B0503020204020204" pitchFamily="34" charset="-122"/>
                  </a:rPr>
                  <a:t>目</a:t>
                </a:r>
                <a:r>
                  <a:rPr lang="zh-CN" altLang="en-CN" sz="3600" b="1" dirty="0">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19</a:t>
            </a:fld>
            <a:endParaRPr lang="zh-CN" altLang="en-US"/>
          </a:p>
        </p:txBody>
      </p:sp>
      <p:grpSp>
        <p:nvGrpSpPr>
          <p:cNvPr id="3" name="组合 14">
            <a:extLst>
              <a:ext uri="{FF2B5EF4-FFF2-40B4-BE49-F238E27FC236}">
                <a16:creationId xmlns:a16="http://schemas.microsoft.com/office/drawing/2014/main" id="{04070F25-8F0F-C33D-7FBF-5C8C4D043276}"/>
              </a:ext>
            </a:extLst>
          </p:cNvPr>
          <p:cNvGrpSpPr>
            <a:grpSpLocks/>
          </p:cNvGrpSpPr>
          <p:nvPr/>
        </p:nvGrpSpPr>
        <p:grpSpPr bwMode="auto">
          <a:xfrm>
            <a:off x="2362200" y="2548129"/>
            <a:ext cx="3733800" cy="488950"/>
            <a:chOff x="1129" y="0"/>
            <a:chExt cx="5402789" cy="489600"/>
          </a:xfrm>
        </p:grpSpPr>
        <p:sp>
          <p:nvSpPr>
            <p:cNvPr id="5" name="矩形 18">
              <a:extLst>
                <a:ext uri="{FF2B5EF4-FFF2-40B4-BE49-F238E27FC236}">
                  <a16:creationId xmlns:a16="http://schemas.microsoft.com/office/drawing/2014/main" id="{19ED4071-04A4-04DB-E16B-3111B9F24A13}"/>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7" name="Rectangle 6">
              <a:extLst>
                <a:ext uri="{FF2B5EF4-FFF2-40B4-BE49-F238E27FC236}">
                  <a16:creationId xmlns:a16="http://schemas.microsoft.com/office/drawing/2014/main" id="{62E424D2-3816-5598-F6FA-E8B114FD2844}"/>
                </a:ext>
              </a:extLst>
            </p:cNvPr>
            <p:cNvSpPr>
              <a:spLocks noChangeArrowheads="1"/>
            </p:cNvSpPr>
            <p:nvPr/>
          </p:nvSpPr>
          <p:spPr bwMode="auto">
            <a:xfrm>
              <a:off x="532478" y="45775"/>
              <a:ext cx="48668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大规模语言模型发展历程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8" name="组合 15">
            <a:extLst>
              <a:ext uri="{FF2B5EF4-FFF2-40B4-BE49-F238E27FC236}">
                <a16:creationId xmlns:a16="http://schemas.microsoft.com/office/drawing/2014/main" id="{DCA7DBDE-0F0F-6CE4-8390-EDDB5912BEEF}"/>
              </a:ext>
            </a:extLst>
          </p:cNvPr>
          <p:cNvGrpSpPr>
            <a:grpSpLocks/>
          </p:cNvGrpSpPr>
          <p:nvPr/>
        </p:nvGrpSpPr>
        <p:grpSpPr bwMode="auto">
          <a:xfrm>
            <a:off x="847725" y="2548129"/>
            <a:ext cx="1328550" cy="488950"/>
            <a:chOff x="0" y="0"/>
            <a:chExt cx="1328685" cy="489600"/>
          </a:xfrm>
        </p:grpSpPr>
        <p:sp>
          <p:nvSpPr>
            <p:cNvPr id="9" name="矩形 16">
              <a:extLst>
                <a:ext uri="{FF2B5EF4-FFF2-40B4-BE49-F238E27FC236}">
                  <a16:creationId xmlns:a16="http://schemas.microsoft.com/office/drawing/2014/main" id="{7195D713-CA96-78AA-C414-0A7E746C45F0}"/>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0" name="文本框 17">
              <a:extLst>
                <a:ext uri="{FF2B5EF4-FFF2-40B4-BE49-F238E27FC236}">
                  <a16:creationId xmlns:a16="http://schemas.microsoft.com/office/drawing/2014/main" id="{1838B0E3-6340-3FE4-202E-9DB6EC98C42F}"/>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1" name="组合 21">
            <a:extLst>
              <a:ext uri="{FF2B5EF4-FFF2-40B4-BE49-F238E27FC236}">
                <a16:creationId xmlns:a16="http://schemas.microsoft.com/office/drawing/2014/main" id="{2BAB14BB-85C3-461E-CA72-012D3504B2A6}"/>
              </a:ext>
            </a:extLst>
          </p:cNvPr>
          <p:cNvGrpSpPr>
            <a:grpSpLocks/>
          </p:cNvGrpSpPr>
          <p:nvPr/>
        </p:nvGrpSpPr>
        <p:grpSpPr bwMode="auto">
          <a:xfrm>
            <a:off x="2359025" y="3208529"/>
            <a:ext cx="3733800" cy="488950"/>
            <a:chOff x="1129" y="0"/>
            <a:chExt cx="5402789" cy="489600"/>
          </a:xfrm>
        </p:grpSpPr>
        <p:sp>
          <p:nvSpPr>
            <p:cNvPr id="12" name="矩形 25">
              <a:extLst>
                <a:ext uri="{FF2B5EF4-FFF2-40B4-BE49-F238E27FC236}">
                  <a16:creationId xmlns:a16="http://schemas.microsoft.com/office/drawing/2014/main" id="{12EF0AA5-C14D-BCEB-62D1-35025A9651EC}"/>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3" name="Rectangle 6">
              <a:extLst>
                <a:ext uri="{FF2B5EF4-FFF2-40B4-BE49-F238E27FC236}">
                  <a16:creationId xmlns:a16="http://schemas.microsoft.com/office/drawing/2014/main" id="{8A9182CC-28DC-B2AE-3032-0B8F361829C0}"/>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大规模语言模型构建流程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4" name="组合 22">
            <a:extLst>
              <a:ext uri="{FF2B5EF4-FFF2-40B4-BE49-F238E27FC236}">
                <a16:creationId xmlns:a16="http://schemas.microsoft.com/office/drawing/2014/main" id="{8539828F-9421-97D2-360F-9964ECBE4258}"/>
              </a:ext>
            </a:extLst>
          </p:cNvPr>
          <p:cNvGrpSpPr>
            <a:grpSpLocks/>
          </p:cNvGrpSpPr>
          <p:nvPr/>
        </p:nvGrpSpPr>
        <p:grpSpPr bwMode="auto">
          <a:xfrm>
            <a:off x="844550" y="3208529"/>
            <a:ext cx="1328550" cy="488950"/>
            <a:chOff x="0" y="0"/>
            <a:chExt cx="1328685" cy="489600"/>
          </a:xfrm>
        </p:grpSpPr>
        <p:sp>
          <p:nvSpPr>
            <p:cNvPr id="15" name="矩形 23">
              <a:extLst>
                <a:ext uri="{FF2B5EF4-FFF2-40B4-BE49-F238E27FC236}">
                  <a16:creationId xmlns:a16="http://schemas.microsoft.com/office/drawing/2014/main" id="{D1B11E02-D6C1-F725-CA42-59A27530409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文本框 24">
              <a:extLst>
                <a:ext uri="{FF2B5EF4-FFF2-40B4-BE49-F238E27FC236}">
                  <a16:creationId xmlns:a16="http://schemas.microsoft.com/office/drawing/2014/main" id="{AD323C5B-DF20-DD87-592E-5D4421F717A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65391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20</a:t>
            </a:fld>
            <a:endParaRPr lang="zh-CN" altLang="en-US"/>
          </a:p>
        </p:txBody>
      </p:sp>
      <p:sp>
        <p:nvSpPr>
          <p:cNvPr id="7" name="TextBox 6">
            <a:extLst>
              <a:ext uri="{FF2B5EF4-FFF2-40B4-BE49-F238E27FC236}">
                <a16:creationId xmlns:a16="http://schemas.microsoft.com/office/drawing/2014/main" id="{2E2E3E80-EFCA-8914-B82A-DA4C5A7CB376}"/>
              </a:ext>
            </a:extLst>
          </p:cNvPr>
          <p:cNvSpPr txBox="1"/>
          <p:nvPr/>
        </p:nvSpPr>
        <p:spPr>
          <a:xfrm>
            <a:off x="579128" y="6365063"/>
            <a:ext cx="6098058" cy="369332"/>
          </a:xfrm>
          <a:prstGeom prst="rect">
            <a:avLst/>
          </a:prstGeom>
          <a:noFill/>
        </p:spPr>
        <p:txBody>
          <a:bodyPr wrap="square">
            <a:spAutoFit/>
          </a:bodyPr>
          <a:lstStyle/>
          <a:p>
            <a:pPr algn="ctr"/>
            <a:r>
              <a:rPr lang="zh-CN" altLang="en-US" i="0" dirty="0">
                <a:effectLst/>
                <a:latin typeface="Microsoft YaHei" panose="020B0503020204020204" pitchFamily="34" charset="-122"/>
                <a:ea typeface="Microsoft YaHei" panose="020B0503020204020204" pitchFamily="34" charset="-122"/>
              </a:rPr>
              <a:t>图 </a:t>
            </a:r>
            <a:r>
              <a:rPr lang="en-US" altLang="zh-CN" i="0" dirty="0">
                <a:effectLst/>
                <a:latin typeface="Microsoft YaHei" panose="020B0503020204020204" pitchFamily="34" charset="-122"/>
                <a:ea typeface="Microsoft YaHei" panose="020B0503020204020204" pitchFamily="34" charset="-122"/>
              </a:rPr>
              <a:t>1.2 </a:t>
            </a:r>
            <a:r>
              <a:rPr lang="zh-CN" altLang="en-US" i="0" dirty="0">
                <a:effectLst/>
                <a:latin typeface="Microsoft YaHei" panose="020B0503020204020204" pitchFamily="34" charset="-122"/>
                <a:ea typeface="Microsoft YaHei" panose="020B0503020204020204" pitchFamily="34" charset="-122"/>
              </a:rPr>
              <a:t>大语言模型发展时间线</a:t>
            </a:r>
            <a:endParaRPr lang="en-CN" dirty="0">
              <a:latin typeface="Microsoft YaHei" panose="020B0503020204020204" pitchFamily="34" charset="-122"/>
              <a:ea typeface="Microsoft YaHei" panose="020B0503020204020204" pitchFamily="34" charset="-122"/>
            </a:endParaRPr>
          </a:p>
        </p:txBody>
      </p:sp>
      <p:sp>
        <p:nvSpPr>
          <p:cNvPr id="9" name="TextBox 8">
            <a:extLst>
              <a:ext uri="{FF2B5EF4-FFF2-40B4-BE49-F238E27FC236}">
                <a16:creationId xmlns:a16="http://schemas.microsoft.com/office/drawing/2014/main" id="{E3A03E17-49F8-78BF-EC6A-DE5460512330}"/>
              </a:ext>
            </a:extLst>
          </p:cNvPr>
          <p:cNvSpPr txBox="1"/>
          <p:nvPr/>
        </p:nvSpPr>
        <p:spPr>
          <a:xfrm>
            <a:off x="506414" y="859947"/>
            <a:ext cx="10974386" cy="1135054"/>
          </a:xfrm>
          <a:prstGeom prst="rect">
            <a:avLst/>
          </a:prstGeom>
          <a:noFill/>
        </p:spPr>
        <p:txBody>
          <a:bodyPr wrap="square">
            <a:spAutoFit/>
          </a:bodyPr>
          <a:lstStyle/>
          <a:p>
            <a:pPr>
              <a:lnSpc>
                <a:spcPct val="150000"/>
              </a:lnSpc>
            </a:pPr>
            <a:r>
              <a:rPr lang="zh-CN" altLang="en-US" sz="2400" dirty="0">
                <a:latin typeface="Microsoft YaHei" panose="020B0503020204020204" pitchFamily="34" charset="-122"/>
                <a:ea typeface="Microsoft YaHei" panose="020B0503020204020204" pitchFamily="34" charset="-122"/>
              </a:rPr>
              <a:t>大语言模型的发展历程虽然只有短短不到五年，但是发展速度相当惊人，截止</a:t>
            </a:r>
            <a:r>
              <a:rPr lang="en-US" altLang="zh-CN" sz="2400" dirty="0">
                <a:latin typeface="Microsoft YaHei" panose="020B0503020204020204" pitchFamily="34" charset="-122"/>
                <a:ea typeface="Microsoft YaHei" panose="020B0503020204020204" pitchFamily="34" charset="-122"/>
              </a:rPr>
              <a:t>2023 </a:t>
            </a:r>
            <a:r>
              <a:rPr lang="zh-CN" altLang="en-US" sz="2400" dirty="0">
                <a:latin typeface="Microsoft YaHei" panose="020B0503020204020204" pitchFamily="34" charset="-122"/>
                <a:ea typeface="Microsoft YaHei" panose="020B0503020204020204" pitchFamily="34" charset="-122"/>
              </a:rPr>
              <a:t>年</a:t>
            </a:r>
            <a:r>
              <a:rPr lang="en-US" altLang="zh-CN" sz="2400" dirty="0">
                <a:latin typeface="Microsoft YaHei" panose="020B0503020204020204" pitchFamily="34" charset="-122"/>
                <a:ea typeface="Microsoft YaHei" panose="020B0503020204020204" pitchFamily="34" charset="-122"/>
              </a:rPr>
              <a:t>6 </a:t>
            </a:r>
            <a:r>
              <a:rPr lang="zh-CN" altLang="en-US" sz="2400" dirty="0">
                <a:latin typeface="Microsoft YaHei" panose="020B0503020204020204" pitchFamily="34" charset="-122"/>
                <a:ea typeface="Microsoft YaHei" panose="020B0503020204020204" pitchFamily="34" charset="-122"/>
              </a:rPr>
              <a:t>月，国内外有超过</a:t>
            </a:r>
            <a:r>
              <a:rPr lang="zh-CN" altLang="en-US" sz="2400" b="1" dirty="0">
                <a:solidFill>
                  <a:srgbClr val="0070C0"/>
                </a:solidFill>
                <a:latin typeface="Microsoft YaHei" panose="020B0503020204020204" pitchFamily="34" charset="-122"/>
                <a:ea typeface="Microsoft YaHei" panose="020B0503020204020204" pitchFamily="34" charset="-122"/>
              </a:rPr>
              <a:t>百种大模型</a:t>
            </a:r>
            <a:r>
              <a:rPr lang="zh-CN" altLang="en-US" sz="2400" dirty="0">
                <a:latin typeface="Microsoft YaHei" panose="020B0503020204020204" pitchFamily="34" charset="-122"/>
                <a:ea typeface="Microsoft YaHei" panose="020B0503020204020204" pitchFamily="34" charset="-122"/>
              </a:rPr>
              <a:t>相继发布。</a:t>
            </a:r>
            <a:endParaRPr lang="en-CN" sz="2400" dirty="0">
              <a:latin typeface="Microsoft YaHei" panose="020B0503020204020204" pitchFamily="34" charset="-122"/>
              <a:ea typeface="Microsoft YaHei" panose="020B0503020204020204" pitchFamily="34" charset="-122"/>
            </a:endParaRPr>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大语言模型的发展历程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4" name="Picture 3">
            <a:extLst>
              <a:ext uri="{FF2B5EF4-FFF2-40B4-BE49-F238E27FC236}">
                <a16:creationId xmlns:a16="http://schemas.microsoft.com/office/drawing/2014/main" id="{58925977-550F-FBDB-097B-02CD417E8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5922" y="2042148"/>
            <a:ext cx="7400369" cy="4275768"/>
          </a:xfrm>
          <a:prstGeom prst="rect">
            <a:avLst/>
          </a:prstGeom>
        </p:spPr>
      </p:pic>
      <p:pic>
        <p:nvPicPr>
          <p:cNvPr id="3" name="Picture 2">
            <a:extLst>
              <a:ext uri="{FF2B5EF4-FFF2-40B4-BE49-F238E27FC236}">
                <a16:creationId xmlns:a16="http://schemas.microsoft.com/office/drawing/2014/main" id="{6AAA02CB-85A4-1142-A41D-DC2439B780AB}"/>
              </a:ext>
            </a:extLst>
          </p:cNvPr>
          <p:cNvPicPr>
            <a:picLocks noChangeAspect="1"/>
          </p:cNvPicPr>
          <p:nvPr/>
        </p:nvPicPr>
        <p:blipFill>
          <a:blip r:embed="rId4"/>
          <a:stretch>
            <a:fillRect/>
          </a:stretch>
        </p:blipFill>
        <p:spPr>
          <a:xfrm>
            <a:off x="2879958" y="2054522"/>
            <a:ext cx="8278757" cy="4713578"/>
          </a:xfrm>
          <a:prstGeom prst="rect">
            <a:avLst/>
          </a:prstGeom>
        </p:spPr>
      </p:pic>
    </p:spTree>
    <p:extLst>
      <p:ext uri="{BB962C8B-B14F-4D97-AF65-F5344CB8AC3E}">
        <p14:creationId xmlns:p14="http://schemas.microsoft.com/office/powerpoint/2010/main" val="184774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heckerboard(across)">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ircle(in)">
                                      <p:cBhvr>
                                        <p:cTn id="20"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21</a:t>
            </a:fld>
            <a:endParaRPr lang="zh-CN" altLang="en-US"/>
          </a:p>
        </p:txBody>
      </p:sp>
      <p:sp>
        <p:nvSpPr>
          <p:cNvPr id="9" name="TextBox 8">
            <a:extLst>
              <a:ext uri="{FF2B5EF4-FFF2-40B4-BE49-F238E27FC236}">
                <a16:creationId xmlns:a16="http://schemas.microsoft.com/office/drawing/2014/main" id="{E3A03E17-49F8-78BF-EC6A-DE5460512330}"/>
              </a:ext>
            </a:extLst>
          </p:cNvPr>
          <p:cNvSpPr txBox="1"/>
          <p:nvPr/>
        </p:nvSpPr>
        <p:spPr>
          <a:xfrm>
            <a:off x="427679" y="1056153"/>
            <a:ext cx="10974386" cy="4596836"/>
          </a:xfrm>
          <a:prstGeom prst="rect">
            <a:avLst/>
          </a:prstGeom>
          <a:noFill/>
        </p:spPr>
        <p:txBody>
          <a:bodyPr wrap="square">
            <a:spAutoFit/>
          </a:bodyPr>
          <a:lstStyle/>
          <a:p>
            <a:pPr>
              <a:lnSpc>
                <a:spcPct val="125000"/>
              </a:lnSpc>
            </a:pPr>
            <a:r>
              <a:rPr lang="zh-CN" altLang="en-US" sz="2000" dirty="0">
                <a:latin typeface="Microsoft YaHei" panose="020B0503020204020204" pitchFamily="34" charset="-122"/>
                <a:ea typeface="Microsoft YaHei" panose="020B0503020204020204" pitchFamily="34" charset="-122"/>
              </a:rPr>
              <a:t>大语言模型的发展可以粗略地分为如下三个阶段：</a:t>
            </a:r>
            <a:r>
              <a:rPr lang="zh-CN" altLang="en-US" sz="2000" b="1" dirty="0">
                <a:latin typeface="Microsoft YaHei" panose="020B0503020204020204" pitchFamily="34" charset="-122"/>
                <a:ea typeface="Microsoft YaHei" panose="020B0503020204020204" pitchFamily="34" charset="-122"/>
              </a:rPr>
              <a:t>基础模型阶段</a:t>
            </a:r>
            <a:r>
              <a:rPr lang="zh-CN" altLang="en-US" sz="2000" dirty="0">
                <a:latin typeface="Microsoft YaHei" panose="020B0503020204020204" pitchFamily="34" charset="-122"/>
                <a:ea typeface="Microsoft YaHei" panose="020B0503020204020204" pitchFamily="34" charset="-122"/>
              </a:rPr>
              <a:t>、</a:t>
            </a:r>
            <a:r>
              <a:rPr lang="zh-CN" altLang="en-US" sz="2000" b="1" dirty="0">
                <a:latin typeface="Microsoft YaHei" panose="020B0503020204020204" pitchFamily="34" charset="-122"/>
                <a:ea typeface="Microsoft YaHei" panose="020B0503020204020204" pitchFamily="34" charset="-122"/>
              </a:rPr>
              <a:t>能力探索阶段</a:t>
            </a:r>
            <a:r>
              <a:rPr lang="zh-CN" altLang="en-US" sz="2000" dirty="0">
                <a:latin typeface="Microsoft YaHei" panose="020B0503020204020204" pitchFamily="34" charset="-122"/>
                <a:ea typeface="Microsoft YaHei" panose="020B0503020204020204" pitchFamily="34" charset="-122"/>
              </a:rPr>
              <a:t>和</a:t>
            </a:r>
            <a:r>
              <a:rPr lang="zh-CN" altLang="en-US" sz="2000" b="1" dirty="0">
                <a:latin typeface="Microsoft YaHei" panose="020B0503020204020204" pitchFamily="34" charset="-122"/>
                <a:ea typeface="Microsoft YaHei" panose="020B0503020204020204" pitchFamily="34" charset="-122"/>
              </a:rPr>
              <a:t>突破发展阶段</a:t>
            </a:r>
            <a:endParaRPr lang="en-US" altLang="zh-CN" sz="2000" dirty="0">
              <a:effectLst/>
              <a:latin typeface="Helvetica" pitchFamily="2" charset="0"/>
            </a:endParaRPr>
          </a:p>
          <a:p>
            <a:pPr>
              <a:lnSpc>
                <a:spcPct val="125000"/>
              </a:lnSpc>
            </a:pPr>
            <a:r>
              <a:rPr lang="zh-CN" altLang="en-US" sz="2400" b="1" dirty="0">
                <a:solidFill>
                  <a:srgbClr val="0070C0"/>
                </a:solidFill>
                <a:latin typeface="Microsoft YaHei" panose="020B0503020204020204" pitchFamily="34" charset="-122"/>
                <a:ea typeface="Microsoft YaHei" panose="020B0503020204020204" pitchFamily="34" charset="-122"/>
              </a:rPr>
              <a:t>基础模型阶段主要集中于</a:t>
            </a:r>
            <a:r>
              <a:rPr lang="en-US" altLang="zh-CN" sz="2400" b="1" dirty="0">
                <a:solidFill>
                  <a:srgbClr val="0070C0"/>
                </a:solidFill>
                <a:latin typeface="Microsoft YaHei" panose="020B0503020204020204" pitchFamily="34" charset="-122"/>
                <a:ea typeface="Microsoft YaHei" panose="020B0503020204020204" pitchFamily="34" charset="-122"/>
              </a:rPr>
              <a:t>2018 </a:t>
            </a:r>
            <a:r>
              <a:rPr lang="zh-CN" altLang="en-US" sz="2400" b="1" dirty="0">
                <a:solidFill>
                  <a:srgbClr val="0070C0"/>
                </a:solidFill>
                <a:latin typeface="Microsoft YaHei" panose="020B0503020204020204" pitchFamily="34" charset="-122"/>
                <a:ea typeface="Microsoft YaHei" panose="020B0503020204020204" pitchFamily="34" charset="-122"/>
              </a:rPr>
              <a:t>年至</a:t>
            </a:r>
            <a:r>
              <a:rPr lang="en-US" altLang="zh-CN" sz="2400" b="1" dirty="0">
                <a:solidFill>
                  <a:srgbClr val="0070C0"/>
                </a:solidFill>
                <a:latin typeface="Microsoft YaHei" panose="020B0503020204020204" pitchFamily="34" charset="-122"/>
                <a:ea typeface="Microsoft YaHei" panose="020B0503020204020204" pitchFamily="34" charset="-122"/>
              </a:rPr>
              <a:t>2021 </a:t>
            </a:r>
            <a:r>
              <a:rPr lang="zh-CN" altLang="en-US" sz="2400" b="1" dirty="0">
                <a:solidFill>
                  <a:srgbClr val="0070C0"/>
                </a:solidFill>
                <a:latin typeface="Microsoft YaHei" panose="020B0503020204020204" pitchFamily="34" charset="-122"/>
                <a:ea typeface="Microsoft YaHei" panose="020B0503020204020204" pitchFamily="34" charset="-122"/>
              </a:rPr>
              <a:t>年</a:t>
            </a:r>
            <a:r>
              <a:rPr lang="zh-CN" altLang="en-US" sz="2400" dirty="0">
                <a:solidFill>
                  <a:srgbClr val="0070C0"/>
                </a:solidFill>
                <a:latin typeface="Microsoft YaHei" panose="020B0503020204020204" pitchFamily="34" charset="-122"/>
                <a:ea typeface="Microsoft YaHei" panose="020B0503020204020204" pitchFamily="34" charset="-122"/>
              </a:rPr>
              <a:t>：</a:t>
            </a:r>
            <a:endParaRPr lang="en-US" altLang="zh-CN" sz="2400" dirty="0">
              <a:solidFill>
                <a:srgbClr val="0070C0"/>
              </a:solidFill>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2017 </a:t>
            </a:r>
            <a:r>
              <a:rPr lang="zh-CN" altLang="en-US" dirty="0">
                <a:latin typeface="Microsoft YaHei" panose="020B0503020204020204" pitchFamily="34" charset="-122"/>
                <a:ea typeface="Microsoft YaHei" panose="020B0503020204020204" pitchFamily="34" charset="-122"/>
              </a:rPr>
              <a:t>年，</a:t>
            </a:r>
            <a:r>
              <a:rPr lang="en-US" dirty="0">
                <a:latin typeface="Microsoft YaHei" panose="020B0503020204020204" pitchFamily="34" charset="-122"/>
                <a:ea typeface="Microsoft YaHei" panose="020B0503020204020204" pitchFamily="34" charset="-122"/>
              </a:rPr>
              <a:t>Vaswani </a:t>
            </a:r>
            <a:r>
              <a:rPr lang="zh-CN" altLang="en-US" dirty="0">
                <a:latin typeface="Microsoft YaHei" panose="020B0503020204020204" pitchFamily="34" charset="-122"/>
                <a:ea typeface="Microsoft YaHei" panose="020B0503020204020204" pitchFamily="34" charset="-122"/>
              </a:rPr>
              <a:t>等人提出了</a:t>
            </a:r>
            <a:r>
              <a:rPr lang="en-US" dirty="0">
                <a:latin typeface="Microsoft YaHei" panose="020B0503020204020204" pitchFamily="34" charset="-122"/>
                <a:ea typeface="Microsoft YaHei" panose="020B0503020204020204" pitchFamily="34" charset="-122"/>
              </a:rPr>
              <a:t>Transformer</a:t>
            </a:r>
            <a:r>
              <a:rPr lang="zh-CN" altLang="en-US" dirty="0">
                <a:latin typeface="Microsoft YaHei" panose="020B0503020204020204" pitchFamily="34" charset="-122"/>
                <a:ea typeface="Microsoft YaHei" panose="020B0503020204020204" pitchFamily="34" charset="-122"/>
              </a:rPr>
              <a:t>架构，在机器翻译任务上取得了突破性进展。</a:t>
            </a:r>
            <a:endParaRPr lang="en-US" altLang="zh-CN"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2018 </a:t>
            </a:r>
            <a:r>
              <a:rPr lang="zh-CN" altLang="en-US" dirty="0">
                <a:latin typeface="Microsoft YaHei" panose="020B0503020204020204" pitchFamily="34" charset="-122"/>
                <a:ea typeface="Microsoft YaHei" panose="020B0503020204020204" pitchFamily="34" charset="-122"/>
              </a:rPr>
              <a:t>年，</a:t>
            </a:r>
            <a:r>
              <a:rPr lang="en-US" dirty="0">
                <a:latin typeface="Microsoft YaHei" panose="020B0503020204020204" pitchFamily="34" charset="-122"/>
                <a:ea typeface="Microsoft YaHei" panose="020B0503020204020204" pitchFamily="34" charset="-122"/>
              </a:rPr>
              <a:t>Google </a:t>
            </a:r>
            <a:r>
              <a:rPr lang="zh-CN" altLang="en-US" dirty="0">
                <a:latin typeface="Microsoft YaHei" panose="020B0503020204020204" pitchFamily="34" charset="-122"/>
                <a:ea typeface="Microsoft YaHei" panose="020B0503020204020204" pitchFamily="34" charset="-122"/>
              </a:rPr>
              <a:t>和</a:t>
            </a:r>
            <a:r>
              <a:rPr lang="en-US" dirty="0" err="1">
                <a:latin typeface="Microsoft YaHei" panose="020B0503020204020204" pitchFamily="34" charset="-122"/>
                <a:ea typeface="Microsoft YaHei" panose="020B0503020204020204" pitchFamily="34" charset="-122"/>
              </a:rPr>
              <a:t>OpenAI</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分别提出了</a:t>
            </a:r>
            <a:r>
              <a:rPr lang="en-US" dirty="0">
                <a:latin typeface="Microsoft YaHei" panose="020B0503020204020204" pitchFamily="34" charset="-122"/>
                <a:ea typeface="Microsoft YaHei" panose="020B0503020204020204" pitchFamily="34" charset="-122"/>
              </a:rPr>
              <a:t>BERT</a:t>
            </a:r>
            <a:r>
              <a:rPr lang="zh-CN" altLang="en-US" dirty="0">
                <a:latin typeface="Microsoft YaHei" panose="020B0503020204020204" pitchFamily="34" charset="-122"/>
                <a:ea typeface="Microsoft YaHei" panose="020B0503020204020204" pitchFamily="34" charset="-122"/>
              </a:rPr>
              <a:t> 和 </a:t>
            </a:r>
            <a:r>
              <a:rPr lang="en-US" dirty="0">
                <a:latin typeface="Microsoft YaHei" panose="020B0503020204020204" pitchFamily="34" charset="-122"/>
                <a:ea typeface="Microsoft YaHei" panose="020B0503020204020204" pitchFamily="34" charset="-122"/>
              </a:rPr>
              <a:t>GPT-1</a:t>
            </a:r>
            <a:r>
              <a:rPr lang="zh-CN" altLang="en-US" dirty="0">
                <a:latin typeface="Microsoft YaHei" panose="020B0503020204020204" pitchFamily="34" charset="-122"/>
                <a:ea typeface="Microsoft YaHei" panose="020B0503020204020204" pitchFamily="34" charset="-122"/>
              </a:rPr>
              <a:t>模型，开启了预训练语言模型时代。</a:t>
            </a:r>
            <a:endParaRPr lang="en-US" altLang="zh-CN"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2019 </a:t>
            </a:r>
            <a:r>
              <a:rPr lang="zh-CN" altLang="en-US" dirty="0">
                <a:latin typeface="Microsoft YaHei" panose="020B0503020204020204" pitchFamily="34" charset="-122"/>
                <a:ea typeface="Microsoft YaHei" panose="020B0503020204020204" pitchFamily="34" charset="-122"/>
              </a:rPr>
              <a:t>年，</a:t>
            </a:r>
            <a:r>
              <a:rPr lang="en-US" dirty="0" err="1">
                <a:latin typeface="Microsoft YaHei" panose="020B0503020204020204" pitchFamily="34" charset="-122"/>
                <a:ea typeface="Microsoft YaHei" panose="020B0503020204020204" pitchFamily="34" charset="-122"/>
              </a:rPr>
              <a:t>OpenAI</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发布了</a:t>
            </a:r>
            <a:r>
              <a:rPr lang="en-US" dirty="0">
                <a:latin typeface="Microsoft YaHei" panose="020B0503020204020204" pitchFamily="34" charset="-122"/>
                <a:ea typeface="Microsoft YaHei" panose="020B0503020204020204" pitchFamily="34" charset="-122"/>
              </a:rPr>
              <a:t>GPT-2，</a:t>
            </a:r>
            <a:r>
              <a:rPr lang="zh-CN" altLang="en-US" dirty="0">
                <a:latin typeface="Microsoft YaHei" panose="020B0503020204020204" pitchFamily="34" charset="-122"/>
                <a:ea typeface="Microsoft YaHei" panose="020B0503020204020204" pitchFamily="34" charset="-122"/>
              </a:rPr>
              <a:t>参数量</a:t>
            </a:r>
            <a:r>
              <a:rPr lang="en-US" altLang="zh-CN" dirty="0">
                <a:latin typeface="Microsoft YaHei" panose="020B0503020204020204" pitchFamily="34" charset="-122"/>
                <a:ea typeface="Microsoft YaHei" panose="020B0503020204020204" pitchFamily="34" charset="-122"/>
              </a:rPr>
              <a:t>15 </a:t>
            </a:r>
            <a:r>
              <a:rPr lang="zh-CN" altLang="en-US" dirty="0">
                <a:latin typeface="Microsoft YaHei" panose="020B0503020204020204" pitchFamily="34" charset="-122"/>
                <a:ea typeface="Microsoft YaHei" panose="020B0503020204020204" pitchFamily="34" charset="-122"/>
              </a:rPr>
              <a:t>亿。</a:t>
            </a:r>
            <a:r>
              <a:rPr lang="en-US" dirty="0">
                <a:latin typeface="Microsoft YaHei" panose="020B0503020204020204" pitchFamily="34" charset="-122"/>
                <a:ea typeface="Microsoft YaHei" panose="020B0503020204020204" pitchFamily="34" charset="-122"/>
              </a:rPr>
              <a:t>Google </a:t>
            </a:r>
            <a:r>
              <a:rPr lang="zh-CN" altLang="en-US" dirty="0">
                <a:latin typeface="Microsoft YaHei" panose="020B0503020204020204" pitchFamily="34" charset="-122"/>
                <a:ea typeface="Microsoft YaHei" panose="020B0503020204020204" pitchFamily="34" charset="-122"/>
              </a:rPr>
              <a:t>发布了参数规模为</a:t>
            </a:r>
            <a:r>
              <a:rPr lang="en-US" altLang="zh-CN" dirty="0">
                <a:latin typeface="Microsoft YaHei" panose="020B0503020204020204" pitchFamily="34" charset="-122"/>
                <a:ea typeface="Microsoft YaHei" panose="020B0503020204020204" pitchFamily="34" charset="-122"/>
              </a:rPr>
              <a:t>110 </a:t>
            </a:r>
            <a:r>
              <a:rPr lang="zh-CN" altLang="en-US" dirty="0">
                <a:latin typeface="Microsoft YaHei" panose="020B0503020204020204" pitchFamily="34" charset="-122"/>
                <a:ea typeface="Microsoft YaHei" panose="020B0503020204020204" pitchFamily="34" charset="-122"/>
              </a:rPr>
              <a:t>亿的</a:t>
            </a:r>
            <a:r>
              <a:rPr lang="en-US" dirty="0">
                <a:latin typeface="Microsoft YaHei" panose="020B0503020204020204" pitchFamily="34" charset="-122"/>
                <a:ea typeface="Microsoft YaHei" panose="020B0503020204020204" pitchFamily="34" charset="-122"/>
              </a:rPr>
              <a:t>T</a:t>
            </a:r>
            <a:r>
              <a:rPr lang="en-US" altLang="zh-CN" dirty="0">
                <a:latin typeface="Microsoft YaHei" panose="020B0503020204020204" pitchFamily="34" charset="-122"/>
                <a:ea typeface="Microsoft YaHei" panose="020B0503020204020204" pitchFamily="34" charset="-122"/>
              </a:rPr>
              <a:t>5</a:t>
            </a:r>
            <a:r>
              <a:rPr lang="zh-CN" altLang="en-US" dirty="0">
                <a:latin typeface="Microsoft YaHei" panose="020B0503020204020204" pitchFamily="34" charset="-122"/>
                <a:ea typeface="Microsoft YaHei" panose="020B0503020204020204" pitchFamily="34" charset="-122"/>
              </a:rPr>
              <a:t>模型。</a:t>
            </a:r>
            <a:endParaRPr lang="en-US" altLang="zh-CN"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2020 </a:t>
            </a:r>
            <a:r>
              <a:rPr lang="zh-CN" altLang="en-US" dirty="0">
                <a:latin typeface="Microsoft YaHei" panose="020B0503020204020204" pitchFamily="34" charset="-122"/>
                <a:ea typeface="Microsoft YaHei" panose="020B0503020204020204" pitchFamily="34" charset="-122"/>
              </a:rPr>
              <a:t>年，</a:t>
            </a:r>
            <a:r>
              <a:rPr lang="en-US" dirty="0" err="1">
                <a:latin typeface="Microsoft YaHei" panose="020B0503020204020204" pitchFamily="34" charset="-122"/>
                <a:ea typeface="Microsoft YaHei" panose="020B0503020204020204" pitchFamily="34" charset="-122"/>
              </a:rPr>
              <a:t>OpenAI</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进一步将语言模型参数量扩展到</a:t>
            </a:r>
            <a:r>
              <a:rPr lang="en-US" altLang="zh-CN" dirty="0">
                <a:latin typeface="Microsoft YaHei" panose="020B0503020204020204" pitchFamily="34" charset="-122"/>
                <a:ea typeface="Microsoft YaHei" panose="020B0503020204020204" pitchFamily="34" charset="-122"/>
              </a:rPr>
              <a:t>1750 </a:t>
            </a:r>
            <a:r>
              <a:rPr lang="zh-CN" altLang="en-US" dirty="0">
                <a:latin typeface="Microsoft YaHei" panose="020B0503020204020204" pitchFamily="34" charset="-122"/>
                <a:ea typeface="Microsoft YaHei" panose="020B0503020204020204" pitchFamily="34" charset="-122"/>
              </a:rPr>
              <a:t>亿，发布了</a:t>
            </a:r>
            <a:r>
              <a:rPr lang="en-US" dirty="0">
                <a:latin typeface="Microsoft YaHei" panose="020B0503020204020204" pitchFamily="34" charset="-122"/>
                <a:ea typeface="Microsoft YaHei" panose="020B0503020204020204" pitchFamily="34" charset="-122"/>
              </a:rPr>
              <a:t>GPT-3。</a:t>
            </a:r>
          </a:p>
          <a:p>
            <a:pPr>
              <a:lnSpc>
                <a:spcPct val="125000"/>
              </a:lnSpc>
            </a:pPr>
            <a:endParaRPr lang="en-US" altLang="zh-CN" sz="2000" dirty="0">
              <a:latin typeface="Microsoft YaHei" panose="020B0503020204020204" pitchFamily="34" charset="-122"/>
              <a:ea typeface="Microsoft YaHei" panose="020B0503020204020204" pitchFamily="34" charset="-122"/>
            </a:endParaRPr>
          </a:p>
          <a:p>
            <a:pPr>
              <a:lnSpc>
                <a:spcPct val="125000"/>
              </a:lnSpc>
            </a:pPr>
            <a:r>
              <a:rPr lang="zh-CN" altLang="en-US" sz="2000" b="1" dirty="0">
                <a:latin typeface="Microsoft YaHei" panose="020B0503020204020204" pitchFamily="34" charset="-122"/>
                <a:ea typeface="Microsoft YaHei" panose="020B0503020204020204" pitchFamily="34" charset="-122"/>
              </a:rPr>
              <a:t>此阶段的研究主要集中在语言模型本身</a:t>
            </a:r>
            <a:r>
              <a:rPr lang="zh-CN" altLang="en-US" sz="2000" dirty="0">
                <a:latin typeface="Microsoft YaHei" panose="020B0503020204020204" pitchFamily="34" charset="-122"/>
                <a:ea typeface="Microsoft YaHei" panose="020B0503020204020204" pitchFamily="34" charset="-122"/>
              </a:rPr>
              <a:t>，包括对仅编码器（</a:t>
            </a:r>
            <a:r>
              <a:rPr lang="en-US" sz="2000" dirty="0">
                <a:latin typeface="Microsoft YaHei" panose="020B0503020204020204" pitchFamily="34" charset="-122"/>
                <a:ea typeface="Microsoft YaHei" panose="020B0503020204020204" pitchFamily="34" charset="-122"/>
              </a:rPr>
              <a:t>Encoder Only）、</a:t>
            </a:r>
            <a:r>
              <a:rPr lang="zh-CN" altLang="en-US" sz="2000" dirty="0">
                <a:latin typeface="Microsoft YaHei" panose="020B0503020204020204" pitchFamily="34" charset="-122"/>
                <a:ea typeface="Microsoft YaHei" panose="020B0503020204020204" pitchFamily="34" charset="-122"/>
              </a:rPr>
              <a:t>编码器</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解码器（</a:t>
            </a:r>
            <a:r>
              <a:rPr lang="en-US" sz="2000" dirty="0">
                <a:latin typeface="Microsoft YaHei" panose="020B0503020204020204" pitchFamily="34" charset="-122"/>
                <a:ea typeface="Microsoft YaHei" panose="020B0503020204020204" pitchFamily="34" charset="-122"/>
              </a:rPr>
              <a:t>Encoder-Decoder）、</a:t>
            </a:r>
            <a:r>
              <a:rPr lang="zh-CN" altLang="en-US" sz="2000" dirty="0">
                <a:latin typeface="Microsoft YaHei" panose="020B0503020204020204" pitchFamily="34" charset="-122"/>
                <a:ea typeface="Microsoft YaHei" panose="020B0503020204020204" pitchFamily="34" charset="-122"/>
              </a:rPr>
              <a:t>仅解码器（</a:t>
            </a:r>
            <a:r>
              <a:rPr lang="en-US" sz="2000" dirty="0">
                <a:latin typeface="Microsoft YaHei" panose="020B0503020204020204" pitchFamily="34" charset="-122"/>
                <a:ea typeface="Microsoft YaHei" panose="020B0503020204020204" pitchFamily="34" charset="-122"/>
              </a:rPr>
              <a:t>Decoder Only）</a:t>
            </a:r>
            <a:r>
              <a:rPr lang="zh-CN" altLang="en-US" sz="2000" dirty="0">
                <a:latin typeface="Microsoft YaHei" panose="020B0503020204020204" pitchFamily="34" charset="-122"/>
                <a:ea typeface="Microsoft YaHei" panose="020B0503020204020204" pitchFamily="34" charset="-122"/>
              </a:rPr>
              <a:t>等各种类型的模型结构都有相应的研究。模型大小与</a:t>
            </a:r>
            <a:r>
              <a:rPr lang="en-US" sz="2000" dirty="0">
                <a:latin typeface="Microsoft YaHei" panose="020B0503020204020204" pitchFamily="34" charset="-122"/>
                <a:ea typeface="Microsoft YaHei" panose="020B0503020204020204" pitchFamily="34" charset="-122"/>
              </a:rPr>
              <a:t>BERT </a:t>
            </a:r>
            <a:r>
              <a:rPr lang="zh-CN" altLang="en-US" sz="2000" dirty="0">
                <a:latin typeface="Microsoft YaHei" panose="020B0503020204020204" pitchFamily="34" charset="-122"/>
                <a:ea typeface="Microsoft YaHei" panose="020B0503020204020204" pitchFamily="34" charset="-122"/>
              </a:rPr>
              <a:t>相类似的算法，通常采用预训练微调范式，针对不同下游任务进行微调。但是模型参数量在</a:t>
            </a:r>
            <a:r>
              <a:rPr lang="en-US" altLang="zh-CN" sz="2000" dirty="0">
                <a:latin typeface="Microsoft YaHei" panose="020B0503020204020204" pitchFamily="34" charset="-122"/>
                <a:ea typeface="Microsoft YaHei" panose="020B0503020204020204" pitchFamily="34" charset="-122"/>
              </a:rPr>
              <a:t>10 </a:t>
            </a:r>
            <a:r>
              <a:rPr lang="zh-CN" altLang="en-US" sz="2000" dirty="0">
                <a:latin typeface="Microsoft YaHei" panose="020B0503020204020204" pitchFamily="34" charset="-122"/>
                <a:ea typeface="Microsoft YaHei" panose="020B0503020204020204" pitchFamily="34" charset="-122"/>
              </a:rPr>
              <a:t>亿以上时，由于微调的计算量很高，这类模型的影响力在当时相较</a:t>
            </a:r>
            <a:r>
              <a:rPr lang="en-US" sz="2000" dirty="0">
                <a:latin typeface="Microsoft YaHei" panose="020B0503020204020204" pitchFamily="34" charset="-122"/>
                <a:ea typeface="Microsoft YaHei" panose="020B0503020204020204" pitchFamily="34" charset="-122"/>
              </a:rPr>
              <a:t>BERT </a:t>
            </a:r>
            <a:r>
              <a:rPr lang="zh-CN" altLang="en-US" sz="2000" dirty="0">
                <a:latin typeface="Microsoft YaHei" panose="020B0503020204020204" pitchFamily="34" charset="-122"/>
                <a:ea typeface="Microsoft YaHei" panose="020B0503020204020204" pitchFamily="34" charset="-122"/>
              </a:rPr>
              <a:t>类模型有不小的差距。</a:t>
            </a:r>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大语言模型的发展历程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7549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22</a:t>
            </a:fld>
            <a:endParaRPr lang="zh-CN" altLang="en-US"/>
          </a:p>
        </p:txBody>
      </p:sp>
      <p:sp>
        <p:nvSpPr>
          <p:cNvPr id="9" name="TextBox 8">
            <a:extLst>
              <a:ext uri="{FF2B5EF4-FFF2-40B4-BE49-F238E27FC236}">
                <a16:creationId xmlns:a16="http://schemas.microsoft.com/office/drawing/2014/main" id="{E3A03E17-49F8-78BF-EC6A-DE5460512330}"/>
              </a:ext>
            </a:extLst>
          </p:cNvPr>
          <p:cNvSpPr txBox="1"/>
          <p:nvPr/>
        </p:nvSpPr>
        <p:spPr>
          <a:xfrm>
            <a:off x="427679" y="1056153"/>
            <a:ext cx="10974386" cy="4189032"/>
          </a:xfrm>
          <a:prstGeom prst="rect">
            <a:avLst/>
          </a:prstGeom>
          <a:noFill/>
        </p:spPr>
        <p:txBody>
          <a:bodyPr wrap="square">
            <a:spAutoFit/>
          </a:bodyPr>
          <a:lstStyle/>
          <a:p>
            <a:pPr>
              <a:lnSpc>
                <a:spcPct val="150000"/>
              </a:lnSpc>
            </a:pPr>
            <a:r>
              <a:rPr lang="zh-CN" altLang="en-US" sz="2400" b="1" dirty="0">
                <a:solidFill>
                  <a:srgbClr val="0070C0"/>
                </a:solidFill>
                <a:latin typeface="Microsoft YaHei" panose="020B0503020204020204" pitchFamily="34" charset="-122"/>
                <a:ea typeface="Microsoft YaHei" panose="020B0503020204020204" pitchFamily="34" charset="-122"/>
              </a:rPr>
              <a:t>能力探索阶段集中于</a:t>
            </a:r>
            <a:r>
              <a:rPr lang="en-US" altLang="zh-CN" sz="2400" b="1" dirty="0">
                <a:solidFill>
                  <a:srgbClr val="0070C0"/>
                </a:solidFill>
                <a:latin typeface="Microsoft YaHei" panose="020B0503020204020204" pitchFamily="34" charset="-122"/>
                <a:ea typeface="Microsoft YaHei" panose="020B0503020204020204" pitchFamily="34" charset="-122"/>
              </a:rPr>
              <a:t>2019 </a:t>
            </a:r>
            <a:r>
              <a:rPr lang="zh-CN" altLang="en-US" sz="2400" b="1" dirty="0">
                <a:solidFill>
                  <a:srgbClr val="0070C0"/>
                </a:solidFill>
                <a:latin typeface="Microsoft YaHei" panose="020B0503020204020204" pitchFamily="34" charset="-122"/>
                <a:ea typeface="Microsoft YaHei" panose="020B0503020204020204" pitchFamily="34" charset="-122"/>
              </a:rPr>
              <a:t>年至</a:t>
            </a:r>
            <a:r>
              <a:rPr lang="en-US" altLang="zh-CN" sz="2400" b="1" dirty="0">
                <a:solidFill>
                  <a:srgbClr val="0070C0"/>
                </a:solidFill>
                <a:latin typeface="Microsoft YaHei" panose="020B0503020204020204" pitchFamily="34" charset="-122"/>
                <a:ea typeface="Microsoft YaHei" panose="020B0503020204020204" pitchFamily="34" charset="-122"/>
              </a:rPr>
              <a:t>2022 </a:t>
            </a:r>
            <a:r>
              <a:rPr lang="zh-CN" altLang="en-US" sz="2400" b="1" dirty="0">
                <a:solidFill>
                  <a:srgbClr val="0070C0"/>
                </a:solidFill>
                <a:latin typeface="Microsoft YaHei" panose="020B0503020204020204" pitchFamily="34" charset="-122"/>
                <a:ea typeface="Microsoft YaHei" panose="020B0503020204020204" pitchFamily="34" charset="-122"/>
              </a:rPr>
              <a:t>年</a:t>
            </a:r>
            <a:endParaRPr lang="en-US" altLang="zh-CN" sz="2000" b="1" dirty="0">
              <a:solidFill>
                <a:srgbClr val="0070C0"/>
              </a:solidFill>
              <a:latin typeface="Microsoft YaHei" panose="020B0503020204020204" pitchFamily="34" charset="-122"/>
              <a:ea typeface="Microsoft YaHei" panose="020B0503020204020204" pitchFamily="34" charset="-122"/>
            </a:endParaRPr>
          </a:p>
          <a:p>
            <a:pPr>
              <a:lnSpc>
                <a:spcPct val="150000"/>
              </a:lnSpc>
            </a:pPr>
            <a:r>
              <a:rPr lang="zh-CN" altLang="en-US" sz="2000" dirty="0">
                <a:latin typeface="Microsoft YaHei" panose="020B0503020204020204" pitchFamily="34" charset="-122"/>
                <a:ea typeface="Microsoft YaHei" panose="020B0503020204020204" pitchFamily="34" charset="-122"/>
              </a:rPr>
              <a:t>由于大语言模型很难针对特定任务进行微调，研究人员开始探索在不针对单一任务进行微调的情况下如何发挥大语言模型的能力</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2019 </a:t>
            </a:r>
            <a:r>
              <a:rPr lang="zh-CN" altLang="en-US" dirty="0">
                <a:latin typeface="Microsoft YaHei" panose="020B0503020204020204" pitchFamily="34" charset="-122"/>
                <a:ea typeface="Microsoft YaHei" panose="020B0503020204020204" pitchFamily="34" charset="-122"/>
              </a:rPr>
              <a:t>年，</a:t>
            </a:r>
            <a:r>
              <a:rPr lang="en-US" altLang="zh-CN" dirty="0">
                <a:latin typeface="Microsoft YaHei" panose="020B0503020204020204" pitchFamily="34" charset="-122"/>
                <a:ea typeface="Microsoft YaHei" panose="020B0503020204020204" pitchFamily="34" charset="-122"/>
              </a:rPr>
              <a:t>Radford</a:t>
            </a:r>
            <a:r>
              <a:rPr lang="zh-CN" altLang="en-US" dirty="0">
                <a:latin typeface="Microsoft YaHei" panose="020B0503020204020204" pitchFamily="34" charset="-122"/>
                <a:ea typeface="Microsoft YaHei" panose="020B0503020204020204" pitchFamily="34" charset="-122"/>
              </a:rPr>
              <a:t>等人使用</a:t>
            </a:r>
            <a:r>
              <a:rPr lang="en-US" altLang="zh-CN" dirty="0">
                <a:latin typeface="Microsoft YaHei" panose="020B0503020204020204" pitchFamily="34" charset="-122"/>
                <a:ea typeface="Microsoft YaHei" panose="020B0503020204020204" pitchFamily="34" charset="-122"/>
              </a:rPr>
              <a:t>GPT-2 </a:t>
            </a:r>
            <a:r>
              <a:rPr lang="zh-CN" altLang="en-US" dirty="0">
                <a:latin typeface="Microsoft YaHei" panose="020B0503020204020204" pitchFamily="34" charset="-122"/>
                <a:ea typeface="Microsoft YaHei" panose="020B0503020204020204" pitchFamily="34" charset="-122"/>
              </a:rPr>
              <a:t>模型研究了大语言模型在零样本情况下的任务处理能力</a:t>
            </a:r>
            <a:endParaRPr lang="en-US" altLang="zh-CN"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sz="2000" dirty="0">
                <a:latin typeface="Microsoft YaHei" panose="020B0503020204020204" pitchFamily="34" charset="-122"/>
                <a:ea typeface="Microsoft YaHei" panose="020B0503020204020204" pitchFamily="34" charset="-122"/>
              </a:rPr>
              <a:t>Brown </a:t>
            </a:r>
            <a:r>
              <a:rPr lang="zh-CN" altLang="en-US" sz="2000" dirty="0">
                <a:latin typeface="Microsoft YaHei" panose="020B0503020204020204" pitchFamily="34" charset="-122"/>
                <a:ea typeface="Microsoft YaHei" panose="020B0503020204020204" pitchFamily="34" charset="-122"/>
              </a:rPr>
              <a:t>等人在</a:t>
            </a:r>
            <a:r>
              <a:rPr lang="en-US" altLang="zh-CN" sz="2000" dirty="0">
                <a:latin typeface="Microsoft YaHei" panose="020B0503020204020204" pitchFamily="34" charset="-122"/>
                <a:ea typeface="Microsoft YaHei" panose="020B0503020204020204" pitchFamily="34" charset="-122"/>
              </a:rPr>
              <a:t>GPT-3</a:t>
            </a:r>
            <a:r>
              <a:rPr lang="zh-CN" altLang="en-US" sz="2000" dirty="0">
                <a:latin typeface="Microsoft YaHei" panose="020B0503020204020204" pitchFamily="34" charset="-122"/>
                <a:ea typeface="Microsoft YaHei" panose="020B0503020204020204" pitchFamily="34" charset="-122"/>
              </a:rPr>
              <a:t>模型上研究了通过语境学习进行少样本学习的方法</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指令微调将大量各类型任务，统一为生成式自然语言理解框架，并构造训练语料进行微调</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altLang="zh-CN" sz="2000" dirty="0">
                <a:latin typeface="Microsoft YaHei" panose="020B0503020204020204" pitchFamily="34" charset="-122"/>
                <a:ea typeface="Microsoft YaHei" panose="020B0503020204020204" pitchFamily="34" charset="-122"/>
              </a:rPr>
              <a:t>2022 </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Ouyang </a:t>
            </a:r>
            <a:r>
              <a:rPr lang="zh-CN" altLang="en-US" sz="2000" dirty="0">
                <a:latin typeface="Microsoft YaHei" panose="020B0503020204020204" pitchFamily="34" charset="-122"/>
                <a:ea typeface="Microsoft YaHei" panose="020B0503020204020204" pitchFamily="34" charset="-122"/>
              </a:rPr>
              <a:t>等人提出了使用“有监督微调</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强化学习”的</a:t>
            </a:r>
            <a:r>
              <a:rPr lang="en-US" altLang="zh-CN" sz="2000" dirty="0" err="1">
                <a:latin typeface="Microsoft YaHei" panose="020B0503020204020204" pitchFamily="34" charset="-122"/>
                <a:ea typeface="Microsoft YaHei" panose="020B0503020204020204" pitchFamily="34" charset="-122"/>
              </a:rPr>
              <a:t>InstructGPT</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算法</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endParaRPr lang="en-US" altLang="zh-CN" sz="2000" b="1" dirty="0">
              <a:latin typeface="Microsoft YaHei" panose="020B0503020204020204" pitchFamily="34" charset="-122"/>
              <a:ea typeface="Microsoft YaHei" panose="020B0503020204020204" pitchFamily="34" charset="-122"/>
            </a:endParaRPr>
          </a:p>
          <a:p>
            <a:pPr>
              <a:lnSpc>
                <a:spcPct val="125000"/>
              </a:lnSpc>
            </a:pPr>
            <a:r>
              <a:rPr lang="zh-CN" altLang="en-US" sz="2000" dirty="0">
                <a:latin typeface="Microsoft YaHei" panose="020B0503020204020204" pitchFamily="34" charset="-122"/>
                <a:ea typeface="Microsoft YaHei" panose="020B0503020204020204" pitchFamily="34" charset="-122"/>
              </a:rPr>
              <a:t>这些方法在直接利用大语言模型进行零样本和少样本学习的基础上，逐渐扩展到</a:t>
            </a:r>
            <a:r>
              <a:rPr lang="zh-CN" altLang="en-US" sz="2000" b="1" dirty="0">
                <a:latin typeface="Microsoft YaHei" panose="020B0503020204020204" pitchFamily="34" charset="-122"/>
                <a:ea typeface="Microsoft YaHei" panose="020B0503020204020204" pitchFamily="34" charset="-122"/>
              </a:rPr>
              <a:t>利用生成式框架针对大量任务进行有监督微调的方法</a:t>
            </a:r>
            <a:r>
              <a:rPr lang="zh-CN" altLang="en-US" sz="2000" dirty="0">
                <a:latin typeface="Microsoft YaHei" panose="020B0503020204020204" pitchFamily="34" charset="-122"/>
                <a:ea typeface="Microsoft YaHei" panose="020B0503020204020204" pitchFamily="34" charset="-122"/>
              </a:rPr>
              <a:t>，有效提升了模型的性能。</a:t>
            </a:r>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大语言模型的发展历程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26631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23</a:t>
            </a:fld>
            <a:endParaRPr lang="zh-CN" altLang="en-US"/>
          </a:p>
        </p:txBody>
      </p:sp>
      <p:sp>
        <p:nvSpPr>
          <p:cNvPr id="9" name="TextBox 8">
            <a:extLst>
              <a:ext uri="{FF2B5EF4-FFF2-40B4-BE49-F238E27FC236}">
                <a16:creationId xmlns:a16="http://schemas.microsoft.com/office/drawing/2014/main" id="{E3A03E17-49F8-78BF-EC6A-DE5460512330}"/>
              </a:ext>
            </a:extLst>
          </p:cNvPr>
          <p:cNvSpPr txBox="1"/>
          <p:nvPr/>
        </p:nvSpPr>
        <p:spPr>
          <a:xfrm>
            <a:off x="427679" y="1056153"/>
            <a:ext cx="10974386" cy="3451073"/>
          </a:xfrm>
          <a:prstGeom prst="rect">
            <a:avLst/>
          </a:prstGeom>
          <a:noFill/>
        </p:spPr>
        <p:txBody>
          <a:bodyPr wrap="square">
            <a:spAutoFit/>
          </a:bodyPr>
          <a:lstStyle/>
          <a:p>
            <a:pPr>
              <a:lnSpc>
                <a:spcPct val="150000"/>
              </a:lnSpc>
            </a:pPr>
            <a:r>
              <a:rPr lang="zh-CN" altLang="en-US" sz="2400" b="1" dirty="0">
                <a:solidFill>
                  <a:srgbClr val="0070C0"/>
                </a:solidFill>
                <a:latin typeface="Microsoft YaHei" panose="020B0503020204020204" pitchFamily="34" charset="-122"/>
                <a:ea typeface="Microsoft YaHei" panose="020B0503020204020204" pitchFamily="34" charset="-122"/>
              </a:rPr>
              <a:t>突破发展阶段以</a:t>
            </a:r>
            <a:r>
              <a:rPr lang="en-US" altLang="zh-CN" sz="2400" b="1" dirty="0">
                <a:solidFill>
                  <a:srgbClr val="0070C0"/>
                </a:solidFill>
                <a:latin typeface="Microsoft YaHei" panose="020B0503020204020204" pitchFamily="34" charset="-122"/>
                <a:ea typeface="Microsoft YaHei" panose="020B0503020204020204" pitchFamily="34" charset="-122"/>
              </a:rPr>
              <a:t>2022 </a:t>
            </a:r>
            <a:r>
              <a:rPr lang="zh-CN" altLang="en-US" sz="2400" b="1" dirty="0">
                <a:solidFill>
                  <a:srgbClr val="0070C0"/>
                </a:solidFill>
                <a:latin typeface="Microsoft YaHei" panose="020B0503020204020204" pitchFamily="34" charset="-122"/>
                <a:ea typeface="Microsoft YaHei" panose="020B0503020204020204" pitchFamily="34" charset="-122"/>
              </a:rPr>
              <a:t>年</a:t>
            </a:r>
            <a:r>
              <a:rPr lang="en-US" altLang="zh-CN" sz="2400" b="1" dirty="0">
                <a:solidFill>
                  <a:srgbClr val="0070C0"/>
                </a:solidFill>
                <a:latin typeface="Microsoft YaHei" panose="020B0503020204020204" pitchFamily="34" charset="-122"/>
                <a:ea typeface="Microsoft YaHei" panose="020B0503020204020204" pitchFamily="34" charset="-122"/>
              </a:rPr>
              <a:t>11 </a:t>
            </a:r>
            <a:r>
              <a:rPr lang="zh-CN" altLang="en-US" sz="2400" b="1" dirty="0">
                <a:solidFill>
                  <a:srgbClr val="0070C0"/>
                </a:solidFill>
                <a:latin typeface="Microsoft YaHei" panose="020B0503020204020204" pitchFamily="34" charset="-122"/>
                <a:ea typeface="Microsoft YaHei" panose="020B0503020204020204" pitchFamily="34" charset="-122"/>
              </a:rPr>
              <a:t>月</a:t>
            </a:r>
            <a:r>
              <a:rPr lang="en-US" altLang="zh-CN" sz="2400" b="1" dirty="0" err="1">
                <a:solidFill>
                  <a:srgbClr val="0070C0"/>
                </a:solidFill>
                <a:latin typeface="Microsoft YaHei" panose="020B0503020204020204" pitchFamily="34" charset="-122"/>
                <a:ea typeface="Microsoft YaHei" panose="020B0503020204020204" pitchFamily="34" charset="-122"/>
              </a:rPr>
              <a:t>ChatGPT</a:t>
            </a:r>
            <a:r>
              <a:rPr lang="en-US" altLang="zh-CN" sz="2400" b="1" dirty="0">
                <a:solidFill>
                  <a:srgbClr val="0070C0"/>
                </a:solidFill>
                <a:latin typeface="Microsoft YaHei" panose="020B0503020204020204" pitchFamily="34" charset="-122"/>
                <a:ea typeface="Microsoft YaHei" panose="020B0503020204020204" pitchFamily="34" charset="-122"/>
              </a:rPr>
              <a:t> </a:t>
            </a:r>
            <a:r>
              <a:rPr lang="zh-CN" altLang="en-US" sz="2400" b="1" dirty="0">
                <a:solidFill>
                  <a:srgbClr val="0070C0"/>
                </a:solidFill>
                <a:latin typeface="Microsoft YaHei" panose="020B0503020204020204" pitchFamily="34" charset="-122"/>
                <a:ea typeface="Microsoft YaHei" panose="020B0503020204020204" pitchFamily="34" charset="-122"/>
              </a:rPr>
              <a:t>的发布为起点</a:t>
            </a:r>
            <a:endParaRPr lang="en-US" altLang="zh-CN" sz="2400" b="1" dirty="0">
              <a:solidFill>
                <a:srgbClr val="0070C0"/>
              </a:solidFill>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r>
              <a:rPr lang="en-US" sz="2000" dirty="0" err="1">
                <a:latin typeface="Microsoft YaHei" panose="020B0503020204020204" pitchFamily="34" charset="-122"/>
                <a:ea typeface="Microsoft YaHei" panose="020B0503020204020204" pitchFamily="34" charset="-122"/>
              </a:rPr>
              <a:t>ChatGPT</a:t>
            </a:r>
            <a:r>
              <a:rPr lang="en-US"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通过一个简单的对话框，利用一个大语言模型就可以实现问题回答、文稿撰写、代码生成、数学解题等过去自然语言处理系统需要大量定制开发才能分别实现的能力</a:t>
            </a:r>
          </a:p>
          <a:p>
            <a:pPr marL="800100" lvl="1" indent="-342900">
              <a:lnSpc>
                <a:spcPct val="125000"/>
              </a:lnSpc>
              <a:buFont typeface="Arial" panose="020B0604020202020204" pitchFamily="34" charset="0"/>
              <a:buChar char="•"/>
            </a:pPr>
            <a:r>
              <a:rPr lang="en-US" altLang="zh-CN" sz="2000" dirty="0">
                <a:latin typeface="Microsoft YaHei" panose="020B0503020204020204" pitchFamily="34" charset="-122"/>
                <a:ea typeface="Microsoft YaHei" panose="020B0503020204020204" pitchFamily="34" charset="-122"/>
              </a:rPr>
              <a:t>2023 </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3 </a:t>
            </a:r>
            <a:r>
              <a:rPr lang="zh-CN" altLang="en-US" sz="2000" dirty="0">
                <a:latin typeface="Microsoft YaHei" panose="020B0503020204020204" pitchFamily="34" charset="-122"/>
                <a:ea typeface="Microsoft YaHei" panose="020B0503020204020204" pitchFamily="34" charset="-122"/>
              </a:rPr>
              <a:t>月</a:t>
            </a:r>
            <a:r>
              <a:rPr lang="en-US" altLang="zh-CN" sz="2000" dirty="0">
                <a:latin typeface="Microsoft YaHei" panose="020B0503020204020204" pitchFamily="34" charset="-122"/>
                <a:ea typeface="Microsoft YaHei" panose="020B0503020204020204" pitchFamily="34" charset="-122"/>
              </a:rPr>
              <a:t>GPT-4 </a:t>
            </a:r>
            <a:r>
              <a:rPr lang="zh-CN" altLang="en-US" sz="2000" dirty="0">
                <a:latin typeface="Microsoft YaHei" panose="020B0503020204020204" pitchFamily="34" charset="-122"/>
                <a:ea typeface="Microsoft YaHei" panose="020B0503020204020204" pitchFamily="34" charset="-122"/>
              </a:rPr>
              <a:t>发布，相较于</a:t>
            </a:r>
            <a:r>
              <a:rPr lang="en-US" altLang="zh-CN" sz="2000" dirty="0" err="1">
                <a:latin typeface="Microsoft YaHei" panose="020B0503020204020204" pitchFamily="34" charset="-122"/>
                <a:ea typeface="Microsoft YaHei" panose="020B0503020204020204" pitchFamily="34" charset="-122"/>
              </a:rPr>
              <a:t>ChatGPT</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又有了非常明显的进步，并具备了多模态理解能力。</a:t>
            </a:r>
            <a:r>
              <a:rPr lang="en-US" altLang="zh-CN" sz="2000" dirty="0">
                <a:latin typeface="Microsoft YaHei" panose="020B0503020204020204" pitchFamily="34" charset="-122"/>
                <a:ea typeface="Microsoft YaHei" panose="020B0503020204020204" pitchFamily="34" charset="-122"/>
              </a:rPr>
              <a:t>GPT-4 </a:t>
            </a:r>
            <a:r>
              <a:rPr lang="zh-CN" altLang="en-US" sz="2000" dirty="0">
                <a:latin typeface="Microsoft YaHei" panose="020B0503020204020204" pitchFamily="34" charset="-122"/>
                <a:ea typeface="Microsoft YaHei" panose="020B0503020204020204" pitchFamily="34" charset="-122"/>
              </a:rPr>
              <a:t>在多种基准考试测试上的得分高于</a:t>
            </a:r>
            <a:r>
              <a:rPr lang="en-US" altLang="zh-CN" sz="2000" dirty="0">
                <a:latin typeface="Microsoft YaHei" panose="020B0503020204020204" pitchFamily="34" charset="-122"/>
                <a:ea typeface="Microsoft YaHei" panose="020B0503020204020204" pitchFamily="34" charset="-122"/>
              </a:rPr>
              <a:t>88% </a:t>
            </a:r>
            <a:r>
              <a:rPr lang="zh-CN" altLang="en-US" sz="2000" dirty="0">
                <a:latin typeface="Microsoft YaHei" panose="020B0503020204020204" pitchFamily="34" charset="-122"/>
                <a:ea typeface="Microsoft YaHei" panose="020B0503020204020204" pitchFamily="34" charset="-122"/>
              </a:rPr>
              <a:t>的应试者</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25000"/>
              </a:lnSpc>
              <a:buFont typeface="Arial" panose="020B0604020202020204" pitchFamily="34" charset="0"/>
              <a:buChar char="•"/>
            </a:pPr>
            <a:endParaRPr lang="en-US" altLang="zh-CN" sz="2000" b="1" dirty="0">
              <a:latin typeface="Microsoft YaHei" panose="020B0503020204020204" pitchFamily="34" charset="-122"/>
              <a:ea typeface="Microsoft YaHei" panose="020B0503020204020204" pitchFamily="34" charset="-122"/>
            </a:endParaRPr>
          </a:p>
          <a:p>
            <a:pPr>
              <a:lnSpc>
                <a:spcPct val="125000"/>
              </a:lnSpc>
            </a:pPr>
            <a:r>
              <a:rPr lang="zh-CN" altLang="en-US" sz="2400" dirty="0">
                <a:latin typeface="Microsoft YaHei" panose="020B0503020204020204" pitchFamily="34" charset="-122"/>
                <a:ea typeface="Microsoft YaHei" panose="020B0503020204020204" pitchFamily="34" charset="-122"/>
              </a:rPr>
              <a:t>各大公司和研究机构相继发布了此类系统，包括</a:t>
            </a:r>
            <a:r>
              <a:rPr lang="en-US" altLang="zh-CN" sz="2400" dirty="0">
                <a:latin typeface="Microsoft YaHei" panose="020B0503020204020204" pitchFamily="34" charset="-122"/>
                <a:ea typeface="Microsoft YaHei" panose="020B0503020204020204" pitchFamily="34" charset="-122"/>
              </a:rPr>
              <a:t>Google </a:t>
            </a:r>
            <a:r>
              <a:rPr lang="zh-CN" altLang="en-US" sz="2400" dirty="0">
                <a:latin typeface="Microsoft YaHei" panose="020B0503020204020204" pitchFamily="34" charset="-122"/>
                <a:ea typeface="Microsoft YaHei" panose="020B0503020204020204" pitchFamily="34" charset="-122"/>
              </a:rPr>
              <a:t>推出的</a:t>
            </a:r>
            <a:r>
              <a:rPr lang="en-US" altLang="zh-CN" sz="2400" dirty="0">
                <a:latin typeface="Microsoft YaHei" panose="020B0503020204020204" pitchFamily="34" charset="-122"/>
                <a:ea typeface="Microsoft YaHei" panose="020B0503020204020204" pitchFamily="34" charset="-122"/>
              </a:rPr>
              <a:t>Bard</a:t>
            </a:r>
            <a:r>
              <a:rPr lang="zh-CN" altLang="en-US" sz="2400" dirty="0">
                <a:latin typeface="Microsoft YaHei" panose="020B0503020204020204" pitchFamily="34" charset="-122"/>
                <a:ea typeface="Microsoft YaHei" panose="020B0503020204020204" pitchFamily="34" charset="-122"/>
              </a:rPr>
              <a:t>、百度的文心一言、科大讯飞的星火大模型、智谱</a:t>
            </a:r>
            <a:r>
              <a:rPr lang="en-US" altLang="zh-CN" sz="2400" dirty="0" err="1">
                <a:latin typeface="Microsoft YaHei" panose="020B0503020204020204" pitchFamily="34" charset="-122"/>
                <a:ea typeface="Microsoft YaHei" panose="020B0503020204020204" pitchFamily="34" charset="-122"/>
              </a:rPr>
              <a:t>ChatGLM</a:t>
            </a:r>
            <a:r>
              <a:rPr lang="zh-CN" altLang="en-US" sz="2400" dirty="0">
                <a:latin typeface="Microsoft YaHei" panose="020B0503020204020204" pitchFamily="34" charset="-122"/>
                <a:ea typeface="Microsoft YaHei" panose="020B0503020204020204" pitchFamily="34" charset="-122"/>
              </a:rPr>
              <a:t>、复旦大学</a:t>
            </a:r>
            <a:r>
              <a:rPr lang="en-US" altLang="zh-CN" sz="2400" dirty="0">
                <a:latin typeface="Microsoft YaHei" panose="020B0503020204020204" pitchFamily="34" charset="-122"/>
                <a:ea typeface="Microsoft YaHei" panose="020B0503020204020204" pitchFamily="34" charset="-122"/>
              </a:rPr>
              <a:t>MOSS </a:t>
            </a:r>
            <a:r>
              <a:rPr lang="zh-CN" altLang="en-US" sz="2400" dirty="0">
                <a:latin typeface="Microsoft YaHei" panose="020B0503020204020204" pitchFamily="34" charset="-122"/>
                <a:ea typeface="Microsoft YaHei" panose="020B0503020204020204" pitchFamily="34" charset="-122"/>
              </a:rPr>
              <a:t>等</a:t>
            </a:r>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大语言模型的发展历程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16984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24</a:t>
            </a:fld>
            <a:endParaRPr lang="zh-CN" altLang="en-US"/>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大语言模型的发展历程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8" name="Picture 7">
            <a:extLst>
              <a:ext uri="{FF2B5EF4-FFF2-40B4-BE49-F238E27FC236}">
                <a16:creationId xmlns:a16="http://schemas.microsoft.com/office/drawing/2014/main" id="{71AA9449-D718-A43F-12FE-E1C008CE8B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463" y="1086631"/>
            <a:ext cx="5902537" cy="5771369"/>
          </a:xfrm>
          <a:prstGeom prst="rect">
            <a:avLst/>
          </a:prstGeom>
        </p:spPr>
      </p:pic>
      <p:pic>
        <p:nvPicPr>
          <p:cNvPr id="13" name="Picture 12">
            <a:extLst>
              <a:ext uri="{FF2B5EF4-FFF2-40B4-BE49-F238E27FC236}">
                <a16:creationId xmlns:a16="http://schemas.microsoft.com/office/drawing/2014/main" id="{35683C63-F9FB-3536-F1A2-FE0C11AB1113}"/>
              </a:ext>
            </a:extLst>
          </p:cNvPr>
          <p:cNvPicPr>
            <a:picLocks noChangeAspect="1"/>
          </p:cNvPicPr>
          <p:nvPr/>
        </p:nvPicPr>
        <p:blipFill>
          <a:blip r:embed="rId4"/>
          <a:stretch>
            <a:fillRect/>
          </a:stretch>
        </p:blipFill>
        <p:spPr>
          <a:xfrm>
            <a:off x="6221233" y="1271849"/>
            <a:ext cx="5658687" cy="3468227"/>
          </a:xfrm>
          <a:prstGeom prst="rect">
            <a:avLst/>
          </a:prstGeom>
        </p:spPr>
      </p:pic>
    </p:spTree>
    <p:extLst>
      <p:ext uri="{BB962C8B-B14F-4D97-AF65-F5344CB8AC3E}">
        <p14:creationId xmlns:p14="http://schemas.microsoft.com/office/powerpoint/2010/main" val="392877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25</a:t>
            </a:fld>
            <a:endParaRPr lang="zh-CN" altLang="en-US"/>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大语言模型的发展历程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9" name="Picture 8">
            <a:extLst>
              <a:ext uri="{FF2B5EF4-FFF2-40B4-BE49-F238E27FC236}">
                <a16:creationId xmlns:a16="http://schemas.microsoft.com/office/drawing/2014/main" id="{490ADB93-F052-F8FB-48B9-9F50A168E5CE}"/>
              </a:ext>
            </a:extLst>
          </p:cNvPr>
          <p:cNvPicPr>
            <a:picLocks noChangeAspect="1"/>
          </p:cNvPicPr>
          <p:nvPr/>
        </p:nvPicPr>
        <p:blipFill>
          <a:blip r:embed="rId3"/>
          <a:stretch>
            <a:fillRect/>
          </a:stretch>
        </p:blipFill>
        <p:spPr>
          <a:xfrm>
            <a:off x="163596" y="1473906"/>
            <a:ext cx="5794513" cy="3345377"/>
          </a:xfrm>
          <a:prstGeom prst="rect">
            <a:avLst/>
          </a:prstGeom>
        </p:spPr>
      </p:pic>
      <p:pic>
        <p:nvPicPr>
          <p:cNvPr id="13" name="Picture 12">
            <a:extLst>
              <a:ext uri="{FF2B5EF4-FFF2-40B4-BE49-F238E27FC236}">
                <a16:creationId xmlns:a16="http://schemas.microsoft.com/office/drawing/2014/main" id="{08D15EAD-F092-4D84-27E1-147CD12C88DA}"/>
              </a:ext>
            </a:extLst>
          </p:cNvPr>
          <p:cNvPicPr>
            <a:picLocks noChangeAspect="1"/>
          </p:cNvPicPr>
          <p:nvPr/>
        </p:nvPicPr>
        <p:blipFill>
          <a:blip r:embed="rId4"/>
          <a:stretch>
            <a:fillRect/>
          </a:stretch>
        </p:blipFill>
        <p:spPr>
          <a:xfrm>
            <a:off x="6243430" y="1685361"/>
            <a:ext cx="5794513" cy="2915140"/>
          </a:xfrm>
          <a:prstGeom prst="rect">
            <a:avLst/>
          </a:prstGeom>
        </p:spPr>
      </p:pic>
    </p:spTree>
    <p:extLst>
      <p:ext uri="{BB962C8B-B14F-4D97-AF65-F5344CB8AC3E}">
        <p14:creationId xmlns:p14="http://schemas.microsoft.com/office/powerpoint/2010/main" val="2670474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9">
            <a:extLst>
              <a:ext uri="{FF2B5EF4-FFF2-40B4-BE49-F238E27FC236}">
                <a16:creationId xmlns:a16="http://schemas.microsoft.com/office/drawing/2014/main" id="{B34A06CC-2EF3-2347-84E7-61915D2C67C9}"/>
              </a:ext>
            </a:extLst>
          </p:cNvPr>
          <p:cNvSpPr>
            <a:spLocks noChangeArrowheads="1"/>
          </p:cNvSpPr>
          <p:nvPr/>
        </p:nvSpPr>
        <p:spPr bwMode="auto">
          <a:xfrm>
            <a:off x="642903" y="3003150"/>
            <a:ext cx="5676900" cy="923202"/>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8551" y="1830859"/>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大规模语言模型基本概念</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4075" y="1830860"/>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18307" y="383059"/>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dirty="0">
                    <a:solidFill>
                      <a:srgbClr val="000000"/>
                    </a:solidFill>
                    <a:latin typeface="微软雅黑" panose="020B0503020204020204" pitchFamily="34" charset="-122"/>
                    <a:ea typeface="微软雅黑" panose="020B0503020204020204" pitchFamily="34" charset="-122"/>
                  </a:rPr>
                  <a:t>目</a:t>
                </a:r>
                <a:r>
                  <a:rPr lang="zh-CN" altLang="en-CN" sz="3600" b="1" dirty="0">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26</a:t>
            </a:fld>
            <a:endParaRPr lang="zh-CN" altLang="en-US"/>
          </a:p>
        </p:txBody>
      </p:sp>
      <p:grpSp>
        <p:nvGrpSpPr>
          <p:cNvPr id="3" name="组合 14">
            <a:extLst>
              <a:ext uri="{FF2B5EF4-FFF2-40B4-BE49-F238E27FC236}">
                <a16:creationId xmlns:a16="http://schemas.microsoft.com/office/drawing/2014/main" id="{04070F25-8F0F-C33D-7FBF-5C8C4D043276}"/>
              </a:ext>
            </a:extLst>
          </p:cNvPr>
          <p:cNvGrpSpPr>
            <a:grpSpLocks/>
          </p:cNvGrpSpPr>
          <p:nvPr/>
        </p:nvGrpSpPr>
        <p:grpSpPr bwMode="auto">
          <a:xfrm>
            <a:off x="2362200" y="2548129"/>
            <a:ext cx="3733800" cy="488950"/>
            <a:chOff x="1129" y="0"/>
            <a:chExt cx="5402789" cy="489600"/>
          </a:xfrm>
        </p:grpSpPr>
        <p:sp>
          <p:nvSpPr>
            <p:cNvPr id="5" name="矩形 18">
              <a:extLst>
                <a:ext uri="{FF2B5EF4-FFF2-40B4-BE49-F238E27FC236}">
                  <a16:creationId xmlns:a16="http://schemas.microsoft.com/office/drawing/2014/main" id="{19ED4071-04A4-04DB-E16B-3111B9F24A13}"/>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7" name="Rectangle 6">
              <a:extLst>
                <a:ext uri="{FF2B5EF4-FFF2-40B4-BE49-F238E27FC236}">
                  <a16:creationId xmlns:a16="http://schemas.microsoft.com/office/drawing/2014/main" id="{62E424D2-3816-5598-F6FA-E8B114FD2844}"/>
                </a:ext>
              </a:extLst>
            </p:cNvPr>
            <p:cNvSpPr>
              <a:spLocks noChangeArrowheads="1"/>
            </p:cNvSpPr>
            <p:nvPr/>
          </p:nvSpPr>
          <p:spPr bwMode="auto">
            <a:xfrm>
              <a:off x="532478" y="45775"/>
              <a:ext cx="48668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大规模语言模型发展历程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8" name="组合 15">
            <a:extLst>
              <a:ext uri="{FF2B5EF4-FFF2-40B4-BE49-F238E27FC236}">
                <a16:creationId xmlns:a16="http://schemas.microsoft.com/office/drawing/2014/main" id="{DCA7DBDE-0F0F-6CE4-8390-EDDB5912BEEF}"/>
              </a:ext>
            </a:extLst>
          </p:cNvPr>
          <p:cNvGrpSpPr>
            <a:grpSpLocks/>
          </p:cNvGrpSpPr>
          <p:nvPr/>
        </p:nvGrpSpPr>
        <p:grpSpPr bwMode="auto">
          <a:xfrm>
            <a:off x="847725" y="2548129"/>
            <a:ext cx="1328550" cy="488950"/>
            <a:chOff x="0" y="0"/>
            <a:chExt cx="1328685" cy="489600"/>
          </a:xfrm>
        </p:grpSpPr>
        <p:sp>
          <p:nvSpPr>
            <p:cNvPr id="9" name="矩形 16">
              <a:extLst>
                <a:ext uri="{FF2B5EF4-FFF2-40B4-BE49-F238E27FC236}">
                  <a16:creationId xmlns:a16="http://schemas.microsoft.com/office/drawing/2014/main" id="{7195D713-CA96-78AA-C414-0A7E746C45F0}"/>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0" name="文本框 17">
              <a:extLst>
                <a:ext uri="{FF2B5EF4-FFF2-40B4-BE49-F238E27FC236}">
                  <a16:creationId xmlns:a16="http://schemas.microsoft.com/office/drawing/2014/main" id="{1838B0E3-6340-3FE4-202E-9DB6EC98C42F}"/>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1" name="组合 21">
            <a:extLst>
              <a:ext uri="{FF2B5EF4-FFF2-40B4-BE49-F238E27FC236}">
                <a16:creationId xmlns:a16="http://schemas.microsoft.com/office/drawing/2014/main" id="{2BAB14BB-85C3-461E-CA72-012D3504B2A6}"/>
              </a:ext>
            </a:extLst>
          </p:cNvPr>
          <p:cNvGrpSpPr>
            <a:grpSpLocks/>
          </p:cNvGrpSpPr>
          <p:nvPr/>
        </p:nvGrpSpPr>
        <p:grpSpPr bwMode="auto">
          <a:xfrm>
            <a:off x="2359025" y="3208529"/>
            <a:ext cx="3733800" cy="488950"/>
            <a:chOff x="1129" y="0"/>
            <a:chExt cx="5402789" cy="489600"/>
          </a:xfrm>
        </p:grpSpPr>
        <p:sp>
          <p:nvSpPr>
            <p:cNvPr id="12" name="矩形 25">
              <a:extLst>
                <a:ext uri="{FF2B5EF4-FFF2-40B4-BE49-F238E27FC236}">
                  <a16:creationId xmlns:a16="http://schemas.microsoft.com/office/drawing/2014/main" id="{12EF0AA5-C14D-BCEB-62D1-35025A9651EC}"/>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3" name="Rectangle 6">
              <a:extLst>
                <a:ext uri="{FF2B5EF4-FFF2-40B4-BE49-F238E27FC236}">
                  <a16:creationId xmlns:a16="http://schemas.microsoft.com/office/drawing/2014/main" id="{8A9182CC-28DC-B2AE-3032-0B8F361829C0}"/>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大规模语言模型构建流程</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4" name="组合 22">
            <a:extLst>
              <a:ext uri="{FF2B5EF4-FFF2-40B4-BE49-F238E27FC236}">
                <a16:creationId xmlns:a16="http://schemas.microsoft.com/office/drawing/2014/main" id="{8539828F-9421-97D2-360F-9964ECBE4258}"/>
              </a:ext>
            </a:extLst>
          </p:cNvPr>
          <p:cNvGrpSpPr>
            <a:grpSpLocks/>
          </p:cNvGrpSpPr>
          <p:nvPr/>
        </p:nvGrpSpPr>
        <p:grpSpPr bwMode="auto">
          <a:xfrm>
            <a:off x="844550" y="3208529"/>
            <a:ext cx="1328550" cy="488950"/>
            <a:chOff x="0" y="0"/>
            <a:chExt cx="1328685" cy="489600"/>
          </a:xfrm>
        </p:grpSpPr>
        <p:sp>
          <p:nvSpPr>
            <p:cNvPr id="15" name="矩形 23">
              <a:extLst>
                <a:ext uri="{FF2B5EF4-FFF2-40B4-BE49-F238E27FC236}">
                  <a16:creationId xmlns:a16="http://schemas.microsoft.com/office/drawing/2014/main" id="{D1B11E02-D6C1-F725-CA42-59A27530409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文本框 24">
              <a:extLst>
                <a:ext uri="{FF2B5EF4-FFF2-40B4-BE49-F238E27FC236}">
                  <a16:creationId xmlns:a16="http://schemas.microsoft.com/office/drawing/2014/main" id="{AD323C5B-DF20-DD87-592E-5D4421F717A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85315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27</a:t>
            </a:fld>
            <a:endParaRPr lang="zh-CN" altLang="en-US"/>
          </a:p>
        </p:txBody>
      </p:sp>
      <p:sp>
        <p:nvSpPr>
          <p:cNvPr id="5" name="平行四边形 6">
            <a:extLst>
              <a:ext uri="{FF2B5EF4-FFF2-40B4-BE49-F238E27FC236}">
                <a16:creationId xmlns:a16="http://schemas.microsoft.com/office/drawing/2014/main" id="{35EAD082-D1A3-63F1-AFE2-66BA5461C278}"/>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平行四边形 7">
            <a:extLst>
              <a:ext uri="{FF2B5EF4-FFF2-40B4-BE49-F238E27FC236}">
                <a16:creationId xmlns:a16="http://schemas.microsoft.com/office/drawing/2014/main" id="{1BB1D367-9D42-5F44-76D8-F52C2A7464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文本框 5">
            <a:extLst>
              <a:ext uri="{FF2B5EF4-FFF2-40B4-BE49-F238E27FC236}">
                <a16:creationId xmlns:a16="http://schemas.microsoft.com/office/drawing/2014/main" id="{6DBED35E-E4AE-20B9-722E-0A619CD37BE9}"/>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8" name="组合 11">
            <a:extLst>
              <a:ext uri="{FF2B5EF4-FFF2-40B4-BE49-F238E27FC236}">
                <a16:creationId xmlns:a16="http://schemas.microsoft.com/office/drawing/2014/main" id="{1D6D2CDD-6EFC-9ABF-9B33-1B2A55051DDE}"/>
              </a:ext>
            </a:extLst>
          </p:cNvPr>
          <p:cNvGrpSpPr>
            <a:grpSpLocks/>
          </p:cNvGrpSpPr>
          <p:nvPr/>
        </p:nvGrpSpPr>
        <p:grpSpPr bwMode="auto">
          <a:xfrm>
            <a:off x="11480800" y="479425"/>
            <a:ext cx="333375" cy="333375"/>
            <a:chOff x="0" y="0"/>
            <a:chExt cx="449943" cy="449943"/>
          </a:xfrm>
        </p:grpSpPr>
        <p:sp>
          <p:nvSpPr>
            <p:cNvPr id="9" name="椭圆 9">
              <a:extLst>
                <a:ext uri="{FF2B5EF4-FFF2-40B4-BE49-F238E27FC236}">
                  <a16:creationId xmlns:a16="http://schemas.microsoft.com/office/drawing/2014/main" id="{F2F0BB0C-62BE-9B62-5587-6E6FCECD1996}"/>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0" name="等腰三角形 10">
              <a:extLst>
                <a:ext uri="{FF2B5EF4-FFF2-40B4-BE49-F238E27FC236}">
                  <a16:creationId xmlns:a16="http://schemas.microsoft.com/office/drawing/2014/main" id="{4BB03F05-D35B-35E6-F6AE-167863188362}"/>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1" name="矩形 8">
            <a:extLst>
              <a:ext uri="{FF2B5EF4-FFF2-40B4-BE49-F238E27FC236}">
                <a16:creationId xmlns:a16="http://schemas.microsoft.com/office/drawing/2014/main" id="{C68E0BD5-7BC2-5ED7-5F63-F00F63B4F5F7}"/>
              </a:ext>
            </a:extLst>
          </p:cNvPr>
          <p:cNvSpPr>
            <a:spLocks noChangeArrowheads="1"/>
          </p:cNvSpPr>
          <p:nvPr/>
        </p:nvSpPr>
        <p:spPr bwMode="auto">
          <a:xfrm>
            <a:off x="1248742" y="408136"/>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大语言模型构建流程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3" name="Rectangle 2">
            <a:extLst>
              <a:ext uri="{FF2B5EF4-FFF2-40B4-BE49-F238E27FC236}">
                <a16:creationId xmlns:a16="http://schemas.microsoft.com/office/drawing/2014/main" id="{E3FB289E-6974-78BA-9A15-F352303CC4C1}"/>
              </a:ext>
            </a:extLst>
          </p:cNvPr>
          <p:cNvSpPr/>
          <p:nvPr/>
        </p:nvSpPr>
        <p:spPr bwMode="auto">
          <a:xfrm>
            <a:off x="1490252" y="1287464"/>
            <a:ext cx="2399257" cy="5157908"/>
          </a:xfrm>
          <a:prstGeom prst="rect">
            <a:avLst/>
          </a:prstGeom>
          <a:solidFill>
            <a:schemeClr val="accent1">
              <a:lumMod val="20000"/>
              <a:lumOff val="80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en-CN" sz="1800" b="0" i="0" u="none" strike="noStrike" cap="none" normalizeH="0" baseline="0">
              <a:ln>
                <a:noFill/>
              </a:ln>
              <a:solidFill>
                <a:schemeClr val="tx1"/>
              </a:solidFill>
              <a:effectLst/>
              <a:latin typeface="Calibri" pitchFamily="34" charset="0"/>
              <a:ea typeface="宋体" pitchFamily="2" charset="-122"/>
            </a:endParaRPr>
          </a:p>
        </p:txBody>
      </p:sp>
      <p:sp>
        <p:nvSpPr>
          <p:cNvPr id="12" name="Rectangle 11">
            <a:extLst>
              <a:ext uri="{FF2B5EF4-FFF2-40B4-BE49-F238E27FC236}">
                <a16:creationId xmlns:a16="http://schemas.microsoft.com/office/drawing/2014/main" id="{78BF90BF-7D9C-0261-4D0F-A91C4372C91C}"/>
              </a:ext>
            </a:extLst>
          </p:cNvPr>
          <p:cNvSpPr/>
          <p:nvPr/>
        </p:nvSpPr>
        <p:spPr bwMode="auto">
          <a:xfrm>
            <a:off x="4032752" y="1287464"/>
            <a:ext cx="2399257" cy="5157908"/>
          </a:xfrm>
          <a:prstGeom prst="rect">
            <a:avLst/>
          </a:prstGeom>
          <a:solidFill>
            <a:schemeClr val="accent1">
              <a:lumMod val="20000"/>
              <a:lumOff val="80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en-CN" sz="1800" b="0" i="0" u="none" strike="noStrike" cap="none" normalizeH="0" baseline="0">
              <a:ln>
                <a:noFill/>
              </a:ln>
              <a:solidFill>
                <a:schemeClr val="tx1"/>
              </a:solidFill>
              <a:effectLst/>
              <a:latin typeface="Calibri" pitchFamily="34" charset="0"/>
              <a:ea typeface="宋体" pitchFamily="2" charset="-122"/>
            </a:endParaRPr>
          </a:p>
        </p:txBody>
      </p:sp>
      <p:sp>
        <p:nvSpPr>
          <p:cNvPr id="14" name="Rectangle 13">
            <a:extLst>
              <a:ext uri="{FF2B5EF4-FFF2-40B4-BE49-F238E27FC236}">
                <a16:creationId xmlns:a16="http://schemas.microsoft.com/office/drawing/2014/main" id="{84EAB4B8-3514-3E33-F81B-EF55DFA2E92B}"/>
              </a:ext>
            </a:extLst>
          </p:cNvPr>
          <p:cNvSpPr/>
          <p:nvPr/>
        </p:nvSpPr>
        <p:spPr bwMode="auto">
          <a:xfrm>
            <a:off x="6590393" y="1287464"/>
            <a:ext cx="2399257" cy="5157908"/>
          </a:xfrm>
          <a:prstGeom prst="rect">
            <a:avLst/>
          </a:prstGeom>
          <a:solidFill>
            <a:schemeClr val="accent1">
              <a:lumMod val="20000"/>
              <a:lumOff val="80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en-CN" sz="1800" b="0" i="0" u="none" strike="noStrike" cap="none" normalizeH="0" baseline="0">
              <a:ln>
                <a:noFill/>
              </a:ln>
              <a:solidFill>
                <a:schemeClr val="tx1"/>
              </a:solidFill>
              <a:effectLst/>
              <a:latin typeface="Calibri" pitchFamily="34" charset="0"/>
              <a:ea typeface="宋体" pitchFamily="2" charset="-122"/>
            </a:endParaRPr>
          </a:p>
        </p:txBody>
      </p:sp>
      <p:sp>
        <p:nvSpPr>
          <p:cNvPr id="15" name="Rectangle 14">
            <a:extLst>
              <a:ext uri="{FF2B5EF4-FFF2-40B4-BE49-F238E27FC236}">
                <a16:creationId xmlns:a16="http://schemas.microsoft.com/office/drawing/2014/main" id="{0157E43C-F4C9-7C26-70DD-344CB2DB735B}"/>
              </a:ext>
            </a:extLst>
          </p:cNvPr>
          <p:cNvSpPr/>
          <p:nvPr/>
        </p:nvSpPr>
        <p:spPr bwMode="auto">
          <a:xfrm>
            <a:off x="9111204" y="1287464"/>
            <a:ext cx="2399257" cy="5157908"/>
          </a:xfrm>
          <a:prstGeom prst="rect">
            <a:avLst/>
          </a:prstGeom>
          <a:solidFill>
            <a:schemeClr val="accent1">
              <a:lumMod val="20000"/>
              <a:lumOff val="80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en-CN" sz="1800" b="0" i="0" u="none" strike="noStrike" cap="none" normalizeH="0" baseline="0">
              <a:ln>
                <a:noFill/>
              </a:ln>
              <a:solidFill>
                <a:schemeClr val="tx1"/>
              </a:solidFill>
              <a:effectLst/>
              <a:latin typeface="Calibri" pitchFamily="34" charset="0"/>
              <a:ea typeface="宋体" pitchFamily="2" charset="-122"/>
            </a:endParaRPr>
          </a:p>
        </p:txBody>
      </p:sp>
      <p:sp>
        <p:nvSpPr>
          <p:cNvPr id="16" name="Rounded Rectangle 15">
            <a:extLst>
              <a:ext uri="{FF2B5EF4-FFF2-40B4-BE49-F238E27FC236}">
                <a16:creationId xmlns:a16="http://schemas.microsoft.com/office/drawing/2014/main" id="{5C2FBA54-459E-148B-4E2D-3B3EABEBF0A2}"/>
              </a:ext>
            </a:extLst>
          </p:cNvPr>
          <p:cNvSpPr/>
          <p:nvPr/>
        </p:nvSpPr>
        <p:spPr bwMode="auto">
          <a:xfrm>
            <a:off x="1711209" y="2072720"/>
            <a:ext cx="1957347" cy="95339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原始数据</a:t>
            </a:r>
          </a:p>
          <a:p>
            <a:pPr marL="0" marR="0" indent="0" algn="ctr" defTabSz="914400" rtl="0" eaLnBrk="0" fontAlgn="base" latinLnBrk="0" hangingPunct="0">
              <a:lnSpc>
                <a:spcPct val="100000"/>
              </a:lnSpc>
              <a:spcBef>
                <a:spcPts val="600"/>
              </a:spcBef>
              <a:spcAft>
                <a:spcPct val="0"/>
              </a:spcAft>
              <a:buClrTx/>
              <a:buSzTx/>
              <a:buFont typeface="Arial" pitchFamily="34" charset="0"/>
              <a:buNone/>
              <a:tabLst/>
            </a:pPr>
            <a:r>
              <a:rPr lang="en-CN" sz="1400" b="1" dirty="0">
                <a:solidFill>
                  <a:srgbClr val="FFFF00"/>
                </a:solidFill>
                <a:latin typeface="Microsoft YaHei" panose="020B0503020204020204" pitchFamily="34" charset="-122"/>
                <a:ea typeface="Microsoft YaHei" panose="020B0503020204020204" pitchFamily="34" charset="-122"/>
              </a:rPr>
              <a:t>数千亿</a:t>
            </a:r>
            <a:r>
              <a:rPr lang="en-CN" sz="1400" dirty="0">
                <a:solidFill>
                  <a:schemeClr val="bg1"/>
                </a:solidFill>
                <a:latin typeface="Microsoft YaHei" panose="020B0503020204020204" pitchFamily="34" charset="-122"/>
                <a:ea typeface="Microsoft YaHei" panose="020B0503020204020204" pitchFamily="34" charset="-122"/>
              </a:rPr>
              <a:t>单词</a:t>
            </a:r>
            <a:r>
              <a:rPr lang="zh-CN" altLang="en-US" sz="1400" dirty="0">
                <a:solidFill>
                  <a:schemeClr val="bg1"/>
                </a:solidFill>
                <a:latin typeface="Microsoft YaHei" panose="020B0503020204020204" pitchFamily="34" charset="-122"/>
                <a:ea typeface="Microsoft YaHei" panose="020B0503020204020204" pitchFamily="34" charset="-122"/>
              </a:rPr>
              <a:t>：</a:t>
            </a:r>
            <a:r>
              <a:rPr lang="en-CN" sz="1400" dirty="0">
                <a:solidFill>
                  <a:schemeClr val="bg1"/>
                </a:solidFill>
                <a:latin typeface="Microsoft YaHei" panose="020B0503020204020204" pitchFamily="34" charset="-122"/>
                <a:ea typeface="Microsoft YaHei" panose="020B0503020204020204" pitchFamily="34" charset="-122"/>
              </a:rPr>
              <a:t>图书</a:t>
            </a:r>
            <a:r>
              <a:rPr lang="zh-CN" altLang="en-US" sz="1400" dirty="0">
                <a:solidFill>
                  <a:schemeClr val="bg1"/>
                </a:solidFill>
                <a:latin typeface="Microsoft YaHei" panose="020B0503020204020204" pitchFamily="34" charset="-122"/>
                <a:ea typeface="Microsoft YaHei" panose="020B0503020204020204" pitchFamily="34" charset="-122"/>
              </a:rPr>
              <a:t>、百科、网页等</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17" name="Rounded Rectangle 16">
            <a:extLst>
              <a:ext uri="{FF2B5EF4-FFF2-40B4-BE49-F238E27FC236}">
                <a16:creationId xmlns:a16="http://schemas.microsoft.com/office/drawing/2014/main" id="{EAB8DF03-7F50-C025-B317-A891BB0A0383}"/>
              </a:ext>
            </a:extLst>
          </p:cNvPr>
          <p:cNvSpPr/>
          <p:nvPr/>
        </p:nvSpPr>
        <p:spPr bwMode="auto">
          <a:xfrm>
            <a:off x="1711209" y="3456878"/>
            <a:ext cx="1957347" cy="70214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语言模型预训练</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18" name="Rounded Rectangle 17">
            <a:extLst>
              <a:ext uri="{FF2B5EF4-FFF2-40B4-BE49-F238E27FC236}">
                <a16:creationId xmlns:a16="http://schemas.microsoft.com/office/drawing/2014/main" id="{5F873F54-FB30-4E5C-019F-866D875B683D}"/>
              </a:ext>
            </a:extLst>
          </p:cNvPr>
          <p:cNvSpPr/>
          <p:nvPr/>
        </p:nvSpPr>
        <p:spPr bwMode="auto">
          <a:xfrm>
            <a:off x="1711209" y="4589787"/>
            <a:ext cx="1957347" cy="52862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dirty="0">
                <a:solidFill>
                  <a:schemeClr val="bg1"/>
                </a:solidFill>
                <a:latin typeface="Microsoft YaHei" panose="020B0503020204020204" pitchFamily="34" charset="-122"/>
                <a:ea typeface="Microsoft YaHei" panose="020B0503020204020204" pitchFamily="34" charset="-122"/>
              </a:rPr>
              <a:t>基础模型</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19" name="TextBox 18">
            <a:extLst>
              <a:ext uri="{FF2B5EF4-FFF2-40B4-BE49-F238E27FC236}">
                <a16:creationId xmlns:a16="http://schemas.microsoft.com/office/drawing/2014/main" id="{EDCBFAC7-1FD5-0FC4-0793-7D0B519C1D72}"/>
              </a:ext>
            </a:extLst>
          </p:cNvPr>
          <p:cNvSpPr txBox="1"/>
          <p:nvPr/>
        </p:nvSpPr>
        <p:spPr>
          <a:xfrm>
            <a:off x="1670939" y="1450821"/>
            <a:ext cx="2037885" cy="461665"/>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2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预训练阶段</a:t>
            </a:r>
            <a:endParaRPr kumimoji="0" lang="en-CN"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0" name="TextBox 19">
            <a:extLst>
              <a:ext uri="{FF2B5EF4-FFF2-40B4-BE49-F238E27FC236}">
                <a16:creationId xmlns:a16="http://schemas.microsoft.com/office/drawing/2014/main" id="{BF13529D-D561-64CC-0593-427460252C27}"/>
              </a:ext>
            </a:extLst>
          </p:cNvPr>
          <p:cNvSpPr txBox="1"/>
          <p:nvPr/>
        </p:nvSpPr>
        <p:spPr>
          <a:xfrm>
            <a:off x="-180744" y="2338012"/>
            <a:ext cx="2037885" cy="369332"/>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数据集合</a:t>
            </a:r>
            <a:endPar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1" name="TextBox 20">
            <a:extLst>
              <a:ext uri="{FF2B5EF4-FFF2-40B4-BE49-F238E27FC236}">
                <a16:creationId xmlns:a16="http://schemas.microsoft.com/office/drawing/2014/main" id="{D31F8A92-4CB5-48FE-50ED-2E8361CE14A0}"/>
              </a:ext>
            </a:extLst>
          </p:cNvPr>
          <p:cNvSpPr txBox="1"/>
          <p:nvPr/>
        </p:nvSpPr>
        <p:spPr>
          <a:xfrm>
            <a:off x="-180744" y="3620236"/>
            <a:ext cx="2037885" cy="369332"/>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算法</a:t>
            </a:r>
            <a:endPar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2" name="TextBox 21">
            <a:extLst>
              <a:ext uri="{FF2B5EF4-FFF2-40B4-BE49-F238E27FC236}">
                <a16:creationId xmlns:a16="http://schemas.microsoft.com/office/drawing/2014/main" id="{3EC0DF82-99A3-33E4-7AA5-3738D9C9BD8C}"/>
              </a:ext>
            </a:extLst>
          </p:cNvPr>
          <p:cNvSpPr txBox="1"/>
          <p:nvPr/>
        </p:nvSpPr>
        <p:spPr>
          <a:xfrm>
            <a:off x="-180744" y="4681118"/>
            <a:ext cx="2037885" cy="369332"/>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模型</a:t>
            </a:r>
            <a:endPar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3" name="TextBox 22">
            <a:extLst>
              <a:ext uri="{FF2B5EF4-FFF2-40B4-BE49-F238E27FC236}">
                <a16:creationId xmlns:a16="http://schemas.microsoft.com/office/drawing/2014/main" id="{B8BB638A-7D82-D14C-7968-A5149E2F7FF7}"/>
              </a:ext>
            </a:extLst>
          </p:cNvPr>
          <p:cNvSpPr txBox="1"/>
          <p:nvPr/>
        </p:nvSpPr>
        <p:spPr>
          <a:xfrm>
            <a:off x="-180744" y="5618442"/>
            <a:ext cx="2037885" cy="369332"/>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资源需求</a:t>
            </a:r>
            <a:endPar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4" name="TextBox 23">
            <a:extLst>
              <a:ext uri="{FF2B5EF4-FFF2-40B4-BE49-F238E27FC236}">
                <a16:creationId xmlns:a16="http://schemas.microsoft.com/office/drawing/2014/main" id="{A1DE9B18-FE78-B5BF-43D2-ACFBC59E2AFC}"/>
              </a:ext>
            </a:extLst>
          </p:cNvPr>
          <p:cNvSpPr txBox="1"/>
          <p:nvPr/>
        </p:nvSpPr>
        <p:spPr>
          <a:xfrm>
            <a:off x="1490252" y="5404161"/>
            <a:ext cx="2399257" cy="800219"/>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US" altLang="zh-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1000+GPU</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sz="1400" b="1" dirty="0">
                <a:solidFill>
                  <a:srgbClr val="0070C0"/>
                </a:solidFill>
                <a:latin typeface="Microsoft YaHei" panose="020B0503020204020204" pitchFamily="34" charset="-122"/>
                <a:ea typeface="Microsoft YaHei" panose="020B0503020204020204" pitchFamily="34" charset="-122"/>
              </a:rPr>
              <a:t>月级别训练时间</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GPT</a:t>
            </a:r>
            <a:r>
              <a:rPr kumimoji="0" lang="zh-CN" altLang="en-US"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 </a:t>
            </a:r>
            <a:r>
              <a:rPr kumimoji="0" lang="en-US" altLang="zh-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3.0</a:t>
            </a:r>
            <a:r>
              <a:rPr lang="zh-CN" altLang="en-US" sz="1400" b="1" dirty="0">
                <a:solidFill>
                  <a:srgbClr val="0070C0"/>
                </a:solidFill>
                <a:latin typeface="Microsoft YaHei" panose="020B0503020204020204" pitchFamily="34" charset="-122"/>
                <a:ea typeface="Microsoft YaHei" panose="020B0503020204020204" pitchFamily="34" charset="-122"/>
              </a:rPr>
              <a:t>、</a:t>
            </a:r>
            <a:r>
              <a:rPr lang="en-US" altLang="zh-CN" sz="1400" b="1" dirty="0" err="1">
                <a:solidFill>
                  <a:srgbClr val="0070C0"/>
                </a:solidFill>
                <a:latin typeface="Microsoft YaHei" panose="020B0503020204020204" pitchFamily="34" charset="-122"/>
                <a:ea typeface="Microsoft YaHei" panose="020B0503020204020204" pitchFamily="34" charset="-122"/>
              </a:rPr>
              <a:t>LLaMa</a:t>
            </a:r>
            <a:r>
              <a:rPr lang="zh-CN" altLang="en-US" sz="1400" b="1" dirty="0">
                <a:solidFill>
                  <a:srgbClr val="0070C0"/>
                </a:solidFill>
                <a:latin typeface="Microsoft YaHei" panose="020B0503020204020204" pitchFamily="34" charset="-122"/>
                <a:ea typeface="Microsoft YaHei" panose="020B0503020204020204" pitchFamily="34" charset="-122"/>
              </a:rPr>
              <a:t>、</a:t>
            </a:r>
            <a:r>
              <a:rPr lang="en-US" altLang="zh-CN" sz="1400" b="1" dirty="0" err="1">
                <a:solidFill>
                  <a:srgbClr val="0070C0"/>
                </a:solidFill>
                <a:latin typeface="Microsoft YaHei" panose="020B0503020204020204" pitchFamily="34" charset="-122"/>
                <a:ea typeface="Microsoft YaHei" panose="020B0503020204020204" pitchFamily="34" charset="-122"/>
              </a:rPr>
              <a:t>PaLM</a:t>
            </a:r>
            <a:endPar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5" name="Rounded Rectangle 24">
            <a:extLst>
              <a:ext uri="{FF2B5EF4-FFF2-40B4-BE49-F238E27FC236}">
                <a16:creationId xmlns:a16="http://schemas.microsoft.com/office/drawing/2014/main" id="{29B933BF-066F-B85F-8E5D-C6C08C52BA9C}"/>
              </a:ext>
            </a:extLst>
          </p:cNvPr>
          <p:cNvSpPr/>
          <p:nvPr/>
        </p:nvSpPr>
        <p:spPr bwMode="auto">
          <a:xfrm>
            <a:off x="4273722" y="2071558"/>
            <a:ext cx="1957347" cy="95339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标注用户指令</a:t>
            </a:r>
          </a:p>
          <a:p>
            <a:pPr marL="0" marR="0" indent="0" algn="ctr" defTabSz="914400" rtl="0" eaLnBrk="0" fontAlgn="base" latinLnBrk="0" hangingPunct="0">
              <a:lnSpc>
                <a:spcPct val="100000"/>
              </a:lnSpc>
              <a:spcBef>
                <a:spcPts val="600"/>
              </a:spcBef>
              <a:spcAft>
                <a:spcPct val="0"/>
              </a:spcAft>
              <a:buClrTx/>
              <a:buSzTx/>
              <a:buFont typeface="Arial" pitchFamily="34" charset="0"/>
              <a:buNone/>
              <a:tabLst/>
            </a:pPr>
            <a:r>
              <a:rPr lang="en-CN" sz="1400" b="1" dirty="0">
                <a:solidFill>
                  <a:srgbClr val="FFFF00"/>
                </a:solidFill>
                <a:latin typeface="Microsoft YaHei" panose="020B0503020204020204" pitchFamily="34" charset="-122"/>
                <a:ea typeface="Microsoft YaHei" panose="020B0503020204020204" pitchFamily="34" charset="-122"/>
              </a:rPr>
              <a:t>数万</a:t>
            </a:r>
            <a:r>
              <a:rPr lang="en-CN" sz="1400" dirty="0">
                <a:solidFill>
                  <a:schemeClr val="bg1"/>
                </a:solidFill>
                <a:latin typeface="Microsoft YaHei" panose="020B0503020204020204" pitchFamily="34" charset="-122"/>
                <a:ea typeface="Microsoft YaHei" panose="020B0503020204020204" pitchFamily="34" charset="-122"/>
              </a:rPr>
              <a:t>用户指令和对应的答案</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26" name="Rounded Rectangle 25">
            <a:extLst>
              <a:ext uri="{FF2B5EF4-FFF2-40B4-BE49-F238E27FC236}">
                <a16:creationId xmlns:a16="http://schemas.microsoft.com/office/drawing/2014/main" id="{E839814E-E5C9-B378-2437-5C209883FC5B}"/>
              </a:ext>
            </a:extLst>
          </p:cNvPr>
          <p:cNvSpPr/>
          <p:nvPr/>
        </p:nvSpPr>
        <p:spPr bwMode="auto">
          <a:xfrm>
            <a:off x="4273722" y="3455716"/>
            <a:ext cx="1957347" cy="70214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语言模型预训练</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27" name="Rounded Rectangle 26">
            <a:extLst>
              <a:ext uri="{FF2B5EF4-FFF2-40B4-BE49-F238E27FC236}">
                <a16:creationId xmlns:a16="http://schemas.microsoft.com/office/drawing/2014/main" id="{3A41ED95-73C8-BB99-E6D7-1E8E5D8518F5}"/>
              </a:ext>
            </a:extLst>
          </p:cNvPr>
          <p:cNvSpPr/>
          <p:nvPr/>
        </p:nvSpPr>
        <p:spPr bwMode="auto">
          <a:xfrm>
            <a:off x="4273722" y="4588625"/>
            <a:ext cx="1957347" cy="52862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dirty="0">
                <a:solidFill>
                  <a:schemeClr val="bg1"/>
                </a:solidFill>
                <a:latin typeface="Microsoft YaHei" panose="020B0503020204020204" pitchFamily="34" charset="-122"/>
                <a:ea typeface="Microsoft YaHei" panose="020B0503020204020204" pitchFamily="34" charset="-122"/>
              </a:rPr>
              <a:t>SFT</a:t>
            </a:r>
            <a:r>
              <a:rPr lang="zh-CN" altLang="en-US" dirty="0">
                <a:solidFill>
                  <a:schemeClr val="bg1"/>
                </a:solidFill>
                <a:latin typeface="Microsoft YaHei" panose="020B0503020204020204" pitchFamily="34" charset="-122"/>
                <a:ea typeface="Microsoft YaHei" panose="020B0503020204020204" pitchFamily="34" charset="-122"/>
              </a:rPr>
              <a:t> 模型</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28" name="TextBox 27">
            <a:extLst>
              <a:ext uri="{FF2B5EF4-FFF2-40B4-BE49-F238E27FC236}">
                <a16:creationId xmlns:a16="http://schemas.microsoft.com/office/drawing/2014/main" id="{C10EBF4C-27EA-0A13-C701-5D0076226A6A}"/>
              </a:ext>
            </a:extLst>
          </p:cNvPr>
          <p:cNvSpPr txBox="1"/>
          <p:nvPr/>
        </p:nvSpPr>
        <p:spPr>
          <a:xfrm>
            <a:off x="4052765" y="5402999"/>
            <a:ext cx="2399257" cy="1015663"/>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US" altLang="zh-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1-100GPU</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sz="1400" b="1" dirty="0">
                <a:solidFill>
                  <a:srgbClr val="0070C0"/>
                </a:solidFill>
                <a:latin typeface="Microsoft YaHei" panose="020B0503020204020204" pitchFamily="34" charset="-122"/>
                <a:ea typeface="Microsoft YaHei" panose="020B0503020204020204" pitchFamily="34" charset="-122"/>
              </a:rPr>
              <a:t>天级别训练时间</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MOSS</a:t>
            </a:r>
            <a:r>
              <a:rPr kumimoji="0" lang="zh-CN" altLang="en-US"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a:t>
            </a:r>
            <a:r>
              <a:rPr kumimoji="0" lang="en-US" altLang="zh-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ChatGLM6b</a:t>
            </a:r>
            <a:r>
              <a:rPr kumimoji="0" lang="zh-CN" altLang="en-US"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a:t>
            </a:r>
            <a:r>
              <a:rPr kumimoji="0" lang="en-US" altLang="zh-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Vicuna-13B</a:t>
            </a:r>
            <a:r>
              <a:rPr kumimoji="0" lang="zh-CN" altLang="en-US"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等</a:t>
            </a:r>
            <a:endParaRPr kumimoji="0" lang="en-CN" sz="1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29" name="TextBox 28">
            <a:extLst>
              <a:ext uri="{FF2B5EF4-FFF2-40B4-BE49-F238E27FC236}">
                <a16:creationId xmlns:a16="http://schemas.microsoft.com/office/drawing/2014/main" id="{5972DBEE-D0A9-4217-4E6F-8A2784AE4D8B}"/>
              </a:ext>
            </a:extLst>
          </p:cNvPr>
          <p:cNvSpPr txBox="1"/>
          <p:nvPr/>
        </p:nvSpPr>
        <p:spPr>
          <a:xfrm>
            <a:off x="4233450" y="1450821"/>
            <a:ext cx="2037885" cy="461665"/>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2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指令微调</a:t>
            </a:r>
            <a:endParaRPr kumimoji="0" lang="en-CN"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30" name="Rounded Rectangle 29">
            <a:extLst>
              <a:ext uri="{FF2B5EF4-FFF2-40B4-BE49-F238E27FC236}">
                <a16:creationId xmlns:a16="http://schemas.microsoft.com/office/drawing/2014/main" id="{733CD7C5-647E-80E8-554C-F7A06B80BB36}"/>
              </a:ext>
            </a:extLst>
          </p:cNvPr>
          <p:cNvSpPr/>
          <p:nvPr/>
        </p:nvSpPr>
        <p:spPr bwMode="auto">
          <a:xfrm>
            <a:off x="6836235" y="2071558"/>
            <a:ext cx="1957347" cy="95339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标注对比对</a:t>
            </a:r>
          </a:p>
          <a:p>
            <a:pPr marL="0" marR="0" indent="0" algn="ctr" defTabSz="914400" rtl="0" eaLnBrk="0" fontAlgn="base" latinLnBrk="0" hangingPunct="0">
              <a:lnSpc>
                <a:spcPct val="100000"/>
              </a:lnSpc>
              <a:spcBef>
                <a:spcPts val="600"/>
              </a:spcBef>
              <a:spcAft>
                <a:spcPct val="0"/>
              </a:spcAft>
              <a:buClrTx/>
              <a:buSzTx/>
              <a:buFont typeface="Arial" pitchFamily="34" charset="0"/>
              <a:buNone/>
              <a:tabLst/>
            </a:pPr>
            <a:r>
              <a:rPr lang="en-CN" sz="1400" b="1" dirty="0">
                <a:solidFill>
                  <a:srgbClr val="FFFF00"/>
                </a:solidFill>
                <a:latin typeface="Microsoft YaHei" panose="020B0503020204020204" pitchFamily="34" charset="-122"/>
                <a:ea typeface="Microsoft YaHei" panose="020B0503020204020204" pitchFamily="34" charset="-122"/>
              </a:rPr>
              <a:t>百万</a:t>
            </a:r>
            <a:r>
              <a:rPr lang="en-CN" sz="1400" dirty="0">
                <a:solidFill>
                  <a:schemeClr val="bg1"/>
                </a:solidFill>
                <a:latin typeface="Microsoft YaHei" panose="020B0503020204020204" pitchFamily="34" charset="-122"/>
                <a:ea typeface="Microsoft YaHei" panose="020B0503020204020204" pitchFamily="34" charset="-122"/>
              </a:rPr>
              <a:t>标注对比对</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31" name="Rounded Rectangle 30">
            <a:extLst>
              <a:ext uri="{FF2B5EF4-FFF2-40B4-BE49-F238E27FC236}">
                <a16:creationId xmlns:a16="http://schemas.microsoft.com/office/drawing/2014/main" id="{8E7CE515-16C6-5658-A3BB-97C9DDF117CC}"/>
              </a:ext>
            </a:extLst>
          </p:cNvPr>
          <p:cNvSpPr/>
          <p:nvPr/>
        </p:nvSpPr>
        <p:spPr bwMode="auto">
          <a:xfrm>
            <a:off x="6836235" y="3455716"/>
            <a:ext cx="1957347" cy="70214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dirty="0">
                <a:solidFill>
                  <a:schemeClr val="bg1"/>
                </a:solidFill>
                <a:latin typeface="Microsoft YaHei" panose="020B0503020204020204" pitchFamily="34" charset="-122"/>
                <a:ea typeface="Microsoft YaHei" panose="020B0503020204020204" pitchFamily="34" charset="-122"/>
              </a:rPr>
              <a:t>二分类模型</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32" name="Rounded Rectangle 31">
            <a:extLst>
              <a:ext uri="{FF2B5EF4-FFF2-40B4-BE49-F238E27FC236}">
                <a16:creationId xmlns:a16="http://schemas.microsoft.com/office/drawing/2014/main" id="{DDB627C4-3950-1C91-B04F-CB99EEBEFF06}"/>
              </a:ext>
            </a:extLst>
          </p:cNvPr>
          <p:cNvSpPr/>
          <p:nvPr/>
        </p:nvSpPr>
        <p:spPr bwMode="auto">
          <a:xfrm>
            <a:off x="6836235" y="4588625"/>
            <a:ext cx="1957347" cy="52862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dirty="0">
                <a:solidFill>
                  <a:schemeClr val="bg1"/>
                </a:solidFill>
                <a:latin typeface="Microsoft YaHei" panose="020B0503020204020204" pitchFamily="34" charset="-122"/>
                <a:ea typeface="Microsoft YaHei" panose="020B0503020204020204" pitchFamily="34" charset="-122"/>
              </a:rPr>
              <a:t>RM</a:t>
            </a:r>
            <a:r>
              <a:rPr lang="zh-CN" altLang="en-US" dirty="0">
                <a:solidFill>
                  <a:schemeClr val="bg1"/>
                </a:solidFill>
                <a:latin typeface="Microsoft YaHei" panose="020B0503020204020204" pitchFamily="34" charset="-122"/>
                <a:ea typeface="Microsoft YaHei" panose="020B0503020204020204" pitchFamily="34" charset="-122"/>
              </a:rPr>
              <a:t> 模型</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33" name="TextBox 32">
            <a:extLst>
              <a:ext uri="{FF2B5EF4-FFF2-40B4-BE49-F238E27FC236}">
                <a16:creationId xmlns:a16="http://schemas.microsoft.com/office/drawing/2014/main" id="{A2EDC51A-D258-4A68-3B9C-789BD8DD9C6F}"/>
              </a:ext>
            </a:extLst>
          </p:cNvPr>
          <p:cNvSpPr txBox="1"/>
          <p:nvPr/>
        </p:nvSpPr>
        <p:spPr>
          <a:xfrm>
            <a:off x="6615278" y="5402999"/>
            <a:ext cx="2399257" cy="584775"/>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US" altLang="zh-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1-100GPU</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sz="1400" b="1" dirty="0">
                <a:solidFill>
                  <a:srgbClr val="0070C0"/>
                </a:solidFill>
                <a:latin typeface="Microsoft YaHei" panose="020B0503020204020204" pitchFamily="34" charset="-122"/>
                <a:ea typeface="Microsoft YaHei" panose="020B0503020204020204" pitchFamily="34" charset="-122"/>
              </a:rPr>
              <a:t>天级别训练时间</a:t>
            </a:r>
          </a:p>
        </p:txBody>
      </p:sp>
      <p:sp>
        <p:nvSpPr>
          <p:cNvPr id="34" name="TextBox 33">
            <a:extLst>
              <a:ext uri="{FF2B5EF4-FFF2-40B4-BE49-F238E27FC236}">
                <a16:creationId xmlns:a16="http://schemas.microsoft.com/office/drawing/2014/main" id="{B4FA80A8-49F6-376C-B6B3-73B6EFBA893F}"/>
              </a:ext>
            </a:extLst>
          </p:cNvPr>
          <p:cNvSpPr txBox="1"/>
          <p:nvPr/>
        </p:nvSpPr>
        <p:spPr>
          <a:xfrm>
            <a:off x="6795963" y="1450821"/>
            <a:ext cx="2037885" cy="461665"/>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2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奖励函数</a:t>
            </a:r>
            <a:endParaRPr kumimoji="0" lang="en-CN"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35" name="Rounded Rectangle 34">
            <a:extLst>
              <a:ext uri="{FF2B5EF4-FFF2-40B4-BE49-F238E27FC236}">
                <a16:creationId xmlns:a16="http://schemas.microsoft.com/office/drawing/2014/main" id="{DEFC7A9F-1846-E8BA-6202-58F6F000D7C3}"/>
              </a:ext>
            </a:extLst>
          </p:cNvPr>
          <p:cNvSpPr/>
          <p:nvPr/>
        </p:nvSpPr>
        <p:spPr bwMode="auto">
          <a:xfrm>
            <a:off x="9348978" y="2071558"/>
            <a:ext cx="1957347" cy="953392"/>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1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用户指令</a:t>
            </a:r>
          </a:p>
          <a:p>
            <a:pPr marL="0" marR="0" indent="0" algn="ctr" defTabSz="914400" rtl="0" eaLnBrk="0" fontAlgn="base" latinLnBrk="0" hangingPunct="0">
              <a:lnSpc>
                <a:spcPct val="100000"/>
              </a:lnSpc>
              <a:spcBef>
                <a:spcPts val="600"/>
              </a:spcBef>
              <a:spcAft>
                <a:spcPct val="0"/>
              </a:spcAft>
              <a:buClrTx/>
              <a:buSzTx/>
              <a:buFont typeface="Arial" pitchFamily="34" charset="0"/>
              <a:buNone/>
              <a:tabLst/>
            </a:pPr>
            <a:r>
              <a:rPr lang="en-CN" sz="1400" b="1" dirty="0">
                <a:solidFill>
                  <a:srgbClr val="FFFF00"/>
                </a:solidFill>
                <a:latin typeface="Microsoft YaHei" panose="020B0503020204020204" pitchFamily="34" charset="-122"/>
                <a:ea typeface="Microsoft YaHei" panose="020B0503020204020204" pitchFamily="34" charset="-122"/>
              </a:rPr>
              <a:t>十万</a:t>
            </a:r>
            <a:r>
              <a:rPr lang="en-CN" sz="1400" dirty="0">
                <a:solidFill>
                  <a:schemeClr val="bg1"/>
                </a:solidFill>
                <a:latin typeface="Microsoft YaHei" panose="020B0503020204020204" pitchFamily="34" charset="-122"/>
                <a:ea typeface="Microsoft YaHei" panose="020B0503020204020204" pitchFamily="34" charset="-122"/>
              </a:rPr>
              <a:t>用户指令</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36" name="Rounded Rectangle 35">
            <a:extLst>
              <a:ext uri="{FF2B5EF4-FFF2-40B4-BE49-F238E27FC236}">
                <a16:creationId xmlns:a16="http://schemas.microsoft.com/office/drawing/2014/main" id="{555F91D3-BAE1-903A-8DAB-9454AA2A2097}"/>
              </a:ext>
            </a:extLst>
          </p:cNvPr>
          <p:cNvSpPr/>
          <p:nvPr/>
        </p:nvSpPr>
        <p:spPr bwMode="auto">
          <a:xfrm>
            <a:off x="9348978" y="3455716"/>
            <a:ext cx="1957347" cy="70214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dirty="0">
                <a:solidFill>
                  <a:schemeClr val="bg1"/>
                </a:solidFill>
                <a:latin typeface="Microsoft YaHei" panose="020B0503020204020204" pitchFamily="34" charset="-122"/>
                <a:ea typeface="Microsoft YaHei" panose="020B0503020204020204" pitchFamily="34" charset="-122"/>
              </a:rPr>
              <a:t>强化学习方法</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37" name="Rounded Rectangle 36">
            <a:extLst>
              <a:ext uri="{FF2B5EF4-FFF2-40B4-BE49-F238E27FC236}">
                <a16:creationId xmlns:a16="http://schemas.microsoft.com/office/drawing/2014/main" id="{8B485D9A-2115-4D3E-C523-48C82BAE7253}"/>
              </a:ext>
            </a:extLst>
          </p:cNvPr>
          <p:cNvSpPr/>
          <p:nvPr/>
        </p:nvSpPr>
        <p:spPr bwMode="auto">
          <a:xfrm>
            <a:off x="9348978" y="4588625"/>
            <a:ext cx="1957347" cy="528626"/>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dirty="0">
                <a:solidFill>
                  <a:schemeClr val="bg1"/>
                </a:solidFill>
                <a:latin typeface="Microsoft YaHei" panose="020B0503020204020204" pitchFamily="34" charset="-122"/>
                <a:ea typeface="Microsoft YaHei" panose="020B0503020204020204" pitchFamily="34" charset="-122"/>
              </a:rPr>
              <a:t>RL</a:t>
            </a:r>
            <a:r>
              <a:rPr lang="zh-CN" altLang="en-US" dirty="0">
                <a:solidFill>
                  <a:schemeClr val="bg1"/>
                </a:solidFill>
                <a:latin typeface="Microsoft YaHei" panose="020B0503020204020204" pitchFamily="34" charset="-122"/>
                <a:ea typeface="Microsoft YaHei" panose="020B0503020204020204" pitchFamily="34" charset="-122"/>
              </a:rPr>
              <a:t> 模型</a:t>
            </a:r>
            <a:endParaRPr kumimoji="0" lang="en-CN" sz="14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p:txBody>
      </p:sp>
      <p:sp>
        <p:nvSpPr>
          <p:cNvPr id="38" name="TextBox 37">
            <a:extLst>
              <a:ext uri="{FF2B5EF4-FFF2-40B4-BE49-F238E27FC236}">
                <a16:creationId xmlns:a16="http://schemas.microsoft.com/office/drawing/2014/main" id="{5334515C-AC93-E561-CD25-9C387D001B04}"/>
              </a:ext>
            </a:extLst>
          </p:cNvPr>
          <p:cNvSpPr txBox="1"/>
          <p:nvPr/>
        </p:nvSpPr>
        <p:spPr>
          <a:xfrm>
            <a:off x="9128021" y="5402999"/>
            <a:ext cx="2399257" cy="800219"/>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US" altLang="zh-CN" sz="18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1-100GPU</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sz="1400" b="1" dirty="0">
                <a:solidFill>
                  <a:srgbClr val="0070C0"/>
                </a:solidFill>
                <a:latin typeface="Microsoft YaHei" panose="020B0503020204020204" pitchFamily="34" charset="-122"/>
                <a:ea typeface="Microsoft YaHei" panose="020B0503020204020204" pitchFamily="34" charset="-122"/>
              </a:rPr>
              <a:t>天级别训练时间</a:t>
            </a:r>
          </a:p>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lang="en-CN" sz="1400" b="1" dirty="0">
                <a:solidFill>
                  <a:srgbClr val="0070C0"/>
                </a:solidFill>
                <a:latin typeface="Microsoft YaHei" panose="020B0503020204020204" pitchFamily="34" charset="-122"/>
                <a:ea typeface="Microsoft YaHei" panose="020B0503020204020204" pitchFamily="34" charset="-122"/>
              </a:rPr>
              <a:t>ChatGPT</a:t>
            </a:r>
            <a:r>
              <a:rPr lang="zh-CN" altLang="en-US" sz="1400" b="1" dirty="0">
                <a:solidFill>
                  <a:srgbClr val="0070C0"/>
                </a:solidFill>
                <a:latin typeface="Microsoft YaHei" panose="020B0503020204020204" pitchFamily="34" charset="-122"/>
                <a:ea typeface="Microsoft YaHei" panose="020B0503020204020204" pitchFamily="34" charset="-122"/>
              </a:rPr>
              <a:t>、</a:t>
            </a:r>
            <a:r>
              <a:rPr lang="en-US" altLang="zh-CN" sz="1400" b="1" dirty="0">
                <a:solidFill>
                  <a:srgbClr val="0070C0"/>
                </a:solidFill>
                <a:latin typeface="Microsoft YaHei" panose="020B0503020204020204" pitchFamily="34" charset="-122"/>
                <a:ea typeface="Microsoft YaHei" panose="020B0503020204020204" pitchFamily="34" charset="-122"/>
              </a:rPr>
              <a:t>Claude</a:t>
            </a:r>
            <a:endParaRPr lang="en-CN" sz="1400" b="1" dirty="0">
              <a:solidFill>
                <a:srgbClr val="0070C0"/>
              </a:solidFill>
              <a:latin typeface="Microsoft YaHei" panose="020B0503020204020204" pitchFamily="34" charset="-122"/>
              <a:ea typeface="Microsoft YaHei" panose="020B0503020204020204" pitchFamily="34" charset="-122"/>
            </a:endParaRPr>
          </a:p>
        </p:txBody>
      </p:sp>
      <p:sp>
        <p:nvSpPr>
          <p:cNvPr id="39" name="TextBox 38">
            <a:extLst>
              <a:ext uri="{FF2B5EF4-FFF2-40B4-BE49-F238E27FC236}">
                <a16:creationId xmlns:a16="http://schemas.microsoft.com/office/drawing/2014/main" id="{692DD360-B796-5638-87FB-FC2104E9F48B}"/>
              </a:ext>
            </a:extLst>
          </p:cNvPr>
          <p:cNvSpPr txBox="1"/>
          <p:nvPr/>
        </p:nvSpPr>
        <p:spPr>
          <a:xfrm>
            <a:off x="9308706" y="1450821"/>
            <a:ext cx="2037885" cy="461665"/>
          </a:xfrm>
          <a:prstGeom prst="rect">
            <a:avLst/>
          </a:prstGeom>
          <a:noFill/>
        </p:spPr>
        <p:txBody>
          <a:bodyPr wrap="square">
            <a:spAutoFit/>
          </a:bodyPr>
          <a:lstStyle/>
          <a:p>
            <a:pPr marL="0" marR="0" indent="0" algn="ctr" defTabSz="914400" rtl="0" eaLnBrk="0" fontAlgn="base" latinLnBrk="0" hangingPunct="0">
              <a:lnSpc>
                <a:spcPct val="100000"/>
              </a:lnSpc>
              <a:spcBef>
                <a:spcPct val="0"/>
              </a:spcBef>
              <a:spcAft>
                <a:spcPct val="0"/>
              </a:spcAft>
              <a:buClrTx/>
              <a:buSzTx/>
              <a:buFont typeface="Arial" pitchFamily="34" charset="0"/>
              <a:buNone/>
              <a:tabLst/>
            </a:pPr>
            <a:r>
              <a:rPr kumimoji="0" lang="en-CN" sz="2400"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rPr>
              <a:t>强化学习</a:t>
            </a:r>
            <a:endParaRPr kumimoji="0" lang="en-CN" b="1" i="0" u="none" strike="noStrike" cap="none" normalizeH="0" baseline="0" dirty="0">
              <a:ln>
                <a:noFill/>
              </a:ln>
              <a:solidFill>
                <a:srgbClr val="0070C0"/>
              </a:solidFill>
              <a:effectLst/>
              <a:latin typeface="Microsoft YaHei" panose="020B0503020204020204" pitchFamily="34" charset="-122"/>
              <a:ea typeface="Microsoft YaHei" panose="020B0503020204020204" pitchFamily="34" charset="-122"/>
            </a:endParaRPr>
          </a:p>
        </p:txBody>
      </p:sp>
      <p:sp>
        <p:nvSpPr>
          <p:cNvPr id="40" name="TextBox 39">
            <a:extLst>
              <a:ext uri="{FF2B5EF4-FFF2-40B4-BE49-F238E27FC236}">
                <a16:creationId xmlns:a16="http://schemas.microsoft.com/office/drawing/2014/main" id="{BFA8F9CB-88A3-65B0-BD7B-731695FE5B09}"/>
              </a:ext>
            </a:extLst>
          </p:cNvPr>
          <p:cNvSpPr txBox="1"/>
          <p:nvPr/>
        </p:nvSpPr>
        <p:spPr>
          <a:xfrm>
            <a:off x="1182047" y="6475353"/>
            <a:ext cx="6183350" cy="369332"/>
          </a:xfrm>
          <a:prstGeom prst="rect">
            <a:avLst/>
          </a:prstGeom>
          <a:noFill/>
        </p:spPr>
        <p:txBody>
          <a:bodyPr wrap="square">
            <a:spAutoFit/>
          </a:bodyPr>
          <a:lstStyle/>
          <a:p>
            <a:pPr algn="l"/>
            <a:r>
              <a:rPr lang="en-US" altLang="zh-CN" b="0" i="0" dirty="0">
                <a:solidFill>
                  <a:srgbClr val="212529"/>
                </a:solidFill>
                <a:effectLst/>
                <a:latin typeface="Muli"/>
              </a:rPr>
              <a:t>State of GPT,</a:t>
            </a:r>
            <a:r>
              <a:rPr lang="zh-CN" altLang="en-US" b="0" i="0" dirty="0">
                <a:solidFill>
                  <a:srgbClr val="212529"/>
                </a:solidFill>
                <a:effectLst/>
                <a:latin typeface="Muli"/>
              </a:rPr>
              <a:t> </a:t>
            </a:r>
            <a:r>
              <a:rPr lang="en-US" altLang="zh-CN" b="0" i="0" dirty="0">
                <a:solidFill>
                  <a:srgbClr val="212529"/>
                </a:solidFill>
                <a:effectLst/>
                <a:latin typeface="Muli"/>
              </a:rPr>
              <a:t>Microsoft</a:t>
            </a:r>
            <a:r>
              <a:rPr lang="zh-CN" altLang="en-US" b="0" i="0" dirty="0">
                <a:solidFill>
                  <a:srgbClr val="212529"/>
                </a:solidFill>
                <a:effectLst/>
                <a:latin typeface="Muli"/>
              </a:rPr>
              <a:t> </a:t>
            </a:r>
            <a:r>
              <a:rPr lang="en-US" altLang="zh-CN" b="0" i="0" dirty="0">
                <a:solidFill>
                  <a:srgbClr val="212529"/>
                </a:solidFill>
                <a:effectLst/>
                <a:latin typeface="Muli"/>
              </a:rPr>
              <a:t>Build</a:t>
            </a:r>
            <a:r>
              <a:rPr lang="zh-CN" altLang="en-US" b="0" i="0" dirty="0">
                <a:solidFill>
                  <a:srgbClr val="212529"/>
                </a:solidFill>
                <a:effectLst/>
                <a:latin typeface="Muli"/>
              </a:rPr>
              <a:t> </a:t>
            </a:r>
            <a:r>
              <a:rPr lang="en-US" altLang="zh-CN" b="0" i="0" dirty="0">
                <a:solidFill>
                  <a:srgbClr val="212529"/>
                </a:solidFill>
                <a:effectLst/>
                <a:latin typeface="Muli"/>
              </a:rPr>
              <a:t>2023,</a:t>
            </a:r>
            <a:r>
              <a:rPr lang="zh-CN" altLang="en-US" b="0" i="0" dirty="0">
                <a:solidFill>
                  <a:srgbClr val="212529"/>
                </a:solidFill>
                <a:effectLst/>
                <a:latin typeface="Muli"/>
              </a:rPr>
              <a:t> </a:t>
            </a:r>
            <a:r>
              <a:rPr lang="en-US" b="0" i="0" dirty="0">
                <a:solidFill>
                  <a:srgbClr val="212529"/>
                </a:solidFill>
                <a:effectLst/>
                <a:latin typeface="Muli"/>
              </a:rPr>
              <a:t>Andrej </a:t>
            </a:r>
            <a:r>
              <a:rPr lang="en-US" b="0" i="0" dirty="0" err="1">
                <a:solidFill>
                  <a:srgbClr val="212529"/>
                </a:solidFill>
                <a:effectLst/>
                <a:latin typeface="Muli"/>
              </a:rPr>
              <a:t>Karpathy</a:t>
            </a:r>
            <a:endParaRPr lang="en-US" b="0" i="0" dirty="0">
              <a:solidFill>
                <a:srgbClr val="212529"/>
              </a:solidFill>
              <a:effectLst/>
              <a:latin typeface="Muli"/>
            </a:endParaRPr>
          </a:p>
        </p:txBody>
      </p:sp>
    </p:spTree>
    <p:extLst>
      <p:ext uri="{BB962C8B-B14F-4D97-AF65-F5344CB8AC3E}">
        <p14:creationId xmlns:p14="http://schemas.microsoft.com/office/powerpoint/2010/main" val="896083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3782895"/>
          </a:xfrm>
          <a:prstGeom prst="rect">
            <a:avLst/>
          </a:prstGeom>
          <a:noFill/>
        </p:spPr>
        <p:txBody>
          <a:bodyPr wrap="square">
            <a:spAutoFit/>
          </a:bodyPr>
          <a:lstStyle/>
          <a:p>
            <a:pPr algn="just">
              <a:lnSpc>
                <a:spcPct val="150000"/>
              </a:lnSpc>
            </a:pPr>
            <a:r>
              <a:rPr lang="zh-CN" altLang="en-US" sz="2400" b="1" dirty="0">
                <a:solidFill>
                  <a:srgbClr val="0070C0"/>
                </a:solidFill>
                <a:effectLst/>
                <a:latin typeface="Microsoft YaHei" panose="020B0503020204020204" pitchFamily="34" charset="-122"/>
                <a:ea typeface="Microsoft YaHei" panose="020B0503020204020204" pitchFamily="34" charset="-122"/>
              </a:rPr>
              <a:t>预训练（</a:t>
            </a:r>
            <a:r>
              <a:rPr lang="en-US" altLang="zh-CN" sz="2400" b="1" dirty="0">
                <a:solidFill>
                  <a:srgbClr val="0070C0"/>
                </a:solidFill>
                <a:effectLst/>
                <a:latin typeface="Microsoft YaHei" panose="020B0503020204020204" pitchFamily="34" charset="-122"/>
                <a:ea typeface="Microsoft YaHei" panose="020B0503020204020204" pitchFamily="34" charset="-122"/>
              </a:rPr>
              <a:t>Pretraining</a:t>
            </a:r>
            <a:r>
              <a:rPr lang="zh-CN" altLang="en-US" sz="2400" b="1" dirty="0">
                <a:solidFill>
                  <a:srgbClr val="0070C0"/>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阶段需要利用海量的训练数据，数据来自互联网网页、维基百科、书籍、</a:t>
            </a:r>
            <a:r>
              <a:rPr lang="en-US" altLang="zh-CN" sz="2400" dirty="0">
                <a:effectLst/>
                <a:latin typeface="Microsoft YaHei" panose="020B0503020204020204" pitchFamily="34" charset="-122"/>
                <a:ea typeface="Microsoft YaHei" panose="020B0503020204020204" pitchFamily="34" charset="-122"/>
              </a:rPr>
              <a:t>GitHub</a:t>
            </a:r>
            <a:r>
              <a:rPr lang="zh-CN" altLang="en-US" sz="2400" dirty="0">
                <a:effectLst/>
                <a:latin typeface="Microsoft YaHei" panose="020B0503020204020204" pitchFamily="34" charset="-122"/>
                <a:ea typeface="Microsoft YaHei" panose="020B0503020204020204" pitchFamily="34" charset="-122"/>
              </a:rPr>
              <a:t>、论文、问答网站等，构建包含数千亿甚至数万亿单词的具有多样性的内容。</a:t>
            </a: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pPr>
            <a:r>
              <a:rPr lang="zh-CN" altLang="en-US" sz="2400" dirty="0">
                <a:latin typeface="Microsoft YaHei" panose="020B0503020204020204" pitchFamily="34" charset="-122"/>
                <a:ea typeface="Microsoft YaHei" panose="020B0503020204020204" pitchFamily="34" charset="-122"/>
              </a:rPr>
              <a:t>利用由数千块高性能</a:t>
            </a:r>
            <a:r>
              <a:rPr lang="en-US" sz="2400" dirty="0">
                <a:latin typeface="Microsoft YaHei" panose="020B0503020204020204" pitchFamily="34" charset="-122"/>
                <a:ea typeface="Microsoft YaHei" panose="020B0503020204020204" pitchFamily="34" charset="-122"/>
              </a:rPr>
              <a:t>GPU </a:t>
            </a:r>
            <a:r>
              <a:rPr lang="zh-CN" altLang="en-US" sz="2400" dirty="0">
                <a:latin typeface="Microsoft YaHei" panose="020B0503020204020204" pitchFamily="34" charset="-122"/>
                <a:ea typeface="Microsoft YaHei" panose="020B0503020204020204" pitchFamily="34" charset="-122"/>
              </a:rPr>
              <a:t>和高速网络组成超级计算机，花费数十天完成深度神经网络参数训练，构建</a:t>
            </a:r>
            <a:r>
              <a:rPr lang="zh-CN" altLang="en-US" sz="2400" b="1" dirty="0">
                <a:solidFill>
                  <a:srgbClr val="0070C0"/>
                </a:solidFill>
                <a:latin typeface="Microsoft YaHei" panose="020B0503020204020204" pitchFamily="34" charset="-122"/>
                <a:ea typeface="Microsoft YaHei" panose="020B0503020204020204" pitchFamily="34" charset="-122"/>
              </a:rPr>
              <a:t>基础语言模型（</a:t>
            </a:r>
            <a:r>
              <a:rPr lang="en-US" sz="2400" b="1" dirty="0">
                <a:solidFill>
                  <a:srgbClr val="0070C0"/>
                </a:solidFill>
                <a:latin typeface="Microsoft YaHei" panose="020B0503020204020204" pitchFamily="34" charset="-122"/>
                <a:ea typeface="Microsoft YaHei" panose="020B0503020204020204" pitchFamily="34" charset="-122"/>
              </a:rPr>
              <a:t>Base Model）</a:t>
            </a:r>
          </a:p>
          <a:p>
            <a:pPr algn="just">
              <a:lnSpc>
                <a:spcPct val="150000"/>
              </a:lnSpc>
            </a:pPr>
            <a:endParaRPr lang="en-US" sz="2400" dirty="0">
              <a:latin typeface="Microsoft YaHei" panose="020B0503020204020204" pitchFamily="34" charset="-122"/>
              <a:ea typeface="Microsoft YaHei" panose="020B0503020204020204" pitchFamily="34" charset="-122"/>
            </a:endParaRPr>
          </a:p>
          <a:p>
            <a:pPr algn="just">
              <a:lnSpc>
                <a:spcPct val="150000"/>
              </a:lnSpc>
            </a:pPr>
            <a:endParaRPr lang="zh-CN" altLang="en-US"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预训练阶段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4" name="Picture 3">
            <a:extLst>
              <a:ext uri="{FF2B5EF4-FFF2-40B4-BE49-F238E27FC236}">
                <a16:creationId xmlns:a16="http://schemas.microsoft.com/office/drawing/2014/main" id="{25D2517A-2652-D597-34FC-0805CE077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1106" y="3477386"/>
            <a:ext cx="3452999" cy="3109912"/>
          </a:xfrm>
          <a:prstGeom prst="rect">
            <a:avLst/>
          </a:prstGeom>
        </p:spPr>
      </p:pic>
    </p:spTree>
    <p:extLst>
      <p:ext uri="{BB962C8B-B14F-4D97-AF65-F5344CB8AC3E}">
        <p14:creationId xmlns:p14="http://schemas.microsoft.com/office/powerpoint/2010/main" val="3991424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29</a:t>
            </a:fld>
            <a:endParaRPr lang="zh-CN" altLang="en-US"/>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预训练阶段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2BE0679D-B83D-0DE9-6B4F-79C7E7437BD0}"/>
              </a:ext>
            </a:extLst>
          </p:cNvPr>
          <p:cNvSpPr txBox="1"/>
          <p:nvPr/>
        </p:nvSpPr>
        <p:spPr>
          <a:xfrm>
            <a:off x="498476" y="1524921"/>
            <a:ext cx="11195048" cy="3808158"/>
          </a:xfrm>
          <a:prstGeom prst="rect">
            <a:avLst/>
          </a:prstGeom>
          <a:noFill/>
        </p:spPr>
        <p:txBody>
          <a:bodyPr wrap="square">
            <a:spAutoFit/>
          </a:bodyPr>
          <a:lstStyle>
            <a:defPPr>
              <a:defRPr lang="zh-CN"/>
            </a:defPPr>
            <a:lvl1pPr algn="just">
              <a:lnSpc>
                <a:spcPct val="130000"/>
              </a:lnSpc>
              <a:spcBef>
                <a:spcPts val="1200"/>
              </a:spcBef>
              <a:defRPr sz="2000">
                <a:latin typeface="Microsoft YaHei" panose="020B0503020204020204" pitchFamily="34" charset="-122"/>
                <a:ea typeface="Microsoft YaHei" panose="020B0503020204020204" pitchFamily="34" charset="-122"/>
              </a:defRPr>
            </a:lvl1pPr>
          </a:lstStyle>
          <a:p>
            <a:r>
              <a:rPr lang="en-CN" dirty="0"/>
              <a:t>在预训练语料集方面，根据文献</a:t>
            </a:r>
            <a:r>
              <a:rPr lang="en-US" altLang="zh-CN" dirty="0"/>
              <a:t>[40]</a:t>
            </a:r>
            <a:r>
              <a:rPr lang="en-CN" dirty="0"/>
              <a:t>中的报道，</a:t>
            </a:r>
            <a:r>
              <a:rPr lang="en-CN" b="1" dirty="0">
                <a:solidFill>
                  <a:srgbClr val="0070C0"/>
                </a:solidFill>
              </a:rPr>
              <a:t>GPT-3中通过主要包含</a:t>
            </a:r>
            <a:r>
              <a:rPr lang="en-CN" dirty="0"/>
              <a:t>经过过滤的Common Crawl数据集、WebText2、Books1、Books2以及英文Wikipedia等数据集合。其中CommonCrawl的原始数据有45TB，进行过滤后仅保留了570GB的数据。通过子词方式对上述语料进行切分，大约一共包含</a:t>
            </a:r>
            <a:r>
              <a:rPr lang="en-CN" b="1" dirty="0">
                <a:solidFill>
                  <a:srgbClr val="0070C0"/>
                </a:solidFill>
              </a:rPr>
              <a:t>5000亿子词</a:t>
            </a:r>
            <a:r>
              <a:rPr lang="en-CN" dirty="0"/>
              <a:t>。为了保证模型使用更多高质量数据进行训练，在GPT-3训练时，根据语料来源的不同，设置不同的采样权重。在完成3000亿子词训练时，英文Wikipedia的语料平均训练轮数为3.4次，而Common Crawl和Books 2仅有0.44次和0.43次。</a:t>
            </a:r>
          </a:p>
          <a:p>
            <a:pPr algn="l"/>
            <a:r>
              <a:rPr lang="en-CN" dirty="0"/>
              <a:t>由于Common Crawl数据集合的过滤过程繁琐复杂，</a:t>
            </a:r>
            <a:r>
              <a:rPr lang="en-CN" b="1" dirty="0">
                <a:solidFill>
                  <a:srgbClr val="0070C0"/>
                </a:solidFill>
              </a:rPr>
              <a:t>OPT则采用</a:t>
            </a:r>
            <a:r>
              <a:rPr lang="en-CN" dirty="0"/>
              <a:t>了混合RoBERTa、Pile和PushShift.io Redit数据的方法。由于这些数据集合中包含的绝大部分都是英文数据，因此OPT也从Common Crawl数据集中抽取了部分非英文数据加入训练语料。</a:t>
            </a:r>
          </a:p>
        </p:txBody>
      </p:sp>
    </p:spTree>
    <p:extLst>
      <p:ext uri="{BB962C8B-B14F-4D97-AF65-F5344CB8AC3E}">
        <p14:creationId xmlns:p14="http://schemas.microsoft.com/office/powerpoint/2010/main" val="22766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30</a:t>
            </a:fld>
            <a:endParaRPr lang="zh-CN" altLang="en-US"/>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预训练阶段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600A38C2-EC85-9B29-14B6-64D9B90AB4BD}"/>
              </a:ext>
            </a:extLst>
          </p:cNvPr>
          <p:cNvSpPr txBox="1"/>
          <p:nvPr/>
        </p:nvSpPr>
        <p:spPr>
          <a:xfrm>
            <a:off x="620674" y="1509083"/>
            <a:ext cx="10938933" cy="3325847"/>
          </a:xfrm>
          <a:prstGeom prst="rect">
            <a:avLst/>
          </a:prstGeom>
          <a:noFill/>
        </p:spPr>
        <p:txBody>
          <a:bodyPr wrap="square">
            <a:spAutoFit/>
          </a:bodyPr>
          <a:lstStyle>
            <a:defPPr>
              <a:defRPr lang="zh-CN"/>
            </a:defPPr>
            <a:lvl1pPr algn="just">
              <a:lnSpc>
                <a:spcPct val="130000"/>
              </a:lnSpc>
              <a:spcBef>
                <a:spcPts val="1200"/>
              </a:spcBef>
              <a:defRPr sz="2000">
                <a:latin typeface="Microsoft YaHei" panose="020B0503020204020204" pitchFamily="34" charset="-122"/>
                <a:ea typeface="Microsoft YaHei" panose="020B0503020204020204" pitchFamily="34" charset="-122"/>
              </a:defRPr>
            </a:lvl1pPr>
          </a:lstStyle>
          <a:p>
            <a:r>
              <a:rPr lang="en-CN" dirty="0"/>
              <a:t>由于模型参数量和所使用的数据量都非常巨大，普通的服务器单机无法完成训练过程，因此通常采用</a:t>
            </a:r>
            <a:r>
              <a:rPr lang="en-CN" b="1" dirty="0">
                <a:solidFill>
                  <a:srgbClr val="0070C0"/>
                </a:solidFill>
              </a:rPr>
              <a:t>分布式架构</a:t>
            </a:r>
            <a:r>
              <a:rPr lang="en-CN" dirty="0"/>
              <a:t>完成训练。GPT-3和OPT中没有对这个部分给出详细的描述。</a:t>
            </a:r>
          </a:p>
          <a:p>
            <a:pPr marL="742950" lvl="1" indent="-285750">
              <a:lnSpc>
                <a:spcPct val="130000"/>
              </a:lnSpc>
              <a:spcBef>
                <a:spcPts val="1200"/>
              </a:spcBef>
              <a:buFont typeface="Arial" panose="020B0604020202020204" pitchFamily="34" charset="0"/>
              <a:buChar char="•"/>
            </a:pPr>
            <a:r>
              <a:rPr lang="en-CN" b="1" dirty="0">
                <a:latin typeface="Microsoft YaHei" panose="020B0503020204020204" pitchFamily="34" charset="-122"/>
                <a:ea typeface="Microsoft YaHei" panose="020B0503020204020204" pitchFamily="34" charset="-122"/>
              </a:rPr>
              <a:t>OPT</a:t>
            </a:r>
            <a:r>
              <a:rPr lang="en-CN" dirty="0">
                <a:latin typeface="Microsoft YaHei" panose="020B0503020204020204" pitchFamily="34" charset="-122"/>
                <a:ea typeface="Microsoft YaHei" panose="020B0503020204020204" pitchFamily="34" charset="-122"/>
              </a:rPr>
              <a:t>使用了</a:t>
            </a:r>
            <a:r>
              <a:rPr lang="en-CN" b="1" dirty="0">
                <a:latin typeface="Microsoft YaHei" panose="020B0503020204020204" pitchFamily="34" charset="-122"/>
                <a:ea typeface="Microsoft YaHei" panose="020B0503020204020204" pitchFamily="34" charset="-122"/>
              </a:rPr>
              <a:t>992块NVIDIA A100 80G GPU</a:t>
            </a:r>
            <a:r>
              <a:rPr lang="en-CN" dirty="0">
                <a:latin typeface="Microsoft YaHei" panose="020B0503020204020204" pitchFamily="34" charset="-122"/>
                <a:ea typeface="Microsoft YaHei" panose="020B0503020204020204" pitchFamily="34" charset="-122"/>
              </a:rPr>
              <a:t>，采用全分片数据并行（Fully Shared Data Parallel以及Megatron-LM张量并行（Tensor Parallelism，整体训练时间将近2个月。</a:t>
            </a:r>
          </a:p>
          <a:p>
            <a:pPr marL="742950" lvl="1" indent="-285750">
              <a:lnSpc>
                <a:spcPct val="130000"/>
              </a:lnSpc>
              <a:spcBef>
                <a:spcPts val="1200"/>
              </a:spcBef>
              <a:buFont typeface="Arial" panose="020B0604020202020204" pitchFamily="34" charset="0"/>
              <a:buChar char="•"/>
            </a:pPr>
            <a:r>
              <a:rPr lang="en-CN" b="1" dirty="0">
                <a:latin typeface="Microsoft YaHei" panose="020B0503020204020204" pitchFamily="34" charset="-122"/>
                <a:ea typeface="Microsoft YaHei" panose="020B0503020204020204" pitchFamily="34" charset="-122"/>
              </a:rPr>
              <a:t>BLOOM</a:t>
            </a:r>
            <a:r>
              <a:rPr lang="en-CN" dirty="0">
                <a:latin typeface="Microsoft YaHei" panose="020B0503020204020204" pitchFamily="34" charset="-122"/>
                <a:ea typeface="Microsoft YaHei" panose="020B0503020204020204" pitchFamily="34" charset="-122"/>
              </a:rPr>
              <a:t>则公开了更多在硬件和所采用的系统架构方面的细节。该模型的训练一共花费3.5个月，使用48个计算节点。每个节点包含</a:t>
            </a:r>
            <a:r>
              <a:rPr lang="en-CN" b="1" dirty="0">
                <a:latin typeface="Microsoft YaHei" panose="020B0503020204020204" pitchFamily="34" charset="-122"/>
                <a:ea typeface="Microsoft YaHei" panose="020B0503020204020204" pitchFamily="34" charset="-122"/>
              </a:rPr>
              <a:t>8块NVIDIA A100 80G GPU（总计384GPU），</a:t>
            </a:r>
            <a:r>
              <a:rPr lang="en-CN" dirty="0">
                <a:latin typeface="Microsoft YaHei" panose="020B0503020204020204" pitchFamily="34" charset="-122"/>
                <a:ea typeface="Microsoft YaHei" panose="020B0503020204020204" pitchFamily="34" charset="-122"/>
              </a:rPr>
              <a:t>并且使用4 NVLink用于节点内部GPU之间通信。节点之间采用四个Omni-Path 100 Gbps网卡构建的增强8维超立方体全局拓扑网络通信。</a:t>
            </a:r>
          </a:p>
        </p:txBody>
      </p:sp>
    </p:spTree>
    <p:extLst>
      <p:ext uri="{BB962C8B-B14F-4D97-AF65-F5344CB8AC3E}">
        <p14:creationId xmlns:p14="http://schemas.microsoft.com/office/powerpoint/2010/main" val="643073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31</a:t>
            </a:fld>
            <a:endParaRPr lang="zh-CN" altLang="en-US"/>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预训练阶段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6B9BD3E8-A07E-B033-DB77-06918BE7534F}"/>
              </a:ext>
            </a:extLst>
          </p:cNvPr>
          <p:cNvSpPr txBox="1"/>
          <p:nvPr/>
        </p:nvSpPr>
        <p:spPr>
          <a:xfrm>
            <a:off x="541865" y="1287463"/>
            <a:ext cx="10938933" cy="1253613"/>
          </a:xfrm>
          <a:prstGeom prst="rect">
            <a:avLst/>
          </a:prstGeom>
          <a:noFill/>
        </p:spPr>
        <p:txBody>
          <a:bodyPr wrap="square">
            <a:spAutoFit/>
          </a:bodyPr>
          <a:lstStyle>
            <a:defPPr>
              <a:defRPr lang="zh-CN"/>
            </a:defPPr>
            <a:lvl1pPr algn="just">
              <a:lnSpc>
                <a:spcPct val="130000"/>
              </a:lnSpc>
              <a:spcBef>
                <a:spcPts val="1200"/>
              </a:spcBef>
              <a:defRPr sz="2000">
                <a:latin typeface="Microsoft YaHei" panose="020B0503020204020204" pitchFamily="34" charset="-122"/>
                <a:ea typeface="Microsoft YaHei" panose="020B0503020204020204" pitchFamily="34" charset="-122"/>
              </a:defRPr>
            </a:lvl1pPr>
          </a:lstStyle>
          <a:p>
            <a:r>
              <a:rPr lang="en-US" dirty="0"/>
              <a:t>BLOOM</a:t>
            </a:r>
            <a:r>
              <a:rPr lang="zh-CN" altLang="en-US" dirty="0"/>
              <a:t>使用</a:t>
            </a:r>
            <a:r>
              <a:rPr lang="en-US" dirty="0"/>
              <a:t>Megatron-</a:t>
            </a:r>
            <a:r>
              <a:rPr lang="en-US" dirty="0" err="1"/>
              <a:t>DeepSpeed</a:t>
            </a:r>
            <a:r>
              <a:rPr lang="zh-CN" altLang="en-US" dirty="0"/>
              <a:t>框架进行训练，主要包含两个部分：</a:t>
            </a:r>
            <a:r>
              <a:rPr lang="en-US" dirty="0"/>
              <a:t>Megatron-LM</a:t>
            </a:r>
            <a:r>
              <a:rPr lang="zh-CN" altLang="en-US" dirty="0"/>
              <a:t>提供张量并行能力和数据加载原语；</a:t>
            </a:r>
            <a:r>
              <a:rPr lang="en-US" dirty="0" err="1"/>
              <a:t>DeepSpeed</a:t>
            </a:r>
            <a:r>
              <a:rPr lang="zh-CN" altLang="en-US" dirty="0"/>
              <a:t>提供</a:t>
            </a:r>
            <a:r>
              <a:rPr lang="en-US" dirty="0" err="1"/>
              <a:t>ZeRO</a:t>
            </a:r>
            <a:r>
              <a:rPr lang="zh-CN" altLang="en-US" dirty="0"/>
              <a:t>优化器、模型流水线以及常规的分布式训练组件。通过这种方式可以实现数据、张量和流水线三维并行。</a:t>
            </a:r>
            <a:endParaRPr lang="en-CN" dirty="0">
              <a:latin typeface="Microsoft YaHei" panose="020B0503020204020204" pitchFamily="34" charset="-122"/>
              <a:ea typeface="Microsoft YaHei" panose="020B0503020204020204" pitchFamily="34" charset="-122"/>
            </a:endParaRPr>
          </a:p>
        </p:txBody>
      </p:sp>
      <p:pic>
        <p:nvPicPr>
          <p:cNvPr id="12" name="Picture 11">
            <a:extLst>
              <a:ext uri="{FF2B5EF4-FFF2-40B4-BE49-F238E27FC236}">
                <a16:creationId xmlns:a16="http://schemas.microsoft.com/office/drawing/2014/main" id="{6D7081B9-2921-C79B-C58B-8149961D4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663" y="2826125"/>
            <a:ext cx="8551227" cy="3845790"/>
          </a:xfrm>
          <a:prstGeom prst="rect">
            <a:avLst/>
          </a:prstGeom>
        </p:spPr>
      </p:pic>
      <p:sp>
        <p:nvSpPr>
          <p:cNvPr id="13" name="TextBox 12">
            <a:extLst>
              <a:ext uri="{FF2B5EF4-FFF2-40B4-BE49-F238E27FC236}">
                <a16:creationId xmlns:a16="http://schemas.microsoft.com/office/drawing/2014/main" id="{F9F70CDC-9B6C-B915-4B90-9C331E3B203B}"/>
              </a:ext>
            </a:extLst>
          </p:cNvPr>
          <p:cNvSpPr txBox="1"/>
          <p:nvPr/>
        </p:nvSpPr>
        <p:spPr>
          <a:xfrm>
            <a:off x="2963331" y="6445371"/>
            <a:ext cx="6096000" cy="369332"/>
          </a:xfrm>
          <a:prstGeom prst="rect">
            <a:avLst/>
          </a:prstGeom>
          <a:noFill/>
        </p:spPr>
        <p:txBody>
          <a:bodyPr wrap="square">
            <a:spAutoFit/>
          </a:bodyPr>
          <a:lstStyle/>
          <a:p>
            <a:pPr algn="ctr"/>
            <a:r>
              <a:rPr lang="en-US" b="0" i="0" dirty="0">
                <a:effectLst/>
                <a:latin typeface="Microsoft YaHei" panose="020B0503020204020204" pitchFamily="34" charset="-122"/>
                <a:ea typeface="Microsoft YaHei" panose="020B0503020204020204" pitchFamily="34" charset="-122"/>
              </a:rPr>
              <a:t>BLOOM </a:t>
            </a:r>
            <a:r>
              <a:rPr lang="zh-CN" altLang="en-US" b="0" i="0" dirty="0">
                <a:effectLst/>
                <a:latin typeface="Microsoft YaHei" panose="020B0503020204020204" pitchFamily="34" charset="-122"/>
                <a:ea typeface="Microsoft YaHei" panose="020B0503020204020204" pitchFamily="34" charset="-122"/>
              </a:rPr>
              <a:t>并行结构</a:t>
            </a:r>
            <a:endParaRPr lang="en-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133040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4461093"/>
          </a:xfrm>
          <a:prstGeom prst="rect">
            <a:avLst/>
          </a:prstGeom>
          <a:noFill/>
        </p:spPr>
        <p:txBody>
          <a:bodyPr wrap="square">
            <a:spAutoFit/>
          </a:bodyPr>
          <a:lstStyle/>
          <a:p>
            <a:pPr algn="just">
              <a:lnSpc>
                <a:spcPct val="150000"/>
              </a:lnSpc>
            </a:pPr>
            <a:r>
              <a:rPr lang="zh-CN" altLang="en-US" sz="2400" b="1" dirty="0">
                <a:solidFill>
                  <a:srgbClr val="0070C0"/>
                </a:solidFill>
                <a:effectLst/>
                <a:latin typeface="Microsoft YaHei" panose="020B0503020204020204" pitchFamily="34" charset="-122"/>
                <a:ea typeface="Microsoft YaHei" panose="020B0503020204020204" pitchFamily="34" charset="-122"/>
              </a:rPr>
              <a:t>有监督微调（</a:t>
            </a:r>
            <a:r>
              <a:rPr lang="en-US" altLang="zh-CN" sz="2400" b="1" dirty="0">
                <a:solidFill>
                  <a:srgbClr val="0070C0"/>
                </a:solidFill>
                <a:effectLst/>
                <a:latin typeface="Microsoft YaHei" panose="020B0503020204020204" pitchFamily="34" charset="-122"/>
                <a:ea typeface="Microsoft YaHei" panose="020B0503020204020204" pitchFamily="34" charset="-122"/>
              </a:rPr>
              <a:t>Supervised Finetuning</a:t>
            </a:r>
            <a:r>
              <a:rPr lang="zh-CN" altLang="en-US" sz="2400" b="1" dirty="0">
                <a:solidFill>
                  <a:srgbClr val="0070C0"/>
                </a:solidFill>
                <a:effectLst/>
                <a:latin typeface="Microsoft YaHei" panose="020B0503020204020204" pitchFamily="34" charset="-122"/>
                <a:ea typeface="Microsoft YaHei" panose="020B0503020204020204" pitchFamily="34" charset="-122"/>
              </a:rPr>
              <a:t>）</a:t>
            </a:r>
            <a:r>
              <a:rPr lang="zh-CN" altLang="en-US" sz="2400" b="1" dirty="0">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也称为指令微调，利用少量高质量数据集合，包含用户输入的提示词和对应的理想输出结果。用户输入包括问题、闲聊对话、任务指令等多种形式和任务。</a:t>
            </a: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pPr>
            <a:endParaRPr lang="en-US" altLang="zh-CN" sz="2400" b="1" dirty="0">
              <a:latin typeface="Microsoft YaHei" panose="020B0503020204020204" pitchFamily="34" charset="-122"/>
              <a:ea typeface="Microsoft YaHei" panose="020B0503020204020204" pitchFamily="34" charset="-122"/>
            </a:endParaRPr>
          </a:p>
          <a:p>
            <a:pPr algn="just">
              <a:lnSpc>
                <a:spcPct val="150000"/>
              </a:lnSpc>
            </a:pPr>
            <a:r>
              <a:rPr lang="zh-CN" altLang="en-US" sz="2400" dirty="0">
                <a:latin typeface="KaiTi_GB2312" panose="02010609030101010101" pitchFamily="49" charset="-122"/>
                <a:ea typeface="KaiTi_GB2312" panose="02010609030101010101" pitchFamily="49" charset="-122"/>
              </a:rPr>
              <a:t>例如：</a:t>
            </a:r>
            <a:r>
              <a:rPr lang="zh-CN" altLang="en-US" sz="2400" b="1" dirty="0">
                <a:latin typeface="KaiTi_GB2312" panose="02010609030101010101" pitchFamily="49" charset="-122"/>
                <a:ea typeface="KaiTi_GB2312" panose="02010609030101010101" pitchFamily="49" charset="-122"/>
              </a:rPr>
              <a:t>提示词（</a:t>
            </a:r>
            <a:r>
              <a:rPr lang="en-US" altLang="zh-CN" sz="2400" b="1" dirty="0">
                <a:latin typeface="KaiTi_GB2312" panose="02010609030101010101" pitchFamily="49" charset="-122"/>
                <a:ea typeface="KaiTi_GB2312" panose="02010609030101010101" pitchFamily="49" charset="-122"/>
              </a:rPr>
              <a:t>Prompt</a:t>
            </a:r>
            <a:r>
              <a:rPr lang="zh-CN" altLang="en-US" sz="2400" b="1" dirty="0">
                <a:latin typeface="KaiTi_GB2312" panose="02010609030101010101" pitchFamily="49" charset="-122"/>
                <a:ea typeface="KaiTi_GB2312" panose="02010609030101010101" pitchFamily="49" charset="-122"/>
              </a:rPr>
              <a:t>）</a:t>
            </a:r>
            <a:r>
              <a:rPr lang="zh-CN" altLang="en-US" sz="2400" dirty="0">
                <a:latin typeface="KaiTi_GB2312" panose="02010609030101010101" pitchFamily="49" charset="-122"/>
                <a:ea typeface="KaiTi_GB2312" panose="02010609030101010101" pitchFamily="49" charset="-122"/>
              </a:rPr>
              <a:t>：</a:t>
            </a:r>
            <a:r>
              <a:rPr lang="zh-TW" altLang="en-US" sz="2400" dirty="0">
                <a:latin typeface="KaiTi_GB2312" panose="02010609030101010101" pitchFamily="49" charset="-122"/>
                <a:ea typeface="KaiTi_GB2312" panose="02010609030101010101" pitchFamily="49" charset="-122"/>
              </a:rPr>
              <a:t>广东石油化工</a:t>
            </a:r>
            <a:r>
              <a:rPr lang="zh-CN" altLang="en-US" sz="2400" dirty="0">
                <a:latin typeface="KaiTi_GB2312" panose="02010609030101010101" pitchFamily="49" charset="-122"/>
                <a:ea typeface="KaiTi_GB2312" panose="02010609030101010101" pitchFamily="49" charset="-122"/>
              </a:rPr>
              <a:t>大学有几个校区？</a:t>
            </a:r>
          </a:p>
          <a:p>
            <a:pPr lvl="2" algn="just">
              <a:lnSpc>
                <a:spcPct val="150000"/>
              </a:lnSpc>
            </a:pPr>
            <a:r>
              <a:rPr lang="zh-CN" altLang="en-US" sz="2400" b="1" dirty="0">
                <a:latin typeface="KaiTi_GB2312" panose="02010609030101010101" pitchFamily="49" charset="-122"/>
                <a:ea typeface="KaiTi_GB2312" panose="02010609030101010101" pitchFamily="49" charset="-122"/>
              </a:rPr>
              <a:t>理想输出</a:t>
            </a:r>
            <a:r>
              <a:rPr lang="zh-CN" altLang="en-US" sz="2400" dirty="0">
                <a:latin typeface="Microsoft YaHei" panose="020B0503020204020204" pitchFamily="34" charset="-122"/>
                <a:ea typeface="Microsoft YaHei" panose="020B0503020204020204" pitchFamily="34" charset="-122"/>
              </a:rPr>
              <a:t>：</a:t>
            </a:r>
            <a:r>
              <a:rPr lang="zh-TW" altLang="en-US" sz="2400" dirty="0">
                <a:latin typeface="Microsoft YaHei" panose="020B0503020204020204" pitchFamily="34" charset="-122"/>
                <a:ea typeface="Microsoft YaHei" panose="020B0503020204020204" pitchFamily="34" charset="-122"/>
              </a:rPr>
              <a:t>广东石油化工学院共有</a:t>
            </a:r>
            <a:r>
              <a:rPr lang="en-US" altLang="zh-TW" sz="2400" dirty="0">
                <a:latin typeface="Microsoft YaHei" panose="020B0503020204020204" pitchFamily="34" charset="-122"/>
                <a:ea typeface="Microsoft YaHei" panose="020B0503020204020204" pitchFamily="34" charset="-122"/>
              </a:rPr>
              <a:t>3</a:t>
            </a:r>
            <a:r>
              <a:rPr lang="zh-TW" altLang="en-US" sz="2400" dirty="0">
                <a:latin typeface="Microsoft YaHei" panose="020B0503020204020204" pitchFamily="34" charset="-122"/>
                <a:ea typeface="Microsoft YaHei" panose="020B0503020204020204" pitchFamily="34" charset="-122"/>
              </a:rPr>
              <a:t>个校区，分别是官渡校区、西城校区和光华校区。学校本部设在官渡校区（广东省茂名市茂南区官渡二路</a:t>
            </a:r>
            <a:r>
              <a:rPr lang="en-US" altLang="zh-TW" sz="2400" dirty="0">
                <a:latin typeface="Microsoft YaHei" panose="020B0503020204020204" pitchFamily="34" charset="-122"/>
                <a:ea typeface="Microsoft YaHei" panose="020B0503020204020204" pitchFamily="34" charset="-122"/>
              </a:rPr>
              <a:t>139</a:t>
            </a:r>
            <a:r>
              <a:rPr lang="zh-TW" altLang="en-US" sz="2400" dirty="0">
                <a:latin typeface="Microsoft YaHei" panose="020B0503020204020204" pitchFamily="34" charset="-122"/>
                <a:ea typeface="Microsoft YaHei" panose="020B0503020204020204" pitchFamily="34" charset="-122"/>
              </a:rPr>
              <a:t>号），西城校区位于公馆镇科创路</a:t>
            </a:r>
            <a:r>
              <a:rPr lang="en-US" altLang="zh-TW" sz="2400" dirty="0">
                <a:latin typeface="Microsoft YaHei" panose="020B0503020204020204" pitchFamily="34" charset="-122"/>
                <a:ea typeface="Microsoft YaHei" panose="020B0503020204020204" pitchFamily="34" charset="-122"/>
              </a:rPr>
              <a:t>1</a:t>
            </a:r>
            <a:r>
              <a:rPr lang="zh-TW" altLang="en-US" sz="2400" dirty="0">
                <a:latin typeface="Microsoft YaHei" panose="020B0503020204020204" pitchFamily="34" charset="-122"/>
                <a:ea typeface="Microsoft YaHei" panose="020B0503020204020204" pitchFamily="34" charset="-122"/>
              </a:rPr>
              <a:t>号，光华校区位于光华北路</a:t>
            </a:r>
            <a:r>
              <a:rPr lang="en-US" altLang="zh-TW" sz="2400" dirty="0">
                <a:latin typeface="Microsoft YaHei" panose="020B0503020204020204" pitchFamily="34" charset="-122"/>
                <a:ea typeface="Microsoft YaHei" panose="020B0503020204020204" pitchFamily="34" charset="-122"/>
              </a:rPr>
              <a:t>7</a:t>
            </a:r>
            <a:r>
              <a:rPr lang="zh-TW" altLang="en-US" sz="2400" dirty="0">
                <a:latin typeface="Microsoft YaHei" panose="020B0503020204020204" pitchFamily="34" charset="-122"/>
                <a:ea typeface="Microsoft YaHei" panose="020B0503020204020204" pitchFamily="34" charset="-122"/>
              </a:rPr>
              <a:t>号。</a:t>
            </a:r>
            <a:endParaRPr lang="zh-CN" altLang="en-US" sz="24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有监督微调阶段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0369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3146439"/>
          </a:xfrm>
          <a:prstGeom prst="rect">
            <a:avLst/>
          </a:prstGeom>
          <a:noFill/>
        </p:spPr>
        <p:txBody>
          <a:bodyPr wrap="square">
            <a:spAutoFit/>
          </a:bodyPr>
          <a:lstStyle/>
          <a:p>
            <a:pPr algn="just">
              <a:lnSpc>
                <a:spcPct val="150000"/>
              </a:lnSpc>
            </a:pPr>
            <a:r>
              <a:rPr lang="zh-CN" altLang="en-US" sz="2400" dirty="0">
                <a:effectLst/>
                <a:latin typeface="Microsoft YaHei" panose="020B0503020204020204" pitchFamily="34" charset="-122"/>
                <a:ea typeface="Microsoft YaHei" panose="020B0503020204020204" pitchFamily="34" charset="-122"/>
              </a:rPr>
              <a:t>利用这些有监督数据，使用与预训练阶段相同的语言模型训练算法，在基础语言模型的基础上进行训练，得到</a:t>
            </a:r>
            <a:r>
              <a:rPr lang="zh-CN" altLang="en-US" sz="2400" b="1" dirty="0">
                <a:solidFill>
                  <a:srgbClr val="0070C0"/>
                </a:solidFill>
                <a:effectLst/>
                <a:latin typeface="Microsoft YaHei" panose="020B0503020204020204" pitchFamily="34" charset="-122"/>
                <a:ea typeface="Microsoft YaHei" panose="020B0503020204020204" pitchFamily="34" charset="-122"/>
              </a:rPr>
              <a:t>有监督微调模型（</a:t>
            </a:r>
            <a:r>
              <a:rPr lang="en-US" altLang="zh-CN" sz="2400" b="1" dirty="0">
                <a:solidFill>
                  <a:srgbClr val="0070C0"/>
                </a:solidFill>
                <a:effectLst/>
                <a:latin typeface="Microsoft YaHei" panose="020B0503020204020204" pitchFamily="34" charset="-122"/>
                <a:ea typeface="Microsoft YaHei" panose="020B0503020204020204" pitchFamily="34" charset="-122"/>
              </a:rPr>
              <a:t>SFT </a:t>
            </a:r>
            <a:r>
              <a:rPr lang="zh-CN" altLang="en-US" sz="2400" b="1" dirty="0">
                <a:solidFill>
                  <a:srgbClr val="0070C0"/>
                </a:solidFill>
                <a:effectLst/>
                <a:latin typeface="Microsoft YaHei" panose="020B0503020204020204" pitchFamily="34" charset="-122"/>
                <a:ea typeface="Microsoft YaHei" panose="020B0503020204020204" pitchFamily="34" charset="-122"/>
              </a:rPr>
              <a:t>模型）</a:t>
            </a:r>
            <a:r>
              <a:rPr lang="zh-CN" altLang="en-US" sz="2400" dirty="0">
                <a:effectLst/>
                <a:latin typeface="Microsoft YaHei" panose="020B0503020204020204" pitchFamily="34" charset="-122"/>
                <a:ea typeface="Microsoft YaHei" panose="020B0503020204020204" pitchFamily="34" charset="-122"/>
              </a:rPr>
              <a:t>。</a:t>
            </a:r>
            <a:endParaRPr lang="en-US" altLang="zh-CN" sz="2400" dirty="0">
              <a:effectLst/>
              <a:latin typeface="Microsoft YaHei" panose="020B0503020204020204" pitchFamily="34" charset="-122"/>
              <a:ea typeface="Microsoft YaHei" panose="020B0503020204020204" pitchFamily="34" charset="-122"/>
            </a:endParaRPr>
          </a:p>
          <a:p>
            <a:pPr marL="342900" indent="-342900" algn="just">
              <a:lnSpc>
                <a:spcPct val="150000"/>
              </a:lnSpc>
              <a:spcBef>
                <a:spcPts val="600"/>
              </a:spcBef>
              <a:spcAft>
                <a:spcPts val="0"/>
              </a:spcAft>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经过训练的</a:t>
            </a:r>
            <a:r>
              <a:rPr lang="en-US" altLang="zh-CN" sz="2000" dirty="0">
                <a:effectLst/>
                <a:latin typeface="Microsoft YaHei" panose="020B0503020204020204" pitchFamily="34" charset="-122"/>
                <a:ea typeface="Microsoft YaHei" panose="020B0503020204020204" pitchFamily="34" charset="-122"/>
              </a:rPr>
              <a:t>SFT </a:t>
            </a:r>
            <a:r>
              <a:rPr lang="zh-CN" altLang="en-US" sz="2000" dirty="0">
                <a:effectLst/>
                <a:latin typeface="Microsoft YaHei" panose="020B0503020204020204" pitchFamily="34" charset="-122"/>
                <a:ea typeface="Microsoft YaHei" panose="020B0503020204020204" pitchFamily="34" charset="-122"/>
              </a:rPr>
              <a:t>模型具备初步的指令理解能力和上下文理解能力，能够完成开放领域问答、阅读理解、翻译、生成代码等任务，也具备了一定的对未知任务的泛化能力。</a:t>
            </a:r>
            <a:endParaRPr lang="en-US" altLang="zh-CN" sz="2000" dirty="0">
              <a:effectLst/>
              <a:latin typeface="Microsoft YaHei" panose="020B0503020204020204" pitchFamily="34" charset="-122"/>
              <a:ea typeface="Microsoft YaHei" panose="020B0503020204020204" pitchFamily="34" charset="-122"/>
            </a:endParaRPr>
          </a:p>
          <a:p>
            <a:pPr marL="342900" indent="-342900" algn="just">
              <a:lnSpc>
                <a:spcPct val="150000"/>
              </a:lnSpc>
              <a:spcBef>
                <a:spcPts val="600"/>
              </a:spcBef>
              <a:spcAft>
                <a:spcPts val="0"/>
              </a:spcAft>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很多类</a:t>
            </a:r>
            <a:r>
              <a:rPr lang="en-US" altLang="zh-CN" sz="2000" dirty="0" err="1">
                <a:latin typeface="Microsoft YaHei" panose="020B0503020204020204" pitchFamily="34" charset="-122"/>
                <a:ea typeface="Microsoft YaHei" panose="020B0503020204020204" pitchFamily="34" charset="-122"/>
              </a:rPr>
              <a:t>ChatGPT</a:t>
            </a:r>
            <a:r>
              <a:rPr lang="zh-CN" altLang="en-US" sz="2000" dirty="0">
                <a:latin typeface="Microsoft YaHei" panose="020B0503020204020204" pitchFamily="34" charset="-122"/>
                <a:ea typeface="Microsoft YaHei" panose="020B0503020204020204" pitchFamily="34" charset="-122"/>
              </a:rPr>
              <a:t>的模型都属于该类型，包括</a:t>
            </a:r>
            <a:r>
              <a:rPr lang="en-US" altLang="zh-CN" sz="2000" dirty="0">
                <a:latin typeface="Microsoft YaHei" panose="020B0503020204020204" pitchFamily="34" charset="-122"/>
                <a:ea typeface="Microsoft YaHei" panose="020B0503020204020204" pitchFamily="34" charset="-122"/>
              </a:rPr>
              <a:t>Alpaca</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Vicuna</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MOSS</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ChatGLM-6B </a:t>
            </a:r>
            <a:r>
              <a:rPr lang="zh-CN" altLang="en-US" sz="2000" dirty="0">
                <a:latin typeface="Microsoft YaHei" panose="020B0503020204020204" pitchFamily="34" charset="-122"/>
                <a:ea typeface="Microsoft YaHei" panose="020B0503020204020204" pitchFamily="34" charset="-122"/>
              </a:rPr>
              <a:t>等。很多这类模型的效果非常好，甚至在一些评测中达到了</a:t>
            </a:r>
            <a:r>
              <a:rPr lang="en-US" altLang="zh-CN" sz="2000" dirty="0" err="1">
                <a:latin typeface="Microsoft YaHei" panose="020B0503020204020204" pitchFamily="34" charset="-122"/>
                <a:ea typeface="Microsoft YaHei" panose="020B0503020204020204" pitchFamily="34" charset="-122"/>
              </a:rPr>
              <a:t>ChatGPT</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的</a:t>
            </a:r>
            <a:r>
              <a:rPr lang="en-US" altLang="zh-CN" sz="2000" dirty="0">
                <a:latin typeface="Microsoft YaHei" panose="020B0503020204020204" pitchFamily="34" charset="-122"/>
                <a:ea typeface="Microsoft YaHei" panose="020B0503020204020204" pitchFamily="34" charset="-122"/>
              </a:rPr>
              <a:t>90% </a:t>
            </a:r>
            <a:r>
              <a:rPr lang="zh-CN" altLang="en-US" sz="2000" dirty="0">
                <a:latin typeface="Microsoft YaHei" panose="020B0503020204020204" pitchFamily="34" charset="-122"/>
                <a:ea typeface="Microsoft YaHei" panose="020B0503020204020204" pitchFamily="34" charset="-122"/>
              </a:rPr>
              <a:t>的效果</a:t>
            </a: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有监督微调阶段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69695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4459041"/>
          </a:xfrm>
          <a:prstGeom prst="rect">
            <a:avLst/>
          </a:prstGeom>
          <a:noFill/>
        </p:spPr>
        <p:txBody>
          <a:bodyPr wrap="square">
            <a:spAutoFit/>
          </a:bodyPr>
          <a:lstStyle/>
          <a:p>
            <a:pPr algn="just">
              <a:lnSpc>
                <a:spcPct val="150000"/>
              </a:lnSpc>
            </a:pPr>
            <a:r>
              <a:rPr lang="zh-CN" altLang="en-US" sz="2400" b="1" dirty="0">
                <a:solidFill>
                  <a:srgbClr val="0070C0"/>
                </a:solidFill>
                <a:effectLst/>
                <a:latin typeface="Microsoft YaHei" panose="020B0503020204020204" pitchFamily="34" charset="-122"/>
                <a:ea typeface="Microsoft YaHei" panose="020B0503020204020204" pitchFamily="34" charset="-122"/>
              </a:rPr>
              <a:t>奖励建模（</a:t>
            </a:r>
            <a:r>
              <a:rPr lang="en-US" altLang="zh-CN" sz="2400" b="1" dirty="0">
                <a:solidFill>
                  <a:srgbClr val="0070C0"/>
                </a:solidFill>
                <a:effectLst/>
                <a:latin typeface="Microsoft YaHei" panose="020B0503020204020204" pitchFamily="34" charset="-122"/>
                <a:ea typeface="Microsoft YaHei" panose="020B0503020204020204" pitchFamily="34" charset="-122"/>
              </a:rPr>
              <a:t>Reward Modeling</a:t>
            </a:r>
            <a:r>
              <a:rPr lang="zh-CN" altLang="en-US" sz="2400" b="1" dirty="0">
                <a:solidFill>
                  <a:srgbClr val="0070C0"/>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阶段的目标是构建一个文本质量对比模型，对于同一个提示词，</a:t>
            </a:r>
            <a:r>
              <a:rPr lang="en-US" altLang="zh-CN" sz="2400" dirty="0">
                <a:effectLst/>
                <a:latin typeface="Microsoft YaHei" panose="020B0503020204020204" pitchFamily="34" charset="-122"/>
                <a:ea typeface="Microsoft YaHei" panose="020B0503020204020204" pitchFamily="34" charset="-122"/>
              </a:rPr>
              <a:t>SFT </a:t>
            </a:r>
            <a:r>
              <a:rPr lang="zh-CN" altLang="en-US" sz="2400" dirty="0">
                <a:effectLst/>
                <a:latin typeface="Microsoft YaHei" panose="020B0503020204020204" pitchFamily="34" charset="-122"/>
                <a:ea typeface="Microsoft YaHei" panose="020B0503020204020204" pitchFamily="34" charset="-122"/>
              </a:rPr>
              <a:t>模型给出的多个不同输出结果的质量进行排序。</a:t>
            </a:r>
            <a:r>
              <a:rPr lang="zh-CN" altLang="en-US" sz="2400" b="1" dirty="0">
                <a:solidFill>
                  <a:srgbClr val="0070C0"/>
                </a:solidFill>
                <a:effectLst/>
                <a:latin typeface="Microsoft YaHei" panose="020B0503020204020204" pitchFamily="34" charset="-122"/>
                <a:ea typeface="Microsoft YaHei" panose="020B0503020204020204" pitchFamily="34" charset="-122"/>
              </a:rPr>
              <a:t>奖励模型（</a:t>
            </a:r>
            <a:r>
              <a:rPr lang="en-US" altLang="zh-CN" sz="2400" b="1" dirty="0">
                <a:solidFill>
                  <a:srgbClr val="0070C0"/>
                </a:solidFill>
                <a:effectLst/>
                <a:latin typeface="Microsoft YaHei" panose="020B0503020204020204" pitchFamily="34" charset="-122"/>
                <a:ea typeface="Microsoft YaHei" panose="020B0503020204020204" pitchFamily="34" charset="-122"/>
              </a:rPr>
              <a:t>RM </a:t>
            </a:r>
            <a:r>
              <a:rPr lang="zh-CN" altLang="en-US" sz="2400" b="1" dirty="0">
                <a:solidFill>
                  <a:srgbClr val="0070C0"/>
                </a:solidFill>
                <a:effectLst/>
                <a:latin typeface="Microsoft YaHei" panose="020B0503020204020204" pitchFamily="34" charset="-122"/>
                <a:ea typeface="Microsoft YaHei" panose="020B0503020204020204" pitchFamily="34" charset="-122"/>
              </a:rPr>
              <a:t>模型）</a:t>
            </a:r>
            <a:r>
              <a:rPr lang="zh-CN" altLang="en-US" sz="2400" dirty="0">
                <a:effectLst/>
                <a:latin typeface="Microsoft YaHei" panose="020B0503020204020204" pitchFamily="34" charset="-122"/>
                <a:ea typeface="Microsoft YaHei" panose="020B0503020204020204" pitchFamily="34" charset="-122"/>
              </a:rPr>
              <a:t>可以通过二分类模型，对输入的两个结果之间的优劣进行判断。</a:t>
            </a:r>
            <a:r>
              <a:rPr lang="en-US" altLang="zh-CN" sz="2400" dirty="0">
                <a:effectLst/>
                <a:latin typeface="Microsoft YaHei" panose="020B0503020204020204" pitchFamily="34" charset="-122"/>
                <a:ea typeface="Microsoft YaHei" panose="020B0503020204020204" pitchFamily="34" charset="-122"/>
              </a:rPr>
              <a:t>RM </a:t>
            </a:r>
            <a:r>
              <a:rPr lang="zh-CN" altLang="en-US" sz="2400" dirty="0">
                <a:effectLst/>
                <a:latin typeface="Microsoft YaHei" panose="020B0503020204020204" pitchFamily="34" charset="-122"/>
                <a:ea typeface="Microsoft YaHei" panose="020B0503020204020204" pitchFamily="34" charset="-122"/>
              </a:rPr>
              <a:t>模型与基础语言模型和</a:t>
            </a:r>
            <a:r>
              <a:rPr lang="en-US" altLang="zh-CN" sz="2400" dirty="0">
                <a:effectLst/>
                <a:latin typeface="Microsoft YaHei" panose="020B0503020204020204" pitchFamily="34" charset="-122"/>
                <a:ea typeface="Microsoft YaHei" panose="020B0503020204020204" pitchFamily="34" charset="-122"/>
              </a:rPr>
              <a:t>SFT </a:t>
            </a:r>
            <a:r>
              <a:rPr lang="zh-CN" altLang="en-US" sz="2400" dirty="0">
                <a:effectLst/>
                <a:latin typeface="Microsoft YaHei" panose="020B0503020204020204" pitchFamily="34" charset="-122"/>
                <a:ea typeface="Microsoft YaHei" panose="020B0503020204020204" pitchFamily="34" charset="-122"/>
              </a:rPr>
              <a:t>模型不同，</a:t>
            </a:r>
            <a:r>
              <a:rPr lang="en-US" altLang="zh-CN" sz="2400" u="sng" dirty="0">
                <a:effectLst/>
                <a:latin typeface="Microsoft YaHei" panose="020B0503020204020204" pitchFamily="34" charset="-122"/>
                <a:ea typeface="Microsoft YaHei" panose="020B0503020204020204" pitchFamily="34" charset="-122"/>
              </a:rPr>
              <a:t>RM </a:t>
            </a:r>
            <a:r>
              <a:rPr lang="zh-CN" altLang="en-US" sz="2400" u="sng" dirty="0">
                <a:effectLst/>
                <a:latin typeface="Microsoft YaHei" panose="020B0503020204020204" pitchFamily="34" charset="-122"/>
                <a:ea typeface="Microsoft YaHei" panose="020B0503020204020204" pitchFamily="34" charset="-122"/>
              </a:rPr>
              <a:t>模型本身并不能单独提供给用户使用。</a:t>
            </a:r>
            <a:endParaRPr lang="en-US" altLang="zh-CN" sz="2400" u="sng" dirty="0">
              <a:effectLst/>
              <a:latin typeface="Microsoft YaHei" panose="020B0503020204020204" pitchFamily="34" charset="-122"/>
              <a:ea typeface="Microsoft YaHei" panose="020B0503020204020204" pitchFamily="34" charset="-122"/>
            </a:endParaRPr>
          </a:p>
          <a:p>
            <a:pPr algn="just">
              <a:lnSpc>
                <a:spcPct val="150000"/>
              </a:lnSpc>
            </a:pP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pPr>
            <a:r>
              <a:rPr lang="zh-CN" altLang="en-US" sz="2400" dirty="0">
                <a:effectLst/>
                <a:latin typeface="Microsoft YaHei" panose="020B0503020204020204" pitchFamily="34" charset="-122"/>
                <a:ea typeface="Microsoft YaHei" panose="020B0503020204020204" pitchFamily="34" charset="-122"/>
              </a:rPr>
              <a:t>奖励模型的训练通常和</a:t>
            </a:r>
            <a:r>
              <a:rPr lang="en-US" altLang="zh-CN" sz="2400" dirty="0">
                <a:effectLst/>
                <a:latin typeface="Microsoft YaHei" panose="020B0503020204020204" pitchFamily="34" charset="-122"/>
                <a:ea typeface="Microsoft YaHei" panose="020B0503020204020204" pitchFamily="34" charset="-122"/>
              </a:rPr>
              <a:t>SFT </a:t>
            </a:r>
            <a:r>
              <a:rPr lang="zh-CN" altLang="en-US" sz="2400" dirty="0">
                <a:effectLst/>
                <a:latin typeface="Microsoft YaHei" panose="020B0503020204020204" pitchFamily="34" charset="-122"/>
                <a:ea typeface="Microsoft YaHei" panose="020B0503020204020204" pitchFamily="34" charset="-122"/>
              </a:rPr>
              <a:t>模型一样，使用数十块</a:t>
            </a:r>
            <a:r>
              <a:rPr lang="en-US" altLang="zh-CN" sz="2400" dirty="0">
                <a:effectLst/>
                <a:latin typeface="Microsoft YaHei" panose="020B0503020204020204" pitchFamily="34" charset="-122"/>
                <a:ea typeface="Microsoft YaHei" panose="020B0503020204020204" pitchFamily="34" charset="-122"/>
              </a:rPr>
              <a:t>GPU</a:t>
            </a:r>
            <a:r>
              <a:rPr lang="zh-CN" altLang="en-US" sz="2400" dirty="0">
                <a:effectLst/>
                <a:latin typeface="Microsoft YaHei" panose="020B0503020204020204" pitchFamily="34" charset="-122"/>
                <a:ea typeface="Microsoft YaHei" panose="020B0503020204020204" pitchFamily="34" charset="-122"/>
              </a:rPr>
              <a:t>，通过几天时间完成训练。由于</a:t>
            </a:r>
            <a:r>
              <a:rPr lang="en-US" altLang="zh-CN" sz="2400" dirty="0">
                <a:effectLst/>
                <a:latin typeface="Microsoft YaHei" panose="020B0503020204020204" pitchFamily="34" charset="-122"/>
                <a:ea typeface="Microsoft YaHei" panose="020B0503020204020204" pitchFamily="34" charset="-122"/>
              </a:rPr>
              <a:t>RM </a:t>
            </a:r>
            <a:r>
              <a:rPr lang="zh-CN" altLang="en-US" sz="2400" dirty="0">
                <a:effectLst/>
                <a:latin typeface="Microsoft YaHei" panose="020B0503020204020204" pitchFamily="34" charset="-122"/>
                <a:ea typeface="Microsoft YaHei" panose="020B0503020204020204" pitchFamily="34" charset="-122"/>
              </a:rPr>
              <a:t>模型的准确率对强化学习阶段的效果有至关重要的影响，因此通常需要大规模的训练数据对该模型进行训练</a:t>
            </a:r>
            <a:endParaRPr lang="en-US" altLang="zh-CN" sz="2400" dirty="0">
              <a:effectLst/>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奖励建模阶段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90344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35</a:t>
            </a:fld>
            <a:endParaRPr lang="zh-CN" altLang="en-US"/>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奖励建模阶段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4" name="Picture 3">
            <a:extLst>
              <a:ext uri="{FF2B5EF4-FFF2-40B4-BE49-F238E27FC236}">
                <a16:creationId xmlns:a16="http://schemas.microsoft.com/office/drawing/2014/main" id="{E106C106-3EB4-1358-11CC-02033276CA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613" y="1051718"/>
            <a:ext cx="7772400" cy="5739746"/>
          </a:xfrm>
          <a:prstGeom prst="rect">
            <a:avLst/>
          </a:prstGeom>
        </p:spPr>
      </p:pic>
    </p:spTree>
    <p:extLst>
      <p:ext uri="{BB962C8B-B14F-4D97-AF65-F5344CB8AC3E}">
        <p14:creationId xmlns:p14="http://schemas.microsoft.com/office/powerpoint/2010/main" val="1246382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3905043"/>
          </a:xfrm>
          <a:prstGeom prst="rect">
            <a:avLst/>
          </a:prstGeom>
          <a:noFill/>
        </p:spPr>
        <p:txBody>
          <a:bodyPr wrap="square">
            <a:spAutoFit/>
          </a:bodyPr>
          <a:lstStyle/>
          <a:p>
            <a:pPr algn="just">
              <a:lnSpc>
                <a:spcPct val="150000"/>
              </a:lnSpc>
            </a:pPr>
            <a:r>
              <a:rPr lang="zh-CN" altLang="en-US" sz="2400" b="1" dirty="0">
                <a:solidFill>
                  <a:srgbClr val="0070C0"/>
                </a:solidFill>
                <a:effectLst/>
                <a:latin typeface="Microsoft YaHei" panose="020B0503020204020204" pitchFamily="34" charset="-122"/>
                <a:ea typeface="Microsoft YaHei" panose="020B0503020204020204" pitchFamily="34" charset="-122"/>
              </a:rPr>
              <a:t>强化学习（</a:t>
            </a:r>
            <a:r>
              <a:rPr lang="en-US" altLang="zh-CN" sz="2400" b="1" dirty="0">
                <a:solidFill>
                  <a:srgbClr val="0070C0"/>
                </a:solidFill>
                <a:effectLst/>
                <a:latin typeface="Microsoft YaHei" panose="020B0503020204020204" pitchFamily="34" charset="-122"/>
                <a:ea typeface="Microsoft YaHei" panose="020B0503020204020204" pitchFamily="34" charset="-122"/>
              </a:rPr>
              <a:t>Reinforcement Learning</a:t>
            </a:r>
            <a:r>
              <a:rPr lang="zh-CN" altLang="en-US" sz="2400" b="1" dirty="0">
                <a:solidFill>
                  <a:srgbClr val="0070C0"/>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阶段根据数十万用户给出的提示词，利用前一阶段训练的</a:t>
            </a:r>
            <a:r>
              <a:rPr lang="en-US" altLang="zh-CN" sz="2400" dirty="0">
                <a:effectLst/>
                <a:latin typeface="Microsoft YaHei" panose="020B0503020204020204" pitchFamily="34" charset="-122"/>
                <a:ea typeface="Microsoft YaHei" panose="020B0503020204020204" pitchFamily="34" charset="-122"/>
              </a:rPr>
              <a:t>RM</a:t>
            </a:r>
            <a:r>
              <a:rPr lang="zh-CN" altLang="en-US" sz="2400" dirty="0">
                <a:effectLst/>
                <a:latin typeface="Microsoft YaHei" panose="020B0503020204020204" pitchFamily="34" charset="-122"/>
                <a:ea typeface="Microsoft YaHei" panose="020B0503020204020204" pitchFamily="34" charset="-122"/>
              </a:rPr>
              <a:t>模型，给出</a:t>
            </a:r>
            <a:r>
              <a:rPr lang="en-US" altLang="zh-CN" sz="2400" dirty="0">
                <a:effectLst/>
                <a:latin typeface="Microsoft YaHei" panose="020B0503020204020204" pitchFamily="34" charset="-122"/>
                <a:ea typeface="Microsoft YaHei" panose="020B0503020204020204" pitchFamily="34" charset="-122"/>
              </a:rPr>
              <a:t>SFT</a:t>
            </a:r>
            <a:r>
              <a:rPr lang="zh-CN" altLang="en-US" sz="2400" dirty="0">
                <a:effectLst/>
                <a:latin typeface="Microsoft YaHei" panose="020B0503020204020204" pitchFamily="34" charset="-122"/>
                <a:ea typeface="Microsoft YaHei" panose="020B0503020204020204" pitchFamily="34" charset="-122"/>
              </a:rPr>
              <a:t>模型对用户提示词补全结果的质量评估，并与语言模型建模目标综合得到更好的效果。</a:t>
            </a: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pPr>
            <a:endParaRPr lang="en-US" altLang="zh-CN" sz="2400" b="1" dirty="0">
              <a:latin typeface="Microsoft YaHei" panose="020B0503020204020204" pitchFamily="34" charset="-122"/>
              <a:ea typeface="Microsoft YaHei" panose="020B0503020204020204" pitchFamily="34" charset="-122"/>
            </a:endParaRPr>
          </a:p>
          <a:p>
            <a:pPr algn="just">
              <a:lnSpc>
                <a:spcPct val="150000"/>
              </a:lnSpc>
            </a:pPr>
            <a:r>
              <a:rPr lang="zh-CN" altLang="en-US" sz="2400" dirty="0">
                <a:effectLst/>
                <a:latin typeface="Microsoft YaHei" panose="020B0503020204020204" pitchFamily="34" charset="-122"/>
                <a:ea typeface="Microsoft YaHei" panose="020B0503020204020204" pitchFamily="34" charset="-122"/>
              </a:rPr>
              <a:t>使用强化学习，在</a:t>
            </a:r>
            <a:r>
              <a:rPr lang="en-US" altLang="zh-CN" sz="2400" dirty="0">
                <a:effectLst/>
                <a:latin typeface="Microsoft YaHei" panose="020B0503020204020204" pitchFamily="34" charset="-122"/>
                <a:ea typeface="Microsoft YaHei" panose="020B0503020204020204" pitchFamily="34" charset="-122"/>
              </a:rPr>
              <a:t>SFT </a:t>
            </a:r>
            <a:r>
              <a:rPr lang="zh-CN" altLang="en-US" sz="2400" dirty="0">
                <a:effectLst/>
                <a:latin typeface="Microsoft YaHei" panose="020B0503020204020204" pitchFamily="34" charset="-122"/>
                <a:ea typeface="Microsoft YaHei" panose="020B0503020204020204" pitchFamily="34" charset="-122"/>
              </a:rPr>
              <a:t>模型基础上调整参数，使得最终生成的文本可以获得更高的奖励（</a:t>
            </a:r>
            <a:r>
              <a:rPr lang="en-US" altLang="zh-CN" sz="2400" dirty="0">
                <a:effectLst/>
                <a:latin typeface="Microsoft YaHei" panose="020B0503020204020204" pitchFamily="34" charset="-122"/>
                <a:ea typeface="Microsoft YaHei" panose="020B0503020204020204" pitchFamily="34" charset="-122"/>
              </a:rPr>
              <a:t>Reward</a:t>
            </a:r>
            <a:r>
              <a:rPr lang="zh-CN" altLang="en-US" sz="2400" dirty="0">
                <a:effectLst/>
                <a:latin typeface="Microsoft YaHei" panose="020B0503020204020204" pitchFamily="34" charset="-122"/>
                <a:ea typeface="Microsoft YaHei" panose="020B0503020204020204" pitchFamily="34" charset="-122"/>
              </a:rPr>
              <a:t>）。该阶段需要的计算量相较预训练阶段也少很多，通常仅需要数十块</a:t>
            </a:r>
            <a:r>
              <a:rPr lang="en-US" altLang="zh-CN" sz="2400" dirty="0">
                <a:effectLst/>
                <a:latin typeface="Microsoft YaHei" panose="020B0503020204020204" pitchFamily="34" charset="-122"/>
                <a:ea typeface="Microsoft YaHei" panose="020B0503020204020204" pitchFamily="34" charset="-122"/>
              </a:rPr>
              <a:t>GPU</a:t>
            </a:r>
            <a:r>
              <a:rPr lang="zh-CN" altLang="en-US" sz="2400" dirty="0">
                <a:effectLst/>
                <a:latin typeface="Microsoft YaHei" panose="020B0503020204020204" pitchFamily="34" charset="-122"/>
                <a:ea typeface="Microsoft YaHei" panose="020B0503020204020204" pitchFamily="34" charset="-122"/>
              </a:rPr>
              <a:t>，数天即可完成训练。</a:t>
            </a:r>
            <a:endParaRPr lang="en-US" altLang="zh-CN"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强化学习阶段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18905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3658822"/>
          </a:xfrm>
          <a:prstGeom prst="rect">
            <a:avLst/>
          </a:prstGeom>
          <a:noFill/>
        </p:spPr>
        <p:txBody>
          <a:bodyPr wrap="square">
            <a:spAutoFit/>
          </a:bodyPr>
          <a:lstStyle/>
          <a:p>
            <a:pPr algn="just">
              <a:lnSpc>
                <a:spcPct val="150000"/>
              </a:lnSpc>
            </a:pPr>
            <a:r>
              <a:rPr lang="en-US" altLang="zh-CN" sz="2400" dirty="0">
                <a:effectLst/>
                <a:latin typeface="Microsoft YaHei" panose="020B0503020204020204" pitchFamily="34" charset="-122"/>
                <a:ea typeface="Microsoft YaHei" panose="020B0503020204020204" pitchFamily="34" charset="-122"/>
              </a:rPr>
              <a:t>Andrej </a:t>
            </a:r>
            <a:r>
              <a:rPr lang="en-US" altLang="zh-CN" sz="2400" dirty="0" err="1">
                <a:effectLst/>
                <a:latin typeface="Microsoft YaHei" panose="020B0503020204020204" pitchFamily="34" charset="-122"/>
                <a:ea typeface="Microsoft YaHei" panose="020B0503020204020204" pitchFamily="34" charset="-122"/>
              </a:rPr>
              <a:t>Karpathy</a:t>
            </a:r>
            <a:r>
              <a:rPr lang="en-US" altLang="zh-CN" sz="2400" dirty="0">
                <a:effectLst/>
                <a:latin typeface="Microsoft YaHei" panose="020B0503020204020204" pitchFamily="34" charset="-122"/>
                <a:ea typeface="Microsoft YaHei" panose="020B0503020204020204" pitchFamily="34" charset="-122"/>
              </a:rPr>
              <a:t> </a:t>
            </a:r>
            <a:r>
              <a:rPr lang="zh-CN" altLang="en-US" sz="2400" dirty="0">
                <a:effectLst/>
                <a:latin typeface="Microsoft YaHei" panose="020B0503020204020204" pitchFamily="34" charset="-122"/>
                <a:ea typeface="Microsoft YaHei" panose="020B0503020204020204" pitchFamily="34" charset="-122"/>
              </a:rPr>
              <a:t>也指出，强化学习并不是没有问题的，它会使基础模型的熵降低，从而减少了模型输出的多样性。</a:t>
            </a: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400" dirty="0">
                <a:effectLst/>
                <a:latin typeface="Microsoft YaHei" panose="020B0503020204020204" pitchFamily="34" charset="-122"/>
                <a:ea typeface="Microsoft YaHei" panose="020B0503020204020204" pitchFamily="34" charset="-122"/>
              </a:rPr>
              <a:t>经过强化学习方法训练后的</a:t>
            </a:r>
            <a:r>
              <a:rPr lang="en-US" altLang="zh-CN" sz="2400" b="1" dirty="0">
                <a:solidFill>
                  <a:srgbClr val="0070C0"/>
                </a:solidFill>
                <a:effectLst/>
                <a:latin typeface="Microsoft YaHei" panose="020B0503020204020204" pitchFamily="34" charset="-122"/>
                <a:ea typeface="Microsoft YaHei" panose="020B0503020204020204" pitchFamily="34" charset="-122"/>
              </a:rPr>
              <a:t>RL</a:t>
            </a:r>
            <a:r>
              <a:rPr lang="zh-CN" altLang="en-US" sz="2400" b="1" dirty="0">
                <a:solidFill>
                  <a:srgbClr val="0070C0"/>
                </a:solidFill>
                <a:effectLst/>
                <a:latin typeface="Microsoft YaHei" panose="020B0503020204020204" pitchFamily="34" charset="-122"/>
                <a:ea typeface="Microsoft YaHei" panose="020B0503020204020204" pitchFamily="34" charset="-122"/>
              </a:rPr>
              <a:t>模型</a:t>
            </a:r>
            <a:r>
              <a:rPr lang="zh-CN" altLang="en-US" sz="2400" dirty="0">
                <a:effectLst/>
                <a:latin typeface="Microsoft YaHei" panose="020B0503020204020204" pitchFamily="34" charset="-122"/>
                <a:ea typeface="Microsoft YaHei" panose="020B0503020204020204" pitchFamily="34" charset="-122"/>
              </a:rPr>
              <a:t>，就是最终提供给用户使用、具有理解用户指令和上下文的类</a:t>
            </a:r>
            <a:r>
              <a:rPr lang="en-US" altLang="zh-CN" sz="2400" dirty="0" err="1">
                <a:effectLst/>
                <a:latin typeface="Microsoft YaHei" panose="020B0503020204020204" pitchFamily="34" charset="-122"/>
                <a:ea typeface="Microsoft YaHei" panose="020B0503020204020204" pitchFamily="34" charset="-122"/>
              </a:rPr>
              <a:t>ChatGPT</a:t>
            </a:r>
            <a:r>
              <a:rPr lang="en-US" altLang="zh-CN" sz="2400" dirty="0">
                <a:effectLst/>
                <a:latin typeface="Microsoft YaHei" panose="020B0503020204020204" pitchFamily="34" charset="-122"/>
                <a:ea typeface="Microsoft YaHei" panose="020B0503020204020204" pitchFamily="34" charset="-122"/>
              </a:rPr>
              <a:t> </a:t>
            </a:r>
            <a:r>
              <a:rPr lang="zh-CN" altLang="en-US" sz="2400" dirty="0">
                <a:effectLst/>
                <a:latin typeface="Microsoft YaHei" panose="020B0503020204020204" pitchFamily="34" charset="-122"/>
                <a:ea typeface="Microsoft YaHei" panose="020B0503020204020204" pitchFamily="34" charset="-122"/>
              </a:rPr>
              <a:t>系统。</a:t>
            </a:r>
            <a:endParaRPr lang="en-US" altLang="zh-CN" sz="24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400" dirty="0">
                <a:effectLst/>
                <a:latin typeface="Microsoft YaHei" panose="020B0503020204020204" pitchFamily="34" charset="-122"/>
                <a:ea typeface="Microsoft YaHei" panose="020B0503020204020204" pitchFamily="34" charset="-122"/>
              </a:rPr>
              <a:t>由于强化学习方法稳定性不高，并且超参数众多，使得模型收敛难度大，再叠加</a:t>
            </a:r>
            <a:r>
              <a:rPr lang="en-US" altLang="zh-CN" sz="2400" dirty="0">
                <a:effectLst/>
                <a:latin typeface="Microsoft YaHei" panose="020B0503020204020204" pitchFamily="34" charset="-122"/>
                <a:ea typeface="Microsoft YaHei" panose="020B0503020204020204" pitchFamily="34" charset="-122"/>
              </a:rPr>
              <a:t>RM </a:t>
            </a:r>
            <a:r>
              <a:rPr lang="zh-CN" altLang="en-US" sz="2400" dirty="0">
                <a:effectLst/>
                <a:latin typeface="Microsoft YaHei" panose="020B0503020204020204" pitchFamily="34" charset="-122"/>
                <a:ea typeface="Microsoft YaHei" panose="020B0503020204020204" pitchFamily="34" charset="-122"/>
              </a:rPr>
              <a:t>模型的准确率问题，使得在大语言模型上有效应用强化学习非常困难。</a:t>
            </a:r>
            <a:endParaRPr lang="en-US" altLang="zh-CN"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强化学习阶段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04086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框 5">
            <a:extLst>
              <a:ext uri="{FF2B5EF4-FFF2-40B4-BE49-F238E27FC236}">
                <a16:creationId xmlns:a16="http://schemas.microsoft.com/office/drawing/2014/main" id="{614236B1-2003-A14A-AB30-9AA9463EAFB2}"/>
              </a:ext>
            </a:extLst>
          </p:cNvPr>
          <p:cNvSpPr txBox="1">
            <a:spLocks noChangeArrowheads="1"/>
          </p:cNvSpPr>
          <p:nvPr/>
        </p:nvSpPr>
        <p:spPr bwMode="auto">
          <a:xfrm>
            <a:off x="9866313" y="1920875"/>
            <a:ext cx="20701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6600" b="1">
                <a:solidFill>
                  <a:srgbClr val="FFFFFF"/>
                </a:solidFill>
                <a:latin typeface="Arial" panose="020B0604020202020204" pitchFamily="34" charset="0"/>
                <a:cs typeface="Arial" panose="020B0604020202020204" pitchFamily="34" charset="0"/>
              </a:rPr>
              <a:t>2015</a:t>
            </a:r>
            <a:endParaRPr lang="zh-CN" altLang="en-US" sz="6600" b="1">
              <a:solidFill>
                <a:srgbClr val="FFFFFF"/>
              </a:solidFill>
              <a:latin typeface="Arial" panose="020B0604020202020204" pitchFamily="34" charset="0"/>
              <a:cs typeface="Arial" panose="020B0604020202020204" pitchFamily="34" charset="0"/>
            </a:endParaRPr>
          </a:p>
        </p:txBody>
      </p:sp>
      <p:sp>
        <p:nvSpPr>
          <p:cNvPr id="45061" name="文本框 8">
            <a:extLst>
              <a:ext uri="{FF2B5EF4-FFF2-40B4-BE49-F238E27FC236}">
                <a16:creationId xmlns:a16="http://schemas.microsoft.com/office/drawing/2014/main" id="{2BF663EC-4C9D-1F4B-8BDF-E8ECAC76C74F}"/>
              </a:ext>
            </a:extLst>
          </p:cNvPr>
          <p:cNvSpPr txBox="1">
            <a:spLocks noChangeArrowheads="1"/>
          </p:cNvSpPr>
          <p:nvPr/>
        </p:nvSpPr>
        <p:spPr bwMode="auto">
          <a:xfrm>
            <a:off x="8945563" y="3876675"/>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000" b="1">
                <a:solidFill>
                  <a:srgbClr val="FFFFFF"/>
                </a:solidFill>
                <a:latin typeface="微软雅黑" panose="020B0503020204020204" pitchFamily="34" charset="-122"/>
                <a:ea typeface="微软雅黑" panose="020B0503020204020204" pitchFamily="34" charset="-122"/>
              </a:rPr>
              <a:t>哎呀小小草演示设计</a:t>
            </a:r>
          </a:p>
        </p:txBody>
      </p:sp>
      <p:cxnSp>
        <p:nvCxnSpPr>
          <p:cNvPr id="45062" name="直接连接符 27">
            <a:extLst>
              <a:ext uri="{FF2B5EF4-FFF2-40B4-BE49-F238E27FC236}">
                <a16:creationId xmlns:a16="http://schemas.microsoft.com/office/drawing/2014/main" id="{638E0D22-E670-A046-8C5F-278F81A88EBF}"/>
              </a:ext>
            </a:extLst>
          </p:cNvPr>
          <p:cNvCxnSpPr>
            <a:cxnSpLocks noChangeShapeType="1"/>
          </p:cNvCxnSpPr>
          <p:nvPr/>
        </p:nvCxnSpPr>
        <p:spPr bwMode="auto">
          <a:xfrm>
            <a:off x="365125" y="369888"/>
            <a:ext cx="0" cy="3111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cxnSp>
      <p:sp>
        <p:nvSpPr>
          <p:cNvPr id="45063" name="文本框 32">
            <a:extLst>
              <a:ext uri="{FF2B5EF4-FFF2-40B4-BE49-F238E27FC236}">
                <a16:creationId xmlns:a16="http://schemas.microsoft.com/office/drawing/2014/main" id="{FFCF7A53-F853-0F4D-8D98-0D04070EF150}"/>
              </a:ext>
            </a:extLst>
          </p:cNvPr>
          <p:cNvSpPr txBox="1">
            <a:spLocks noChangeArrowheads="1"/>
          </p:cNvSpPr>
          <p:nvPr/>
        </p:nvSpPr>
        <p:spPr bwMode="auto">
          <a:xfrm>
            <a:off x="360363" y="336550"/>
            <a:ext cx="825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1000">
                <a:solidFill>
                  <a:srgbClr val="FFFFFF"/>
                </a:solidFill>
                <a:latin typeface="微软雅黑" panose="020B0503020204020204" pitchFamily="34" charset="-122"/>
                <a:ea typeface="微软雅黑" panose="020B0503020204020204" pitchFamily="34" charset="-122"/>
              </a:rPr>
              <a:t>哎呀小小草</a:t>
            </a:r>
            <a:endParaRPr lang="en-US" altLang="zh-CN" sz="1000">
              <a:solidFill>
                <a:srgbClr val="FFFFFF"/>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pPr>
            <a:r>
              <a:rPr lang="zh-CN" altLang="en-US" sz="1000">
                <a:solidFill>
                  <a:srgbClr val="FFFFFF"/>
                </a:solidFill>
                <a:latin typeface="微软雅黑" panose="020B0503020204020204" pitchFamily="34" charset="-122"/>
                <a:ea typeface="微软雅黑" panose="020B0503020204020204" pitchFamily="34" charset="-122"/>
              </a:rPr>
              <a:t>专业设计</a:t>
            </a:r>
          </a:p>
        </p:txBody>
      </p:sp>
      <p:sp>
        <p:nvSpPr>
          <p:cNvPr id="2" name="Slide Number Placeholder 1">
            <a:extLst>
              <a:ext uri="{FF2B5EF4-FFF2-40B4-BE49-F238E27FC236}">
                <a16:creationId xmlns:a16="http://schemas.microsoft.com/office/drawing/2014/main" id="{7DCAD46F-71A4-6C49-8862-534F87558693}"/>
              </a:ext>
            </a:extLst>
          </p:cNvPr>
          <p:cNvSpPr>
            <a:spLocks noGrp="1"/>
          </p:cNvSpPr>
          <p:nvPr>
            <p:ph type="sldNum" sz="quarter" idx="12"/>
          </p:nvPr>
        </p:nvSpPr>
        <p:spPr/>
        <p:txBody>
          <a:bodyPr/>
          <a:lstStyle/>
          <a:p>
            <a:fld id="{9F926C00-9D2D-0342-9BD1-AD5E2A62AA04}" type="slidenum">
              <a:rPr lang="zh-CN" altLang="en-US" smtClean="0"/>
              <a:pPr/>
              <a:t>38</a:t>
            </a:fld>
            <a:endParaRPr lang="zh-CN" altLang="en-US"/>
          </a:p>
        </p:txBody>
      </p:sp>
      <p:sp>
        <p:nvSpPr>
          <p:cNvPr id="3" name="文本框 6">
            <a:extLst>
              <a:ext uri="{FF2B5EF4-FFF2-40B4-BE49-F238E27FC236}">
                <a16:creationId xmlns:a16="http://schemas.microsoft.com/office/drawing/2014/main" id="{06936757-FF34-1B9F-4D2B-C0CAB75F264E}"/>
              </a:ext>
            </a:extLst>
          </p:cNvPr>
          <p:cNvSpPr txBox="1">
            <a:spLocks noChangeArrowheads="1"/>
          </p:cNvSpPr>
          <p:nvPr/>
        </p:nvSpPr>
        <p:spPr bwMode="auto">
          <a:xfrm>
            <a:off x="4373562" y="296317"/>
            <a:ext cx="344487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400" b="1" dirty="0">
                <a:solidFill>
                  <a:schemeClr val="accent1">
                    <a:lumMod val="75000"/>
                  </a:schemeClr>
                </a:solidFill>
                <a:latin typeface="微软雅黑" panose="020B0503020204020204" pitchFamily="34" charset="-122"/>
                <a:ea typeface="微软雅黑" panose="020B0503020204020204" pitchFamily="34" charset="-122"/>
              </a:rPr>
              <a:t>小结</a:t>
            </a:r>
            <a:endParaRPr lang="zh-CN" altLang="en-CN" sz="4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 name="TextBox 4">
            <a:extLst>
              <a:ext uri="{FF2B5EF4-FFF2-40B4-BE49-F238E27FC236}">
                <a16:creationId xmlns:a16="http://schemas.microsoft.com/office/drawing/2014/main" id="{8F24AB09-344C-D9BE-4256-21EF2407E135}"/>
              </a:ext>
            </a:extLst>
          </p:cNvPr>
          <p:cNvSpPr txBox="1"/>
          <p:nvPr/>
        </p:nvSpPr>
        <p:spPr>
          <a:xfrm>
            <a:off x="754062" y="1407293"/>
            <a:ext cx="10795680" cy="2797048"/>
          </a:xfrm>
          <a:prstGeom prst="rect">
            <a:avLst/>
          </a:prstGeom>
          <a:noFill/>
        </p:spPr>
        <p:txBody>
          <a:bodyPr wrap="square">
            <a:spAutoFit/>
          </a:bodyPr>
          <a:lstStyle/>
          <a:p>
            <a:pPr algn="just">
              <a:lnSpc>
                <a:spcPct val="150000"/>
              </a:lnSpc>
            </a:pPr>
            <a:r>
              <a:rPr lang="zh-CN" altLang="en-US" sz="2400" i="0" dirty="0">
                <a:effectLst/>
                <a:latin typeface="Microsoft YaHei" panose="020B0503020204020204" pitchFamily="34" charset="-122"/>
                <a:ea typeface="Microsoft YaHei" panose="020B0503020204020204" pitchFamily="34" charset="-122"/>
              </a:rPr>
              <a:t>大规模语言模型自</a:t>
            </a:r>
            <a:r>
              <a:rPr lang="en-US" altLang="zh-CN" sz="2400" i="0" dirty="0">
                <a:effectLst/>
                <a:latin typeface="Microsoft YaHei" panose="020B0503020204020204" pitchFamily="34" charset="-122"/>
                <a:ea typeface="Microsoft YaHei" panose="020B0503020204020204" pitchFamily="34" charset="-122"/>
              </a:rPr>
              <a:t>2019 </a:t>
            </a:r>
            <a:r>
              <a:rPr lang="zh-CN" altLang="en-US" sz="2400" i="0" dirty="0">
                <a:effectLst/>
                <a:latin typeface="Microsoft YaHei" panose="020B0503020204020204" pitchFamily="34" charset="-122"/>
                <a:ea typeface="Microsoft YaHei" panose="020B0503020204020204" pitchFamily="34" charset="-122"/>
              </a:rPr>
              <a:t>年开始呈现爆发式的增长，特别是</a:t>
            </a:r>
            <a:r>
              <a:rPr lang="en-US" altLang="zh-CN" sz="2400" i="0" dirty="0">
                <a:effectLst/>
                <a:latin typeface="Microsoft YaHei" panose="020B0503020204020204" pitchFamily="34" charset="-122"/>
                <a:ea typeface="Microsoft YaHei" panose="020B0503020204020204" pitchFamily="34" charset="-122"/>
              </a:rPr>
              <a:t>2022 </a:t>
            </a:r>
            <a:r>
              <a:rPr lang="zh-CN" altLang="en-US" sz="2400" i="0" dirty="0">
                <a:effectLst/>
                <a:latin typeface="Microsoft YaHei" panose="020B0503020204020204" pitchFamily="34" charset="-122"/>
                <a:ea typeface="Microsoft YaHei" panose="020B0503020204020204" pitchFamily="34" charset="-122"/>
              </a:rPr>
              <a:t>年</a:t>
            </a:r>
            <a:r>
              <a:rPr lang="en-US" altLang="zh-CN" sz="2400" i="0" dirty="0">
                <a:effectLst/>
                <a:latin typeface="Microsoft YaHei" panose="020B0503020204020204" pitchFamily="34" charset="-122"/>
                <a:ea typeface="Microsoft YaHei" panose="020B0503020204020204" pitchFamily="34" charset="-122"/>
              </a:rPr>
              <a:t>11 </a:t>
            </a:r>
            <a:r>
              <a:rPr lang="zh-CN" altLang="en-US" sz="2400" i="0" dirty="0">
                <a:effectLst/>
                <a:latin typeface="Microsoft YaHei" panose="020B0503020204020204" pitchFamily="34" charset="-122"/>
                <a:ea typeface="Microsoft YaHei" panose="020B0503020204020204" pitchFamily="34" charset="-122"/>
              </a:rPr>
              <a:t>月</a:t>
            </a:r>
            <a:r>
              <a:rPr lang="en-US" altLang="zh-CN" sz="2400" i="0" dirty="0" err="1">
                <a:effectLst/>
                <a:latin typeface="Microsoft YaHei" panose="020B0503020204020204" pitchFamily="34" charset="-122"/>
                <a:ea typeface="Microsoft YaHei" panose="020B0503020204020204" pitchFamily="34" charset="-122"/>
              </a:rPr>
              <a:t>ChatGPT</a:t>
            </a:r>
            <a:r>
              <a:rPr lang="zh-CN" altLang="en-US" sz="2400" i="0" dirty="0">
                <a:effectLst/>
                <a:latin typeface="Microsoft YaHei" panose="020B0503020204020204" pitchFamily="34" charset="-122"/>
                <a:ea typeface="Microsoft YaHei" panose="020B0503020204020204" pitchFamily="34" charset="-122"/>
              </a:rPr>
              <a:t>发布后，更是引起了全世界的广泛关注。用户可以使用自然语言与系统交互，从而实现包括问答、分类、摘要、翻译、聊天等从理解到生成的各种任务。大语言模型展现出了强大的对世界知识掌握和对语言的理解能力。</a:t>
            </a:r>
          </a:p>
          <a:p>
            <a:pPr algn="just">
              <a:lnSpc>
                <a:spcPct val="150000"/>
              </a:lnSpc>
            </a:pPr>
            <a:r>
              <a:rPr lang="zh-CN" altLang="en-US" sz="2400" i="0" dirty="0">
                <a:effectLst/>
                <a:latin typeface="Microsoft YaHei" panose="020B0503020204020204" pitchFamily="34" charset="-122"/>
                <a:ea typeface="Microsoft YaHei" panose="020B0503020204020204" pitchFamily="34" charset="-122"/>
              </a:rPr>
              <a:t>本章主要介绍了大语言模型的基本概念、发展历程和构建流程。</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999140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ACF4E0-5CC3-D8B7-1D50-B257663339F9}"/>
              </a:ext>
            </a:extLst>
          </p:cNvPr>
          <p:cNvSpPr>
            <a:spLocks noGrp="1"/>
          </p:cNvSpPr>
          <p:nvPr>
            <p:ph type="sldNum" sz="quarter" idx="12"/>
          </p:nvPr>
        </p:nvSpPr>
        <p:spPr/>
        <p:txBody>
          <a:bodyPr/>
          <a:lstStyle/>
          <a:p>
            <a:fld id="{465717F2-DE62-A445-9F03-50055757659A}" type="slidenum">
              <a:rPr lang="zh-CN" altLang="en-US" smtClean="0"/>
              <a:pPr/>
              <a:t>39</a:t>
            </a:fld>
            <a:endParaRPr lang="zh-CN" altLang="en-US"/>
          </a:p>
        </p:txBody>
      </p:sp>
      <p:sp>
        <p:nvSpPr>
          <p:cNvPr id="5" name="文本框 6">
            <a:extLst>
              <a:ext uri="{FF2B5EF4-FFF2-40B4-BE49-F238E27FC236}">
                <a16:creationId xmlns:a16="http://schemas.microsoft.com/office/drawing/2014/main" id="{9977D4C7-59CA-EB89-3BDA-FEE084D7BA5D}"/>
              </a:ext>
            </a:extLst>
          </p:cNvPr>
          <p:cNvSpPr txBox="1">
            <a:spLocks noChangeArrowheads="1"/>
          </p:cNvSpPr>
          <p:nvPr/>
        </p:nvSpPr>
        <p:spPr bwMode="auto">
          <a:xfrm>
            <a:off x="0" y="3103841"/>
            <a:ext cx="12191999" cy="1069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buFont typeface="Arial" panose="020B0604020202020204" pitchFamily="34" charset="0"/>
              <a:buNone/>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大语言模型基础</a:t>
            </a:r>
            <a:endParaRPr lang="zh-CN" altLang="en-CN" sz="4000" b="1" dirty="0">
              <a:solidFill>
                <a:srgbClr val="FFFFFF"/>
              </a:solidFill>
              <a:latin typeface="微软雅黑" panose="020B0503020204020204" pitchFamily="34" charset="-122"/>
              <a:ea typeface="微软雅黑" panose="020B0503020204020204" pitchFamily="34" charset="-122"/>
            </a:endParaRPr>
          </a:p>
        </p:txBody>
      </p:sp>
      <p:sp>
        <p:nvSpPr>
          <p:cNvPr id="8" name="TextBox 7">
            <a:extLst>
              <a:ext uri="{FF2B5EF4-FFF2-40B4-BE49-F238E27FC236}">
                <a16:creationId xmlns:a16="http://schemas.microsoft.com/office/drawing/2014/main" id="{9A8868A2-47A8-6168-AEF6-83CFF2733E3F}"/>
              </a:ext>
            </a:extLst>
          </p:cNvPr>
          <p:cNvSpPr txBox="1"/>
          <p:nvPr/>
        </p:nvSpPr>
        <p:spPr>
          <a:xfrm>
            <a:off x="-1" y="2052422"/>
            <a:ext cx="12191999" cy="1069780"/>
          </a:xfrm>
          <a:prstGeom prst="rect">
            <a:avLst/>
          </a:prstGeom>
          <a:noFill/>
        </p:spPr>
        <p:txBody>
          <a:bodyPr wrap="square" anchor="ctr" anchorCtr="0">
            <a:spAutoFit/>
          </a:bodyPr>
          <a:lstStyle/>
          <a:p>
            <a:pPr algn="ctr" eaLnBrk="1" hangingPunct="1">
              <a:lnSpc>
                <a:spcPct val="150000"/>
              </a:lnSpc>
              <a:buFont typeface="Arial" panose="020B0604020202020204" pitchFamily="34" charset="0"/>
              <a:buNone/>
            </a:pPr>
            <a:r>
              <a:rPr lang="en-US" altLang="zh-CN" sz="4800" b="1" dirty="0">
                <a:solidFill>
                  <a:srgbClr val="FFFFFF"/>
                </a:solidFill>
                <a:latin typeface="微软雅黑" panose="020B0503020204020204" pitchFamily="34" charset="-122"/>
                <a:ea typeface="微软雅黑" panose="020B0503020204020204" pitchFamily="34" charset="-122"/>
              </a:rPr>
              <a:t>《</a:t>
            </a:r>
            <a:r>
              <a:rPr lang="zh-CN" altLang="en-US" sz="4800" b="1" dirty="0">
                <a:solidFill>
                  <a:srgbClr val="FFFFFF"/>
                </a:solidFill>
                <a:latin typeface="微软雅黑" panose="020B0503020204020204" pitchFamily="34" charset="-122"/>
                <a:ea typeface="微软雅黑" panose="020B0503020204020204" pitchFamily="34" charset="-122"/>
              </a:rPr>
              <a:t>大规模语言模型 </a:t>
            </a:r>
            <a:r>
              <a:rPr lang="en-US" altLang="zh-CN" sz="4800" b="1" dirty="0">
                <a:solidFill>
                  <a:srgbClr val="FFFFFF"/>
                </a:solidFill>
                <a:latin typeface="微软雅黑" panose="020B0503020204020204" pitchFamily="34" charset="-122"/>
                <a:ea typeface="微软雅黑" panose="020B0503020204020204" pitchFamily="34" charset="-122"/>
              </a:rPr>
              <a:t>:</a:t>
            </a:r>
            <a:r>
              <a:rPr lang="zh-CN" altLang="en-US" sz="4800" b="1" dirty="0">
                <a:solidFill>
                  <a:srgbClr val="FFFFFF"/>
                </a:solidFill>
                <a:latin typeface="微软雅黑" panose="020B0503020204020204" pitchFamily="34" charset="-122"/>
                <a:ea typeface="微软雅黑" panose="020B0503020204020204" pitchFamily="34" charset="-122"/>
              </a:rPr>
              <a:t> 从理论到实践</a:t>
            </a:r>
            <a:r>
              <a:rPr lang="en-US" altLang="zh-CN" sz="4800" b="1" dirty="0">
                <a:solidFill>
                  <a:srgbClr val="FFFFFF"/>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86838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大语言模型基础</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473868" y="1129874"/>
            <a:ext cx="11195049" cy="4435958"/>
          </a:xfrm>
          <a:prstGeom prst="rect">
            <a:avLst/>
          </a:prstGeom>
          <a:noFill/>
        </p:spPr>
        <p:txBody>
          <a:bodyPr wrap="square">
            <a:spAutoFit/>
          </a:bodyPr>
          <a:lstStyle/>
          <a:p>
            <a:pPr algn="just">
              <a:lnSpc>
                <a:spcPct val="125000"/>
              </a:lnSpc>
            </a:pPr>
            <a:r>
              <a:rPr lang="zh-CN" altLang="en-US" sz="2400" b="1" dirty="0">
                <a:solidFill>
                  <a:srgbClr val="0070C0"/>
                </a:solidFill>
                <a:latin typeface="Microsoft YaHei" panose="020B0503020204020204" pitchFamily="34" charset="-122"/>
                <a:ea typeface="Microsoft YaHei" panose="020B0503020204020204" pitchFamily="34" charset="-122"/>
              </a:rPr>
              <a:t>语言模型的目标</a:t>
            </a:r>
            <a:r>
              <a:rPr lang="zh-CN" altLang="en-US" sz="2400" dirty="0">
                <a:effectLst/>
                <a:latin typeface="Microsoft YaHei" panose="020B0503020204020204" pitchFamily="34" charset="-122"/>
                <a:ea typeface="Microsoft YaHei" panose="020B0503020204020204" pitchFamily="34" charset="-122"/>
              </a:rPr>
              <a:t>是建模自然语言的概率分布，在自然语言处理研究中具有重要的作用，是自然语言处理的基础任务之一。包括：</a:t>
            </a:r>
            <a:endParaRPr lang="en-US" altLang="zh-CN" sz="2400" dirty="0">
              <a:effectLst/>
              <a:latin typeface="Microsoft YaHei" panose="020B0503020204020204" pitchFamily="34" charset="-122"/>
              <a:ea typeface="Microsoft YaHei" panose="020B0503020204020204" pitchFamily="34" charset="-122"/>
            </a:endParaRPr>
          </a:p>
          <a:p>
            <a:pPr marL="800100" lvl="1" indent="-342900" algn="just">
              <a:lnSpc>
                <a:spcPct val="125000"/>
              </a:lnSpc>
              <a:buFont typeface="Arial" panose="020B0604020202020204" pitchFamily="34" charset="0"/>
              <a:buChar char="•"/>
            </a:pPr>
            <a:r>
              <a:rPr lang="en-US" altLang="zh-CN" sz="2000" dirty="0">
                <a:effectLst/>
                <a:latin typeface="Microsoft YaHei" panose="020B0503020204020204" pitchFamily="34" charset="-122"/>
                <a:ea typeface="Microsoft YaHei" panose="020B0503020204020204" pitchFamily="34" charset="-122"/>
              </a:rPr>
              <a:t>n</a:t>
            </a:r>
            <a:r>
              <a:rPr lang="zh-CN" altLang="en-US" sz="2000" dirty="0">
                <a:effectLst/>
                <a:latin typeface="Microsoft YaHei" panose="020B0503020204020204" pitchFamily="34" charset="-122"/>
                <a:ea typeface="Microsoft YaHei" panose="020B0503020204020204" pitchFamily="34" charset="-122"/>
              </a:rPr>
              <a:t>元语言模型（</a:t>
            </a:r>
            <a:r>
              <a:rPr lang="en-US" altLang="zh-CN" sz="2000" dirty="0">
                <a:effectLst/>
                <a:latin typeface="Microsoft YaHei" panose="020B0503020204020204" pitchFamily="34" charset="-122"/>
                <a:ea typeface="Microsoft YaHei" panose="020B0503020204020204" pitchFamily="34" charset="-122"/>
              </a:rPr>
              <a:t>n-gram Language Models</a:t>
            </a:r>
            <a:r>
              <a:rPr lang="zh-CN" altLang="en-US" sz="2000" dirty="0">
                <a:effectLst/>
                <a:latin typeface="Microsoft YaHei" panose="020B0503020204020204" pitchFamily="34" charset="-122"/>
                <a:ea typeface="Microsoft YaHei" panose="020B0503020204020204" pitchFamily="34" charset="-122"/>
              </a:rPr>
              <a:t>）</a:t>
            </a:r>
            <a:endParaRPr lang="en-US" altLang="zh-CN" sz="2000" dirty="0">
              <a:effectLst/>
              <a:latin typeface="Microsoft YaHei" panose="020B0503020204020204" pitchFamily="34" charset="-122"/>
              <a:ea typeface="Microsoft YaHei" panose="020B0503020204020204" pitchFamily="34" charset="-122"/>
            </a:endParaRPr>
          </a:p>
          <a:p>
            <a:pPr marL="800100" lvl="1" indent="-342900" algn="just">
              <a:lnSpc>
                <a:spcPct val="125000"/>
              </a:lnSpc>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神经语言模型</a:t>
            </a:r>
            <a:endParaRPr lang="en-US" altLang="zh-CN" sz="2000" dirty="0">
              <a:effectLst/>
              <a:latin typeface="Microsoft YaHei" panose="020B0503020204020204" pitchFamily="34" charset="-122"/>
              <a:ea typeface="Microsoft YaHei" panose="020B0503020204020204" pitchFamily="34" charset="-122"/>
            </a:endParaRPr>
          </a:p>
          <a:p>
            <a:pPr marL="800100" lvl="1" indent="-342900" algn="just">
              <a:lnSpc>
                <a:spcPct val="125000"/>
              </a:lnSpc>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预训练语言模型</a:t>
            </a:r>
            <a:endParaRPr lang="en-US" altLang="zh-CN" sz="2000" dirty="0">
              <a:effectLst/>
              <a:latin typeface="Microsoft YaHei" panose="020B0503020204020204" pitchFamily="34" charset="-122"/>
              <a:ea typeface="Microsoft YaHei" panose="020B0503020204020204" pitchFamily="34" charset="-122"/>
            </a:endParaRPr>
          </a:p>
          <a:p>
            <a:pPr algn="just">
              <a:lnSpc>
                <a:spcPct val="125000"/>
              </a:lnSpc>
            </a:pPr>
            <a:endParaRPr lang="en-US" altLang="zh-CN" sz="2400" dirty="0">
              <a:effectLst/>
              <a:latin typeface="Microsoft YaHei" panose="020B0503020204020204" pitchFamily="34" charset="-122"/>
              <a:ea typeface="Microsoft YaHei" panose="020B0503020204020204" pitchFamily="34" charset="-122"/>
            </a:endParaRPr>
          </a:p>
          <a:p>
            <a:pPr algn="just">
              <a:lnSpc>
                <a:spcPct val="125000"/>
              </a:lnSpc>
            </a:pPr>
            <a:r>
              <a:rPr lang="zh-CN" altLang="en-US" sz="2400" dirty="0">
                <a:effectLst/>
                <a:latin typeface="Microsoft YaHei" panose="020B0503020204020204" pitchFamily="34" charset="-122"/>
                <a:ea typeface="Microsoft YaHei" panose="020B0503020204020204" pitchFamily="34" charset="-122"/>
              </a:rPr>
              <a:t>随着基于</a:t>
            </a:r>
            <a:r>
              <a:rPr lang="en-US" altLang="zh-CN" sz="2400" dirty="0">
                <a:effectLst/>
                <a:latin typeface="Microsoft YaHei" panose="020B0503020204020204" pitchFamily="34" charset="-122"/>
                <a:ea typeface="Microsoft YaHei" panose="020B0503020204020204" pitchFamily="34" charset="-122"/>
              </a:rPr>
              <a:t>Transformer </a:t>
            </a:r>
            <a:r>
              <a:rPr lang="zh-CN" altLang="en-US" sz="2400" dirty="0">
                <a:effectLst/>
                <a:latin typeface="Microsoft YaHei" panose="020B0503020204020204" pitchFamily="34" charset="-122"/>
                <a:ea typeface="Microsoft YaHei" panose="020B0503020204020204" pitchFamily="34" charset="-122"/>
              </a:rPr>
              <a:t>的各类语言模型的发展及预训练微调范式在自然语言处理各类任务中取得突破性进展，从</a:t>
            </a:r>
            <a:r>
              <a:rPr lang="en-US" altLang="zh-CN" sz="2400" dirty="0">
                <a:effectLst/>
                <a:latin typeface="Microsoft YaHei" panose="020B0503020204020204" pitchFamily="34" charset="-122"/>
                <a:ea typeface="Microsoft YaHei" panose="020B0503020204020204" pitchFamily="34" charset="-122"/>
              </a:rPr>
              <a:t>2020 </a:t>
            </a:r>
            <a:r>
              <a:rPr lang="zh-CN" altLang="en-US" sz="2400" dirty="0">
                <a:effectLst/>
                <a:latin typeface="Microsoft YaHei" panose="020B0503020204020204" pitchFamily="34" charset="-122"/>
                <a:ea typeface="Microsoft YaHei" panose="020B0503020204020204" pitchFamily="34" charset="-122"/>
              </a:rPr>
              <a:t>年</a:t>
            </a:r>
            <a:r>
              <a:rPr lang="en-US" altLang="zh-CN" sz="2400" dirty="0" err="1">
                <a:effectLst/>
                <a:latin typeface="Microsoft YaHei" panose="020B0503020204020204" pitchFamily="34" charset="-122"/>
                <a:ea typeface="Microsoft YaHei" panose="020B0503020204020204" pitchFamily="34" charset="-122"/>
              </a:rPr>
              <a:t>OpenAI</a:t>
            </a:r>
            <a:r>
              <a:rPr lang="en-US" altLang="zh-CN" sz="2400" dirty="0">
                <a:effectLst/>
                <a:latin typeface="Microsoft YaHei" panose="020B0503020204020204" pitchFamily="34" charset="-122"/>
                <a:ea typeface="Microsoft YaHei" panose="020B0503020204020204" pitchFamily="34" charset="-122"/>
              </a:rPr>
              <a:t> </a:t>
            </a:r>
            <a:r>
              <a:rPr lang="zh-CN" altLang="en-US" sz="2400" dirty="0">
                <a:effectLst/>
                <a:latin typeface="Microsoft YaHei" panose="020B0503020204020204" pitchFamily="34" charset="-122"/>
                <a:ea typeface="Microsoft YaHei" panose="020B0503020204020204" pitchFamily="34" charset="-122"/>
              </a:rPr>
              <a:t>发布</a:t>
            </a:r>
            <a:r>
              <a:rPr lang="en-US" altLang="zh-CN" sz="2400" dirty="0">
                <a:effectLst/>
                <a:latin typeface="Microsoft YaHei" panose="020B0503020204020204" pitchFamily="34" charset="-122"/>
                <a:ea typeface="Microsoft YaHei" panose="020B0503020204020204" pitchFamily="34" charset="-122"/>
              </a:rPr>
              <a:t>GPT-3 </a:t>
            </a:r>
            <a:r>
              <a:rPr lang="zh-CN" altLang="en-US" sz="2400" dirty="0">
                <a:effectLst/>
                <a:latin typeface="Microsoft YaHei" panose="020B0503020204020204" pitchFamily="34" charset="-122"/>
                <a:ea typeface="Microsoft YaHei" panose="020B0503020204020204" pitchFamily="34" charset="-122"/>
              </a:rPr>
              <a:t>开始，对大语言模型的研究逐渐深入。虽然大语言模型的参数量巨大，通过有监督微调和强化学习能够完成非常多的任务，但是其基础理论仍然离不开对语言的建模。</a:t>
            </a:r>
            <a:endParaRPr lang="zh-CN" altLang="en-US" dirty="0">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86603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000" b="1" dirty="0">
                  <a:solidFill>
                    <a:srgbClr val="0070C0"/>
                  </a:solidFill>
                  <a:latin typeface="微软雅黑" panose="020B0503020204020204" pitchFamily="34" charset="-122"/>
                  <a:ea typeface="微软雅黑" panose="020B0503020204020204" pitchFamily="34" charset="-122"/>
                </a:rPr>
                <a:t>Transformer</a:t>
              </a:r>
              <a:r>
                <a:rPr lang="zh-CN" altLang="en-US" sz="2000" b="1" dirty="0">
                  <a:solidFill>
                    <a:srgbClr val="0070C0"/>
                  </a:solidFill>
                  <a:latin typeface="微软雅黑" panose="020B0503020204020204" pitchFamily="34" charset="-122"/>
                  <a:ea typeface="微软雅黑" panose="020B0503020204020204" pitchFamily="34" charset="-122"/>
                </a:rPr>
                <a:t>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生成式预训练语言模型</a:t>
              </a:r>
              <a:r>
                <a:rPr lang="en-US" altLang="zh-CN" sz="2000" b="1" dirty="0">
                  <a:solidFill>
                    <a:srgbClr val="0070C0"/>
                  </a:solidFill>
                  <a:latin typeface="微软雅黑" panose="020B0503020204020204" pitchFamily="34" charset="-122"/>
                  <a:ea typeface="微软雅黑" panose="020B0503020204020204" pitchFamily="34" charset="-122"/>
                </a:rPr>
                <a:t>GPT</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大语言模型结构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41</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183430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9">
            <a:extLst>
              <a:ext uri="{FF2B5EF4-FFF2-40B4-BE49-F238E27FC236}">
                <a16:creationId xmlns:a16="http://schemas.microsoft.com/office/drawing/2014/main" id="{103A129E-7D82-D3E7-2D2F-DCECB490BC49}"/>
              </a:ext>
            </a:extLst>
          </p:cNvPr>
          <p:cNvSpPr>
            <a:spLocks noChangeArrowheads="1"/>
          </p:cNvSpPr>
          <p:nvPr/>
        </p:nvSpPr>
        <p:spPr bwMode="auto">
          <a:xfrm>
            <a:off x="634618" y="2731280"/>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000" b="1" dirty="0">
                  <a:solidFill>
                    <a:srgbClr val="0070C0"/>
                  </a:solidFill>
                  <a:latin typeface="微软雅黑" panose="020B0503020204020204" pitchFamily="34" charset="-122"/>
                  <a:ea typeface="微软雅黑" panose="020B0503020204020204" pitchFamily="34" charset="-122"/>
                </a:rPr>
                <a:t>Transformer</a:t>
              </a:r>
              <a:r>
                <a:rPr lang="zh-CN" altLang="en-US" sz="2000" b="1" dirty="0">
                  <a:solidFill>
                    <a:srgbClr val="0070C0"/>
                  </a:solidFill>
                  <a:latin typeface="微软雅黑" panose="020B0503020204020204" pitchFamily="34" charset="-122"/>
                  <a:ea typeface="微软雅黑" panose="020B0503020204020204" pitchFamily="34" charset="-122"/>
                </a:rPr>
                <a:t>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生成式预训练语言模型</a:t>
              </a:r>
              <a:r>
                <a:rPr lang="en-US" altLang="zh-CN" sz="2000" b="1" dirty="0">
                  <a:solidFill>
                    <a:srgbClr val="0070C0"/>
                  </a:solidFill>
                  <a:latin typeface="微软雅黑" panose="020B0503020204020204" pitchFamily="34" charset="-122"/>
                  <a:ea typeface="微软雅黑" panose="020B0503020204020204" pitchFamily="34" charset="-122"/>
                </a:rPr>
                <a:t>GPT</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大语言模型结构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42</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981753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237774"/>
            <a:ext cx="11195049" cy="1972207"/>
          </a:xfrm>
          <a:prstGeom prst="rect">
            <a:avLst/>
          </a:prstGeom>
          <a:noFill/>
        </p:spPr>
        <p:txBody>
          <a:bodyPr wrap="square">
            <a:spAutoFit/>
          </a:bodyPr>
          <a:lstStyle/>
          <a:p>
            <a:pPr algn="just">
              <a:lnSpc>
                <a:spcPct val="125000"/>
              </a:lnSpc>
            </a:pPr>
            <a:r>
              <a:rPr lang="en-US" sz="2400" b="1" dirty="0">
                <a:solidFill>
                  <a:srgbClr val="0070C0"/>
                </a:solidFill>
                <a:latin typeface="Microsoft YaHei" panose="020B0503020204020204" pitchFamily="34" charset="-122"/>
                <a:ea typeface="Microsoft YaHei" panose="020B0503020204020204" pitchFamily="34" charset="-122"/>
              </a:rPr>
              <a:t>Transformer </a:t>
            </a:r>
            <a:r>
              <a:rPr lang="zh-CN" altLang="en-US" sz="2400" b="1" dirty="0">
                <a:solidFill>
                  <a:srgbClr val="0070C0"/>
                </a:solidFill>
                <a:latin typeface="Microsoft YaHei" panose="020B0503020204020204" pitchFamily="34" charset="-122"/>
                <a:ea typeface="Microsoft YaHei" panose="020B0503020204020204" pitchFamily="34" charset="-122"/>
              </a:rPr>
              <a:t>结构</a:t>
            </a:r>
            <a:r>
              <a:rPr lang="zh-CN" altLang="en-US" sz="2400" dirty="0">
                <a:latin typeface="Microsoft YaHei" panose="020B0503020204020204" pitchFamily="34" charset="-122"/>
                <a:ea typeface="Microsoft YaHei" panose="020B0503020204020204" pitchFamily="34" charset="-122"/>
              </a:rPr>
              <a:t>是由谷歌在</a:t>
            </a:r>
            <a:r>
              <a:rPr lang="en-US" altLang="zh-CN" sz="2400" dirty="0">
                <a:latin typeface="Microsoft YaHei" panose="020B0503020204020204" pitchFamily="34" charset="-122"/>
                <a:ea typeface="Microsoft YaHei" panose="020B0503020204020204" pitchFamily="34" charset="-122"/>
              </a:rPr>
              <a:t>2017 </a:t>
            </a:r>
            <a:r>
              <a:rPr lang="zh-CN" altLang="en-US" sz="2400" dirty="0">
                <a:latin typeface="Microsoft YaHei" panose="020B0503020204020204" pitchFamily="34" charset="-122"/>
                <a:ea typeface="Microsoft YaHei" panose="020B0503020204020204" pitchFamily="34" charset="-122"/>
              </a:rPr>
              <a:t>年提出并首先应用于机器翻译</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pPr>
            <a:r>
              <a:rPr lang="en-US" sz="2400" dirty="0">
                <a:latin typeface="Microsoft YaHei" panose="020B0503020204020204" pitchFamily="34" charset="-122"/>
                <a:ea typeface="Microsoft YaHei" panose="020B0503020204020204" pitchFamily="34" charset="-122"/>
              </a:rPr>
              <a:t>Transformer</a:t>
            </a:r>
            <a:r>
              <a:rPr lang="zh-CN" altLang="en-US" sz="2400" dirty="0">
                <a:latin typeface="Microsoft YaHei" panose="020B0503020204020204" pitchFamily="34" charset="-122"/>
                <a:ea typeface="Microsoft YaHei" panose="020B0503020204020204" pitchFamily="34" charset="-122"/>
              </a:rPr>
              <a:t>结构完全通过注意力机制完成对源语言序列和目标语言序列全局依赖的建模。如今，几乎全部大语言模型都是基于</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结构的。</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pPr>
            <a:r>
              <a:rPr lang="zh-CN" altLang="en-US" sz="2400" dirty="0">
                <a:latin typeface="Microsoft YaHei" panose="020B0503020204020204" pitchFamily="34" charset="-122"/>
                <a:ea typeface="Microsoft YaHei" panose="020B0503020204020204" pitchFamily="34" charset="-122"/>
              </a:rPr>
              <a:t>本节以应用于机器翻译的基于</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的编码器和解码器为例介绍该模型</a:t>
            </a:r>
            <a:r>
              <a:rPr lang="zh-CN" altLang="en-US" sz="2800" dirty="0">
                <a:effectLst/>
                <a:latin typeface="Helvetica" pitchFamily="2" charset="0"/>
              </a:rPr>
              <a:t>。</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7873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Transformer </a:t>
            </a:r>
            <a:r>
              <a:rPr lang="zh-CN" altLang="en-US" sz="2400" b="1" dirty="0">
                <a:solidFill>
                  <a:schemeClr val="bg1"/>
                </a:solidFill>
                <a:latin typeface="微软雅黑" panose="020B0503020204020204" pitchFamily="34" charset="-122"/>
                <a:ea typeface="微软雅黑" panose="020B0503020204020204" pitchFamily="34" charset="-122"/>
              </a:rPr>
              <a:t>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803AD0D2-3AAE-9C92-E2C1-53CBB6E82A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3890" y="3370999"/>
            <a:ext cx="5704219" cy="3294297"/>
          </a:xfrm>
          <a:prstGeom prst="rect">
            <a:avLst/>
          </a:prstGeom>
        </p:spPr>
      </p:pic>
    </p:spTree>
    <p:extLst>
      <p:ext uri="{BB962C8B-B14F-4D97-AF65-F5344CB8AC3E}">
        <p14:creationId xmlns:p14="http://schemas.microsoft.com/office/powerpoint/2010/main" val="1114873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6222671" y="1356527"/>
            <a:ext cx="5686485" cy="4827668"/>
          </a:xfrm>
          <a:prstGeom prst="rect">
            <a:avLst/>
          </a:prstGeom>
          <a:noFill/>
        </p:spPr>
        <p:txBody>
          <a:bodyPr wrap="square">
            <a:spAutoFit/>
          </a:bodyPr>
          <a:lstStyle/>
          <a:p>
            <a:pPr>
              <a:lnSpc>
                <a:spcPct val="125000"/>
              </a:lnSpc>
            </a:pPr>
            <a:r>
              <a:rPr lang="zh-CN" altLang="en-US" sz="2400" dirty="0">
                <a:latin typeface="Microsoft YaHei" panose="020B0503020204020204" pitchFamily="34" charset="-122"/>
                <a:ea typeface="Microsoft YaHei" panose="020B0503020204020204" pitchFamily="34" charset="-122"/>
              </a:rPr>
              <a:t>基于</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的编码器和解码器结构如图</a:t>
            </a:r>
            <a:r>
              <a:rPr lang="en-US" altLang="zh-CN" sz="2400" dirty="0">
                <a:latin typeface="Microsoft YaHei" panose="020B0503020204020204" pitchFamily="34" charset="-122"/>
                <a:ea typeface="Microsoft YaHei" panose="020B0503020204020204" pitchFamily="34" charset="-122"/>
              </a:rPr>
              <a:t>2.1 </a:t>
            </a:r>
            <a:r>
              <a:rPr lang="zh-CN" altLang="en-US" sz="2400" dirty="0">
                <a:latin typeface="Microsoft YaHei" panose="020B0503020204020204" pitchFamily="34" charset="-122"/>
                <a:ea typeface="Microsoft YaHei" panose="020B0503020204020204" pitchFamily="34" charset="-122"/>
              </a:rPr>
              <a:t>所示</a:t>
            </a:r>
          </a:p>
          <a:p>
            <a:pPr marL="342900" indent="-342900">
              <a:lnSpc>
                <a:spcPct val="125000"/>
              </a:lnSpc>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左侧和右侧分别对应着编码器（</a:t>
            </a:r>
            <a:r>
              <a:rPr lang="en-US" sz="2000" dirty="0">
                <a:latin typeface="Microsoft YaHei" panose="020B0503020204020204" pitchFamily="34" charset="-122"/>
                <a:ea typeface="Microsoft YaHei" panose="020B0503020204020204" pitchFamily="34" charset="-122"/>
              </a:rPr>
              <a:t>Encoder）</a:t>
            </a:r>
            <a:r>
              <a:rPr lang="zh-CN" altLang="en-US" sz="2000" dirty="0">
                <a:latin typeface="Microsoft YaHei" panose="020B0503020204020204" pitchFamily="34" charset="-122"/>
                <a:ea typeface="Microsoft YaHei" panose="020B0503020204020204" pitchFamily="34" charset="-122"/>
              </a:rPr>
              <a:t>和解码器（</a:t>
            </a:r>
            <a:r>
              <a:rPr lang="en-US" sz="2000" dirty="0">
                <a:latin typeface="Microsoft YaHei" panose="020B0503020204020204" pitchFamily="34" charset="-122"/>
                <a:ea typeface="Microsoft YaHei" panose="020B0503020204020204" pitchFamily="34" charset="-122"/>
              </a:rPr>
              <a:t>Decoder）</a:t>
            </a:r>
            <a:r>
              <a:rPr lang="zh-CN" altLang="en-US" sz="2000" dirty="0">
                <a:latin typeface="Microsoft YaHei" panose="020B0503020204020204" pitchFamily="34" charset="-122"/>
                <a:ea typeface="Microsoft YaHei" panose="020B0503020204020204" pitchFamily="34" charset="-122"/>
              </a:rPr>
              <a:t>结构，它们均由若干个基本的</a:t>
            </a:r>
            <a:r>
              <a:rPr lang="en-US" sz="2000" dirty="0">
                <a:latin typeface="Microsoft YaHei" panose="020B0503020204020204" pitchFamily="34" charset="-122"/>
                <a:ea typeface="Microsoft YaHei" panose="020B0503020204020204" pitchFamily="34" charset="-122"/>
              </a:rPr>
              <a:t>Transformer </a:t>
            </a:r>
            <a:r>
              <a:rPr lang="zh-CN" altLang="en-US" sz="2000" dirty="0">
                <a:latin typeface="Microsoft YaHei" panose="020B0503020204020204" pitchFamily="34" charset="-122"/>
                <a:ea typeface="Microsoft YaHei" panose="020B0503020204020204" pitchFamily="34" charset="-122"/>
              </a:rPr>
              <a:t>块（</a:t>
            </a:r>
            <a:r>
              <a:rPr lang="en-US" sz="2000" dirty="0">
                <a:latin typeface="Microsoft YaHei" panose="020B0503020204020204" pitchFamily="34" charset="-122"/>
                <a:ea typeface="Microsoft YaHei" panose="020B0503020204020204" pitchFamily="34" charset="-122"/>
              </a:rPr>
              <a:t>Block）</a:t>
            </a:r>
            <a:r>
              <a:rPr lang="zh-CN" altLang="en-US" sz="2000" dirty="0">
                <a:latin typeface="Microsoft YaHei" panose="020B0503020204020204" pitchFamily="34" charset="-122"/>
                <a:ea typeface="Microsoft YaHei" panose="020B0503020204020204" pitchFamily="34" charset="-122"/>
              </a:rPr>
              <a:t>组成（对应图中的灰色框）</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25000"/>
              </a:lnSpc>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每个</a:t>
            </a:r>
            <a:r>
              <a:rPr lang="en-US" altLang="zh-CN" sz="2000" dirty="0">
                <a:latin typeface="Microsoft YaHei" panose="020B0503020204020204" pitchFamily="34" charset="-122"/>
                <a:ea typeface="Microsoft YaHei" panose="020B0503020204020204" pitchFamily="34" charset="-122"/>
              </a:rPr>
              <a:t>Transformer </a:t>
            </a:r>
            <a:r>
              <a:rPr lang="zh-CN" altLang="en-US" sz="2000" dirty="0">
                <a:latin typeface="Microsoft YaHei" panose="020B0503020204020204" pitchFamily="34" charset="-122"/>
                <a:ea typeface="Microsoft YaHei" panose="020B0503020204020204" pitchFamily="34" charset="-122"/>
              </a:rPr>
              <a:t>块都接收一个向量序列作为输入             ，并输出一个等长的向量序列作为输出</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25000"/>
              </a:lnSpc>
              <a:buFont typeface="Arial" panose="020B0604020202020204" pitchFamily="34" charset="0"/>
              <a:buChar char="•"/>
            </a:pPr>
            <a:r>
              <a:rPr lang="en-US" sz="2000" dirty="0" err="1">
                <a:latin typeface="Microsoft YaHei" panose="020B0503020204020204" pitchFamily="34" charset="-122"/>
                <a:ea typeface="Microsoft YaHei" panose="020B0503020204020204" pitchFamily="34" charset="-122"/>
              </a:rPr>
              <a:t>y</a:t>
            </a:r>
            <a:r>
              <a:rPr lang="en-US" sz="2000" baseline="-25000" dirty="0" err="1">
                <a:latin typeface="Microsoft YaHei" panose="020B0503020204020204" pitchFamily="34" charset="-122"/>
                <a:ea typeface="Microsoft YaHei" panose="020B0503020204020204" pitchFamily="34" charset="-122"/>
              </a:rPr>
              <a:t>i</a:t>
            </a:r>
            <a:r>
              <a:rPr lang="en-US"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是当前</a:t>
            </a:r>
            <a:r>
              <a:rPr lang="en-US" sz="2000" dirty="0">
                <a:latin typeface="Microsoft YaHei" panose="020B0503020204020204" pitchFamily="34" charset="-122"/>
                <a:ea typeface="Microsoft YaHei" panose="020B0503020204020204" pitchFamily="34" charset="-122"/>
              </a:rPr>
              <a:t>Transformer </a:t>
            </a:r>
            <a:r>
              <a:rPr lang="zh-CN" altLang="en-US" sz="2000" dirty="0">
                <a:latin typeface="Microsoft YaHei" panose="020B0503020204020204" pitchFamily="34" charset="-122"/>
                <a:ea typeface="Microsoft YaHei" panose="020B0503020204020204" pitchFamily="34" charset="-122"/>
              </a:rPr>
              <a:t>块对输入 </a:t>
            </a:r>
            <a:r>
              <a:rPr lang="en-US" sz="2000" dirty="0">
                <a:latin typeface="Microsoft YaHei" panose="020B0503020204020204" pitchFamily="34" charset="-122"/>
                <a:ea typeface="Microsoft YaHei" panose="020B0503020204020204" pitchFamily="34" charset="-122"/>
              </a:rPr>
              <a:t>x</a:t>
            </a:r>
            <a:r>
              <a:rPr lang="en-US" sz="2000" baseline="-25000" dirty="0">
                <a:latin typeface="Microsoft YaHei" panose="020B0503020204020204" pitchFamily="34" charset="-122"/>
                <a:ea typeface="Microsoft YaHei" panose="020B0503020204020204" pitchFamily="34" charset="-122"/>
              </a:rPr>
              <a:t>i </a:t>
            </a:r>
            <a:r>
              <a:rPr lang="zh-CN" altLang="en-US" sz="2000" dirty="0">
                <a:latin typeface="Microsoft YaHei" panose="020B0503020204020204" pitchFamily="34" charset="-122"/>
                <a:ea typeface="Microsoft YaHei" panose="020B0503020204020204" pitchFamily="34" charset="-122"/>
              </a:rPr>
              <a:t>进一步整合其上下文语义后对应的输出。</a:t>
            </a:r>
          </a:p>
          <a:p>
            <a:pPr marL="342900" indent="-342900">
              <a:lnSpc>
                <a:spcPct val="125000"/>
              </a:lnSpc>
              <a:buFont typeface="Arial" panose="020B0604020202020204" pitchFamily="34" charset="0"/>
              <a:buChar char="•"/>
            </a:pPr>
            <a:endParaRPr lang="zh-CN" altLang="en-US"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7873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Transformer </a:t>
            </a:r>
            <a:r>
              <a:rPr lang="zh-CN" altLang="en-US" sz="2400" b="1" dirty="0">
                <a:solidFill>
                  <a:schemeClr val="bg1"/>
                </a:solidFill>
                <a:latin typeface="微软雅黑" panose="020B0503020204020204" pitchFamily="34" charset="-122"/>
                <a:ea typeface="微软雅黑" panose="020B0503020204020204" pitchFamily="34" charset="-122"/>
              </a:rPr>
              <a:t>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2552203B-1058-A6D9-A382-60E4C85E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 y="1237774"/>
            <a:ext cx="5872348" cy="5288878"/>
          </a:xfrm>
          <a:prstGeom prst="rect">
            <a:avLst/>
          </a:prstGeom>
        </p:spPr>
      </p:pic>
      <p:pic>
        <p:nvPicPr>
          <p:cNvPr id="14" name="Picture 13">
            <a:extLst>
              <a:ext uri="{FF2B5EF4-FFF2-40B4-BE49-F238E27FC236}">
                <a16:creationId xmlns:a16="http://schemas.microsoft.com/office/drawing/2014/main" id="{66273CCA-D921-C514-79E6-6FE24C4D75EA}"/>
              </a:ext>
            </a:extLst>
          </p:cNvPr>
          <p:cNvPicPr>
            <a:picLocks noChangeAspect="1"/>
          </p:cNvPicPr>
          <p:nvPr/>
        </p:nvPicPr>
        <p:blipFill>
          <a:blip r:embed="rId4"/>
          <a:stretch>
            <a:fillRect/>
          </a:stretch>
        </p:blipFill>
        <p:spPr>
          <a:xfrm>
            <a:off x="7280894" y="4256726"/>
            <a:ext cx="812800" cy="292100"/>
          </a:xfrm>
          <a:prstGeom prst="rect">
            <a:avLst/>
          </a:prstGeom>
        </p:spPr>
      </p:pic>
      <p:pic>
        <p:nvPicPr>
          <p:cNvPr id="15" name="Picture 14">
            <a:extLst>
              <a:ext uri="{FF2B5EF4-FFF2-40B4-BE49-F238E27FC236}">
                <a16:creationId xmlns:a16="http://schemas.microsoft.com/office/drawing/2014/main" id="{BEBD5F58-B0B4-A1CF-9063-4170B10C1CBD}"/>
              </a:ext>
            </a:extLst>
          </p:cNvPr>
          <p:cNvPicPr>
            <a:picLocks noChangeAspect="1"/>
          </p:cNvPicPr>
          <p:nvPr/>
        </p:nvPicPr>
        <p:blipFill>
          <a:blip r:embed="rId5"/>
          <a:stretch>
            <a:fillRect/>
          </a:stretch>
        </p:blipFill>
        <p:spPr>
          <a:xfrm>
            <a:off x="7471723" y="4643379"/>
            <a:ext cx="787400" cy="292100"/>
          </a:xfrm>
          <a:prstGeom prst="rect">
            <a:avLst/>
          </a:prstGeom>
        </p:spPr>
      </p:pic>
    </p:spTree>
    <p:extLst>
      <p:ext uri="{BB962C8B-B14F-4D97-AF65-F5344CB8AC3E}">
        <p14:creationId xmlns:p14="http://schemas.microsoft.com/office/powerpoint/2010/main" val="42210960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45</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7873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Transformer </a:t>
            </a:r>
            <a:r>
              <a:rPr lang="zh-CN" altLang="en-US" sz="2400" b="1" dirty="0">
                <a:solidFill>
                  <a:schemeClr val="bg1"/>
                </a:solidFill>
                <a:latin typeface="微软雅黑" panose="020B0503020204020204" pitchFamily="34" charset="-122"/>
                <a:ea typeface="微软雅黑" panose="020B0503020204020204" pitchFamily="34" charset="-122"/>
              </a:rPr>
              <a:t>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2552203B-1058-A6D9-A382-60E4C85E7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 y="1237774"/>
            <a:ext cx="5872348" cy="5288878"/>
          </a:xfrm>
          <a:prstGeom prst="rect">
            <a:avLst/>
          </a:prstGeom>
        </p:spPr>
      </p:pic>
      <p:sp>
        <p:nvSpPr>
          <p:cNvPr id="3" name="TextBox 2">
            <a:extLst>
              <a:ext uri="{FF2B5EF4-FFF2-40B4-BE49-F238E27FC236}">
                <a16:creationId xmlns:a16="http://schemas.microsoft.com/office/drawing/2014/main" id="{3C3BBA29-69FA-4218-D8C0-DD9F83DAFF97}"/>
              </a:ext>
            </a:extLst>
          </p:cNvPr>
          <p:cNvSpPr txBox="1"/>
          <p:nvPr/>
        </p:nvSpPr>
        <p:spPr>
          <a:xfrm>
            <a:off x="5878698" y="1237774"/>
            <a:ext cx="6302425" cy="5023619"/>
          </a:xfrm>
          <a:prstGeom prst="rect">
            <a:avLst/>
          </a:prstGeom>
          <a:noFill/>
        </p:spPr>
        <p:txBody>
          <a:bodyPr wrap="square" rtlCol="0">
            <a:spAutoFit/>
          </a:bodyPr>
          <a:lstStyle/>
          <a:p>
            <a:pPr marL="285750" indent="-285750">
              <a:lnSpc>
                <a:spcPct val="125000"/>
              </a:lnSpc>
              <a:spcBef>
                <a:spcPts val="1200"/>
              </a:spcBef>
              <a:buFont typeface="Arial" panose="020B0604020202020204" pitchFamily="34" charset="0"/>
              <a:buChar char="•"/>
            </a:pPr>
            <a:r>
              <a:rPr lang="zh-CN" altLang="en-US" b="1" dirty="0">
                <a:solidFill>
                  <a:srgbClr val="0070C0"/>
                </a:solidFill>
                <a:effectLst/>
                <a:latin typeface="Microsoft YaHei" panose="020B0503020204020204" pitchFamily="34" charset="-122"/>
                <a:ea typeface="Microsoft YaHei" panose="020B0503020204020204" pitchFamily="34" charset="-122"/>
              </a:rPr>
              <a:t>注意力层：</a:t>
            </a:r>
            <a:r>
              <a:rPr lang="zh-CN" altLang="en-US" dirty="0">
                <a:effectLst/>
                <a:latin typeface="Microsoft YaHei" panose="020B0503020204020204" pitchFamily="34" charset="-122"/>
                <a:ea typeface="Microsoft YaHei" panose="020B0503020204020204" pitchFamily="34" charset="-122"/>
              </a:rPr>
              <a:t>使用多头注意力（</a:t>
            </a:r>
            <a:r>
              <a:rPr lang="en-US" dirty="0">
                <a:effectLst/>
                <a:latin typeface="Microsoft YaHei" panose="020B0503020204020204" pitchFamily="34" charset="-122"/>
                <a:ea typeface="Microsoft YaHei" panose="020B0503020204020204" pitchFamily="34" charset="-122"/>
              </a:rPr>
              <a:t>Multi-Head Attention）</a:t>
            </a:r>
            <a:r>
              <a:rPr lang="zh-CN" altLang="en-US" dirty="0">
                <a:effectLst/>
                <a:latin typeface="Microsoft YaHei" panose="020B0503020204020204" pitchFamily="34" charset="-122"/>
                <a:ea typeface="Microsoft YaHei" panose="020B0503020204020204" pitchFamily="34" charset="-122"/>
              </a:rPr>
              <a:t>机制整合上下文语义，它使得序列中任意两个单词之间的依赖关系可以直接被建模而不基于传统的循环结构，从而更好地解决文本的长程依赖问题。</a:t>
            </a:r>
            <a:endParaRPr lang="en-US" altLang="zh-CN" dirty="0">
              <a:effectLst/>
              <a:latin typeface="Microsoft YaHei" panose="020B0503020204020204" pitchFamily="34" charset="-122"/>
              <a:ea typeface="Microsoft YaHei" panose="020B0503020204020204" pitchFamily="34" charset="-122"/>
            </a:endParaRPr>
          </a:p>
          <a:p>
            <a:pPr marL="285750" indent="-285750">
              <a:lnSpc>
                <a:spcPct val="125000"/>
              </a:lnSpc>
              <a:spcBef>
                <a:spcPts val="1200"/>
              </a:spcBef>
              <a:buFont typeface="Arial" panose="020B0604020202020204" pitchFamily="34" charset="0"/>
              <a:buChar char="•"/>
            </a:pPr>
            <a:r>
              <a:rPr lang="zh-CN" altLang="en-US" b="1" dirty="0">
                <a:solidFill>
                  <a:srgbClr val="0070C0"/>
                </a:solidFill>
                <a:latin typeface="Microsoft YaHei" panose="020B0503020204020204" pitchFamily="34" charset="-122"/>
                <a:ea typeface="Microsoft YaHei" panose="020B0503020204020204" pitchFamily="34" charset="-122"/>
              </a:rPr>
              <a:t>位置感知前馈层（</a:t>
            </a:r>
            <a:r>
              <a:rPr lang="en-US" altLang="zh-CN" b="1" dirty="0">
                <a:solidFill>
                  <a:srgbClr val="0070C0"/>
                </a:solidFill>
                <a:latin typeface="Microsoft YaHei" panose="020B0503020204020204" pitchFamily="34" charset="-122"/>
                <a:ea typeface="Microsoft YaHei" panose="020B0503020204020204" pitchFamily="34" charset="-122"/>
              </a:rPr>
              <a:t>Position-wise FFN</a:t>
            </a:r>
            <a:r>
              <a:rPr lang="zh-CN" altLang="en-US" b="1" dirty="0">
                <a:solidFill>
                  <a:srgbClr val="0070C0"/>
                </a:solidFill>
                <a:latin typeface="Microsoft YaHei" panose="020B0503020204020204" pitchFamily="34" charset="-122"/>
                <a:ea typeface="Microsoft YaHei" panose="020B0503020204020204" pitchFamily="34" charset="-122"/>
              </a:rPr>
              <a:t>）：</a:t>
            </a:r>
            <a:r>
              <a:rPr lang="zh-CN" altLang="en-US" dirty="0">
                <a:effectLst/>
                <a:latin typeface="Microsoft YaHei" panose="020B0503020204020204" pitchFamily="34" charset="-122"/>
                <a:ea typeface="Microsoft YaHei" panose="020B0503020204020204" pitchFamily="34" charset="-122"/>
              </a:rPr>
              <a:t>通过全连接层对输入文本序列中的每个单词表示进行更复杂的变换。</a:t>
            </a:r>
          </a:p>
          <a:p>
            <a:pPr marL="285750" indent="-285750">
              <a:lnSpc>
                <a:spcPct val="125000"/>
              </a:lnSpc>
              <a:spcBef>
                <a:spcPts val="1200"/>
              </a:spcBef>
              <a:buFont typeface="Arial" panose="020B0604020202020204" pitchFamily="34" charset="0"/>
              <a:buChar char="•"/>
            </a:pPr>
            <a:r>
              <a:rPr lang="zh-CN" altLang="en-US" b="1" dirty="0">
                <a:solidFill>
                  <a:srgbClr val="0070C0"/>
                </a:solidFill>
                <a:latin typeface="Microsoft YaHei" panose="020B0503020204020204" pitchFamily="34" charset="-122"/>
                <a:ea typeface="Microsoft YaHei" panose="020B0503020204020204" pitchFamily="34" charset="-122"/>
              </a:rPr>
              <a:t>残差连接：</a:t>
            </a:r>
            <a:r>
              <a:rPr lang="zh-CN" altLang="en-US" dirty="0">
                <a:effectLst/>
                <a:latin typeface="Microsoft YaHei" panose="020B0503020204020204" pitchFamily="34" charset="-122"/>
                <a:ea typeface="Microsoft YaHei" panose="020B0503020204020204" pitchFamily="34" charset="-122"/>
              </a:rPr>
              <a:t>对应图中的</a:t>
            </a:r>
            <a:r>
              <a:rPr lang="en-US" altLang="zh-CN" dirty="0">
                <a:effectLst/>
                <a:latin typeface="Microsoft YaHei" panose="020B0503020204020204" pitchFamily="34" charset="-122"/>
                <a:ea typeface="Microsoft YaHei" panose="020B0503020204020204" pitchFamily="34" charset="-122"/>
              </a:rPr>
              <a:t>Add </a:t>
            </a:r>
            <a:r>
              <a:rPr lang="zh-CN" altLang="en-US" dirty="0">
                <a:effectLst/>
                <a:latin typeface="Microsoft YaHei" panose="020B0503020204020204" pitchFamily="34" charset="-122"/>
                <a:ea typeface="Microsoft YaHei" panose="020B0503020204020204" pitchFamily="34" charset="-122"/>
              </a:rPr>
              <a:t>部分。它是一条分别作用在上述两个子层中的直连通路，被用于连接两个子层的输入与输出，使信息流动更高效，有利于模型的优化。</a:t>
            </a:r>
          </a:p>
          <a:p>
            <a:pPr marL="285750" indent="-285750">
              <a:lnSpc>
                <a:spcPct val="125000"/>
              </a:lnSpc>
              <a:spcBef>
                <a:spcPts val="1200"/>
              </a:spcBef>
              <a:buFont typeface="Arial" panose="020B0604020202020204" pitchFamily="34" charset="0"/>
              <a:buChar char="•"/>
            </a:pPr>
            <a:r>
              <a:rPr lang="zh-CN" altLang="en-US" b="1" dirty="0">
                <a:solidFill>
                  <a:srgbClr val="0070C0"/>
                </a:solidFill>
                <a:latin typeface="Microsoft YaHei" panose="020B0503020204020204" pitchFamily="34" charset="-122"/>
                <a:ea typeface="Microsoft YaHei" panose="020B0503020204020204" pitchFamily="34" charset="-122"/>
              </a:rPr>
              <a:t>层归一化：</a:t>
            </a:r>
            <a:r>
              <a:rPr lang="zh-CN" altLang="en-US" dirty="0">
                <a:effectLst/>
                <a:latin typeface="Microsoft YaHei" panose="020B0503020204020204" pitchFamily="34" charset="-122"/>
                <a:ea typeface="Microsoft YaHei" panose="020B0503020204020204" pitchFamily="34" charset="-122"/>
              </a:rPr>
              <a:t>对应图中的</a:t>
            </a:r>
            <a:r>
              <a:rPr lang="en-US" altLang="zh-CN" dirty="0">
                <a:effectLst/>
                <a:latin typeface="Microsoft YaHei" panose="020B0503020204020204" pitchFamily="34" charset="-122"/>
                <a:ea typeface="Microsoft YaHei" panose="020B0503020204020204" pitchFamily="34" charset="-122"/>
              </a:rPr>
              <a:t>Norm </a:t>
            </a:r>
            <a:r>
              <a:rPr lang="zh-CN" altLang="en-US" dirty="0">
                <a:effectLst/>
                <a:latin typeface="Microsoft YaHei" panose="020B0503020204020204" pitchFamily="34" charset="-122"/>
                <a:ea typeface="Microsoft YaHei" panose="020B0503020204020204" pitchFamily="34" charset="-122"/>
              </a:rPr>
              <a:t>部分。它作用于上述两个子层的输出表示序列，对表示序列进行层归一化操作，同样起到稳定优化的作用。</a:t>
            </a:r>
          </a:p>
          <a:p>
            <a:pPr marL="285750" indent="-285750">
              <a:lnSpc>
                <a:spcPct val="125000"/>
              </a:lnSpc>
              <a:buFont typeface="Arial" panose="020B0604020202020204" pitchFamily="34" charset="0"/>
              <a:buChar char="•"/>
            </a:pPr>
            <a:endParaRPr lang="en-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58872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47769"/>
            <a:ext cx="11195049" cy="458984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对于输入文本序列，先通过</a:t>
            </a:r>
            <a:r>
              <a:rPr lang="zh-CN" altLang="en-US" sz="2400" b="1" dirty="0">
                <a:solidFill>
                  <a:srgbClr val="0070C0"/>
                </a:solidFill>
                <a:latin typeface="Microsoft YaHei" panose="020B0503020204020204" pitchFamily="34" charset="-122"/>
                <a:ea typeface="Microsoft YaHei" panose="020B0503020204020204" pitchFamily="34" charset="-122"/>
              </a:rPr>
              <a:t>输入嵌入层（</a:t>
            </a:r>
            <a:r>
              <a:rPr lang="en-US" sz="2400" b="1" dirty="0">
                <a:solidFill>
                  <a:srgbClr val="0070C0"/>
                </a:solidFill>
                <a:latin typeface="Microsoft YaHei" panose="020B0503020204020204" pitchFamily="34" charset="-122"/>
                <a:ea typeface="Microsoft YaHei" panose="020B0503020204020204" pitchFamily="34" charset="-122"/>
              </a:rPr>
              <a:t>Input Embedding）</a:t>
            </a:r>
            <a:r>
              <a:rPr lang="zh-CN" altLang="en-US" sz="2400" dirty="0">
                <a:latin typeface="Microsoft YaHei" panose="020B0503020204020204" pitchFamily="34" charset="-122"/>
                <a:ea typeface="Microsoft YaHei" panose="020B0503020204020204" pitchFamily="34" charset="-122"/>
              </a:rPr>
              <a:t>将每个单词转换为其相对应的向量表示。通常，直接对每个单词创建一个向量表示。</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a:t>
            </a:r>
            <a:r>
              <a:rPr lang="en-US" altLang="zh-CN" sz="2400" dirty="0">
                <a:latin typeface="Microsoft YaHei" panose="020B0503020204020204" pitchFamily="34" charset="-122"/>
                <a:ea typeface="Microsoft YaHei" panose="020B0503020204020204" pitchFamily="34" charset="-122"/>
              </a:rPr>
              <a:t>Transformer</a:t>
            </a:r>
            <a:r>
              <a:rPr lang="zh-CN" altLang="en-US" sz="2400" dirty="0">
                <a:latin typeface="Microsoft YaHei" panose="020B0503020204020204" pitchFamily="34" charset="-122"/>
                <a:ea typeface="Microsoft YaHei" panose="020B0503020204020204" pitchFamily="34" charset="-122"/>
              </a:rPr>
              <a:t>结构不再使用基于循环的方式建模文本输入，序列中不再有任何信息能够提示模型单词之间的相对位置关系。在送入编码器端建模其上下文语义之前，一个非常重要的操作是在词嵌入中加入</a:t>
            </a:r>
            <a:r>
              <a:rPr lang="zh-CN" altLang="en-US" sz="2400" b="1" dirty="0">
                <a:solidFill>
                  <a:srgbClr val="0070C0"/>
                </a:solidFill>
                <a:latin typeface="Microsoft YaHei" panose="020B0503020204020204" pitchFamily="34" charset="-122"/>
                <a:ea typeface="Microsoft YaHei" panose="020B0503020204020204" pitchFamily="34" charset="-122"/>
              </a:rPr>
              <a:t>位置编码（</a:t>
            </a:r>
            <a:r>
              <a:rPr lang="en-US" altLang="zh-CN" sz="2400" b="1" dirty="0">
                <a:solidFill>
                  <a:srgbClr val="0070C0"/>
                </a:solidFill>
                <a:latin typeface="Microsoft YaHei" panose="020B0503020204020204" pitchFamily="34" charset="-122"/>
                <a:ea typeface="Microsoft YaHei" panose="020B0503020204020204" pitchFamily="34" charset="-122"/>
              </a:rPr>
              <a:t>Positional Encoding</a:t>
            </a:r>
            <a:r>
              <a:rPr lang="zh-CN" altLang="en-US" sz="2400" b="1" dirty="0">
                <a:solidFill>
                  <a:srgbClr val="0070C0"/>
                </a:solidFill>
                <a:latin typeface="Microsoft YaHei" panose="020B0503020204020204" pitchFamily="34" charset="-122"/>
                <a:ea typeface="Microsoft YaHei" panose="020B0503020204020204" pitchFamily="34" charset="-122"/>
              </a:rPr>
              <a:t>）</a:t>
            </a:r>
            <a:endParaRPr lang="en-US" altLang="zh-CN" sz="2400" b="1" dirty="0">
              <a:solidFill>
                <a:srgbClr val="0070C0"/>
              </a:solidFill>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序列中每一个单词所在的位置都对应一个向量。这一向量会与单词表示对应相加并送入后续模块中做进一步处理。在训练过程中，模型会自动地学习到如何利用这部分位置信息。</a:t>
            </a: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为了得到不同位置所对应的编码，</a:t>
            </a:r>
            <a:r>
              <a:rPr lang="en-US" sz="2000" dirty="0">
                <a:latin typeface="Microsoft YaHei" panose="020B0503020204020204" pitchFamily="34" charset="-122"/>
                <a:ea typeface="Microsoft YaHei" panose="020B0503020204020204" pitchFamily="34" charset="-122"/>
              </a:rPr>
              <a:t>Transformer </a:t>
            </a:r>
            <a:r>
              <a:rPr lang="zh-CN" altLang="en-US" sz="2000" dirty="0">
                <a:latin typeface="Microsoft YaHei" panose="020B0503020204020204" pitchFamily="34" charset="-122"/>
                <a:ea typeface="Microsoft YaHei" panose="020B0503020204020204" pitchFamily="34" charset="-122"/>
              </a:rPr>
              <a:t>结构使用不同频率的正余弦函数，如下所示：</a:t>
            </a:r>
          </a:p>
          <a:p>
            <a:pPr algn="just">
              <a:lnSpc>
                <a:spcPct val="125000"/>
              </a:lnSpc>
              <a:spcBef>
                <a:spcPts val="1200"/>
              </a:spcBef>
            </a:pP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嵌入表示层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A8F4720-F082-7790-433B-1913B67A34B8}"/>
              </a:ext>
            </a:extLst>
          </p:cNvPr>
          <p:cNvSpPr txBox="1"/>
          <p:nvPr/>
        </p:nvSpPr>
        <p:spPr>
          <a:xfrm>
            <a:off x="700448" y="6219843"/>
            <a:ext cx="10559326" cy="369332"/>
          </a:xfrm>
          <a:prstGeom prst="rect">
            <a:avLst/>
          </a:prstGeom>
          <a:noFill/>
        </p:spPr>
        <p:txBody>
          <a:bodyPr wrap="square">
            <a:spAutoFit/>
          </a:bodyPr>
          <a:lstStyle/>
          <a:p>
            <a:r>
              <a:rPr lang="en-US" dirty="0">
                <a:latin typeface="Microsoft YaHei" panose="020B0503020204020204" pitchFamily="34" charset="-122"/>
                <a:ea typeface="Microsoft YaHei" panose="020B0503020204020204" pitchFamily="34" charset="-122"/>
              </a:rPr>
              <a:t>POS</a:t>
            </a:r>
            <a:r>
              <a:rPr lang="zh-CN" altLang="en-US" dirty="0">
                <a:latin typeface="Microsoft YaHei" panose="020B0503020204020204" pitchFamily="34" charset="-122"/>
                <a:ea typeface="Microsoft YaHei" panose="020B0503020204020204" pitchFamily="34" charset="-122"/>
              </a:rPr>
              <a:t>表示单词所在的位置，</a:t>
            </a:r>
            <a:r>
              <a:rPr lang="en-US" altLang="zh-CN" dirty="0">
                <a:latin typeface="Microsoft YaHei" panose="020B0503020204020204" pitchFamily="34" charset="-122"/>
                <a:ea typeface="Microsoft YaHei" panose="020B0503020204020204" pitchFamily="34" charset="-122"/>
              </a:rPr>
              <a:t>2</a:t>
            </a:r>
            <a:r>
              <a:rPr lang="en-US" dirty="0">
                <a:latin typeface="Microsoft YaHei" panose="020B0503020204020204" pitchFamily="34" charset="-122"/>
                <a:ea typeface="Microsoft YaHei" panose="020B0503020204020204" pitchFamily="34" charset="-122"/>
              </a:rPr>
              <a:t>i </a:t>
            </a:r>
            <a:r>
              <a:rPr lang="zh-CN" altLang="en-US" dirty="0">
                <a:latin typeface="Microsoft YaHei" panose="020B0503020204020204" pitchFamily="34" charset="-122"/>
                <a:ea typeface="Microsoft YaHei" panose="020B0503020204020204" pitchFamily="34" charset="-122"/>
              </a:rPr>
              <a:t>和</a:t>
            </a:r>
            <a:r>
              <a:rPr lang="en-US" altLang="zh-CN" dirty="0">
                <a:latin typeface="Microsoft YaHei" panose="020B0503020204020204" pitchFamily="34" charset="-122"/>
                <a:ea typeface="Microsoft YaHei" panose="020B0503020204020204" pitchFamily="34" charset="-122"/>
              </a:rPr>
              <a:t>2</a:t>
            </a:r>
            <a:r>
              <a:rPr lang="en-US" dirty="0">
                <a:latin typeface="Microsoft YaHei" panose="020B0503020204020204" pitchFamily="34" charset="-122"/>
                <a:ea typeface="Microsoft YaHei" panose="020B0503020204020204" pitchFamily="34" charset="-122"/>
              </a:rPr>
              <a:t>i+1 </a:t>
            </a:r>
            <a:r>
              <a:rPr lang="zh-CN" altLang="en-US" dirty="0">
                <a:latin typeface="Microsoft YaHei" panose="020B0503020204020204" pitchFamily="34" charset="-122"/>
                <a:ea typeface="Microsoft YaHei" panose="020B0503020204020204" pitchFamily="34" charset="-122"/>
              </a:rPr>
              <a:t>表示位置编码向量中的对应维度，</a:t>
            </a:r>
            <a:r>
              <a:rPr lang="en-US" dirty="0">
                <a:latin typeface="Microsoft YaHei" panose="020B0503020204020204" pitchFamily="34" charset="-122"/>
                <a:ea typeface="Microsoft YaHei" panose="020B0503020204020204" pitchFamily="34" charset="-122"/>
              </a:rPr>
              <a:t>d </a:t>
            </a:r>
            <a:r>
              <a:rPr lang="zh-CN" altLang="en-US" dirty="0">
                <a:latin typeface="Microsoft YaHei" panose="020B0503020204020204" pitchFamily="34" charset="-122"/>
                <a:ea typeface="Microsoft YaHei" panose="020B0503020204020204" pitchFamily="34" charset="-122"/>
              </a:rPr>
              <a:t>则对应位置编码的总维度</a:t>
            </a:r>
          </a:p>
        </p:txBody>
      </p:sp>
      <p:pic>
        <p:nvPicPr>
          <p:cNvPr id="4" name="Picture 3">
            <a:extLst>
              <a:ext uri="{FF2B5EF4-FFF2-40B4-BE49-F238E27FC236}">
                <a16:creationId xmlns:a16="http://schemas.microsoft.com/office/drawing/2014/main" id="{5B81458F-A670-4B03-AC24-FB5E32CE9C57}"/>
              </a:ext>
            </a:extLst>
          </p:cNvPr>
          <p:cNvPicPr>
            <a:picLocks noChangeAspect="1"/>
          </p:cNvPicPr>
          <p:nvPr/>
        </p:nvPicPr>
        <p:blipFill>
          <a:blip r:embed="rId3"/>
          <a:stretch>
            <a:fillRect/>
          </a:stretch>
        </p:blipFill>
        <p:spPr>
          <a:xfrm>
            <a:off x="4091439" y="5096416"/>
            <a:ext cx="3777343" cy="1082397"/>
          </a:xfrm>
          <a:prstGeom prst="rect">
            <a:avLst/>
          </a:prstGeom>
        </p:spPr>
      </p:pic>
    </p:spTree>
    <p:extLst>
      <p:ext uri="{BB962C8B-B14F-4D97-AF65-F5344CB8AC3E}">
        <p14:creationId xmlns:p14="http://schemas.microsoft.com/office/powerpoint/2010/main" val="7490610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47</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嵌入表示层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14" name="Picture 13">
            <a:extLst>
              <a:ext uri="{FF2B5EF4-FFF2-40B4-BE49-F238E27FC236}">
                <a16:creationId xmlns:a16="http://schemas.microsoft.com/office/drawing/2014/main" id="{16D6FEA4-C116-4BB5-D545-99DBACCD73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362985"/>
            <a:ext cx="7772400" cy="4025208"/>
          </a:xfrm>
          <a:prstGeom prst="rect">
            <a:avLst/>
          </a:prstGeom>
        </p:spPr>
      </p:pic>
      <p:pic>
        <p:nvPicPr>
          <p:cNvPr id="16" name="Picture 15">
            <a:extLst>
              <a:ext uri="{FF2B5EF4-FFF2-40B4-BE49-F238E27FC236}">
                <a16:creationId xmlns:a16="http://schemas.microsoft.com/office/drawing/2014/main" id="{49D88F8C-E5F3-DF9B-7746-00BE7B0C5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9800" y="5323250"/>
            <a:ext cx="7772400" cy="301255"/>
          </a:xfrm>
          <a:prstGeom prst="rect">
            <a:avLst/>
          </a:prstGeom>
        </p:spPr>
      </p:pic>
    </p:spTree>
    <p:extLst>
      <p:ext uri="{BB962C8B-B14F-4D97-AF65-F5344CB8AC3E}">
        <p14:creationId xmlns:p14="http://schemas.microsoft.com/office/powerpoint/2010/main" val="254266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47769"/>
            <a:ext cx="11195049" cy="2974019"/>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自注意力（</a:t>
            </a:r>
            <a:r>
              <a:rPr lang="en-US" altLang="zh-CN" sz="2400" b="1" dirty="0">
                <a:solidFill>
                  <a:srgbClr val="0070C0"/>
                </a:solidFill>
                <a:latin typeface="Microsoft YaHei" panose="020B0503020204020204" pitchFamily="34" charset="-122"/>
                <a:ea typeface="Microsoft YaHei" panose="020B0503020204020204" pitchFamily="34" charset="-122"/>
              </a:rPr>
              <a:t>Self-Attention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操作是基于</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的机器翻译模型的基本操作，在源语言的编码和目标语言的生成中频繁地被使用以建模源语言、目标语言任意两个单词之间的依赖关系。</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将由单词语义嵌入及其位置编码叠加得到的输入表示为                  ，为了实现对上下文语义依赖的建模，引入自注意力机制涉及的三个元素：查询    （</a:t>
            </a:r>
            <a:r>
              <a:rPr lang="en-US" altLang="zh-CN" sz="2400" dirty="0">
                <a:latin typeface="Microsoft YaHei" panose="020B0503020204020204" pitchFamily="34" charset="-122"/>
                <a:ea typeface="Microsoft YaHei" panose="020B0503020204020204" pitchFamily="34" charset="-122"/>
              </a:rPr>
              <a:t>Query</a:t>
            </a:r>
            <a:r>
              <a:rPr lang="zh-CN" altLang="en-US" sz="2400" dirty="0">
                <a:latin typeface="Microsoft YaHei" panose="020B0503020204020204" pitchFamily="34" charset="-122"/>
                <a:ea typeface="Microsoft YaHei" panose="020B0503020204020204" pitchFamily="34" charset="-122"/>
              </a:rPr>
              <a:t>）、键      （</a:t>
            </a:r>
            <a:r>
              <a:rPr lang="en-US" altLang="zh-CN" sz="2400" dirty="0">
                <a:latin typeface="Microsoft YaHei" panose="020B0503020204020204" pitchFamily="34" charset="-122"/>
                <a:ea typeface="Microsoft YaHei" panose="020B0503020204020204" pitchFamily="34" charset="-122"/>
              </a:rPr>
              <a:t>Key</a:t>
            </a:r>
            <a:r>
              <a:rPr lang="zh-CN" altLang="en-US" sz="2400" dirty="0">
                <a:latin typeface="Microsoft YaHei" panose="020B0503020204020204" pitchFamily="34" charset="-122"/>
                <a:ea typeface="Microsoft YaHei" panose="020B0503020204020204" pitchFamily="34" charset="-122"/>
              </a:rPr>
              <a:t>）和值      （</a:t>
            </a:r>
            <a:r>
              <a:rPr lang="en-US" altLang="zh-CN" sz="2400" dirty="0">
                <a:latin typeface="Microsoft YaHei" panose="020B0503020204020204" pitchFamily="34" charset="-122"/>
                <a:ea typeface="Microsoft YaHei" panose="020B0503020204020204" pitchFamily="34" charset="-122"/>
              </a:rPr>
              <a:t>Value</a:t>
            </a:r>
            <a:r>
              <a:rPr lang="zh-CN" altLang="en-US" sz="2400" dirty="0">
                <a:latin typeface="Microsoft YaHei" panose="020B0503020204020204" pitchFamily="34" charset="-122"/>
                <a:ea typeface="Microsoft YaHei" panose="020B0503020204020204" pitchFamily="34" charset="-122"/>
              </a:rPr>
              <a:t>）</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1D3191DE-9B68-8774-5C30-164019F4C33C}"/>
              </a:ext>
            </a:extLst>
          </p:cNvPr>
          <p:cNvPicPr>
            <a:picLocks noChangeAspect="1"/>
          </p:cNvPicPr>
          <p:nvPr/>
        </p:nvPicPr>
        <p:blipFill>
          <a:blip r:embed="rId3"/>
          <a:stretch>
            <a:fillRect/>
          </a:stretch>
        </p:blipFill>
        <p:spPr>
          <a:xfrm>
            <a:off x="7899400" y="2682834"/>
            <a:ext cx="1422400" cy="304800"/>
          </a:xfrm>
          <a:prstGeom prst="rect">
            <a:avLst/>
          </a:prstGeom>
        </p:spPr>
      </p:pic>
      <p:pic>
        <p:nvPicPr>
          <p:cNvPr id="5" name="Picture 4">
            <a:extLst>
              <a:ext uri="{FF2B5EF4-FFF2-40B4-BE49-F238E27FC236}">
                <a16:creationId xmlns:a16="http://schemas.microsoft.com/office/drawing/2014/main" id="{656225AA-9A85-A0B4-A9A2-EDFE4A2D8D06}"/>
              </a:ext>
            </a:extLst>
          </p:cNvPr>
          <p:cNvPicPr>
            <a:picLocks noChangeAspect="1"/>
          </p:cNvPicPr>
          <p:nvPr/>
        </p:nvPicPr>
        <p:blipFill>
          <a:blip r:embed="rId4"/>
          <a:stretch>
            <a:fillRect/>
          </a:stretch>
        </p:blipFill>
        <p:spPr>
          <a:xfrm>
            <a:off x="9545122" y="3251200"/>
            <a:ext cx="203200" cy="177800"/>
          </a:xfrm>
          <a:prstGeom prst="rect">
            <a:avLst/>
          </a:prstGeom>
        </p:spPr>
      </p:pic>
      <p:pic>
        <p:nvPicPr>
          <p:cNvPr id="15" name="Picture 14">
            <a:extLst>
              <a:ext uri="{FF2B5EF4-FFF2-40B4-BE49-F238E27FC236}">
                <a16:creationId xmlns:a16="http://schemas.microsoft.com/office/drawing/2014/main" id="{4D23406F-AF0A-F131-7EF1-6BF821F5FC39}"/>
              </a:ext>
            </a:extLst>
          </p:cNvPr>
          <p:cNvPicPr>
            <a:picLocks noChangeAspect="1"/>
          </p:cNvPicPr>
          <p:nvPr/>
        </p:nvPicPr>
        <p:blipFill>
          <a:blip r:embed="rId5"/>
          <a:stretch>
            <a:fillRect/>
          </a:stretch>
        </p:blipFill>
        <p:spPr>
          <a:xfrm>
            <a:off x="1043956" y="3647209"/>
            <a:ext cx="215900" cy="228600"/>
          </a:xfrm>
          <a:prstGeom prst="rect">
            <a:avLst/>
          </a:prstGeom>
        </p:spPr>
      </p:pic>
      <p:pic>
        <p:nvPicPr>
          <p:cNvPr id="16" name="Picture 15">
            <a:extLst>
              <a:ext uri="{FF2B5EF4-FFF2-40B4-BE49-F238E27FC236}">
                <a16:creationId xmlns:a16="http://schemas.microsoft.com/office/drawing/2014/main" id="{39333E98-2638-3467-5B07-951FA5B6734F}"/>
              </a:ext>
            </a:extLst>
          </p:cNvPr>
          <p:cNvPicPr>
            <a:picLocks noChangeAspect="1"/>
          </p:cNvPicPr>
          <p:nvPr/>
        </p:nvPicPr>
        <p:blipFill>
          <a:blip r:embed="rId6"/>
          <a:stretch>
            <a:fillRect/>
          </a:stretch>
        </p:blipFill>
        <p:spPr>
          <a:xfrm>
            <a:off x="3292352" y="3710709"/>
            <a:ext cx="215900" cy="165100"/>
          </a:xfrm>
          <a:prstGeom prst="rect">
            <a:avLst/>
          </a:prstGeom>
        </p:spPr>
      </p:pic>
      <p:pic>
        <p:nvPicPr>
          <p:cNvPr id="18" name="Picture 17">
            <a:extLst>
              <a:ext uri="{FF2B5EF4-FFF2-40B4-BE49-F238E27FC236}">
                <a16:creationId xmlns:a16="http://schemas.microsoft.com/office/drawing/2014/main" id="{70BA9164-1B08-C38C-8EC1-5E6ADB44AC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3324" y="3975100"/>
            <a:ext cx="4318000" cy="2882900"/>
          </a:xfrm>
          <a:prstGeom prst="rect">
            <a:avLst/>
          </a:prstGeom>
        </p:spPr>
      </p:pic>
    </p:spTree>
    <p:extLst>
      <p:ext uri="{BB962C8B-B14F-4D97-AF65-F5344CB8AC3E}">
        <p14:creationId xmlns:p14="http://schemas.microsoft.com/office/powerpoint/2010/main" val="1789269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47769"/>
            <a:ext cx="11195049" cy="35895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为了得到编码单词 </a:t>
            </a:r>
            <a:r>
              <a:rPr lang="en-US" altLang="zh-CN" sz="2400" b="1" i="1" dirty="0">
                <a:latin typeface="Microsoft YaHei" panose="020B0503020204020204" pitchFamily="34" charset="-122"/>
                <a:ea typeface="Microsoft YaHei" panose="020B0503020204020204" pitchFamily="34" charset="-122"/>
              </a:rPr>
              <a:t>x</a:t>
            </a:r>
            <a:r>
              <a:rPr lang="en-US" altLang="zh-CN" sz="2400" baseline="-25000" dirty="0">
                <a:latin typeface="Microsoft YaHei" panose="020B0503020204020204" pitchFamily="34" charset="-122"/>
                <a:ea typeface="Microsoft YaHei" panose="020B0503020204020204" pitchFamily="34" charset="-122"/>
              </a:rPr>
              <a:t>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时所需要关注的上下文信息，通过位置</a:t>
            </a:r>
            <a:r>
              <a:rPr lang="en-US" altLang="zh-CN" sz="2400" dirty="0" err="1">
                <a:latin typeface="Microsoft YaHei" panose="020B0503020204020204" pitchFamily="34" charset="-122"/>
                <a:ea typeface="Microsoft YaHei" panose="020B0503020204020204" pitchFamily="34" charset="-122"/>
              </a:rPr>
              <a:t>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查询向量与其他位置的键向量做点积得到匹配分数 </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为了防止过大的匹配分数在后续</a:t>
            </a:r>
            <a:r>
              <a:rPr lang="en-US" altLang="zh-CN" sz="2400" dirty="0" err="1">
                <a:latin typeface="Microsoft YaHei" panose="020B0503020204020204" pitchFamily="34" charset="-122"/>
                <a:ea typeface="Microsoft YaHei" panose="020B0503020204020204" pitchFamily="34" charset="-122"/>
              </a:rPr>
              <a:t>Softmax</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计算过程中导致的梯度爆炸及收敛效率差的问题，这些得分会除以放缩因子      以稳定优化</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放缩后的得分经过</a:t>
            </a:r>
            <a:r>
              <a:rPr lang="en-US" altLang="zh-CN" sz="2400" dirty="0" err="1">
                <a:latin typeface="Microsoft YaHei" panose="020B0503020204020204" pitchFamily="34" charset="-122"/>
                <a:ea typeface="Microsoft YaHei" panose="020B0503020204020204" pitchFamily="34" charset="-122"/>
              </a:rPr>
              <a:t>Softmax</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归一化为概率，与其他位置的值向量相乘来聚合希望关注的上下文信息，并最小化不相关信息的干扰。上述计算过程可以被形式化地表述如下：</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3" name="Picture 2">
            <a:extLst>
              <a:ext uri="{FF2B5EF4-FFF2-40B4-BE49-F238E27FC236}">
                <a16:creationId xmlns:a16="http://schemas.microsoft.com/office/drawing/2014/main" id="{07833DA5-1E49-6BDC-B632-ADE54B9B1462}"/>
              </a:ext>
            </a:extLst>
          </p:cNvPr>
          <p:cNvPicPr>
            <a:picLocks noChangeAspect="1"/>
          </p:cNvPicPr>
          <p:nvPr/>
        </p:nvPicPr>
        <p:blipFill>
          <a:blip r:embed="rId3"/>
          <a:stretch>
            <a:fillRect/>
          </a:stretch>
        </p:blipFill>
        <p:spPr>
          <a:xfrm>
            <a:off x="4577443" y="1645804"/>
            <a:ext cx="2514600" cy="241300"/>
          </a:xfrm>
          <a:prstGeom prst="rect">
            <a:avLst/>
          </a:prstGeom>
        </p:spPr>
      </p:pic>
      <p:pic>
        <p:nvPicPr>
          <p:cNvPr id="14" name="Picture 13">
            <a:extLst>
              <a:ext uri="{FF2B5EF4-FFF2-40B4-BE49-F238E27FC236}">
                <a16:creationId xmlns:a16="http://schemas.microsoft.com/office/drawing/2014/main" id="{A92E8005-31E3-3412-76E8-F52DAA146684}"/>
              </a:ext>
            </a:extLst>
          </p:cNvPr>
          <p:cNvPicPr>
            <a:picLocks noChangeAspect="1"/>
          </p:cNvPicPr>
          <p:nvPr/>
        </p:nvPicPr>
        <p:blipFill>
          <a:blip r:embed="rId4"/>
          <a:stretch>
            <a:fillRect/>
          </a:stretch>
        </p:blipFill>
        <p:spPr>
          <a:xfrm>
            <a:off x="5449125" y="2690009"/>
            <a:ext cx="330200" cy="266700"/>
          </a:xfrm>
          <a:prstGeom prst="rect">
            <a:avLst/>
          </a:prstGeom>
        </p:spPr>
      </p:pic>
      <p:pic>
        <p:nvPicPr>
          <p:cNvPr id="17" name="Picture 16">
            <a:extLst>
              <a:ext uri="{FF2B5EF4-FFF2-40B4-BE49-F238E27FC236}">
                <a16:creationId xmlns:a16="http://schemas.microsoft.com/office/drawing/2014/main" id="{E004B2D4-D64A-CC6D-E96B-32B93953D7AE}"/>
              </a:ext>
            </a:extLst>
          </p:cNvPr>
          <p:cNvPicPr>
            <a:picLocks noChangeAspect="1"/>
          </p:cNvPicPr>
          <p:nvPr/>
        </p:nvPicPr>
        <p:blipFill>
          <a:blip r:embed="rId5"/>
          <a:stretch>
            <a:fillRect/>
          </a:stretch>
        </p:blipFill>
        <p:spPr>
          <a:xfrm>
            <a:off x="3207575" y="4577196"/>
            <a:ext cx="5143500" cy="635000"/>
          </a:xfrm>
          <a:prstGeom prst="rect">
            <a:avLst/>
          </a:prstGeom>
        </p:spPr>
      </p:pic>
    </p:spTree>
    <p:extLst>
      <p:ext uri="{BB962C8B-B14F-4D97-AF65-F5344CB8AC3E}">
        <p14:creationId xmlns:p14="http://schemas.microsoft.com/office/powerpoint/2010/main" val="2172888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47769"/>
            <a:ext cx="11195049" cy="3127908"/>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为了进一步增强自注意力机制聚合上下文信息的能力，提出了</a:t>
            </a:r>
            <a:r>
              <a:rPr lang="zh-CN" altLang="en-US" sz="2400" b="1" dirty="0">
                <a:solidFill>
                  <a:srgbClr val="0070C0"/>
                </a:solidFill>
                <a:latin typeface="Microsoft YaHei" panose="020B0503020204020204" pitchFamily="34" charset="-122"/>
                <a:ea typeface="Microsoft YaHei" panose="020B0503020204020204" pitchFamily="34" charset="-122"/>
              </a:rPr>
              <a:t>多头自注意力（</a:t>
            </a:r>
            <a:r>
              <a:rPr lang="en-US" altLang="zh-CN" sz="2400" b="1" dirty="0">
                <a:solidFill>
                  <a:srgbClr val="0070C0"/>
                </a:solidFill>
                <a:latin typeface="Microsoft YaHei" panose="020B0503020204020204" pitchFamily="34" charset="-122"/>
                <a:ea typeface="Microsoft YaHei" panose="020B0503020204020204" pitchFamily="34" charset="-122"/>
              </a:rPr>
              <a:t>Multi-head Attention</a:t>
            </a:r>
            <a:r>
              <a:rPr lang="zh-CN" altLang="en-US" sz="2400" b="1" dirty="0">
                <a:solidFill>
                  <a:srgbClr val="0070C0"/>
                </a:solidFill>
                <a:latin typeface="Microsoft YaHei" panose="020B0503020204020204" pitchFamily="34" charset="-122"/>
                <a:ea typeface="Microsoft YaHei" panose="020B0503020204020204" pitchFamily="34" charset="-122"/>
              </a:rPr>
              <a:t>）机制</a:t>
            </a:r>
            <a:r>
              <a:rPr lang="zh-CN" altLang="en-US" sz="2400" dirty="0">
                <a:latin typeface="Microsoft YaHei" panose="020B0503020204020204" pitchFamily="34" charset="-122"/>
                <a:ea typeface="Microsoft YaHei" panose="020B0503020204020204" pitchFamily="34" charset="-122"/>
              </a:rPr>
              <a:t>，以关注上下文的不同侧面。</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具体来说，上下文中每一个单词的表示 </a:t>
            </a:r>
            <a:r>
              <a:rPr lang="en-US" altLang="zh-CN" sz="2400" b="1" i="1" dirty="0">
                <a:latin typeface="Microsoft YaHei" panose="020B0503020204020204" pitchFamily="34" charset="-122"/>
                <a:ea typeface="Microsoft YaHei" panose="020B0503020204020204" pitchFamily="34" charset="-122"/>
              </a:rPr>
              <a:t>x</a:t>
            </a:r>
            <a:r>
              <a:rPr lang="en-US" altLang="zh-CN" sz="2400" baseline="-25000" dirty="0">
                <a:latin typeface="Microsoft YaHei" panose="020B0503020204020204" pitchFamily="34" charset="-122"/>
                <a:ea typeface="Microsoft YaHei" panose="020B0503020204020204" pitchFamily="34" charset="-122"/>
              </a:rPr>
              <a:t>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经过多组线性                           映射到不同的表示子空间中</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线性变换                        用于综合不同子空间中的上下文表示并形成自注意力层最终的输出</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391B7CE7-E50E-8790-AB29-E4CDA85AC13C}"/>
              </a:ext>
            </a:extLst>
          </p:cNvPr>
          <p:cNvPicPr>
            <a:picLocks noChangeAspect="1"/>
          </p:cNvPicPr>
          <p:nvPr/>
        </p:nvPicPr>
        <p:blipFill>
          <a:blip r:embed="rId3"/>
          <a:stretch>
            <a:fillRect/>
          </a:stretch>
        </p:blipFill>
        <p:spPr>
          <a:xfrm>
            <a:off x="7961333" y="2175045"/>
            <a:ext cx="2349500" cy="368300"/>
          </a:xfrm>
          <a:prstGeom prst="rect">
            <a:avLst/>
          </a:prstGeom>
        </p:spPr>
      </p:pic>
      <p:pic>
        <p:nvPicPr>
          <p:cNvPr id="15" name="Picture 14">
            <a:extLst>
              <a:ext uri="{FF2B5EF4-FFF2-40B4-BE49-F238E27FC236}">
                <a16:creationId xmlns:a16="http://schemas.microsoft.com/office/drawing/2014/main" id="{5D020351-904C-F56E-B7EA-69E1D0B3C6C8}"/>
              </a:ext>
            </a:extLst>
          </p:cNvPr>
          <p:cNvPicPr>
            <a:picLocks noChangeAspect="1"/>
          </p:cNvPicPr>
          <p:nvPr/>
        </p:nvPicPr>
        <p:blipFill>
          <a:blip r:embed="rId4"/>
          <a:stretch>
            <a:fillRect/>
          </a:stretch>
        </p:blipFill>
        <p:spPr>
          <a:xfrm>
            <a:off x="1919167" y="3295650"/>
            <a:ext cx="1803400" cy="266700"/>
          </a:xfrm>
          <a:prstGeom prst="rect">
            <a:avLst/>
          </a:prstGeom>
        </p:spPr>
      </p:pic>
      <p:pic>
        <p:nvPicPr>
          <p:cNvPr id="16" name="Picture 15">
            <a:extLst>
              <a:ext uri="{FF2B5EF4-FFF2-40B4-BE49-F238E27FC236}">
                <a16:creationId xmlns:a16="http://schemas.microsoft.com/office/drawing/2014/main" id="{D20BED58-B8DA-EC71-1566-D07D91EF9EDD}"/>
              </a:ext>
            </a:extLst>
          </p:cNvPr>
          <p:cNvPicPr>
            <a:picLocks noChangeAspect="1"/>
          </p:cNvPicPr>
          <p:nvPr/>
        </p:nvPicPr>
        <p:blipFill>
          <a:blip r:embed="rId5"/>
          <a:stretch>
            <a:fillRect/>
          </a:stretch>
        </p:blipFill>
        <p:spPr>
          <a:xfrm>
            <a:off x="1915853" y="3761145"/>
            <a:ext cx="1422400" cy="304800"/>
          </a:xfrm>
          <a:prstGeom prst="rect">
            <a:avLst/>
          </a:prstGeom>
        </p:spPr>
      </p:pic>
    </p:spTree>
    <p:extLst>
      <p:ext uri="{BB962C8B-B14F-4D97-AF65-F5344CB8AC3E}">
        <p14:creationId xmlns:p14="http://schemas.microsoft.com/office/powerpoint/2010/main" val="24863981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51</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ECB56022-0C16-2946-11F1-8478F6BEFA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8" y="967335"/>
            <a:ext cx="5283200" cy="5384800"/>
          </a:xfrm>
          <a:prstGeom prst="rect">
            <a:avLst/>
          </a:prstGeom>
        </p:spPr>
      </p:pic>
      <p:pic>
        <p:nvPicPr>
          <p:cNvPr id="17" name="Picture 16">
            <a:extLst>
              <a:ext uri="{FF2B5EF4-FFF2-40B4-BE49-F238E27FC236}">
                <a16:creationId xmlns:a16="http://schemas.microsoft.com/office/drawing/2014/main" id="{D843D695-96EC-A275-8467-6AF2932EC4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0175" y="1074819"/>
            <a:ext cx="5334000" cy="2933700"/>
          </a:xfrm>
          <a:prstGeom prst="rect">
            <a:avLst/>
          </a:prstGeom>
        </p:spPr>
      </p:pic>
    </p:spTree>
    <p:extLst>
      <p:ext uri="{BB962C8B-B14F-4D97-AF65-F5344CB8AC3E}">
        <p14:creationId xmlns:p14="http://schemas.microsoft.com/office/powerpoint/2010/main" val="26668226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47769"/>
            <a:ext cx="11195049" cy="1435136"/>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前馈层（</a:t>
            </a:r>
            <a:r>
              <a:rPr lang="en-US" altLang="zh-CN" sz="2400" b="1" dirty="0">
                <a:solidFill>
                  <a:srgbClr val="0070C0"/>
                </a:solidFill>
                <a:latin typeface="Microsoft YaHei" panose="020B0503020204020204" pitchFamily="34" charset="-122"/>
                <a:ea typeface="Microsoft YaHei" panose="020B0503020204020204" pitchFamily="34" charset="-122"/>
              </a:rPr>
              <a:t>Feed-Forward</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a:solidFill>
                  <a:srgbClr val="0070C0"/>
                </a:solidFill>
                <a:latin typeface="Microsoft YaHei" panose="020B0503020204020204" pitchFamily="34" charset="-122"/>
                <a:ea typeface="Microsoft YaHei" panose="020B0503020204020204" pitchFamily="34" charset="-122"/>
              </a:rPr>
              <a:t>Network,</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a:solidFill>
                  <a:srgbClr val="0070C0"/>
                </a:solidFill>
                <a:latin typeface="Microsoft YaHei" panose="020B0503020204020204" pitchFamily="34" charset="-122"/>
                <a:ea typeface="Microsoft YaHei" panose="020B0503020204020204" pitchFamily="34" charset="-122"/>
              </a:rPr>
              <a:t>FFN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接收自注意力子层的输出作为输入，并通过一个带有 </a:t>
            </a:r>
            <a:r>
              <a:rPr lang="en-US" altLang="zh-CN" sz="2400" dirty="0" err="1">
                <a:latin typeface="Microsoft YaHei" panose="020B0503020204020204" pitchFamily="34" charset="-122"/>
                <a:ea typeface="Microsoft YaHei" panose="020B0503020204020204" pitchFamily="34" charset="-122"/>
              </a:rPr>
              <a:t>ReLU</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激活函数的两层全连接网络对输入进行更复杂的非线性变换。实验证明，这一非线性变换会对模型最终的性能产生重要的影响。</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前馈层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3" name="Picture 2">
            <a:extLst>
              <a:ext uri="{FF2B5EF4-FFF2-40B4-BE49-F238E27FC236}">
                <a16:creationId xmlns:a16="http://schemas.microsoft.com/office/drawing/2014/main" id="{BB8F97CE-1CAD-5080-F64F-71D6E90C1246}"/>
              </a:ext>
            </a:extLst>
          </p:cNvPr>
          <p:cNvPicPr>
            <a:picLocks noChangeAspect="1"/>
          </p:cNvPicPr>
          <p:nvPr/>
        </p:nvPicPr>
        <p:blipFill>
          <a:blip r:embed="rId3"/>
          <a:stretch>
            <a:fillRect/>
          </a:stretch>
        </p:blipFill>
        <p:spPr>
          <a:xfrm>
            <a:off x="3605211" y="2830863"/>
            <a:ext cx="4749800" cy="317500"/>
          </a:xfrm>
          <a:prstGeom prst="rect">
            <a:avLst/>
          </a:prstGeom>
        </p:spPr>
      </p:pic>
      <p:sp>
        <p:nvSpPr>
          <p:cNvPr id="14" name="TextBox 13">
            <a:extLst>
              <a:ext uri="{FF2B5EF4-FFF2-40B4-BE49-F238E27FC236}">
                <a16:creationId xmlns:a16="http://schemas.microsoft.com/office/drawing/2014/main" id="{A50C19EB-ABCB-1997-4327-6EF84A8FF157}"/>
              </a:ext>
            </a:extLst>
          </p:cNvPr>
          <p:cNvSpPr txBox="1"/>
          <p:nvPr/>
        </p:nvSpPr>
        <p:spPr>
          <a:xfrm>
            <a:off x="382587" y="3601702"/>
            <a:ext cx="11098213"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实验结果表明，增大前馈子层隐状态的维度有利于提高最终翻译结果的质量，因此，前馈子层隐状态的维度一般比自注意力子层要大。</a:t>
            </a:r>
          </a:p>
        </p:txBody>
      </p:sp>
    </p:spTree>
    <p:extLst>
      <p:ext uri="{BB962C8B-B14F-4D97-AF65-F5344CB8AC3E}">
        <p14:creationId xmlns:p14="http://schemas.microsoft.com/office/powerpoint/2010/main" val="4453102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EB3746A-2B8A-1FD7-29ED-8116E76ED77F}"/>
              </a:ext>
            </a:extLst>
          </p:cNvPr>
          <p:cNvPicPr>
            <a:picLocks noChangeAspect="1"/>
          </p:cNvPicPr>
          <p:nvPr/>
        </p:nvPicPr>
        <p:blipFill rotWithShape="1">
          <a:blip r:embed="rId3">
            <a:extLst>
              <a:ext uri="{28A0092B-C50C-407E-A947-70E740481C1C}">
                <a14:useLocalDpi xmlns:a14="http://schemas.microsoft.com/office/drawing/2010/main" val="0"/>
              </a:ext>
            </a:extLst>
          </a:blip>
          <a:srcRect t="14341"/>
          <a:stretch/>
        </p:blipFill>
        <p:spPr>
          <a:xfrm>
            <a:off x="2140938" y="4325910"/>
            <a:ext cx="8211915" cy="1002469"/>
          </a:xfrm>
          <a:prstGeom prst="rect">
            <a:avLst/>
          </a:prstGeom>
        </p:spPr>
      </p:pic>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53</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前馈层</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CBD2DF01-9F0D-04DA-7126-41E1CC99F432}"/>
              </a:ext>
            </a:extLst>
          </p:cNvPr>
          <p:cNvPicPr>
            <a:picLocks noChangeAspect="1"/>
          </p:cNvPicPr>
          <p:nvPr/>
        </p:nvPicPr>
        <p:blipFill rotWithShape="1">
          <a:blip r:embed="rId4">
            <a:extLst>
              <a:ext uri="{28A0092B-C50C-407E-A947-70E740481C1C}">
                <a14:useLocalDpi xmlns:a14="http://schemas.microsoft.com/office/drawing/2010/main" val="0"/>
              </a:ext>
            </a:extLst>
          </a:blip>
          <a:srcRect b="8083"/>
          <a:stretch/>
        </p:blipFill>
        <p:spPr>
          <a:xfrm>
            <a:off x="2140938" y="1533083"/>
            <a:ext cx="8311092" cy="2789535"/>
          </a:xfrm>
          <a:prstGeom prst="rect">
            <a:avLst/>
          </a:prstGeom>
        </p:spPr>
      </p:pic>
    </p:spTree>
    <p:extLst>
      <p:ext uri="{BB962C8B-B14F-4D97-AF65-F5344CB8AC3E}">
        <p14:creationId xmlns:p14="http://schemas.microsoft.com/office/powerpoint/2010/main" val="694444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54</a:t>
            </a:fld>
            <a:endParaRPr lang="zh-CN" altLang="en-US" dirty="0"/>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47769"/>
            <a:ext cx="11195049" cy="3435684"/>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结构组成的网络结构通常都非常庞大。编码器和解码器均由很多层基本的</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块组成，每一层中都包含复杂的非线性映射，这就导致模型的训练比较困难。</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因此，研究人员在</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块中进一步引入了</a:t>
            </a:r>
            <a:r>
              <a:rPr lang="zh-CN" altLang="en-US" sz="2400" b="1" dirty="0">
                <a:solidFill>
                  <a:srgbClr val="0070C0"/>
                </a:solidFill>
                <a:latin typeface="Microsoft YaHei" panose="020B0503020204020204" pitchFamily="34" charset="-122"/>
                <a:ea typeface="Microsoft YaHei" panose="020B0503020204020204" pitchFamily="34" charset="-122"/>
              </a:rPr>
              <a:t>残差连接与层归一化技术</a:t>
            </a:r>
            <a:r>
              <a:rPr lang="zh-CN" altLang="en-US" sz="2400" dirty="0">
                <a:latin typeface="Microsoft YaHei" panose="020B0503020204020204" pitchFamily="34" charset="-122"/>
                <a:ea typeface="Microsoft YaHei" panose="020B0503020204020204" pitchFamily="34" charset="-122"/>
              </a:rPr>
              <a:t>，以进一步提升训练的稳定性。具体来说，残差连接主要是指使用一条直连通道直接将对应子层的输入连接到输出，避免在优化过程中因网络过深而产生潜在的梯度消失问题：</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残差连接与层归一化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F9EB8263-0CF9-DADF-C8A6-34BA55AF39B4}"/>
              </a:ext>
            </a:extLst>
          </p:cNvPr>
          <p:cNvPicPr>
            <a:picLocks noChangeAspect="1"/>
          </p:cNvPicPr>
          <p:nvPr/>
        </p:nvPicPr>
        <p:blipFill>
          <a:blip r:embed="rId3"/>
          <a:stretch>
            <a:fillRect/>
          </a:stretch>
        </p:blipFill>
        <p:spPr>
          <a:xfrm>
            <a:off x="4814933" y="4299302"/>
            <a:ext cx="2349500" cy="368300"/>
          </a:xfrm>
          <a:prstGeom prst="rect">
            <a:avLst/>
          </a:prstGeom>
        </p:spPr>
      </p:pic>
      <p:sp>
        <p:nvSpPr>
          <p:cNvPr id="15" name="TextBox 14">
            <a:extLst>
              <a:ext uri="{FF2B5EF4-FFF2-40B4-BE49-F238E27FC236}">
                <a16:creationId xmlns:a16="http://schemas.microsoft.com/office/drawing/2014/main" id="{0806F82D-2580-A7F3-9073-E69DFB5C98BD}"/>
              </a:ext>
            </a:extLst>
          </p:cNvPr>
          <p:cNvSpPr txBox="1"/>
          <p:nvPr/>
        </p:nvSpPr>
        <p:spPr>
          <a:xfrm>
            <a:off x="392158" y="483675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其中 </a:t>
            </a:r>
            <a:r>
              <a:rPr lang="en-US" sz="2400" dirty="0">
                <a:latin typeface="Microsoft YaHei" panose="020B0503020204020204" pitchFamily="34" charset="-122"/>
                <a:ea typeface="Microsoft YaHei" panose="020B0503020204020204" pitchFamily="34" charset="-122"/>
              </a:rPr>
              <a:t>x</a:t>
            </a:r>
            <a:r>
              <a:rPr lang="en-US" sz="2400" baseline="30000" dirty="0">
                <a:latin typeface="Microsoft YaHei" panose="020B0503020204020204" pitchFamily="34" charset="-122"/>
                <a:ea typeface="Microsoft YaHei" panose="020B0503020204020204" pitchFamily="34" charset="-122"/>
              </a:rPr>
              <a:t>l</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表示第 </a:t>
            </a:r>
            <a:r>
              <a:rPr lang="en-US" altLang="zh-CN" sz="2400" dirty="0">
                <a:latin typeface="Microsoft YaHei" panose="020B0503020204020204" pitchFamily="34" charset="-122"/>
                <a:ea typeface="Microsoft YaHei" panose="020B0503020204020204" pitchFamily="34" charset="-122"/>
              </a:rPr>
              <a:t>l</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层的输入，</a:t>
            </a:r>
            <a:r>
              <a:rPr lang="en-US" sz="2400" dirty="0">
                <a:latin typeface="Microsoft YaHei" panose="020B0503020204020204" pitchFamily="34" charset="-122"/>
                <a:ea typeface="Microsoft YaHei" panose="020B0503020204020204" pitchFamily="34" charset="-122"/>
              </a:rPr>
              <a:t>f(.) </a:t>
            </a:r>
            <a:r>
              <a:rPr lang="zh-CN" altLang="en-US" sz="2400" dirty="0">
                <a:latin typeface="Microsoft YaHei" panose="020B0503020204020204" pitchFamily="34" charset="-122"/>
                <a:ea typeface="Microsoft YaHei" panose="020B0503020204020204" pitchFamily="34" charset="-122"/>
              </a:rPr>
              <a:t>表示一个映射函数。此外，为了使每一层的输入</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输出稳定在一个合理的范围内，层归一化技术被进一步引入每个</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块中：</a:t>
            </a:r>
          </a:p>
        </p:txBody>
      </p:sp>
      <p:pic>
        <p:nvPicPr>
          <p:cNvPr id="16" name="Picture 15">
            <a:extLst>
              <a:ext uri="{FF2B5EF4-FFF2-40B4-BE49-F238E27FC236}">
                <a16:creationId xmlns:a16="http://schemas.microsoft.com/office/drawing/2014/main" id="{4E59E5BA-C646-D314-4170-A9DBCB5C8ED9}"/>
              </a:ext>
            </a:extLst>
          </p:cNvPr>
          <p:cNvPicPr>
            <a:picLocks noChangeAspect="1"/>
          </p:cNvPicPr>
          <p:nvPr/>
        </p:nvPicPr>
        <p:blipFill>
          <a:blip r:embed="rId4"/>
          <a:stretch>
            <a:fillRect/>
          </a:stretch>
        </p:blipFill>
        <p:spPr>
          <a:xfrm>
            <a:off x="4565650" y="6000170"/>
            <a:ext cx="3060700" cy="571500"/>
          </a:xfrm>
          <a:prstGeom prst="rect">
            <a:avLst/>
          </a:prstGeom>
        </p:spPr>
      </p:pic>
    </p:spTree>
    <p:extLst>
      <p:ext uri="{BB962C8B-B14F-4D97-AF65-F5344CB8AC3E}">
        <p14:creationId xmlns:p14="http://schemas.microsoft.com/office/powerpoint/2010/main" val="284497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55</a:t>
            </a:fld>
            <a:endParaRPr lang="zh-CN" altLang="en-US" dirty="0"/>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残差连接与层归一化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DA6D9AA7-502C-4BF5-684A-62034C3D5B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3570" y="1177348"/>
            <a:ext cx="8524859" cy="4503304"/>
          </a:xfrm>
          <a:prstGeom prst="rect">
            <a:avLst/>
          </a:prstGeom>
        </p:spPr>
      </p:pic>
    </p:spTree>
    <p:extLst>
      <p:ext uri="{BB962C8B-B14F-4D97-AF65-F5344CB8AC3E}">
        <p14:creationId xmlns:p14="http://schemas.microsoft.com/office/powerpoint/2010/main" val="11968555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56</a:t>
            </a:fld>
            <a:endParaRPr lang="zh-CN" altLang="en-US" dirty="0"/>
          </a:p>
        </p:txBody>
      </p:sp>
      <p:sp>
        <p:nvSpPr>
          <p:cNvPr id="13" name="TextBox 12">
            <a:extLst>
              <a:ext uri="{FF2B5EF4-FFF2-40B4-BE49-F238E27FC236}">
                <a16:creationId xmlns:a16="http://schemas.microsoft.com/office/drawing/2014/main" id="{9E8A8D74-FDA3-5A42-A25A-E1DF34B857E1}"/>
              </a:ext>
            </a:extLst>
          </p:cNvPr>
          <p:cNvSpPr txBox="1"/>
          <p:nvPr/>
        </p:nvSpPr>
        <p:spPr>
          <a:xfrm>
            <a:off x="6198919" y="1570283"/>
            <a:ext cx="5378717" cy="328179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基于上述模块</a:t>
            </a:r>
            <a:r>
              <a:rPr lang="zh-CN" altLang="en-US" sz="2400">
                <a:latin typeface="Microsoft YaHei" panose="020B0503020204020204" pitchFamily="34" charset="-122"/>
                <a:ea typeface="Microsoft YaHei" panose="020B0503020204020204" pitchFamily="34" charset="-122"/>
              </a:rPr>
              <a:t>，根据 图</a:t>
            </a:r>
            <a:r>
              <a:rPr lang="en-US" altLang="zh-CN" sz="2400" dirty="0">
                <a:latin typeface="Microsoft YaHei" panose="020B0503020204020204" pitchFamily="34" charset="-122"/>
                <a:ea typeface="Microsoft YaHei" panose="020B0503020204020204" pitchFamily="34" charset="-122"/>
              </a:rPr>
              <a:t>2.1 </a:t>
            </a:r>
            <a:r>
              <a:rPr lang="zh-CN" altLang="en-US" sz="2400" dirty="0">
                <a:latin typeface="Microsoft YaHei" panose="020B0503020204020204" pitchFamily="34" charset="-122"/>
                <a:ea typeface="Microsoft YaHei" panose="020B0503020204020204" pitchFamily="34" charset="-122"/>
              </a:rPr>
              <a:t>给出的网络架构，编码器端较容易实现。相比于编码器端，解码器端更复杂。具体来说，解码器的每个</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块的第一个自注意力子层额外增加了注意力掩码，对应图中的</a:t>
            </a:r>
            <a:r>
              <a:rPr lang="zh-CN" altLang="en-US" sz="2400" b="1" dirty="0">
                <a:solidFill>
                  <a:srgbClr val="0070C0"/>
                </a:solidFill>
                <a:latin typeface="Microsoft YaHei" panose="020B0503020204020204" pitchFamily="34" charset="-122"/>
                <a:ea typeface="Microsoft YaHei" panose="020B0503020204020204" pitchFamily="34" charset="-122"/>
              </a:rPr>
              <a:t>掩码多头注意力（</a:t>
            </a:r>
            <a:r>
              <a:rPr lang="en-US" altLang="zh-CN" sz="2400" b="1" dirty="0">
                <a:solidFill>
                  <a:srgbClr val="0070C0"/>
                </a:solidFill>
                <a:latin typeface="Microsoft YaHei" panose="020B0503020204020204" pitchFamily="34" charset="-122"/>
                <a:ea typeface="Microsoft YaHei" panose="020B0503020204020204" pitchFamily="34" charset="-122"/>
              </a:rPr>
              <a:t>Masked Multi-Head Attention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部分</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编码器和解码器结构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3" name="Picture 2">
            <a:extLst>
              <a:ext uri="{FF2B5EF4-FFF2-40B4-BE49-F238E27FC236}">
                <a16:creationId xmlns:a16="http://schemas.microsoft.com/office/drawing/2014/main" id="{E4A96AAB-C48E-04A3-7289-97A1320CE5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 y="1237774"/>
            <a:ext cx="5872348" cy="5288878"/>
          </a:xfrm>
          <a:prstGeom prst="rect">
            <a:avLst/>
          </a:prstGeom>
        </p:spPr>
      </p:pic>
    </p:spTree>
    <p:extLst>
      <p:ext uri="{BB962C8B-B14F-4D97-AF65-F5344CB8AC3E}">
        <p14:creationId xmlns:p14="http://schemas.microsoft.com/office/powerpoint/2010/main" val="7150335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57</a:t>
            </a:fld>
            <a:endParaRPr lang="zh-CN" altLang="en-US" dirty="0"/>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编码器和解码器结构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0ED10B16-4C94-7187-8838-FBFA9ED1885E}"/>
              </a:ext>
            </a:extLst>
          </p:cNvPr>
          <p:cNvSpPr txBox="1"/>
          <p:nvPr/>
        </p:nvSpPr>
        <p:spPr>
          <a:xfrm>
            <a:off x="382587" y="1047769"/>
            <a:ext cx="11195049" cy="3288785"/>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掩码多头注意力（</a:t>
            </a:r>
            <a:r>
              <a:rPr lang="en-US" altLang="zh-CN" sz="2400" dirty="0">
                <a:latin typeface="Microsoft YaHei" panose="020B0503020204020204" pitchFamily="34" charset="-122"/>
                <a:ea typeface="Microsoft YaHei" panose="020B0503020204020204" pitchFamily="34" charset="-122"/>
              </a:rPr>
              <a:t>Masked Multi-Head Attention</a:t>
            </a:r>
            <a:r>
              <a:rPr lang="zh-CN" altLang="en-US" sz="2400" dirty="0">
                <a:latin typeface="Microsoft YaHei" panose="020B0503020204020204" pitchFamily="34" charset="-122"/>
                <a:ea typeface="Microsoft YaHei" panose="020B0503020204020204" pitchFamily="34" charset="-122"/>
              </a:rPr>
              <a:t>）主要是因为在翻译的过程中，</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编码器端主要用于编码源语言序列的信息，而这个序列是完全已知的，因而编码器仅需要考虑如何融合上下文语义信息。</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解码器端则负责生成目标语言序列，这一生成过程是自回归的，即对于每一个单词的生成过程，仅有当前单词之前的目标语言序列是可以被观测的。</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这一额外增加的掩码是用来掩盖后续的文本信息的，以防模型在训练阶段直接看到后续的文本序列，进而无法得到有效的训练。</a:t>
            </a: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983924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58</a:t>
            </a:fld>
            <a:endParaRPr lang="zh-CN" altLang="en-US" dirty="0"/>
          </a:p>
        </p:txBody>
      </p:sp>
      <p:sp>
        <p:nvSpPr>
          <p:cNvPr id="13" name="TextBox 12">
            <a:extLst>
              <a:ext uri="{FF2B5EF4-FFF2-40B4-BE49-F238E27FC236}">
                <a16:creationId xmlns:a16="http://schemas.microsoft.com/office/drawing/2014/main" id="{9E8A8D74-FDA3-5A42-A25A-E1DF34B857E1}"/>
              </a:ext>
            </a:extLst>
          </p:cNvPr>
          <p:cNvSpPr txBox="1"/>
          <p:nvPr/>
        </p:nvSpPr>
        <p:spPr>
          <a:xfrm>
            <a:off x="6198919" y="1047769"/>
            <a:ext cx="5378717" cy="282013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解码器端额外增加了一个</a:t>
            </a:r>
            <a:r>
              <a:rPr lang="zh-CN" altLang="en-US" sz="2400" b="1" dirty="0">
                <a:solidFill>
                  <a:srgbClr val="0070C0"/>
                </a:solidFill>
                <a:latin typeface="Microsoft YaHei" panose="020B0503020204020204" pitchFamily="34" charset="-122"/>
                <a:ea typeface="Microsoft YaHei" panose="020B0503020204020204" pitchFamily="34" charset="-122"/>
              </a:rPr>
              <a:t>多头交叉注意力（</a:t>
            </a:r>
            <a:r>
              <a:rPr lang="en-US" altLang="zh-CN" sz="2400" b="1" dirty="0">
                <a:solidFill>
                  <a:srgbClr val="0070C0"/>
                </a:solidFill>
                <a:latin typeface="Microsoft YaHei" panose="020B0503020204020204" pitchFamily="34" charset="-122"/>
                <a:ea typeface="Microsoft YaHei" panose="020B0503020204020204" pitchFamily="34" charset="-122"/>
              </a:rPr>
              <a:t>Multi-Head Cross-Attention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模块，使用交叉注意力（</a:t>
            </a:r>
            <a:r>
              <a:rPr lang="en-US" altLang="zh-CN" sz="2400" dirty="0">
                <a:latin typeface="Microsoft YaHei" panose="020B0503020204020204" pitchFamily="34" charset="-122"/>
                <a:ea typeface="Microsoft YaHei" panose="020B0503020204020204" pitchFamily="34" charset="-122"/>
              </a:rPr>
              <a:t>Cross-Attention</a:t>
            </a:r>
            <a:r>
              <a:rPr lang="zh-CN" altLang="en-US" sz="2400" dirty="0">
                <a:latin typeface="Microsoft YaHei" panose="020B0503020204020204" pitchFamily="34" charset="-122"/>
                <a:ea typeface="Microsoft YaHei" panose="020B0503020204020204" pitchFamily="34" charset="-122"/>
              </a:rPr>
              <a:t>）方法，同时接收来自编码器端的输出和当前</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块的前一个掩码注意力层的输出。</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编码器和解码器结构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3" name="Picture 2">
            <a:extLst>
              <a:ext uri="{FF2B5EF4-FFF2-40B4-BE49-F238E27FC236}">
                <a16:creationId xmlns:a16="http://schemas.microsoft.com/office/drawing/2014/main" id="{E4A96AAB-C48E-04A3-7289-97A1320CE5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 y="1237774"/>
            <a:ext cx="5872348" cy="5288878"/>
          </a:xfrm>
          <a:prstGeom prst="rect">
            <a:avLst/>
          </a:prstGeom>
        </p:spPr>
      </p:pic>
      <p:cxnSp>
        <p:nvCxnSpPr>
          <p:cNvPr id="5" name="Straight Arrow Connector 4">
            <a:extLst>
              <a:ext uri="{FF2B5EF4-FFF2-40B4-BE49-F238E27FC236}">
                <a16:creationId xmlns:a16="http://schemas.microsoft.com/office/drawing/2014/main" id="{0C2B065F-DA6D-F016-6C22-4AE68F1C4F1A}"/>
              </a:ext>
            </a:extLst>
          </p:cNvPr>
          <p:cNvCxnSpPr/>
          <p:nvPr/>
        </p:nvCxnSpPr>
        <p:spPr bwMode="auto">
          <a:xfrm flipH="1">
            <a:off x="3906982" y="1781299"/>
            <a:ext cx="2189018" cy="1647701"/>
          </a:xfrm>
          <a:prstGeom prst="straightConnector1">
            <a:avLst/>
          </a:prstGeom>
          <a:solidFill>
            <a:schemeClr val="accent1"/>
          </a:solidFill>
          <a:ln w="38100" cap="flat" cmpd="sng" algn="ctr">
            <a:solidFill>
              <a:srgbClr val="0070C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908214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59</a:t>
            </a:fld>
            <a:endParaRPr lang="zh-CN" altLang="en-US" dirty="0"/>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编码器和解码器结构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0ED10B16-4C94-7187-8838-FBFA9ED1885E}"/>
              </a:ext>
            </a:extLst>
          </p:cNvPr>
          <p:cNvSpPr txBox="1"/>
          <p:nvPr/>
        </p:nvSpPr>
        <p:spPr>
          <a:xfrm>
            <a:off x="382587" y="1047769"/>
            <a:ext cx="11195049" cy="5282343"/>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多头交叉注意力（</a:t>
            </a:r>
            <a:r>
              <a:rPr lang="en-US" altLang="zh-CN" sz="2400" dirty="0">
                <a:latin typeface="Microsoft YaHei" panose="020B0503020204020204" pitchFamily="34" charset="-122"/>
                <a:ea typeface="Microsoft YaHei" panose="020B0503020204020204" pitchFamily="34" charset="-122"/>
              </a:rPr>
              <a:t>Multi-Head Cross-Attention</a:t>
            </a:r>
            <a:r>
              <a:rPr lang="zh-CN" altLang="en-US" sz="2400" dirty="0">
                <a:latin typeface="Microsoft YaHei" panose="020B0503020204020204" pitchFamily="34" charset="-122"/>
                <a:ea typeface="Microsoft YaHei" panose="020B0503020204020204" pitchFamily="34" charset="-122"/>
              </a:rPr>
              <a:t>）模块中查询是通过解码器前一层的输出进行投影的，而键和值是使用编码器的输出进行投影的。</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其作用是在翻译的过程中，为了生成合理的目标语言序列，观测待翻译的源语言序列是什么。</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基于上述编码器和解码器结构，待翻译的源语言文本，经过编码器端的每个</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块对其上下文语义进行层层抽象，最终输出每一个源语言单词上下文相关的表示。</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解码器端以自回归的方式生成目标语言文本，即在每个时间步</a:t>
            </a:r>
            <a:r>
              <a:rPr lang="en-US" altLang="zh-CN" sz="2400" dirty="0">
                <a:latin typeface="Microsoft YaHei" panose="020B0503020204020204" pitchFamily="34" charset="-122"/>
                <a:ea typeface="Microsoft YaHei" panose="020B0503020204020204" pitchFamily="34" charset="-122"/>
              </a:rPr>
              <a:t>t</a:t>
            </a:r>
            <a:r>
              <a:rPr lang="zh-CN" altLang="en-US" sz="2400" dirty="0">
                <a:latin typeface="Microsoft YaHei" panose="020B0503020204020204" pitchFamily="34" charset="-122"/>
                <a:ea typeface="Microsoft YaHei" panose="020B0503020204020204" pitchFamily="34" charset="-122"/>
              </a:rPr>
              <a:t>，根据编码器端输出的源语言文本表示，以及前</a:t>
            </a:r>
            <a:r>
              <a:rPr lang="en-US" altLang="zh-CN" sz="2400" dirty="0">
                <a:latin typeface="Microsoft YaHei" panose="020B0503020204020204" pitchFamily="34" charset="-122"/>
                <a:ea typeface="Microsoft YaHei" panose="020B0503020204020204" pitchFamily="34" charset="-122"/>
              </a:rPr>
              <a:t>t − 1 </a:t>
            </a:r>
            <a:r>
              <a:rPr lang="zh-CN" altLang="en-US" sz="2400" dirty="0">
                <a:latin typeface="Microsoft YaHei" panose="020B0503020204020204" pitchFamily="34" charset="-122"/>
                <a:ea typeface="Microsoft YaHei" panose="020B0503020204020204" pitchFamily="34" charset="-122"/>
              </a:rPr>
              <a:t>个时刻生成的目标语言文本，生成当前时刻的目标语言单词。</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019196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60</a:t>
            </a:fld>
            <a:endParaRPr lang="zh-CN" altLang="en-US" dirty="0"/>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编码器和解码器结构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14" name="Picture 13">
            <a:extLst>
              <a:ext uri="{FF2B5EF4-FFF2-40B4-BE49-F238E27FC236}">
                <a16:creationId xmlns:a16="http://schemas.microsoft.com/office/drawing/2014/main" id="{872C8562-DE93-32BC-937A-BAB6AB5AE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16" y="1825904"/>
            <a:ext cx="5849257" cy="3206192"/>
          </a:xfrm>
          <a:prstGeom prst="rect">
            <a:avLst/>
          </a:prstGeom>
        </p:spPr>
      </p:pic>
      <p:pic>
        <p:nvPicPr>
          <p:cNvPr id="16" name="Picture 15">
            <a:extLst>
              <a:ext uri="{FF2B5EF4-FFF2-40B4-BE49-F238E27FC236}">
                <a16:creationId xmlns:a16="http://schemas.microsoft.com/office/drawing/2014/main" id="{63645680-64E0-5131-F3B6-13024A96F7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2028" y="1710903"/>
            <a:ext cx="5849257" cy="3848943"/>
          </a:xfrm>
          <a:prstGeom prst="rect">
            <a:avLst/>
          </a:prstGeom>
        </p:spPr>
      </p:pic>
      <p:sp>
        <p:nvSpPr>
          <p:cNvPr id="18" name="TextBox 17">
            <a:extLst>
              <a:ext uri="{FF2B5EF4-FFF2-40B4-BE49-F238E27FC236}">
                <a16:creationId xmlns:a16="http://schemas.microsoft.com/office/drawing/2014/main" id="{AA505A29-7281-C830-0431-F39E1E86393F}"/>
              </a:ext>
            </a:extLst>
          </p:cNvPr>
          <p:cNvSpPr txBox="1"/>
          <p:nvPr/>
        </p:nvSpPr>
        <p:spPr>
          <a:xfrm>
            <a:off x="163596" y="1185486"/>
            <a:ext cx="6096000" cy="461665"/>
          </a:xfrm>
          <a:prstGeom prst="rect">
            <a:avLst/>
          </a:prstGeom>
          <a:noFill/>
        </p:spPr>
        <p:txBody>
          <a:bodyPr wrap="square">
            <a:spAutoFit/>
          </a:bodyPr>
          <a:lstStyle/>
          <a:p>
            <a:r>
              <a:rPr lang="zh-CN" altLang="en-US" sz="2400" dirty="0">
                <a:latin typeface="Microsoft YaHei" panose="020B0503020204020204" pitchFamily="34" charset="-122"/>
                <a:ea typeface="Microsoft YaHei" panose="020B0503020204020204" pitchFamily="34" charset="-122"/>
              </a:rPr>
              <a:t>编码器：</a:t>
            </a:r>
            <a:endParaRPr lang="en-CN" sz="2400" dirty="0"/>
          </a:p>
        </p:txBody>
      </p:sp>
    </p:spTree>
    <p:extLst>
      <p:ext uri="{BB962C8B-B14F-4D97-AF65-F5344CB8AC3E}">
        <p14:creationId xmlns:p14="http://schemas.microsoft.com/office/powerpoint/2010/main" val="773538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61</a:t>
            </a:fld>
            <a:endParaRPr lang="zh-CN" altLang="en-US" dirty="0"/>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编码器和解码器结构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8" name="TextBox 17">
            <a:extLst>
              <a:ext uri="{FF2B5EF4-FFF2-40B4-BE49-F238E27FC236}">
                <a16:creationId xmlns:a16="http://schemas.microsoft.com/office/drawing/2014/main" id="{AA505A29-7281-C830-0431-F39E1E86393F}"/>
              </a:ext>
            </a:extLst>
          </p:cNvPr>
          <p:cNvSpPr txBox="1"/>
          <p:nvPr/>
        </p:nvSpPr>
        <p:spPr>
          <a:xfrm>
            <a:off x="163596" y="1185486"/>
            <a:ext cx="6096000" cy="461665"/>
          </a:xfrm>
          <a:prstGeom prst="rect">
            <a:avLst/>
          </a:prstGeom>
          <a:noFill/>
        </p:spPr>
        <p:txBody>
          <a:bodyPr wrap="square">
            <a:spAutoFit/>
          </a:bodyPr>
          <a:lstStyle/>
          <a:p>
            <a:r>
              <a:rPr lang="zh-CN" altLang="en-US" sz="2400" dirty="0">
                <a:latin typeface="Microsoft YaHei" panose="020B0503020204020204" pitchFamily="34" charset="-122"/>
                <a:ea typeface="Microsoft YaHei" panose="020B0503020204020204" pitchFamily="34" charset="-122"/>
              </a:rPr>
              <a:t>解码器：</a:t>
            </a:r>
            <a:endParaRPr lang="en-CN" sz="2400" dirty="0"/>
          </a:p>
        </p:txBody>
      </p:sp>
      <p:pic>
        <p:nvPicPr>
          <p:cNvPr id="4" name="Picture 3">
            <a:extLst>
              <a:ext uri="{FF2B5EF4-FFF2-40B4-BE49-F238E27FC236}">
                <a16:creationId xmlns:a16="http://schemas.microsoft.com/office/drawing/2014/main" id="{4589E47A-2131-BB0C-DA62-AA4D90CFE1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6" y="1918237"/>
            <a:ext cx="5771243" cy="3299137"/>
          </a:xfrm>
          <a:prstGeom prst="rect">
            <a:avLst/>
          </a:prstGeom>
        </p:spPr>
      </p:pic>
      <p:pic>
        <p:nvPicPr>
          <p:cNvPr id="13" name="Picture 12">
            <a:extLst>
              <a:ext uri="{FF2B5EF4-FFF2-40B4-BE49-F238E27FC236}">
                <a16:creationId xmlns:a16="http://schemas.microsoft.com/office/drawing/2014/main" id="{90619FA8-3915-2560-2990-4DFDCD9FB9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049" y="1446639"/>
            <a:ext cx="5614558" cy="5092273"/>
          </a:xfrm>
          <a:prstGeom prst="rect">
            <a:avLst/>
          </a:prstGeom>
        </p:spPr>
      </p:pic>
    </p:spTree>
    <p:extLst>
      <p:ext uri="{BB962C8B-B14F-4D97-AF65-F5344CB8AC3E}">
        <p14:creationId xmlns:p14="http://schemas.microsoft.com/office/powerpoint/2010/main" val="27561303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9">
            <a:extLst>
              <a:ext uri="{FF2B5EF4-FFF2-40B4-BE49-F238E27FC236}">
                <a16:creationId xmlns:a16="http://schemas.microsoft.com/office/drawing/2014/main" id="{103A129E-7D82-D3E7-2D2F-DCECB490BC49}"/>
              </a:ext>
            </a:extLst>
          </p:cNvPr>
          <p:cNvSpPr>
            <a:spLocks noChangeArrowheads="1"/>
          </p:cNvSpPr>
          <p:nvPr/>
        </p:nvSpPr>
        <p:spPr bwMode="auto">
          <a:xfrm>
            <a:off x="610868" y="3414088"/>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000" b="1" dirty="0">
                  <a:solidFill>
                    <a:srgbClr val="0070C0"/>
                  </a:solidFill>
                  <a:latin typeface="微软雅黑" panose="020B0503020204020204" pitchFamily="34" charset="-122"/>
                  <a:ea typeface="微软雅黑" panose="020B0503020204020204" pitchFamily="34" charset="-122"/>
                </a:rPr>
                <a:t>Transformer</a:t>
              </a:r>
              <a:r>
                <a:rPr lang="zh-CN" altLang="en-US" sz="2000" b="1" dirty="0">
                  <a:solidFill>
                    <a:srgbClr val="0070C0"/>
                  </a:solidFill>
                  <a:latin typeface="微软雅黑" panose="020B0503020204020204" pitchFamily="34" charset="-122"/>
                  <a:ea typeface="微软雅黑" panose="020B0503020204020204" pitchFamily="34" charset="-122"/>
                </a:rPr>
                <a:t>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生成式预训练语言模型</a:t>
              </a:r>
              <a:r>
                <a:rPr lang="en-US" altLang="zh-CN" sz="2000" b="1" dirty="0">
                  <a:solidFill>
                    <a:srgbClr val="0070C0"/>
                  </a:solidFill>
                  <a:latin typeface="微软雅黑" panose="020B0503020204020204" pitchFamily="34" charset="-122"/>
                  <a:ea typeface="微软雅黑" panose="020B0503020204020204" pitchFamily="34" charset="-122"/>
                </a:rPr>
                <a:t>GPT</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大语言模型结构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62</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04468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1905843"/>
          </a:xfrm>
          <a:prstGeom prst="rect">
            <a:avLst/>
          </a:prstGeom>
          <a:noFill/>
        </p:spPr>
        <p:txBody>
          <a:bodyPr wrap="square">
            <a:spAutoFit/>
          </a:bodyPr>
          <a:lstStyle/>
          <a:p>
            <a:pPr algn="just">
              <a:lnSpc>
                <a:spcPct val="125000"/>
              </a:lnSpc>
            </a:pPr>
            <a:r>
              <a:rPr lang="en-US" sz="2400" dirty="0" err="1">
                <a:latin typeface="Microsoft YaHei" panose="020B0503020204020204" pitchFamily="34" charset="-122"/>
                <a:ea typeface="Microsoft YaHei" panose="020B0503020204020204" pitchFamily="34" charset="-122"/>
              </a:rPr>
              <a:t>OpenAI</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公司在</a:t>
            </a:r>
            <a:r>
              <a:rPr lang="en-US" altLang="zh-CN" sz="2400" dirty="0">
                <a:latin typeface="Microsoft YaHei" panose="020B0503020204020204" pitchFamily="34" charset="-122"/>
                <a:ea typeface="Microsoft YaHei" panose="020B0503020204020204" pitchFamily="34" charset="-122"/>
              </a:rPr>
              <a:t>2018 </a:t>
            </a:r>
            <a:r>
              <a:rPr lang="zh-CN" altLang="en-US" sz="2400" dirty="0">
                <a:latin typeface="Microsoft YaHei" panose="020B0503020204020204" pitchFamily="34" charset="-122"/>
                <a:ea typeface="Microsoft YaHei" panose="020B0503020204020204" pitchFamily="34" charset="-122"/>
              </a:rPr>
              <a:t>年提出的</a:t>
            </a:r>
            <a:r>
              <a:rPr lang="zh-CN" altLang="en-US" sz="2400" b="1" dirty="0">
                <a:solidFill>
                  <a:srgbClr val="0070C0"/>
                </a:solidFill>
                <a:latin typeface="Microsoft YaHei" panose="020B0503020204020204" pitchFamily="34" charset="-122"/>
                <a:ea typeface="Microsoft YaHei" panose="020B0503020204020204" pitchFamily="34" charset="-122"/>
              </a:rPr>
              <a:t>生成式预训练语言模型（</a:t>
            </a:r>
            <a:r>
              <a:rPr lang="en-US" sz="2400" b="1" dirty="0">
                <a:solidFill>
                  <a:srgbClr val="0070C0"/>
                </a:solidFill>
                <a:latin typeface="Microsoft YaHei" panose="020B0503020204020204" pitchFamily="34" charset="-122"/>
                <a:ea typeface="Microsoft YaHei" panose="020B0503020204020204" pitchFamily="34" charset="-122"/>
              </a:rPr>
              <a:t>Generative </a:t>
            </a:r>
            <a:r>
              <a:rPr lang="en-US" sz="2400" b="1" dirty="0" err="1">
                <a:solidFill>
                  <a:srgbClr val="0070C0"/>
                </a:solidFill>
                <a:latin typeface="Microsoft YaHei" panose="020B0503020204020204" pitchFamily="34" charset="-122"/>
                <a:ea typeface="Microsoft YaHei" panose="020B0503020204020204" pitchFamily="34" charset="-122"/>
              </a:rPr>
              <a:t>Pre-Training，GPT</a:t>
            </a:r>
            <a:r>
              <a:rPr 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是典型的生成式预训练语言模型之一。</a:t>
            </a: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的模型结构如图</a:t>
            </a:r>
            <a:r>
              <a:rPr lang="en-US" altLang="zh-CN" sz="2400" dirty="0">
                <a:latin typeface="Microsoft YaHei" panose="020B0503020204020204" pitchFamily="34" charset="-122"/>
                <a:ea typeface="Microsoft YaHei" panose="020B0503020204020204" pitchFamily="34" charset="-122"/>
              </a:rPr>
              <a:t>2.3 </a:t>
            </a:r>
            <a:r>
              <a:rPr lang="zh-CN" altLang="en-US" sz="2400" dirty="0">
                <a:latin typeface="Microsoft YaHei" panose="020B0503020204020204" pitchFamily="34" charset="-122"/>
                <a:ea typeface="Microsoft YaHei" panose="020B0503020204020204" pitchFamily="34" charset="-122"/>
              </a:rPr>
              <a:t>所示，它是由多层</a:t>
            </a:r>
            <a:r>
              <a:rPr lang="en-US" sz="2400" dirty="0">
                <a:latin typeface="Microsoft YaHei" panose="020B0503020204020204" pitchFamily="34" charset="-122"/>
                <a:ea typeface="Microsoft YaHei" panose="020B0503020204020204" pitchFamily="34" charset="-122"/>
              </a:rPr>
              <a:t>Transformer</a:t>
            </a:r>
            <a:r>
              <a:rPr lang="zh-CN" altLang="en-US" sz="2400" dirty="0">
                <a:latin typeface="Microsoft YaHei" panose="020B0503020204020204" pitchFamily="34" charset="-122"/>
                <a:ea typeface="Microsoft YaHei" panose="020B0503020204020204" pitchFamily="34" charset="-122"/>
              </a:rPr>
              <a:t>组成的单向语言模型，主要分为输入层、编码层和输出层三部分。</a:t>
            </a:r>
            <a:endParaRPr lang="zh-CN" altLang="en-US" sz="2800" dirty="0">
              <a:effectLst/>
              <a:latin typeface="Helvetica" pitchFamily="2" charset="0"/>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38924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生成式预训练语言模型</a:t>
            </a:r>
            <a:r>
              <a:rPr lang="en-US" altLang="zh-CN" sz="2400" b="1" dirty="0">
                <a:solidFill>
                  <a:schemeClr val="bg1"/>
                </a:solidFill>
                <a:latin typeface="微软雅黑" panose="020B0503020204020204" pitchFamily="34" charset="-122"/>
                <a:ea typeface="微软雅黑" panose="020B0503020204020204" pitchFamily="34" charset="-122"/>
              </a:rPr>
              <a:t>GPT</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15" name="Picture 14">
            <a:extLst>
              <a:ext uri="{FF2B5EF4-FFF2-40B4-BE49-F238E27FC236}">
                <a16:creationId xmlns:a16="http://schemas.microsoft.com/office/drawing/2014/main" id="{7F56F72F-7DEC-27E5-1F8D-F71DB20846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534" y="2915107"/>
            <a:ext cx="5624126" cy="3215810"/>
          </a:xfrm>
          <a:prstGeom prst="rect">
            <a:avLst/>
          </a:prstGeom>
        </p:spPr>
      </p:pic>
      <p:sp>
        <p:nvSpPr>
          <p:cNvPr id="17" name="TextBox 16">
            <a:extLst>
              <a:ext uri="{FF2B5EF4-FFF2-40B4-BE49-F238E27FC236}">
                <a16:creationId xmlns:a16="http://schemas.microsoft.com/office/drawing/2014/main" id="{FF711FA6-FF9B-296F-265C-5C5EA1A92EED}"/>
              </a:ext>
            </a:extLst>
          </p:cNvPr>
          <p:cNvSpPr txBox="1"/>
          <p:nvPr/>
        </p:nvSpPr>
        <p:spPr>
          <a:xfrm>
            <a:off x="2917597" y="6220767"/>
            <a:ext cx="6096000" cy="461665"/>
          </a:xfrm>
          <a:prstGeom prst="rect">
            <a:avLst/>
          </a:prstGeom>
          <a:noFill/>
        </p:spPr>
        <p:txBody>
          <a:bodyPr wrap="square">
            <a:spAutoFit/>
          </a:bodyPr>
          <a:lstStyle/>
          <a:p>
            <a:pPr algn="ctr"/>
            <a:r>
              <a:rPr lang="zh-CN" altLang="en-US" sz="2400" dirty="0">
                <a:latin typeface="Microsoft YaHei" panose="020B0503020204020204" pitchFamily="34" charset="-122"/>
                <a:ea typeface="Microsoft YaHei" panose="020B0503020204020204" pitchFamily="34" charset="-122"/>
              </a:rPr>
              <a:t>图</a:t>
            </a:r>
            <a:r>
              <a:rPr lang="en-US" altLang="zh-CN" sz="2400" dirty="0">
                <a:latin typeface="Microsoft YaHei" panose="020B0503020204020204" pitchFamily="34" charset="-122"/>
                <a:ea typeface="Microsoft YaHei" panose="020B0503020204020204" pitchFamily="34" charset="-122"/>
              </a:rPr>
              <a:t>2.3 </a:t>
            </a: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的模型结构</a:t>
            </a:r>
          </a:p>
        </p:txBody>
      </p:sp>
    </p:spTree>
    <p:extLst>
      <p:ext uri="{BB962C8B-B14F-4D97-AF65-F5344CB8AC3E}">
        <p14:creationId xmlns:p14="http://schemas.microsoft.com/office/powerpoint/2010/main" val="36748765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1435136"/>
          </a:xfrm>
          <a:prstGeom prst="rect">
            <a:avLst/>
          </a:prstGeom>
          <a:noFill/>
        </p:spPr>
        <p:txBody>
          <a:bodyPr wrap="square">
            <a:spAutoFit/>
          </a:bodyPr>
          <a:lstStyle/>
          <a:p>
            <a:pPr algn="just">
              <a:lnSpc>
                <a:spcPct val="125000"/>
              </a:lnSpc>
            </a:pP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采用生成式预训练方法，单向意味着模型只能从左到右或从右到左对文本序列建模，所采用的</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结构和解码策略保证了输入文本每个位置只能依赖过去时刻的信息。</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无监督预训练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F1761CA5-656E-6767-1515-318259D311C5}"/>
              </a:ext>
            </a:extLst>
          </p:cNvPr>
          <p:cNvSpPr txBox="1"/>
          <p:nvPr/>
        </p:nvSpPr>
        <p:spPr>
          <a:xfrm>
            <a:off x="382586" y="2720947"/>
            <a:ext cx="11195049" cy="511807"/>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给定文本序列                              </a:t>
            </a: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首先在输入层中将其映射为稠密的向量：</a:t>
            </a:r>
          </a:p>
        </p:txBody>
      </p:sp>
      <p:pic>
        <p:nvPicPr>
          <p:cNvPr id="5" name="Picture 4">
            <a:extLst>
              <a:ext uri="{FF2B5EF4-FFF2-40B4-BE49-F238E27FC236}">
                <a16:creationId xmlns:a16="http://schemas.microsoft.com/office/drawing/2014/main" id="{991123C1-8A77-4CD9-7B0E-166FF654382B}"/>
              </a:ext>
            </a:extLst>
          </p:cNvPr>
          <p:cNvPicPr>
            <a:picLocks noChangeAspect="1"/>
          </p:cNvPicPr>
          <p:nvPr/>
        </p:nvPicPr>
        <p:blipFill>
          <a:blip r:embed="rId3"/>
          <a:stretch>
            <a:fillRect/>
          </a:stretch>
        </p:blipFill>
        <p:spPr>
          <a:xfrm>
            <a:off x="2487385" y="2918794"/>
            <a:ext cx="2723243" cy="249457"/>
          </a:xfrm>
          <a:prstGeom prst="rect">
            <a:avLst/>
          </a:prstGeom>
        </p:spPr>
      </p:pic>
      <p:pic>
        <p:nvPicPr>
          <p:cNvPr id="14" name="Picture 13">
            <a:extLst>
              <a:ext uri="{FF2B5EF4-FFF2-40B4-BE49-F238E27FC236}">
                <a16:creationId xmlns:a16="http://schemas.microsoft.com/office/drawing/2014/main" id="{CAB1E64F-2F72-E5DD-CFDD-EAF20D3BC504}"/>
              </a:ext>
            </a:extLst>
          </p:cNvPr>
          <p:cNvPicPr>
            <a:picLocks noChangeAspect="1"/>
          </p:cNvPicPr>
          <p:nvPr/>
        </p:nvPicPr>
        <p:blipFill>
          <a:blip r:embed="rId4"/>
          <a:stretch>
            <a:fillRect/>
          </a:stretch>
        </p:blipFill>
        <p:spPr>
          <a:xfrm>
            <a:off x="4957670" y="3373158"/>
            <a:ext cx="2276659" cy="511807"/>
          </a:xfrm>
          <a:prstGeom prst="rect">
            <a:avLst/>
          </a:prstGeom>
        </p:spPr>
      </p:pic>
      <p:sp>
        <p:nvSpPr>
          <p:cNvPr id="18" name="TextBox 17">
            <a:extLst>
              <a:ext uri="{FF2B5EF4-FFF2-40B4-BE49-F238E27FC236}">
                <a16:creationId xmlns:a16="http://schemas.microsoft.com/office/drawing/2014/main" id="{9C8B2A06-836C-990A-F99B-530E887D30D2}"/>
              </a:ext>
            </a:extLst>
          </p:cNvPr>
          <p:cNvSpPr txBox="1"/>
          <p:nvPr/>
        </p:nvSpPr>
        <p:spPr>
          <a:xfrm>
            <a:off x="382586" y="4025369"/>
            <a:ext cx="11098214" cy="973472"/>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随后将</a:t>
            </a:r>
            <a:r>
              <a:rPr lang="en-US" sz="2400" dirty="0">
                <a:latin typeface="Microsoft YaHei" panose="020B0503020204020204" pitchFamily="34" charset="-122"/>
                <a:ea typeface="Microsoft YaHei" panose="020B0503020204020204" pitchFamily="34" charset="-122"/>
              </a:rPr>
              <a:t>v </a:t>
            </a:r>
            <a:r>
              <a:rPr lang="zh-CN" altLang="en-US" sz="2400" dirty="0">
                <a:latin typeface="Microsoft YaHei" panose="020B0503020204020204" pitchFamily="34" charset="-122"/>
                <a:ea typeface="Microsoft YaHei" panose="020B0503020204020204" pitchFamily="34" charset="-122"/>
              </a:rPr>
              <a:t>送入模型编码层。编码层由</a:t>
            </a:r>
            <a:r>
              <a:rPr lang="en-US" sz="2400" dirty="0">
                <a:latin typeface="Microsoft YaHei" panose="020B0503020204020204" pitchFamily="34" charset="-122"/>
                <a:ea typeface="Microsoft YaHei" panose="020B0503020204020204" pitchFamily="34" charset="-122"/>
              </a:rPr>
              <a:t>L </a:t>
            </a:r>
            <a:r>
              <a:rPr lang="zh-CN" altLang="en-US" sz="2400" dirty="0">
                <a:latin typeface="Microsoft YaHei" panose="020B0503020204020204" pitchFamily="34" charset="-122"/>
                <a:ea typeface="Microsoft YaHei" panose="020B0503020204020204" pitchFamily="34" charset="-122"/>
              </a:rPr>
              <a:t>个</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模块组成，在自注意力机制的作用下，每一层的每个表示向量都会包含之前位置表示向量的信息</a:t>
            </a:r>
          </a:p>
        </p:txBody>
      </p:sp>
      <p:pic>
        <p:nvPicPr>
          <p:cNvPr id="19" name="Picture 18">
            <a:extLst>
              <a:ext uri="{FF2B5EF4-FFF2-40B4-BE49-F238E27FC236}">
                <a16:creationId xmlns:a16="http://schemas.microsoft.com/office/drawing/2014/main" id="{FE8E1FED-FE32-A83F-ADF9-7E4432462B8D}"/>
              </a:ext>
            </a:extLst>
          </p:cNvPr>
          <p:cNvPicPr>
            <a:picLocks noChangeAspect="1"/>
          </p:cNvPicPr>
          <p:nvPr/>
        </p:nvPicPr>
        <p:blipFill>
          <a:blip r:embed="rId5"/>
          <a:stretch>
            <a:fillRect/>
          </a:stretch>
        </p:blipFill>
        <p:spPr>
          <a:xfrm>
            <a:off x="3283187" y="5242474"/>
            <a:ext cx="5625623" cy="466212"/>
          </a:xfrm>
          <a:prstGeom prst="rect">
            <a:avLst/>
          </a:prstGeom>
        </p:spPr>
      </p:pic>
    </p:spTree>
    <p:extLst>
      <p:ext uri="{BB962C8B-B14F-4D97-AF65-F5344CB8AC3E}">
        <p14:creationId xmlns:p14="http://schemas.microsoft.com/office/powerpoint/2010/main" val="41258143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973472"/>
          </a:xfrm>
          <a:prstGeom prst="rect">
            <a:avLst/>
          </a:prstGeom>
          <a:noFill/>
        </p:spPr>
        <p:txBody>
          <a:bodyPr wrap="square">
            <a:spAutoFit/>
          </a:bodyPr>
          <a:lstStyle/>
          <a:p>
            <a:pPr algn="just">
              <a:lnSpc>
                <a:spcPct val="125000"/>
              </a:lnSpc>
            </a:pP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模型的输出层基于最后一层的表示</a:t>
            </a:r>
            <a:r>
              <a:rPr lang="en-US" sz="2400" dirty="0">
                <a:latin typeface="Microsoft YaHei" panose="020B0503020204020204" pitchFamily="34" charset="-122"/>
                <a:ea typeface="Microsoft YaHei" panose="020B0503020204020204" pitchFamily="34" charset="-122"/>
              </a:rPr>
              <a:t>h</a:t>
            </a:r>
            <a:r>
              <a:rPr lang="en-US" sz="2400" baseline="30000" dirty="0">
                <a:latin typeface="Microsoft YaHei" panose="020B0503020204020204" pitchFamily="34" charset="-122"/>
                <a:ea typeface="Microsoft YaHei" panose="020B0503020204020204" pitchFamily="34" charset="-122"/>
              </a:rPr>
              <a:t>(L)</a:t>
            </a:r>
            <a:r>
              <a:rPr 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预测每个位置上的条件概率，其计算过程可以表示为：</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无监督预训练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3" name="Picture 2">
            <a:extLst>
              <a:ext uri="{FF2B5EF4-FFF2-40B4-BE49-F238E27FC236}">
                <a16:creationId xmlns:a16="http://schemas.microsoft.com/office/drawing/2014/main" id="{478B07E5-AFB8-C5CF-8066-82D54D470DE3}"/>
              </a:ext>
            </a:extLst>
          </p:cNvPr>
          <p:cNvPicPr>
            <a:picLocks noChangeAspect="1"/>
          </p:cNvPicPr>
          <p:nvPr/>
        </p:nvPicPr>
        <p:blipFill>
          <a:blip r:embed="rId3"/>
          <a:stretch>
            <a:fillRect/>
          </a:stretch>
        </p:blipFill>
        <p:spPr>
          <a:xfrm>
            <a:off x="3060700" y="2169064"/>
            <a:ext cx="6070600" cy="406400"/>
          </a:xfrm>
          <a:prstGeom prst="rect">
            <a:avLst/>
          </a:prstGeom>
        </p:spPr>
      </p:pic>
      <p:sp>
        <p:nvSpPr>
          <p:cNvPr id="16" name="TextBox 15">
            <a:extLst>
              <a:ext uri="{FF2B5EF4-FFF2-40B4-BE49-F238E27FC236}">
                <a16:creationId xmlns:a16="http://schemas.microsoft.com/office/drawing/2014/main" id="{3F55CFE3-F94F-C013-37D3-EEF10AE635AE}"/>
              </a:ext>
            </a:extLst>
          </p:cNvPr>
          <p:cNvSpPr txBox="1"/>
          <p:nvPr/>
        </p:nvSpPr>
        <p:spPr>
          <a:xfrm>
            <a:off x="2514600" y="2868594"/>
            <a:ext cx="6096000" cy="511807"/>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为词向量矩阵，</a:t>
            </a:r>
            <a:r>
              <a:rPr lang="en-US" altLang="zh-CN" sz="2400" dirty="0">
                <a:latin typeface="Microsoft YaHei" panose="020B0503020204020204" pitchFamily="34" charset="-122"/>
                <a:ea typeface="Microsoft YaHei" panose="020B0503020204020204" pitchFamily="34" charset="-122"/>
              </a:rPr>
              <a:t>|</a:t>
            </a:r>
            <a:r>
              <a:rPr lang="en-US" sz="2400" dirty="0">
                <a:latin typeface="Microsoft YaHei" panose="020B0503020204020204" pitchFamily="34" charset="-122"/>
                <a:ea typeface="Microsoft YaHei" panose="020B0503020204020204" pitchFamily="34" charset="-122"/>
              </a:rPr>
              <a:t>V| </a:t>
            </a:r>
            <a:r>
              <a:rPr lang="zh-CN" altLang="en-US" sz="2400" dirty="0">
                <a:latin typeface="Microsoft YaHei" panose="020B0503020204020204" pitchFamily="34" charset="-122"/>
                <a:ea typeface="Microsoft YaHei" panose="020B0503020204020204" pitchFamily="34" charset="-122"/>
              </a:rPr>
              <a:t>为词表大小</a:t>
            </a:r>
          </a:p>
        </p:txBody>
      </p:sp>
      <p:pic>
        <p:nvPicPr>
          <p:cNvPr id="17" name="Picture 16">
            <a:extLst>
              <a:ext uri="{FF2B5EF4-FFF2-40B4-BE49-F238E27FC236}">
                <a16:creationId xmlns:a16="http://schemas.microsoft.com/office/drawing/2014/main" id="{EC2996B2-C314-CFE7-CD58-C0E60FEC715A}"/>
              </a:ext>
            </a:extLst>
          </p:cNvPr>
          <p:cNvPicPr>
            <a:picLocks noChangeAspect="1"/>
          </p:cNvPicPr>
          <p:nvPr/>
        </p:nvPicPr>
        <p:blipFill>
          <a:blip r:embed="rId4"/>
          <a:stretch>
            <a:fillRect/>
          </a:stretch>
        </p:blipFill>
        <p:spPr>
          <a:xfrm>
            <a:off x="525143" y="2965748"/>
            <a:ext cx="1701800" cy="317500"/>
          </a:xfrm>
          <a:prstGeom prst="rect">
            <a:avLst/>
          </a:prstGeom>
        </p:spPr>
      </p:pic>
      <p:sp>
        <p:nvSpPr>
          <p:cNvPr id="21" name="TextBox 20">
            <a:extLst>
              <a:ext uri="{FF2B5EF4-FFF2-40B4-BE49-F238E27FC236}">
                <a16:creationId xmlns:a16="http://schemas.microsoft.com/office/drawing/2014/main" id="{02CE1206-8D56-5F1C-503D-20B987934CFB}"/>
              </a:ext>
            </a:extLst>
          </p:cNvPr>
          <p:cNvSpPr txBox="1"/>
          <p:nvPr/>
        </p:nvSpPr>
        <p:spPr>
          <a:xfrm>
            <a:off x="382587" y="3688566"/>
            <a:ext cx="11577184" cy="973472"/>
          </a:xfrm>
          <a:prstGeom prst="rect">
            <a:avLst/>
          </a:prstGeom>
          <a:noFill/>
        </p:spPr>
        <p:txBody>
          <a:bodyPr wrap="square">
            <a:spAutoFit/>
          </a:bodyPr>
          <a:lstStyle/>
          <a:p>
            <a:pPr algn="just">
              <a:lnSpc>
                <a:spcPct val="125000"/>
              </a:lnSpc>
            </a:pPr>
            <a:r>
              <a:rPr lang="zh-CN" altLang="en-US" sz="2400" b="1" dirty="0">
                <a:solidFill>
                  <a:srgbClr val="0070C0"/>
                </a:solidFill>
                <a:latin typeface="Microsoft YaHei" panose="020B0503020204020204" pitchFamily="34" charset="-122"/>
                <a:ea typeface="Microsoft YaHei" panose="020B0503020204020204" pitchFamily="34" charset="-122"/>
              </a:rPr>
              <a:t>单向语言模型</a:t>
            </a:r>
            <a:r>
              <a:rPr lang="zh-CN" altLang="en-US" sz="2400" dirty="0">
                <a:latin typeface="Microsoft YaHei" panose="020B0503020204020204" pitchFamily="34" charset="-122"/>
                <a:ea typeface="Microsoft YaHei" panose="020B0503020204020204" pitchFamily="34" charset="-122"/>
              </a:rPr>
              <a:t>按照阅读顺序输入文本序列</a:t>
            </a:r>
            <a:r>
              <a:rPr lang="en-US" sz="2400" dirty="0">
                <a:latin typeface="Microsoft YaHei" panose="020B0503020204020204" pitchFamily="34" charset="-122"/>
                <a:ea typeface="Microsoft YaHei" panose="020B0503020204020204" pitchFamily="34" charset="-122"/>
              </a:rPr>
              <a:t>w，</a:t>
            </a:r>
            <a:r>
              <a:rPr lang="zh-CN" altLang="en-US" sz="2400" dirty="0">
                <a:latin typeface="Microsoft YaHei" panose="020B0503020204020204" pitchFamily="34" charset="-122"/>
                <a:ea typeface="Microsoft YaHei" panose="020B0503020204020204" pitchFamily="34" charset="-122"/>
              </a:rPr>
              <a:t>用常规语言模型目标优化</a:t>
            </a:r>
            <a:r>
              <a:rPr lang="en-US" sz="2400" dirty="0">
                <a:latin typeface="Microsoft YaHei" panose="020B0503020204020204" pitchFamily="34" charset="-122"/>
                <a:ea typeface="Microsoft YaHei" panose="020B0503020204020204" pitchFamily="34" charset="-122"/>
              </a:rPr>
              <a:t>w </a:t>
            </a:r>
            <a:r>
              <a:rPr lang="zh-CN" altLang="en-US" sz="2400" dirty="0">
                <a:latin typeface="Microsoft YaHei" panose="020B0503020204020204" pitchFamily="34" charset="-122"/>
                <a:ea typeface="Microsoft YaHei" panose="020B0503020204020204" pitchFamily="34" charset="-122"/>
              </a:rPr>
              <a:t>的最大似然估计，使之能根据输入历史序列对当前词做出准确的预测：</a:t>
            </a:r>
          </a:p>
        </p:txBody>
      </p:sp>
      <p:pic>
        <p:nvPicPr>
          <p:cNvPr id="22" name="Picture 21">
            <a:extLst>
              <a:ext uri="{FF2B5EF4-FFF2-40B4-BE49-F238E27FC236}">
                <a16:creationId xmlns:a16="http://schemas.microsoft.com/office/drawing/2014/main" id="{C9042D5E-D130-BBCF-5B56-71CA25FA04D6}"/>
              </a:ext>
            </a:extLst>
          </p:cNvPr>
          <p:cNvPicPr>
            <a:picLocks noChangeAspect="1"/>
          </p:cNvPicPr>
          <p:nvPr/>
        </p:nvPicPr>
        <p:blipFill>
          <a:blip r:embed="rId5"/>
          <a:stretch>
            <a:fillRect/>
          </a:stretch>
        </p:blipFill>
        <p:spPr>
          <a:xfrm>
            <a:off x="3452811" y="4970203"/>
            <a:ext cx="5054600" cy="850900"/>
          </a:xfrm>
          <a:prstGeom prst="rect">
            <a:avLst/>
          </a:prstGeom>
        </p:spPr>
      </p:pic>
    </p:spTree>
    <p:extLst>
      <p:ext uri="{BB962C8B-B14F-4D97-AF65-F5344CB8AC3E}">
        <p14:creationId xmlns:p14="http://schemas.microsoft.com/office/powerpoint/2010/main" val="6359177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1435136"/>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通过无监督语言模型预训练，使得</a:t>
            </a: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模型具备了一定的通用语义表示能力。下游任务微调（</a:t>
            </a:r>
            <a:r>
              <a:rPr lang="en-US" sz="2400" dirty="0">
                <a:latin typeface="Microsoft YaHei" panose="020B0503020204020204" pitchFamily="34" charset="-122"/>
                <a:ea typeface="Microsoft YaHei" panose="020B0503020204020204" pitchFamily="34" charset="-122"/>
              </a:rPr>
              <a:t>Downstream Task Fine-tuning）</a:t>
            </a:r>
            <a:r>
              <a:rPr lang="zh-CN" altLang="en-US" sz="2400" dirty="0">
                <a:latin typeface="Microsoft YaHei" panose="020B0503020204020204" pitchFamily="34" charset="-122"/>
                <a:ea typeface="Microsoft YaHei" panose="020B0503020204020204" pitchFamily="34" charset="-122"/>
              </a:rPr>
              <a:t>的目的是在通用语义表示的基础上，根据下游任务的特性进行适配。</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有监督下游任务微调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5" name="TextBox 4">
            <a:extLst>
              <a:ext uri="{FF2B5EF4-FFF2-40B4-BE49-F238E27FC236}">
                <a16:creationId xmlns:a16="http://schemas.microsoft.com/office/drawing/2014/main" id="{BE5B32E2-59A0-A2C2-6FA2-BA3A1647622F}"/>
              </a:ext>
            </a:extLst>
          </p:cNvPr>
          <p:cNvSpPr txBox="1"/>
          <p:nvPr/>
        </p:nvSpPr>
        <p:spPr>
          <a:xfrm>
            <a:off x="382586" y="2690336"/>
            <a:ext cx="11195049" cy="973472"/>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先将文本序列</a:t>
            </a:r>
            <a:r>
              <a:rPr lang="en-US" sz="2400" dirty="0">
                <a:latin typeface="Microsoft YaHei" panose="020B0503020204020204" pitchFamily="34" charset="-122"/>
                <a:ea typeface="Microsoft YaHei" panose="020B0503020204020204" pitchFamily="34" charset="-122"/>
              </a:rPr>
              <a:t>x </a:t>
            </a:r>
            <a:r>
              <a:rPr lang="zh-CN" altLang="en-US" sz="2400" dirty="0">
                <a:latin typeface="Microsoft YaHei" panose="020B0503020204020204" pitchFamily="34" charset="-122"/>
                <a:ea typeface="Microsoft YaHei" panose="020B0503020204020204" pitchFamily="34" charset="-122"/>
              </a:rPr>
              <a:t>输入</a:t>
            </a: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模型，获得最后一层的最后一个词所对应的隐藏层输出</a:t>
            </a:r>
            <a:r>
              <a:rPr lang="en-US" sz="2400" dirty="0">
                <a:latin typeface="Microsoft YaHei" panose="020B0503020204020204" pitchFamily="34" charset="-122"/>
                <a:ea typeface="Microsoft YaHei" panose="020B0503020204020204" pitchFamily="34" charset="-122"/>
              </a:rPr>
              <a:t>h</a:t>
            </a:r>
            <a:r>
              <a:rPr lang="en-US" sz="2400" baseline="30000" dirty="0">
                <a:latin typeface="Microsoft YaHei" panose="020B0503020204020204" pitchFamily="34" charset="-122"/>
                <a:ea typeface="Microsoft YaHei" panose="020B0503020204020204" pitchFamily="34" charset="-122"/>
              </a:rPr>
              <a:t>(L)</a:t>
            </a:r>
            <a:r>
              <a:rPr lang="en-US" sz="2400" baseline="-25000" dirty="0">
                <a:latin typeface="Microsoft YaHei" panose="020B0503020204020204" pitchFamily="34" charset="-122"/>
                <a:ea typeface="Microsoft YaHei" panose="020B0503020204020204" pitchFamily="34" charset="-122"/>
              </a:rPr>
              <a:t>n</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在此基础上，通过全连接层变换结合</a:t>
            </a:r>
            <a:r>
              <a:rPr lang="en-US" sz="2400" dirty="0" err="1">
                <a:latin typeface="Microsoft YaHei" panose="020B0503020204020204" pitchFamily="34" charset="-122"/>
                <a:ea typeface="Microsoft YaHei" panose="020B0503020204020204" pitchFamily="34" charset="-122"/>
              </a:rPr>
              <a:t>Softmax</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函数，得到标签预测结果。</a:t>
            </a:r>
          </a:p>
        </p:txBody>
      </p:sp>
      <p:pic>
        <p:nvPicPr>
          <p:cNvPr id="14" name="Picture 13">
            <a:extLst>
              <a:ext uri="{FF2B5EF4-FFF2-40B4-BE49-F238E27FC236}">
                <a16:creationId xmlns:a16="http://schemas.microsoft.com/office/drawing/2014/main" id="{9F34CF31-EE95-85E5-3CAE-E04E076D703E}"/>
              </a:ext>
            </a:extLst>
          </p:cNvPr>
          <p:cNvPicPr>
            <a:picLocks noChangeAspect="1"/>
          </p:cNvPicPr>
          <p:nvPr/>
        </p:nvPicPr>
        <p:blipFill>
          <a:blip r:embed="rId3"/>
          <a:stretch>
            <a:fillRect/>
          </a:stretch>
        </p:blipFill>
        <p:spPr>
          <a:xfrm>
            <a:off x="3886200" y="3780545"/>
            <a:ext cx="4419600" cy="381000"/>
          </a:xfrm>
          <a:prstGeom prst="rect">
            <a:avLst/>
          </a:prstGeom>
        </p:spPr>
      </p:pic>
      <p:sp>
        <p:nvSpPr>
          <p:cNvPr id="18" name="TextBox 17">
            <a:extLst>
              <a:ext uri="{FF2B5EF4-FFF2-40B4-BE49-F238E27FC236}">
                <a16:creationId xmlns:a16="http://schemas.microsoft.com/office/drawing/2014/main" id="{3B78834C-72B6-0FE8-BDD4-C26CE387AA3F}"/>
              </a:ext>
            </a:extLst>
          </p:cNvPr>
          <p:cNvSpPr txBox="1"/>
          <p:nvPr/>
        </p:nvSpPr>
        <p:spPr>
          <a:xfrm>
            <a:off x="382586" y="4498271"/>
            <a:ext cx="9341985" cy="511807"/>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通过对整个标注数据集</a:t>
            </a:r>
            <a:r>
              <a:rPr lang="en-US" sz="2400" dirty="0">
                <a:latin typeface="Microsoft YaHei" panose="020B0503020204020204" pitchFamily="34" charset="-122"/>
                <a:ea typeface="Microsoft YaHei" panose="020B0503020204020204" pitchFamily="34" charset="-122"/>
              </a:rPr>
              <a:t>D </a:t>
            </a:r>
            <a:r>
              <a:rPr lang="zh-CN" altLang="en-US" sz="2400" dirty="0">
                <a:latin typeface="Microsoft YaHei" panose="020B0503020204020204" pitchFamily="34" charset="-122"/>
                <a:ea typeface="Microsoft YaHei" panose="020B0503020204020204" pitchFamily="34" charset="-122"/>
              </a:rPr>
              <a:t>优化如下目标函数精调下游任务：</a:t>
            </a:r>
          </a:p>
        </p:txBody>
      </p:sp>
      <p:pic>
        <p:nvPicPr>
          <p:cNvPr id="19" name="Picture 18">
            <a:extLst>
              <a:ext uri="{FF2B5EF4-FFF2-40B4-BE49-F238E27FC236}">
                <a16:creationId xmlns:a16="http://schemas.microsoft.com/office/drawing/2014/main" id="{95B2FC81-B1F6-5C36-24BD-6A67E8E38D8C}"/>
              </a:ext>
            </a:extLst>
          </p:cNvPr>
          <p:cNvPicPr>
            <a:picLocks noChangeAspect="1"/>
          </p:cNvPicPr>
          <p:nvPr/>
        </p:nvPicPr>
        <p:blipFill>
          <a:blip r:embed="rId4"/>
          <a:stretch>
            <a:fillRect/>
          </a:stretch>
        </p:blipFill>
        <p:spPr>
          <a:xfrm>
            <a:off x="3937000" y="5422117"/>
            <a:ext cx="4318000" cy="736600"/>
          </a:xfrm>
          <a:prstGeom prst="rect">
            <a:avLst/>
          </a:prstGeom>
        </p:spPr>
      </p:pic>
    </p:spTree>
    <p:extLst>
      <p:ext uri="{BB962C8B-B14F-4D97-AF65-F5344CB8AC3E}">
        <p14:creationId xmlns:p14="http://schemas.microsoft.com/office/powerpoint/2010/main" val="38403688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1435136"/>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灾难性遗忘（</a:t>
            </a:r>
            <a:r>
              <a:rPr lang="en-US" altLang="zh-CN" sz="2400" dirty="0">
                <a:latin typeface="Microsoft YaHei" panose="020B0503020204020204" pitchFamily="34" charset="-122"/>
                <a:ea typeface="Microsoft YaHei" panose="020B0503020204020204" pitchFamily="34" charset="-122"/>
              </a:rPr>
              <a:t>Catastrophic Forgetting</a:t>
            </a:r>
            <a:r>
              <a:rPr lang="zh-CN" altLang="en-US" sz="2400" dirty="0">
                <a:latin typeface="Microsoft YaHei" panose="020B0503020204020204" pitchFamily="34" charset="-122"/>
                <a:ea typeface="Microsoft YaHei" panose="020B0503020204020204" pitchFamily="34" charset="-122"/>
              </a:rPr>
              <a:t>）问题。因此，通常采用混合预训练任务损失和下游微调损失的方法来缓解上述问题。在实际应用中，通常采用如下公式进行下游任务微调：</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有监督下游任务微调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3" name="Picture 2">
            <a:extLst>
              <a:ext uri="{FF2B5EF4-FFF2-40B4-BE49-F238E27FC236}">
                <a16:creationId xmlns:a16="http://schemas.microsoft.com/office/drawing/2014/main" id="{8352BAF3-8744-D571-C5C5-482C9A1B4D3A}"/>
              </a:ext>
            </a:extLst>
          </p:cNvPr>
          <p:cNvPicPr>
            <a:picLocks noChangeAspect="1"/>
          </p:cNvPicPr>
          <p:nvPr/>
        </p:nvPicPr>
        <p:blipFill>
          <a:blip r:embed="rId3"/>
          <a:stretch>
            <a:fillRect/>
          </a:stretch>
        </p:blipFill>
        <p:spPr>
          <a:xfrm>
            <a:off x="4514850" y="2852964"/>
            <a:ext cx="3162300" cy="368300"/>
          </a:xfrm>
          <a:prstGeom prst="rect">
            <a:avLst/>
          </a:prstGeom>
        </p:spPr>
      </p:pic>
    </p:spTree>
    <p:extLst>
      <p:ext uri="{BB962C8B-B14F-4D97-AF65-F5344CB8AC3E}">
        <p14:creationId xmlns:p14="http://schemas.microsoft.com/office/powerpoint/2010/main" val="20619824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4205126"/>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HuggingFace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是一个开源自然语言处理软件库，其目标是通过提供一套全面的工具、库和模型，使得自然语言处理技术对开发人员和研究人员更易于使用。</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HuggingFace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最著名的贡献之一是</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库，基于此，研究人员可以快速部署训练好的模型，以及实现新的网络结构。</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HuggingFace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还提供了</a:t>
            </a:r>
            <a:r>
              <a:rPr lang="en-US" altLang="zh-CN" sz="2400" dirty="0">
                <a:latin typeface="Microsoft YaHei" panose="020B0503020204020204" pitchFamily="34" charset="-122"/>
                <a:ea typeface="Microsoft YaHei" panose="020B0503020204020204" pitchFamily="34" charset="-122"/>
              </a:rPr>
              <a:t>Dataset </a:t>
            </a:r>
            <a:r>
              <a:rPr lang="zh-CN" altLang="en-US" sz="2400" dirty="0">
                <a:latin typeface="Microsoft YaHei" panose="020B0503020204020204" pitchFamily="34" charset="-122"/>
                <a:ea typeface="Microsoft YaHei" panose="020B0503020204020204" pitchFamily="34" charset="-122"/>
              </a:rPr>
              <a:t>库，可以非常方便地下载自然语言处理研究中经常使用的基准数据集。</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本节将以构建</a:t>
            </a:r>
            <a:r>
              <a:rPr lang="en-US" altLang="zh-CN" sz="2400" dirty="0">
                <a:latin typeface="Microsoft YaHei" panose="020B0503020204020204" pitchFamily="34" charset="-122"/>
                <a:ea typeface="Microsoft YaHei" panose="020B0503020204020204" pitchFamily="34" charset="-122"/>
              </a:rPr>
              <a:t>BERT </a:t>
            </a:r>
            <a:r>
              <a:rPr lang="zh-CN" altLang="en-US" sz="2400" dirty="0">
                <a:latin typeface="Microsoft YaHei" panose="020B0503020204020204" pitchFamily="34" charset="-122"/>
                <a:ea typeface="Microsoft YaHei" panose="020B0503020204020204" pitchFamily="34" charset="-122"/>
              </a:rPr>
              <a:t>模型为例，介绍基于</a:t>
            </a:r>
            <a:r>
              <a:rPr lang="en-US" altLang="zh-CN" sz="2400" dirty="0" err="1">
                <a:latin typeface="Microsoft YaHei" panose="020B0503020204020204" pitchFamily="34" charset="-122"/>
                <a:ea typeface="Microsoft YaHei" panose="020B0503020204020204" pitchFamily="34" charset="-122"/>
              </a:rPr>
              <a:t>HuggingFace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a:t>
            </a:r>
            <a:r>
              <a:rPr lang="en-US" altLang="zh-CN" sz="2400" dirty="0">
                <a:latin typeface="Microsoft YaHei" panose="020B0503020204020204" pitchFamily="34" charset="-122"/>
                <a:ea typeface="Microsoft YaHei" panose="020B0503020204020204" pitchFamily="34" charset="-122"/>
              </a:rPr>
              <a:t>BERT </a:t>
            </a:r>
            <a:r>
              <a:rPr lang="zh-CN" altLang="en-US" sz="2400" dirty="0">
                <a:latin typeface="Microsoft YaHei" panose="020B0503020204020204" pitchFamily="34" charset="-122"/>
                <a:ea typeface="Microsoft YaHei" panose="020B0503020204020204" pitchFamily="34" charset="-122"/>
              </a:rPr>
              <a:t>模型的构建和使用方法。</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9140714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数据集准备</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9765456C-95B8-9A23-E002-2DA912869BCC}"/>
              </a:ext>
            </a:extLst>
          </p:cNvPr>
          <p:cNvSpPr txBox="1"/>
          <p:nvPr/>
        </p:nvSpPr>
        <p:spPr>
          <a:xfrm>
            <a:off x="382586" y="170739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常见的用于预训练语言模型的大规模数据集都可以在</a:t>
            </a:r>
            <a:r>
              <a:rPr lang="en-US" altLang="zh-CN" sz="2400" dirty="0">
                <a:latin typeface="Microsoft YaHei" panose="020B0503020204020204" pitchFamily="34" charset="-122"/>
                <a:ea typeface="Microsoft YaHei" panose="020B0503020204020204" pitchFamily="34" charset="-122"/>
              </a:rPr>
              <a:t>Dataset </a:t>
            </a:r>
            <a:r>
              <a:rPr lang="zh-CN" altLang="en-US" sz="2400" dirty="0">
                <a:latin typeface="Microsoft YaHei" panose="020B0503020204020204" pitchFamily="34" charset="-122"/>
                <a:ea typeface="Microsoft YaHei" panose="020B0503020204020204" pitchFamily="34" charset="-122"/>
              </a:rPr>
              <a:t>库中直接下载并加载。例如，如果使用维基百科的英文语料集，可以直接通过如下代码完成数据获取：</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20B7627E-430E-AB39-5E22-C550F23660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5800" y="2821467"/>
            <a:ext cx="7772400" cy="2861006"/>
          </a:xfrm>
          <a:prstGeom prst="rect">
            <a:avLst/>
          </a:prstGeom>
        </p:spPr>
      </p:pic>
    </p:spTree>
    <p:extLst>
      <p:ext uri="{BB962C8B-B14F-4D97-AF65-F5344CB8AC3E}">
        <p14:creationId xmlns:p14="http://schemas.microsoft.com/office/powerpoint/2010/main" val="14272255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训练词元分析器</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9765456C-95B8-9A23-E002-2DA912869BCC}"/>
              </a:ext>
            </a:extLst>
          </p:cNvPr>
          <p:cNvSpPr txBox="1"/>
          <p:nvPr/>
        </p:nvSpPr>
        <p:spPr>
          <a:xfrm>
            <a:off x="382586" y="1707399"/>
            <a:ext cx="11195049" cy="1435136"/>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BERT </a:t>
            </a:r>
            <a:r>
              <a:rPr lang="zh-CN" altLang="en-US" sz="2400" dirty="0">
                <a:latin typeface="Microsoft YaHei" panose="020B0503020204020204" pitchFamily="34" charset="-122"/>
                <a:ea typeface="Microsoft YaHei" panose="020B0503020204020204" pitchFamily="34" charset="-122"/>
              </a:rPr>
              <a:t>采用</a:t>
            </a:r>
            <a:r>
              <a:rPr lang="en-US" altLang="zh-CN" sz="2400" dirty="0" err="1">
                <a:latin typeface="Microsoft YaHei" panose="020B0503020204020204" pitchFamily="34" charset="-122"/>
                <a:ea typeface="Microsoft YaHei" panose="020B0503020204020204" pitchFamily="34" charset="-122"/>
              </a:rPr>
              <a:t>WordPiece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分词，根据训练语料中的词频决定是否将一个完整的词切分为多个词元。因此，需要先训练词元分析器（</a:t>
            </a:r>
            <a:r>
              <a:rPr lang="en-US" altLang="zh-CN" sz="2400" dirty="0">
                <a:latin typeface="Microsoft YaHei" panose="020B0503020204020204" pitchFamily="34" charset="-122"/>
                <a:ea typeface="Microsoft YaHei" panose="020B0503020204020204" pitchFamily="34" charset="-122"/>
              </a:rPr>
              <a:t>Tokenizer</a:t>
            </a:r>
            <a:r>
              <a:rPr lang="zh-CN" altLang="en-US" sz="2400" dirty="0">
                <a:latin typeface="Microsoft YaHei" panose="020B0503020204020204" pitchFamily="34" charset="-122"/>
                <a:ea typeface="Microsoft YaHei" panose="020B0503020204020204" pitchFamily="34" charset="-122"/>
              </a:rPr>
              <a:t>）。可以使用</a:t>
            </a:r>
            <a:r>
              <a:rPr lang="en-US" altLang="zh-CN" sz="2400" dirty="0">
                <a:latin typeface="Microsoft YaHei" panose="020B0503020204020204" pitchFamily="34" charset="-122"/>
                <a:ea typeface="Microsoft YaHei" panose="020B0503020204020204" pitchFamily="34" charset="-122"/>
              </a:rPr>
              <a:t>transformers </a:t>
            </a:r>
            <a:r>
              <a:rPr lang="zh-CN" altLang="en-US" sz="2400" dirty="0">
                <a:latin typeface="Microsoft YaHei" panose="020B0503020204020204" pitchFamily="34" charset="-122"/>
                <a:ea typeface="Microsoft YaHei" panose="020B0503020204020204" pitchFamily="34" charset="-122"/>
              </a:rPr>
              <a:t>库中的</a:t>
            </a:r>
            <a:r>
              <a:rPr lang="en-US" altLang="zh-CN" sz="2400" dirty="0" err="1">
                <a:latin typeface="Microsoft YaHei" panose="020B0503020204020204" pitchFamily="34" charset="-122"/>
                <a:ea typeface="Microsoft YaHei" panose="020B0503020204020204" pitchFamily="34" charset="-122"/>
              </a:rPr>
              <a:t>BertWordPiece</a:t>
            </a:r>
            <a:r>
              <a:rPr lang="en-US" altLang="zh-CN" sz="2400" dirty="0">
                <a:latin typeface="Microsoft YaHei" panose="020B0503020204020204" pitchFamily="34" charset="-122"/>
                <a:ea typeface="Microsoft YaHei" panose="020B0503020204020204" pitchFamily="34" charset="-122"/>
              </a:rPr>
              <a:t>-Tokenizer </a:t>
            </a:r>
            <a:r>
              <a:rPr lang="zh-CN" altLang="en-US" sz="2400" dirty="0">
                <a:latin typeface="Microsoft YaHei" panose="020B0503020204020204" pitchFamily="34" charset="-122"/>
                <a:ea typeface="Microsoft YaHei" panose="020B0503020204020204" pitchFamily="34" charset="-122"/>
              </a:rPr>
              <a:t>类来完成任务，代码如下所示：</a:t>
            </a:r>
            <a:endParaRPr lang="en-US" altLang="zh-CN" sz="2400" dirty="0">
              <a:latin typeface="Microsoft YaHei" panose="020B0503020204020204" pitchFamily="34" charset="-122"/>
              <a:ea typeface="Microsoft YaHei" panose="020B0503020204020204" pitchFamily="34" charset="-122"/>
            </a:endParaRPr>
          </a:p>
        </p:txBody>
      </p:sp>
      <p:pic>
        <p:nvPicPr>
          <p:cNvPr id="14" name="Picture 13">
            <a:extLst>
              <a:ext uri="{FF2B5EF4-FFF2-40B4-BE49-F238E27FC236}">
                <a16:creationId xmlns:a16="http://schemas.microsoft.com/office/drawing/2014/main" id="{041607D4-B65F-094D-FC03-6166F55158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3265" y="3429000"/>
            <a:ext cx="7772400" cy="2238061"/>
          </a:xfrm>
          <a:prstGeom prst="rect">
            <a:avLst/>
          </a:prstGeom>
        </p:spPr>
      </p:pic>
    </p:spTree>
    <p:extLst>
      <p:ext uri="{BB962C8B-B14F-4D97-AF65-F5344CB8AC3E}">
        <p14:creationId xmlns:p14="http://schemas.microsoft.com/office/powerpoint/2010/main" val="18083442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71</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16" name="Picture 15">
            <a:extLst>
              <a:ext uri="{FF2B5EF4-FFF2-40B4-BE49-F238E27FC236}">
                <a16:creationId xmlns:a16="http://schemas.microsoft.com/office/drawing/2014/main" id="{13DF43C2-36E9-2B91-68AD-3BC536918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6638" y="1054020"/>
            <a:ext cx="5438724" cy="5667455"/>
          </a:xfrm>
          <a:prstGeom prst="rect">
            <a:avLst/>
          </a:prstGeom>
        </p:spPr>
      </p:pic>
    </p:spTree>
    <p:extLst>
      <p:ext uri="{BB962C8B-B14F-4D97-AF65-F5344CB8AC3E}">
        <p14:creationId xmlns:p14="http://schemas.microsoft.com/office/powerpoint/2010/main" val="5618945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预处理语料集合</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9765456C-95B8-9A23-E002-2DA912869BCC}"/>
              </a:ext>
            </a:extLst>
          </p:cNvPr>
          <p:cNvSpPr txBox="1"/>
          <p:nvPr/>
        </p:nvSpPr>
        <p:spPr>
          <a:xfrm>
            <a:off x="382586" y="170739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在启动整个模型训练之前，还需要将预训练语料根据训练好的</a:t>
            </a:r>
            <a:r>
              <a:rPr lang="en-US" altLang="zh-CN" sz="2400" dirty="0">
                <a:latin typeface="Microsoft YaHei" panose="020B0503020204020204" pitchFamily="34" charset="-122"/>
                <a:ea typeface="Microsoft YaHei" panose="020B0503020204020204" pitchFamily="34" charset="-122"/>
              </a:rPr>
              <a:t>Tokenizer </a:t>
            </a:r>
            <a:r>
              <a:rPr lang="zh-CN" altLang="en-US" sz="2400" dirty="0">
                <a:latin typeface="Microsoft YaHei" panose="020B0503020204020204" pitchFamily="34" charset="-122"/>
                <a:ea typeface="Microsoft YaHei" panose="020B0503020204020204" pitchFamily="34" charset="-122"/>
              </a:rPr>
              <a:t>进行处理。如果文档长度超过</a:t>
            </a:r>
            <a:r>
              <a:rPr lang="en-US" altLang="zh-CN" sz="2400" dirty="0">
                <a:latin typeface="Microsoft YaHei" panose="020B0503020204020204" pitchFamily="34" charset="-122"/>
                <a:ea typeface="Microsoft YaHei" panose="020B0503020204020204" pitchFamily="34" charset="-122"/>
              </a:rPr>
              <a:t>512 </a:t>
            </a:r>
            <a:r>
              <a:rPr lang="zh-CN" altLang="en-US" sz="2400" dirty="0">
                <a:latin typeface="Microsoft YaHei" panose="020B0503020204020204" pitchFamily="34" charset="-122"/>
                <a:ea typeface="Microsoft YaHei" panose="020B0503020204020204" pitchFamily="34" charset="-122"/>
              </a:rPr>
              <a:t>个词元（</a:t>
            </a:r>
            <a:r>
              <a:rPr lang="en-US" altLang="zh-CN" sz="2400" dirty="0">
                <a:latin typeface="Microsoft YaHei" panose="020B0503020204020204" pitchFamily="34" charset="-122"/>
                <a:ea typeface="Microsoft YaHei" panose="020B0503020204020204" pitchFamily="34" charset="-122"/>
              </a:rPr>
              <a:t>Token</a:t>
            </a:r>
            <a:r>
              <a:rPr lang="zh-CN" altLang="en-US" sz="2400" dirty="0">
                <a:latin typeface="Microsoft YaHei" panose="020B0503020204020204" pitchFamily="34" charset="-122"/>
                <a:ea typeface="Microsoft YaHei" panose="020B0503020204020204" pitchFamily="34" charset="-122"/>
              </a:rPr>
              <a:t>），就直接截断。数据处理代码如下所示：</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9CB414C2-1FE6-7A61-B25E-87EAD0B14B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4231" y="2794135"/>
            <a:ext cx="5484586" cy="3927340"/>
          </a:xfrm>
          <a:prstGeom prst="rect">
            <a:avLst/>
          </a:prstGeom>
        </p:spPr>
      </p:pic>
    </p:spTree>
    <p:extLst>
      <p:ext uri="{BB962C8B-B14F-4D97-AF65-F5344CB8AC3E}">
        <p14:creationId xmlns:p14="http://schemas.microsoft.com/office/powerpoint/2010/main" val="30790542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预处理语料集合</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14" name="Picture 13">
            <a:extLst>
              <a:ext uri="{FF2B5EF4-FFF2-40B4-BE49-F238E27FC236}">
                <a16:creationId xmlns:a16="http://schemas.microsoft.com/office/drawing/2014/main" id="{60B0373C-A048-B560-0939-CC1B0D740C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3577" y="1054996"/>
            <a:ext cx="5751965" cy="2162595"/>
          </a:xfrm>
          <a:prstGeom prst="rect">
            <a:avLst/>
          </a:prstGeom>
        </p:spPr>
      </p:pic>
      <p:pic>
        <p:nvPicPr>
          <p:cNvPr id="16" name="Picture 15">
            <a:extLst>
              <a:ext uri="{FF2B5EF4-FFF2-40B4-BE49-F238E27FC236}">
                <a16:creationId xmlns:a16="http://schemas.microsoft.com/office/drawing/2014/main" id="{28B182E6-CDDA-3040-4B2B-FF7C195D3D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3576" y="3180344"/>
            <a:ext cx="5751965" cy="3512103"/>
          </a:xfrm>
          <a:prstGeom prst="rect">
            <a:avLst/>
          </a:prstGeom>
        </p:spPr>
      </p:pic>
    </p:spTree>
    <p:extLst>
      <p:ext uri="{BB962C8B-B14F-4D97-AF65-F5344CB8AC3E}">
        <p14:creationId xmlns:p14="http://schemas.microsoft.com/office/powerpoint/2010/main" val="15736261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4.</a:t>
            </a:r>
            <a:r>
              <a:rPr lang="zh-CN" altLang="en-US" sz="2400" b="1" dirty="0">
                <a:solidFill>
                  <a:srgbClr val="0070C0"/>
                </a:solidFill>
                <a:latin typeface="Microsoft YaHei" panose="020B0503020204020204" pitchFamily="34" charset="-122"/>
                <a:ea typeface="Microsoft YaHei" panose="020B0503020204020204" pitchFamily="34" charset="-122"/>
              </a:rPr>
              <a:t> 模型训练</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9765456C-95B8-9A23-E002-2DA912869BCC}"/>
              </a:ext>
            </a:extLst>
          </p:cNvPr>
          <p:cNvSpPr txBox="1"/>
          <p:nvPr/>
        </p:nvSpPr>
        <p:spPr>
          <a:xfrm>
            <a:off x="382586" y="1707399"/>
            <a:ext cx="11195049" cy="511807"/>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在构建处理好的预训练语料之后，就可以开始模型训练。代码如下所示：</a:t>
            </a:r>
            <a:endParaRPr lang="en-US" altLang="zh-CN" sz="2400" dirty="0">
              <a:latin typeface="Microsoft YaHei" panose="020B0503020204020204" pitchFamily="34" charset="-122"/>
              <a:ea typeface="Microsoft YaHei" panose="020B0503020204020204" pitchFamily="34" charset="-122"/>
            </a:endParaRPr>
          </a:p>
        </p:txBody>
      </p:sp>
      <p:pic>
        <p:nvPicPr>
          <p:cNvPr id="14" name="Picture 13">
            <a:extLst>
              <a:ext uri="{FF2B5EF4-FFF2-40B4-BE49-F238E27FC236}">
                <a16:creationId xmlns:a16="http://schemas.microsoft.com/office/drawing/2014/main" id="{13BBE2AC-73B2-061C-50D6-59E1D52033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6" y="2359802"/>
            <a:ext cx="5932402" cy="3095972"/>
          </a:xfrm>
          <a:prstGeom prst="rect">
            <a:avLst/>
          </a:prstGeom>
        </p:spPr>
      </p:pic>
      <p:pic>
        <p:nvPicPr>
          <p:cNvPr id="16" name="Picture 15">
            <a:extLst>
              <a:ext uri="{FF2B5EF4-FFF2-40B4-BE49-F238E27FC236}">
                <a16:creationId xmlns:a16="http://schemas.microsoft.com/office/drawing/2014/main" id="{EDEE6ADE-5AEC-EE6C-646A-14C6E51639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9598" y="2526764"/>
            <a:ext cx="5932402" cy="3276240"/>
          </a:xfrm>
          <a:prstGeom prst="rect">
            <a:avLst/>
          </a:prstGeom>
        </p:spPr>
      </p:pic>
    </p:spTree>
    <p:extLst>
      <p:ext uri="{BB962C8B-B14F-4D97-AF65-F5344CB8AC3E}">
        <p14:creationId xmlns:p14="http://schemas.microsoft.com/office/powerpoint/2010/main" val="28271859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5.</a:t>
            </a:r>
            <a:r>
              <a:rPr lang="zh-CN" altLang="en-US" sz="2400" b="1" dirty="0">
                <a:solidFill>
                  <a:srgbClr val="0070C0"/>
                </a:solidFill>
                <a:latin typeface="Microsoft YaHei" panose="020B0503020204020204" pitchFamily="34" charset="-122"/>
                <a:ea typeface="Microsoft YaHei" panose="020B0503020204020204" pitchFamily="34" charset="-122"/>
              </a:rPr>
              <a:t> 模型使用</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6004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a:t>
            </a:r>
            <a:r>
              <a:rPr lang="en-US" altLang="zh-CN" sz="2400" b="1" dirty="0" err="1">
                <a:solidFill>
                  <a:schemeClr val="bg1"/>
                </a:solidFill>
                <a:latin typeface="微软雅黑" panose="020B0503020204020204" pitchFamily="34" charset="-122"/>
                <a:ea typeface="微软雅黑" panose="020B0503020204020204" pitchFamily="34" charset="-122"/>
              </a:rPr>
              <a:t>HuggingFace</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的预训练语言模型实践</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9765456C-95B8-9A23-E002-2DA912869BCC}"/>
              </a:ext>
            </a:extLst>
          </p:cNvPr>
          <p:cNvSpPr txBox="1"/>
          <p:nvPr/>
        </p:nvSpPr>
        <p:spPr>
          <a:xfrm>
            <a:off x="382586" y="1707399"/>
            <a:ext cx="11195049" cy="511807"/>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基于训练好的模型，可以针对不同应用需求使用，以句子补全为例的代码如下所示：</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C44C1B08-021D-6F36-EAED-633E0E645E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900" y="2594296"/>
            <a:ext cx="7772400" cy="806115"/>
          </a:xfrm>
          <a:prstGeom prst="rect">
            <a:avLst/>
          </a:prstGeom>
        </p:spPr>
      </p:pic>
      <p:pic>
        <p:nvPicPr>
          <p:cNvPr id="17" name="Picture 16">
            <a:extLst>
              <a:ext uri="{FF2B5EF4-FFF2-40B4-BE49-F238E27FC236}">
                <a16:creationId xmlns:a16="http://schemas.microsoft.com/office/drawing/2014/main" id="{2E6C5196-5325-1B0A-D21B-697585BC6A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3900" y="3393519"/>
            <a:ext cx="7772400" cy="3145393"/>
          </a:xfrm>
          <a:prstGeom prst="rect">
            <a:avLst/>
          </a:prstGeom>
        </p:spPr>
      </p:pic>
    </p:spTree>
    <p:extLst>
      <p:ext uri="{BB962C8B-B14F-4D97-AF65-F5344CB8AC3E}">
        <p14:creationId xmlns:p14="http://schemas.microsoft.com/office/powerpoint/2010/main" val="11261855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9">
            <a:extLst>
              <a:ext uri="{FF2B5EF4-FFF2-40B4-BE49-F238E27FC236}">
                <a16:creationId xmlns:a16="http://schemas.microsoft.com/office/drawing/2014/main" id="{103A129E-7D82-D3E7-2D2F-DCECB490BC49}"/>
              </a:ext>
            </a:extLst>
          </p:cNvPr>
          <p:cNvSpPr>
            <a:spLocks noChangeArrowheads="1"/>
          </p:cNvSpPr>
          <p:nvPr/>
        </p:nvSpPr>
        <p:spPr bwMode="auto">
          <a:xfrm>
            <a:off x="610868" y="4052716"/>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000" b="1" dirty="0">
                  <a:solidFill>
                    <a:srgbClr val="0070C0"/>
                  </a:solidFill>
                  <a:latin typeface="微软雅黑" panose="020B0503020204020204" pitchFamily="34" charset="-122"/>
                  <a:ea typeface="微软雅黑" panose="020B0503020204020204" pitchFamily="34" charset="-122"/>
                </a:rPr>
                <a:t>Transformer</a:t>
              </a:r>
              <a:r>
                <a:rPr lang="zh-CN" altLang="en-US" sz="2000" b="1" dirty="0">
                  <a:solidFill>
                    <a:srgbClr val="0070C0"/>
                  </a:solidFill>
                  <a:latin typeface="微软雅黑" panose="020B0503020204020204" pitchFamily="34" charset="-122"/>
                  <a:ea typeface="微软雅黑" panose="020B0503020204020204" pitchFamily="34" charset="-122"/>
                </a:rPr>
                <a:t>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生成式预训练语言模型</a:t>
              </a:r>
              <a:r>
                <a:rPr lang="en-US" altLang="zh-CN" sz="2000" b="1" dirty="0">
                  <a:solidFill>
                    <a:srgbClr val="0070C0"/>
                  </a:solidFill>
                  <a:latin typeface="微软雅黑" panose="020B0503020204020204" pitchFamily="34" charset="-122"/>
                  <a:ea typeface="微软雅黑" panose="020B0503020204020204" pitchFamily="34" charset="-122"/>
                </a:rPr>
                <a:t>GPT</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大语言模型结构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76</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01924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5282343"/>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当前，绝大多数大语言模型都采用了类似</a:t>
            </a:r>
            <a:r>
              <a:rPr lang="en-US"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的架构，使用基于</a:t>
            </a:r>
            <a:r>
              <a:rPr lang="en-US"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架构构建的仅由解码器组成的网络结构，采用自回归的方式构建语言模型，但是在位置编码、层归一化位置、激活函数等细节上各有不同。</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文献</a:t>
            </a:r>
            <a:r>
              <a:rPr lang="en-US" altLang="zh-CN" sz="2000" dirty="0">
                <a:latin typeface="Microsoft YaHei" panose="020B0503020204020204" pitchFamily="34" charset="-122"/>
                <a:ea typeface="Microsoft YaHei" panose="020B0503020204020204" pitchFamily="34" charset="-122"/>
              </a:rPr>
              <a:t>[5] </a:t>
            </a:r>
            <a:r>
              <a:rPr lang="zh-CN" altLang="en-US" sz="2000" dirty="0">
                <a:latin typeface="Microsoft YaHei" panose="020B0503020204020204" pitchFamily="34" charset="-122"/>
                <a:ea typeface="Microsoft YaHei" panose="020B0503020204020204" pitchFamily="34" charset="-122"/>
              </a:rPr>
              <a:t>介绍了</a:t>
            </a:r>
            <a:r>
              <a:rPr lang="en-US" sz="2000" dirty="0">
                <a:latin typeface="Microsoft YaHei" panose="020B0503020204020204" pitchFamily="34" charset="-122"/>
                <a:ea typeface="Microsoft YaHei" panose="020B0503020204020204" pitchFamily="34" charset="-122"/>
              </a:rPr>
              <a:t>GPT-3 </a:t>
            </a:r>
            <a:r>
              <a:rPr lang="zh-CN" altLang="en-US" sz="2000" dirty="0">
                <a:latin typeface="Microsoft YaHei" panose="020B0503020204020204" pitchFamily="34" charset="-122"/>
                <a:ea typeface="Microsoft YaHei" panose="020B0503020204020204" pitchFamily="34" charset="-122"/>
              </a:rPr>
              <a:t>模型的训练过程，包括模型架构、训练数据组成、训练过程及评估方法。由于</a:t>
            </a:r>
            <a:r>
              <a:rPr lang="en-US" sz="2000" dirty="0">
                <a:latin typeface="Microsoft YaHei" panose="020B0503020204020204" pitchFamily="34" charset="-122"/>
                <a:ea typeface="Microsoft YaHei" panose="020B0503020204020204" pitchFamily="34" charset="-122"/>
              </a:rPr>
              <a:t>GPT-3 </a:t>
            </a:r>
            <a:r>
              <a:rPr lang="zh-CN" altLang="en-US" sz="2000" dirty="0">
                <a:latin typeface="Microsoft YaHei" panose="020B0503020204020204" pitchFamily="34" charset="-122"/>
                <a:ea typeface="Microsoft YaHei" panose="020B0503020204020204" pitchFamily="34" charset="-122"/>
              </a:rPr>
              <a:t>并没有开放源代码，根据论文直接重现整个训练过程并不容易</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文献</a:t>
            </a:r>
            <a:r>
              <a:rPr lang="en-US" altLang="zh-CN" sz="2000" dirty="0">
                <a:latin typeface="Microsoft YaHei" panose="020B0503020204020204" pitchFamily="34" charset="-122"/>
                <a:ea typeface="Microsoft YaHei" panose="020B0503020204020204" pitchFamily="34" charset="-122"/>
              </a:rPr>
              <a:t>[31] </a:t>
            </a:r>
            <a:r>
              <a:rPr lang="zh-CN" altLang="en-US" sz="2000" dirty="0">
                <a:latin typeface="Microsoft YaHei" panose="020B0503020204020204" pitchFamily="34" charset="-122"/>
                <a:ea typeface="Microsoft YaHei" panose="020B0503020204020204" pitchFamily="34" charset="-122"/>
              </a:rPr>
              <a:t>介绍了根据</a:t>
            </a:r>
            <a:r>
              <a:rPr lang="en-US" sz="2000" dirty="0">
                <a:latin typeface="Microsoft YaHei" panose="020B0503020204020204" pitchFamily="34" charset="-122"/>
                <a:ea typeface="Microsoft YaHei" panose="020B0503020204020204" pitchFamily="34" charset="-122"/>
              </a:rPr>
              <a:t>GPT-3 </a:t>
            </a:r>
            <a:r>
              <a:rPr lang="zh-CN" altLang="en-US" sz="2000" dirty="0">
                <a:latin typeface="Microsoft YaHei" panose="020B0503020204020204" pitchFamily="34" charset="-122"/>
                <a:ea typeface="Microsoft YaHei" panose="020B0503020204020204" pitchFamily="34" charset="-122"/>
              </a:rPr>
              <a:t>的描述复现的过程，构造并开源了系统</a:t>
            </a:r>
            <a:r>
              <a:rPr lang="en-US" sz="2000" dirty="0" err="1">
                <a:latin typeface="Microsoft YaHei" panose="020B0503020204020204" pitchFamily="34" charset="-122"/>
                <a:ea typeface="Microsoft YaHei" panose="020B0503020204020204" pitchFamily="34" charset="-122"/>
              </a:rPr>
              <a:t>OPT（OpenPre-trained</a:t>
            </a:r>
            <a:r>
              <a:rPr lang="en-US" sz="2000" dirty="0">
                <a:latin typeface="Microsoft YaHei" panose="020B0503020204020204" pitchFamily="34" charset="-122"/>
                <a:ea typeface="Microsoft YaHei" panose="020B0503020204020204" pitchFamily="34" charset="-122"/>
              </a:rPr>
              <a:t> Transformer Language Models）。</a:t>
            </a:r>
          </a:p>
          <a:p>
            <a:pPr marL="342900" indent="-342900" algn="just">
              <a:lnSpc>
                <a:spcPct val="125000"/>
              </a:lnSpc>
              <a:spcBef>
                <a:spcPts val="1200"/>
              </a:spcBef>
              <a:buFont typeface="Arial" panose="020B0604020202020204" pitchFamily="34" charset="0"/>
              <a:buChar char="•"/>
            </a:pPr>
            <a:r>
              <a:rPr lang="en-US" sz="2000" dirty="0" err="1">
                <a:latin typeface="Microsoft YaHei" panose="020B0503020204020204" pitchFamily="34" charset="-122"/>
                <a:ea typeface="Microsoft YaHei" panose="020B0503020204020204" pitchFamily="34" charset="-122"/>
              </a:rPr>
              <a:t>MetaAI</a:t>
            </a:r>
            <a:r>
              <a:rPr lang="en-US"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也仿照</a:t>
            </a:r>
            <a:r>
              <a:rPr lang="en-US" sz="2000" dirty="0">
                <a:latin typeface="Microsoft YaHei" panose="020B0503020204020204" pitchFamily="34" charset="-122"/>
                <a:ea typeface="Microsoft YaHei" panose="020B0503020204020204" pitchFamily="34" charset="-122"/>
              </a:rPr>
              <a:t>GPT-3 </a:t>
            </a:r>
            <a:r>
              <a:rPr lang="zh-CN" altLang="en-US" sz="2000" dirty="0">
                <a:latin typeface="Microsoft YaHei" panose="020B0503020204020204" pitchFamily="34" charset="-122"/>
                <a:ea typeface="Microsoft YaHei" panose="020B0503020204020204" pitchFamily="34" charset="-122"/>
              </a:rPr>
              <a:t>的架构开源了</a:t>
            </a:r>
            <a:r>
              <a:rPr lang="en-US" sz="2000" dirty="0" err="1">
                <a:latin typeface="Microsoft YaHei" panose="020B0503020204020204" pitchFamily="34" charset="-122"/>
                <a:ea typeface="Microsoft YaHei" panose="020B0503020204020204" pitchFamily="34" charset="-122"/>
              </a:rPr>
              <a:t>LLaMA</a:t>
            </a:r>
            <a:r>
              <a:rPr lang="en-US"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模型</a:t>
            </a:r>
            <a:r>
              <a:rPr lang="en-US" altLang="zh-CN" sz="2000" dirty="0">
                <a:latin typeface="Microsoft YaHei" panose="020B0503020204020204" pitchFamily="34" charset="-122"/>
                <a:ea typeface="Microsoft YaHei" panose="020B0503020204020204" pitchFamily="34" charset="-122"/>
              </a:rPr>
              <a:t>[37]</a:t>
            </a:r>
            <a:r>
              <a:rPr lang="zh-CN" altLang="en-US" sz="2000" dirty="0">
                <a:latin typeface="Microsoft YaHei" panose="020B0503020204020204" pitchFamily="34" charset="-122"/>
                <a:ea typeface="Microsoft YaHei" panose="020B0503020204020204" pitchFamily="34" charset="-122"/>
              </a:rPr>
              <a:t>，公开评测结果及利用该模型进行有监督微调后的模型都有非常好的表现。</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sz="2400" dirty="0">
                <a:latin typeface="Microsoft YaHei" panose="020B0503020204020204" pitchFamily="34" charset="-122"/>
                <a:ea typeface="Microsoft YaHei" panose="020B0503020204020204" pitchFamily="34" charset="-122"/>
              </a:rPr>
              <a:t>GPT-3模型</a:t>
            </a:r>
            <a:r>
              <a:rPr lang="zh-CN" altLang="en-US" sz="2400" dirty="0">
                <a:latin typeface="Microsoft YaHei" panose="020B0503020204020204" pitchFamily="34" charset="-122"/>
                <a:ea typeface="Microsoft YaHei" panose="020B0503020204020204" pitchFamily="34" charset="-122"/>
              </a:rPr>
              <a:t>后，</a:t>
            </a:r>
            <a:r>
              <a:rPr lang="en-US" sz="2400" dirty="0" err="1">
                <a:latin typeface="Microsoft YaHei" panose="020B0503020204020204" pitchFamily="34" charset="-122"/>
                <a:ea typeface="Microsoft YaHei" panose="020B0503020204020204" pitchFamily="34" charset="-122"/>
              </a:rPr>
              <a:t>OpenAI</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就不再开源（也没有开源模型），因此并不清楚</a:t>
            </a:r>
            <a:r>
              <a:rPr lang="en-US" sz="2400" dirty="0" err="1">
                <a:latin typeface="Microsoft YaHei" panose="020B0503020204020204" pitchFamily="34" charset="-122"/>
                <a:ea typeface="Microsoft YaHei" panose="020B0503020204020204" pitchFamily="34" charset="-122"/>
              </a:rPr>
              <a:t>ChatGPT</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和</a:t>
            </a:r>
            <a:r>
              <a:rPr lang="en-US" sz="2400" dirty="0">
                <a:latin typeface="Microsoft YaHei" panose="020B0503020204020204" pitchFamily="34" charset="-122"/>
                <a:ea typeface="Microsoft YaHei" panose="020B0503020204020204" pitchFamily="34" charset="-122"/>
              </a:rPr>
              <a:t>GPT-4 </a:t>
            </a:r>
            <a:r>
              <a:rPr lang="zh-CN" altLang="en-US" sz="2400" dirty="0">
                <a:latin typeface="Microsoft YaHei" panose="020B0503020204020204" pitchFamily="34" charset="-122"/>
                <a:ea typeface="Microsoft YaHei" panose="020B0503020204020204" pitchFamily="34" charset="-122"/>
              </a:rPr>
              <a:t>采用的模型架构。</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大语言模型的结构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2620637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628571" y="1054996"/>
            <a:ext cx="7949065" cy="3743461"/>
          </a:xfrm>
          <a:prstGeom prst="rect">
            <a:avLst/>
          </a:prstGeom>
          <a:noFill/>
        </p:spPr>
        <p:txBody>
          <a:bodyPr wrap="square">
            <a:spAutoFit/>
          </a:bodyPr>
          <a:lstStyle/>
          <a:p>
            <a:pPr algn="just">
              <a:lnSpc>
                <a:spcPct val="125000"/>
              </a:lnSpc>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[37] </a:t>
            </a:r>
            <a:r>
              <a:rPr lang="zh-CN" altLang="en-US" sz="2400" dirty="0">
                <a:latin typeface="Microsoft YaHei" panose="020B0503020204020204" pitchFamily="34" charset="-122"/>
                <a:ea typeface="Microsoft YaHei" panose="020B0503020204020204" pitchFamily="34" charset="-122"/>
              </a:rPr>
              <a:t>介绍了</a:t>
            </a: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采用的</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结构和细节，与</a:t>
            </a:r>
            <a:r>
              <a:rPr lang="en-US" altLang="zh-CN" sz="2400" dirty="0">
                <a:latin typeface="Microsoft YaHei" panose="020B0503020204020204" pitchFamily="34" charset="-122"/>
                <a:ea typeface="Microsoft YaHei" panose="020B0503020204020204" pitchFamily="34" charset="-122"/>
              </a:rPr>
              <a:t>2.1 </a:t>
            </a:r>
            <a:r>
              <a:rPr lang="zh-CN" altLang="en-US" sz="2400" dirty="0">
                <a:latin typeface="Microsoft YaHei" panose="020B0503020204020204" pitchFamily="34" charset="-122"/>
                <a:ea typeface="Microsoft YaHei" panose="020B0503020204020204" pitchFamily="34" charset="-122"/>
              </a:rPr>
              <a:t>节介绍的</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结构的不同之处为：</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b="1" dirty="0">
                <a:solidFill>
                  <a:srgbClr val="0070C0"/>
                </a:solidFill>
                <a:latin typeface="Microsoft YaHei" panose="020B0503020204020204" pitchFamily="34" charset="-122"/>
                <a:ea typeface="Microsoft YaHei" panose="020B0503020204020204" pitchFamily="34" charset="-122"/>
              </a:rPr>
              <a:t>前置层归一化（</a:t>
            </a:r>
            <a:r>
              <a:rPr lang="en-US" altLang="zh-CN" sz="2000" b="1" dirty="0">
                <a:solidFill>
                  <a:srgbClr val="0070C0"/>
                </a:solidFill>
                <a:latin typeface="Microsoft YaHei" panose="020B0503020204020204" pitchFamily="34" charset="-122"/>
                <a:ea typeface="Microsoft YaHei" panose="020B0503020204020204" pitchFamily="34" charset="-122"/>
              </a:rPr>
              <a:t>Pre-normalization</a:t>
            </a:r>
            <a:r>
              <a:rPr lang="zh-CN" altLang="en-US" sz="2000" b="1" dirty="0">
                <a:solidFill>
                  <a:srgbClr val="0070C0"/>
                </a:solidFill>
                <a:latin typeface="Microsoft YaHei" panose="020B0503020204020204" pitchFamily="34" charset="-122"/>
                <a:ea typeface="Microsoft YaHei" panose="020B0503020204020204" pitchFamily="34" charset="-122"/>
              </a:rPr>
              <a:t>）</a:t>
            </a:r>
            <a:endParaRPr lang="en-US" altLang="zh-CN" sz="2000" b="1" dirty="0">
              <a:solidFill>
                <a:srgbClr val="0070C0"/>
              </a:solidFill>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en-US" altLang="zh-CN" sz="2000" dirty="0" err="1">
                <a:latin typeface="Microsoft YaHei" panose="020B0503020204020204" pitchFamily="34" charset="-122"/>
                <a:ea typeface="Microsoft YaHei" panose="020B0503020204020204" pitchFamily="34" charset="-122"/>
              </a:rPr>
              <a:t>RMSNorm</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归一化函数（</a:t>
            </a:r>
            <a:r>
              <a:rPr lang="en-US" altLang="zh-CN" sz="2000" dirty="0">
                <a:latin typeface="Microsoft YaHei" panose="020B0503020204020204" pitchFamily="34" charset="-122"/>
                <a:ea typeface="Microsoft YaHei" panose="020B0503020204020204" pitchFamily="34" charset="-122"/>
              </a:rPr>
              <a:t>Normalizing</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Function</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en-US" altLang="zh-CN" sz="2000" dirty="0" err="1">
                <a:latin typeface="Microsoft YaHei" panose="020B0503020204020204" pitchFamily="34" charset="-122"/>
                <a:ea typeface="Microsoft YaHei" panose="020B0503020204020204" pitchFamily="34" charset="-122"/>
              </a:rPr>
              <a:t>SwiGLU</a:t>
            </a:r>
            <a:r>
              <a:rPr lang="zh-CN" altLang="en-US" sz="2000" dirty="0">
                <a:latin typeface="Microsoft YaHei" panose="020B0503020204020204" pitchFamily="34" charset="-122"/>
                <a:ea typeface="Microsoft YaHei" panose="020B0503020204020204" pitchFamily="34" charset="-122"/>
              </a:rPr>
              <a:t>激活函数</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旋转位置嵌入（</a:t>
            </a:r>
            <a:r>
              <a:rPr lang="en-US" altLang="zh-CN" sz="2000" dirty="0">
                <a:latin typeface="Microsoft YaHei" panose="020B0503020204020204" pitchFamily="34" charset="-122"/>
                <a:ea typeface="Microsoft YaHei" panose="020B0503020204020204" pitchFamily="34" charset="-122"/>
              </a:rPr>
              <a:t>Rotary Positional Embeddings</a:t>
            </a:r>
            <a:r>
              <a:rPr lang="zh-CN" altLang="en-US"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RoPE</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使用的</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结构与</a:t>
            </a:r>
            <a:r>
              <a:rPr lang="en-US" altLang="zh-CN" sz="2400" dirty="0">
                <a:latin typeface="Microsoft YaHei" panose="020B0503020204020204" pitchFamily="34" charset="-122"/>
                <a:ea typeface="Microsoft YaHei" panose="020B0503020204020204" pitchFamily="34" charset="-122"/>
              </a:rPr>
              <a:t>GPT-2 </a:t>
            </a:r>
            <a:r>
              <a:rPr lang="zh-CN" altLang="en-US" sz="2400" dirty="0">
                <a:latin typeface="Microsoft YaHei" panose="020B0503020204020204" pitchFamily="34" charset="-122"/>
                <a:ea typeface="Microsoft YaHei" panose="020B0503020204020204" pitchFamily="34" charset="-122"/>
              </a:rPr>
              <a:t>类似，如图</a:t>
            </a:r>
            <a:r>
              <a:rPr lang="en-US" altLang="zh-CN" sz="2400" dirty="0">
                <a:latin typeface="Microsoft YaHei" panose="020B0503020204020204" pitchFamily="34" charset="-122"/>
                <a:ea typeface="Microsoft YaHei" panose="020B0503020204020204" pitchFamily="34" charset="-122"/>
              </a:rPr>
              <a:t>2.4 </a:t>
            </a:r>
            <a:r>
              <a:rPr lang="zh-CN" altLang="en-US" sz="2400" dirty="0">
                <a:latin typeface="Microsoft YaHei" panose="020B0503020204020204" pitchFamily="34" charset="-122"/>
                <a:ea typeface="Microsoft YaHei" panose="020B0503020204020204" pitchFamily="34" charset="-122"/>
              </a:rPr>
              <a:t>所示。</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A1195224-B0F1-3D1A-4780-EEFB23EC8E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6" y="922594"/>
            <a:ext cx="2927121" cy="5529006"/>
          </a:xfrm>
          <a:prstGeom prst="rect">
            <a:avLst/>
          </a:prstGeom>
        </p:spPr>
      </p:pic>
      <p:sp>
        <p:nvSpPr>
          <p:cNvPr id="14" name="TextBox 13">
            <a:extLst>
              <a:ext uri="{FF2B5EF4-FFF2-40B4-BE49-F238E27FC236}">
                <a16:creationId xmlns:a16="http://schemas.microsoft.com/office/drawing/2014/main" id="{E8C5385B-C8FA-C2A5-2505-7315AEA6F043}"/>
              </a:ext>
            </a:extLst>
          </p:cNvPr>
          <p:cNvSpPr txBox="1"/>
          <p:nvPr/>
        </p:nvSpPr>
        <p:spPr>
          <a:xfrm>
            <a:off x="579128" y="6516460"/>
            <a:ext cx="2927121" cy="369332"/>
          </a:xfrm>
          <a:prstGeom prst="rect">
            <a:avLst/>
          </a:prstGeom>
          <a:noFill/>
        </p:spPr>
        <p:txBody>
          <a:bodyPr wrap="square">
            <a:spAutoFit/>
          </a:bodyPr>
          <a:lstStyle/>
          <a:p>
            <a:pPr algn="ctr"/>
            <a:r>
              <a:rPr lang="zh-CN" altLang="en-US" dirty="0">
                <a:effectLst/>
                <a:latin typeface="Microsoft YaHei" panose="020B0503020204020204" pitchFamily="34" charset="-122"/>
                <a:ea typeface="Microsoft YaHei" panose="020B0503020204020204" pitchFamily="34" charset="-122"/>
              </a:rPr>
              <a:t>图</a:t>
            </a:r>
            <a:r>
              <a:rPr lang="en-US" altLang="zh-CN" dirty="0">
                <a:effectLst/>
                <a:latin typeface="Microsoft YaHei" panose="020B0503020204020204" pitchFamily="34" charset="-122"/>
                <a:ea typeface="Microsoft YaHei" panose="020B0503020204020204" pitchFamily="34" charset="-122"/>
              </a:rPr>
              <a:t>2.4 </a:t>
            </a:r>
            <a:r>
              <a:rPr lang="en-US" dirty="0">
                <a:effectLst/>
                <a:latin typeface="Microsoft YaHei" panose="020B0503020204020204" pitchFamily="34" charset="-122"/>
                <a:ea typeface="Microsoft YaHei" panose="020B0503020204020204" pitchFamily="34" charset="-122"/>
              </a:rPr>
              <a:t>GPT-2 </a:t>
            </a:r>
            <a:r>
              <a:rPr lang="zh-CN" altLang="en-US" dirty="0">
                <a:effectLst/>
                <a:latin typeface="Microsoft YaHei" panose="020B0503020204020204" pitchFamily="34" charset="-122"/>
                <a:ea typeface="Microsoft YaHei" panose="020B0503020204020204" pitchFamily="34" charset="-122"/>
              </a:rPr>
              <a:t>的模型结构</a:t>
            </a:r>
          </a:p>
        </p:txBody>
      </p:sp>
    </p:spTree>
    <p:extLst>
      <p:ext uri="{BB962C8B-B14F-4D97-AF65-F5344CB8AC3E}">
        <p14:creationId xmlns:p14="http://schemas.microsoft.com/office/powerpoint/2010/main" val="18551890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79</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RMSNorm</a:t>
            </a:r>
            <a:r>
              <a:rPr lang="en-US" altLang="zh-CN" sz="2400" b="1" dirty="0">
                <a:solidFill>
                  <a:srgbClr val="0070C0"/>
                </a:solidFill>
                <a:latin typeface="Microsoft YaHei" panose="020B0503020204020204" pitchFamily="34" charset="-122"/>
                <a:ea typeface="Microsoft YaHei" panose="020B0503020204020204" pitchFamily="34" charset="-122"/>
              </a:rPr>
              <a:t> </a:t>
            </a:r>
            <a:r>
              <a:rPr lang="zh-CN" altLang="en-US" sz="2400" b="1" dirty="0">
                <a:solidFill>
                  <a:srgbClr val="0070C0"/>
                </a:solidFill>
                <a:latin typeface="Microsoft YaHei" panose="020B0503020204020204" pitchFamily="34" charset="-122"/>
                <a:ea typeface="Microsoft YaHei" panose="020B0503020204020204" pitchFamily="34" charset="-122"/>
              </a:rPr>
              <a:t>归一化函数</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5" name="TextBox 14">
            <a:extLst>
              <a:ext uri="{FF2B5EF4-FFF2-40B4-BE49-F238E27FC236}">
                <a16:creationId xmlns:a16="http://schemas.microsoft.com/office/drawing/2014/main" id="{CBC19D19-75A6-1B82-5C5C-AB534F66B199}"/>
              </a:ext>
            </a:extLst>
          </p:cNvPr>
          <p:cNvSpPr txBox="1"/>
          <p:nvPr/>
        </p:nvSpPr>
        <p:spPr>
          <a:xfrm>
            <a:off x="382586" y="1707399"/>
            <a:ext cx="11195049" cy="235846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为了使模型训练过程更加稳定，</a:t>
            </a:r>
            <a:r>
              <a:rPr lang="en-US" altLang="zh-CN" sz="2400" dirty="0">
                <a:latin typeface="Microsoft YaHei" panose="020B0503020204020204" pitchFamily="34" charset="-122"/>
                <a:ea typeface="Microsoft YaHei" panose="020B0503020204020204" pitchFamily="34" charset="-122"/>
              </a:rPr>
              <a:t>GPT-2 </a:t>
            </a:r>
            <a:r>
              <a:rPr lang="zh-CN" altLang="en-US" sz="2400" dirty="0">
                <a:latin typeface="Microsoft YaHei" panose="020B0503020204020204" pitchFamily="34" charset="-122"/>
                <a:ea typeface="Microsoft YaHei" panose="020B0503020204020204" pitchFamily="34" charset="-122"/>
              </a:rPr>
              <a:t>相较于</a:t>
            </a:r>
            <a:r>
              <a:rPr lang="en-US" altLang="zh-CN" sz="2400" dirty="0">
                <a:latin typeface="Microsoft YaHei" panose="020B0503020204020204" pitchFamily="34" charset="-122"/>
                <a:ea typeface="Microsoft YaHei" panose="020B0503020204020204" pitchFamily="34" charset="-122"/>
              </a:rPr>
              <a:t>GPT </a:t>
            </a:r>
            <a:r>
              <a:rPr lang="zh-CN" altLang="en-US" sz="2400" dirty="0">
                <a:latin typeface="Microsoft YaHei" panose="020B0503020204020204" pitchFamily="34" charset="-122"/>
                <a:ea typeface="Microsoft YaHei" panose="020B0503020204020204" pitchFamily="34" charset="-122"/>
              </a:rPr>
              <a:t>引入了前置层归一化方法，将第一个层归一化移动到多头自注意力层之前，将第二个层归一化移动到全连接层之前。同时，残差连接的位置调整到多头自注意力层与全连接层之后。层归一化中也采用了</a:t>
            </a:r>
            <a:r>
              <a:rPr lang="en-US" altLang="zh-CN" sz="2400" dirty="0" err="1">
                <a:latin typeface="Microsoft YaHei" panose="020B0503020204020204" pitchFamily="34" charset="-122"/>
                <a:ea typeface="Microsoft YaHei" panose="020B0503020204020204" pitchFamily="34" charset="-122"/>
              </a:rPr>
              <a:t>RMSNorm</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归一化函数</a:t>
            </a:r>
            <a:r>
              <a:rPr lang="en-US" altLang="zh-CN" sz="2400" dirty="0">
                <a:latin typeface="Microsoft YaHei" panose="020B0503020204020204" pitchFamily="34" charset="-122"/>
                <a:ea typeface="Microsoft YaHei" panose="020B0503020204020204" pitchFamily="34" charset="-122"/>
              </a:rPr>
              <a:t>[49]</a:t>
            </a:r>
            <a:r>
              <a:rPr lang="zh-CN" altLang="en-US" sz="2400" dirty="0">
                <a:latin typeface="Microsoft YaHei" panose="020B0503020204020204" pitchFamily="34" charset="-122"/>
                <a:ea typeface="Microsoft YaHei" panose="020B0503020204020204" pitchFamily="34" charset="-122"/>
              </a:rPr>
              <a:t>。针对输入向量</a:t>
            </a:r>
            <a:r>
              <a:rPr lang="en-US" altLang="zh-CN" sz="2400" dirty="0">
                <a:latin typeface="Microsoft YaHei" panose="020B0503020204020204" pitchFamily="34" charset="-122"/>
                <a:ea typeface="Microsoft YaHei" panose="020B0503020204020204" pitchFamily="34" charset="-122"/>
              </a:rPr>
              <a:t>a</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RMSNorm</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函数计算公式如下：</a:t>
            </a:r>
            <a:endParaRPr lang="en-US" altLang="zh-CN" sz="2400" dirty="0">
              <a:latin typeface="Microsoft YaHei" panose="020B0503020204020204" pitchFamily="34" charset="-122"/>
              <a:ea typeface="Microsoft YaHei" panose="020B0503020204020204" pitchFamily="34" charset="-122"/>
            </a:endParaRPr>
          </a:p>
        </p:txBody>
      </p:sp>
      <p:pic>
        <p:nvPicPr>
          <p:cNvPr id="16" name="Picture 15">
            <a:extLst>
              <a:ext uri="{FF2B5EF4-FFF2-40B4-BE49-F238E27FC236}">
                <a16:creationId xmlns:a16="http://schemas.microsoft.com/office/drawing/2014/main" id="{FA26A5A3-DD8F-8D9D-A235-E22B56AFA4CB}"/>
              </a:ext>
            </a:extLst>
          </p:cNvPr>
          <p:cNvPicPr>
            <a:picLocks noChangeAspect="1"/>
          </p:cNvPicPr>
          <p:nvPr/>
        </p:nvPicPr>
        <p:blipFill>
          <a:blip r:embed="rId3"/>
          <a:stretch>
            <a:fillRect/>
          </a:stretch>
        </p:blipFill>
        <p:spPr>
          <a:xfrm>
            <a:off x="4591050" y="3734731"/>
            <a:ext cx="3009900" cy="1485900"/>
          </a:xfrm>
          <a:prstGeom prst="rect">
            <a:avLst/>
          </a:prstGeom>
        </p:spPr>
      </p:pic>
      <p:sp>
        <p:nvSpPr>
          <p:cNvPr id="18" name="TextBox 17">
            <a:extLst>
              <a:ext uri="{FF2B5EF4-FFF2-40B4-BE49-F238E27FC236}">
                <a16:creationId xmlns:a16="http://schemas.microsoft.com/office/drawing/2014/main" id="{DE9A9085-F4BA-6F28-2C5D-408FF9ADA255}"/>
              </a:ext>
            </a:extLst>
          </p:cNvPr>
          <p:cNvSpPr txBox="1"/>
          <p:nvPr/>
        </p:nvSpPr>
        <p:spPr>
          <a:xfrm>
            <a:off x="436566" y="5376504"/>
            <a:ext cx="11044234" cy="511807"/>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此外，</a:t>
            </a:r>
            <a:r>
              <a:rPr lang="en-US" sz="2400" dirty="0" err="1">
                <a:latin typeface="Microsoft YaHei" panose="020B0503020204020204" pitchFamily="34" charset="-122"/>
                <a:ea typeface="Microsoft YaHei" panose="020B0503020204020204" pitchFamily="34" charset="-122"/>
              </a:rPr>
              <a:t>RMSNorm</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还可以引入可学习的缩放因子 </a:t>
            </a:r>
            <a:r>
              <a:rPr lang="en-US" sz="2400" dirty="0" err="1">
                <a:latin typeface="Microsoft YaHei" panose="020B0503020204020204" pitchFamily="34" charset="-122"/>
                <a:ea typeface="Microsoft YaHei" panose="020B0503020204020204" pitchFamily="34" charset="-122"/>
              </a:rPr>
              <a:t>g</a:t>
            </a:r>
            <a:r>
              <a:rPr lang="en-US" sz="2400" baseline="-25000" dirty="0" err="1">
                <a:latin typeface="Microsoft YaHei" panose="020B0503020204020204" pitchFamily="34" charset="-122"/>
                <a:ea typeface="Microsoft YaHei" panose="020B0503020204020204" pitchFamily="34" charset="-122"/>
              </a:rPr>
              <a:t>i</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和偏移参数 </a:t>
            </a:r>
            <a:r>
              <a:rPr lang="en-US" sz="2400" dirty="0">
                <a:latin typeface="Microsoft YaHei" panose="020B0503020204020204" pitchFamily="34" charset="-122"/>
                <a:ea typeface="Microsoft YaHei" panose="020B0503020204020204" pitchFamily="34" charset="-122"/>
              </a:rPr>
              <a:t>b</a:t>
            </a:r>
            <a:r>
              <a:rPr lang="en-US" sz="2400" baseline="-25000" dirty="0">
                <a:latin typeface="Microsoft YaHei" panose="020B0503020204020204" pitchFamily="34" charset="-122"/>
                <a:ea typeface="Microsoft YaHei" panose="020B0503020204020204" pitchFamily="34" charset="-122"/>
              </a:rPr>
              <a:t>i</a:t>
            </a:r>
            <a:r>
              <a:rPr 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从而得到</a:t>
            </a:r>
          </a:p>
        </p:txBody>
      </p:sp>
      <p:pic>
        <p:nvPicPr>
          <p:cNvPr id="20" name="Picture 19">
            <a:extLst>
              <a:ext uri="{FF2B5EF4-FFF2-40B4-BE49-F238E27FC236}">
                <a16:creationId xmlns:a16="http://schemas.microsoft.com/office/drawing/2014/main" id="{D7A7FBB0-9C09-6C1C-B636-95090EAFB654}"/>
              </a:ext>
            </a:extLst>
          </p:cNvPr>
          <p:cNvPicPr>
            <a:picLocks noChangeAspect="1"/>
          </p:cNvPicPr>
          <p:nvPr/>
        </p:nvPicPr>
        <p:blipFill>
          <a:blip r:embed="rId4"/>
          <a:stretch>
            <a:fillRect/>
          </a:stretch>
        </p:blipFill>
        <p:spPr>
          <a:xfrm>
            <a:off x="579128" y="6038850"/>
            <a:ext cx="2667000" cy="635000"/>
          </a:xfrm>
          <a:prstGeom prst="rect">
            <a:avLst/>
          </a:prstGeom>
        </p:spPr>
      </p:pic>
    </p:spTree>
    <p:extLst>
      <p:ext uri="{BB962C8B-B14F-4D97-AF65-F5344CB8AC3E}">
        <p14:creationId xmlns:p14="http://schemas.microsoft.com/office/powerpoint/2010/main" val="3216848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80</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RMSNorm</a:t>
            </a:r>
            <a:r>
              <a:rPr lang="en-US" altLang="zh-CN" sz="2400" b="1" dirty="0">
                <a:solidFill>
                  <a:srgbClr val="0070C0"/>
                </a:solidFill>
                <a:latin typeface="Microsoft YaHei" panose="020B0503020204020204" pitchFamily="34" charset="-122"/>
                <a:ea typeface="Microsoft YaHei" panose="020B0503020204020204" pitchFamily="34" charset="-122"/>
              </a:rPr>
              <a:t> </a:t>
            </a:r>
            <a:r>
              <a:rPr lang="zh-CN" altLang="en-US" sz="2400" b="1" dirty="0">
                <a:solidFill>
                  <a:srgbClr val="0070C0"/>
                </a:solidFill>
                <a:latin typeface="Microsoft YaHei" panose="020B0503020204020204" pitchFamily="34" charset="-122"/>
                <a:ea typeface="Microsoft YaHei" panose="020B0503020204020204" pitchFamily="34" charset="-122"/>
              </a:rPr>
              <a:t>归一化函数</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4A9B80BA-5CCF-4915-07A4-A2AF27C8F0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3893" y="1880766"/>
            <a:ext cx="8604250" cy="4161620"/>
          </a:xfrm>
          <a:prstGeom prst="rect">
            <a:avLst/>
          </a:prstGeom>
        </p:spPr>
      </p:pic>
    </p:spTree>
    <p:extLst>
      <p:ext uri="{BB962C8B-B14F-4D97-AF65-F5344CB8AC3E}">
        <p14:creationId xmlns:p14="http://schemas.microsoft.com/office/powerpoint/2010/main" val="9608675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81</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SwiGLU</a:t>
            </a:r>
            <a:r>
              <a:rPr lang="en-US" altLang="zh-CN" sz="2400" b="1" dirty="0">
                <a:solidFill>
                  <a:srgbClr val="0070C0"/>
                </a:solidFill>
                <a:latin typeface="Microsoft YaHei" panose="020B0503020204020204" pitchFamily="34" charset="-122"/>
                <a:ea typeface="Microsoft YaHei" panose="020B0503020204020204" pitchFamily="34" charset="-122"/>
              </a:rPr>
              <a:t> </a:t>
            </a:r>
            <a:r>
              <a:rPr lang="zh-CN" altLang="en-US" sz="2400" b="1" dirty="0">
                <a:solidFill>
                  <a:srgbClr val="0070C0"/>
                </a:solidFill>
                <a:latin typeface="Microsoft YaHei" panose="020B0503020204020204" pitchFamily="34" charset="-122"/>
                <a:ea typeface="Microsoft YaHei" panose="020B0503020204020204" pitchFamily="34" charset="-122"/>
              </a:rPr>
              <a:t>激活函数</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5" name="TextBox 14">
            <a:extLst>
              <a:ext uri="{FF2B5EF4-FFF2-40B4-BE49-F238E27FC236}">
                <a16:creationId xmlns:a16="http://schemas.microsoft.com/office/drawing/2014/main" id="{CBC19D19-75A6-1B82-5C5C-AB534F66B199}"/>
              </a:ext>
            </a:extLst>
          </p:cNvPr>
          <p:cNvSpPr txBox="1"/>
          <p:nvPr/>
        </p:nvSpPr>
        <p:spPr>
          <a:xfrm>
            <a:off x="382586" y="1707399"/>
            <a:ext cx="11195049" cy="1896801"/>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SwiGLU</a:t>
            </a:r>
            <a:r>
              <a:rPr lang="zh-CN" altLang="en-US" sz="2400" dirty="0">
                <a:latin typeface="Microsoft YaHei" panose="020B0503020204020204" pitchFamily="34" charset="-122"/>
                <a:ea typeface="Microsoft YaHei" panose="020B0503020204020204" pitchFamily="34" charset="-122"/>
              </a:rPr>
              <a:t> 激活函数是</a:t>
            </a:r>
            <a:r>
              <a:rPr lang="en-US" altLang="zh-CN" sz="2400" dirty="0" err="1">
                <a:latin typeface="Microsoft YaHei" panose="020B0503020204020204" pitchFamily="34" charset="-122"/>
                <a:ea typeface="Microsoft YaHei" panose="020B0503020204020204" pitchFamily="34" charset="-122"/>
              </a:rPr>
              <a:t>Shazeer</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在文献</a:t>
            </a:r>
            <a:r>
              <a:rPr lang="en-US" altLang="zh-CN" sz="2400" dirty="0">
                <a:latin typeface="Microsoft YaHei" panose="020B0503020204020204" pitchFamily="34" charset="-122"/>
                <a:ea typeface="Microsoft YaHei" panose="020B0503020204020204" pitchFamily="34" charset="-122"/>
              </a:rPr>
              <a:t>[50] </a:t>
            </a:r>
            <a:r>
              <a:rPr lang="zh-CN" altLang="en-US" sz="2400" dirty="0">
                <a:latin typeface="Microsoft YaHei" panose="020B0503020204020204" pitchFamily="34" charset="-122"/>
                <a:ea typeface="Microsoft YaHei" panose="020B0503020204020204" pitchFamily="34" charset="-122"/>
              </a:rPr>
              <a:t>中提出的，在</a:t>
            </a:r>
            <a:r>
              <a:rPr lang="en-US" altLang="zh-CN" sz="2400" dirty="0" err="1">
                <a:latin typeface="Microsoft YaHei" panose="020B0503020204020204" pitchFamily="34" charset="-122"/>
                <a:ea typeface="Microsoft YaHei" panose="020B0503020204020204" pitchFamily="34" charset="-122"/>
              </a:rPr>
              <a:t>PaLM</a:t>
            </a:r>
            <a:r>
              <a:rPr lang="en-US" altLang="zh-CN" sz="2400" dirty="0">
                <a:latin typeface="Microsoft YaHei" panose="020B0503020204020204" pitchFamily="34" charset="-122"/>
                <a:ea typeface="Microsoft YaHei" panose="020B0503020204020204" pitchFamily="34" charset="-122"/>
              </a:rPr>
              <a:t>[14] </a:t>
            </a:r>
            <a:r>
              <a:rPr lang="zh-CN" altLang="en-US" sz="2400" dirty="0">
                <a:latin typeface="Microsoft YaHei" panose="020B0503020204020204" pitchFamily="34" charset="-122"/>
                <a:ea typeface="Microsoft YaHei" panose="020B0503020204020204" pitchFamily="34" charset="-122"/>
              </a:rPr>
              <a:t>等模型中进行了广泛应用，并且取得了不错的效果，相较于</a:t>
            </a:r>
            <a:r>
              <a:rPr lang="en-US" altLang="zh-CN" sz="2400" dirty="0" err="1">
                <a:latin typeface="Microsoft YaHei" panose="020B0503020204020204" pitchFamily="34" charset="-122"/>
                <a:ea typeface="Microsoft YaHei" panose="020B0503020204020204" pitchFamily="34" charset="-122"/>
              </a:rPr>
              <a:t>ReLU</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函数在大部分评测中都有不少提升。在</a:t>
            </a: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中，全连接层使用带有</a:t>
            </a:r>
            <a:r>
              <a:rPr lang="en-US" altLang="zh-CN" sz="2400" dirty="0" err="1">
                <a:latin typeface="Microsoft YaHei" panose="020B0503020204020204" pitchFamily="34" charset="-122"/>
                <a:ea typeface="Microsoft YaHei" panose="020B0503020204020204" pitchFamily="34" charset="-122"/>
              </a:rPr>
              <a:t>SwiGLU</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激活函数的</a:t>
            </a:r>
            <a:r>
              <a:rPr lang="en-US" altLang="zh-CN" sz="2400" dirty="0">
                <a:latin typeface="Microsoft YaHei" panose="020B0503020204020204" pitchFamily="34" charset="-122"/>
                <a:ea typeface="Microsoft YaHei" panose="020B0503020204020204" pitchFamily="34" charset="-122"/>
              </a:rPr>
              <a:t>FFN</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Position-wise Feed-Forward Network</a:t>
            </a:r>
            <a:r>
              <a:rPr lang="zh-CN" altLang="en-US" sz="2400" dirty="0">
                <a:latin typeface="Microsoft YaHei" panose="020B0503020204020204" pitchFamily="34" charset="-122"/>
                <a:ea typeface="Microsoft YaHei" panose="020B0503020204020204" pitchFamily="34" charset="-122"/>
              </a:rPr>
              <a:t>）的计算公式如下：</a:t>
            </a:r>
            <a:endParaRPr lang="en-US" altLang="zh-CN" sz="2400"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8EE73AC6-C01F-31B2-6B25-A858EF0ADD46}"/>
              </a:ext>
            </a:extLst>
          </p:cNvPr>
          <p:cNvPicPr>
            <a:picLocks noChangeAspect="1"/>
          </p:cNvPicPr>
          <p:nvPr/>
        </p:nvPicPr>
        <p:blipFill>
          <a:blip r:embed="rId3"/>
          <a:stretch>
            <a:fillRect/>
          </a:stretch>
        </p:blipFill>
        <p:spPr>
          <a:xfrm>
            <a:off x="2855686" y="4214585"/>
            <a:ext cx="6858000" cy="1244600"/>
          </a:xfrm>
          <a:prstGeom prst="rect">
            <a:avLst/>
          </a:prstGeom>
        </p:spPr>
      </p:pic>
      <p:sp>
        <p:nvSpPr>
          <p:cNvPr id="5" name="TextBox 4">
            <a:extLst>
              <a:ext uri="{FF2B5EF4-FFF2-40B4-BE49-F238E27FC236}">
                <a16:creationId xmlns:a16="http://schemas.microsoft.com/office/drawing/2014/main" id="{42D1D5B3-D74A-E09A-D7C2-D4528B6C80A1}"/>
              </a:ext>
            </a:extLst>
          </p:cNvPr>
          <p:cNvSpPr txBox="1"/>
          <p:nvPr/>
        </p:nvSpPr>
        <p:spPr>
          <a:xfrm>
            <a:off x="502022" y="5803004"/>
            <a:ext cx="6096000" cy="461665"/>
          </a:xfrm>
          <a:prstGeom prst="rect">
            <a:avLst/>
          </a:prstGeom>
          <a:noFill/>
        </p:spPr>
        <p:txBody>
          <a:bodyPr wrap="square">
            <a:spAutoFit/>
          </a:bodyPr>
          <a:lstStyle/>
          <a:p>
            <a:r>
              <a:rPr lang="el-GR" sz="2400" dirty="0">
                <a:latin typeface="Microsoft YaHei" panose="020B0503020204020204" pitchFamily="34" charset="-122"/>
                <a:ea typeface="Microsoft YaHei" panose="020B0503020204020204" pitchFamily="34" charset="-122"/>
              </a:rPr>
              <a:t>σ(</a:t>
            </a:r>
            <a:r>
              <a:rPr lang="en-US" sz="2400" dirty="0">
                <a:latin typeface="Microsoft YaHei" panose="020B0503020204020204" pitchFamily="34" charset="-122"/>
                <a:ea typeface="Microsoft YaHei" panose="020B0503020204020204" pitchFamily="34" charset="-122"/>
              </a:rPr>
              <a:t>x) </a:t>
            </a:r>
            <a:r>
              <a:rPr lang="zh-CN" altLang="en-US" sz="2400" dirty="0">
                <a:latin typeface="Microsoft YaHei" panose="020B0503020204020204" pitchFamily="34" charset="-122"/>
                <a:ea typeface="Microsoft YaHei" panose="020B0503020204020204" pitchFamily="34" charset="-122"/>
              </a:rPr>
              <a:t>是</a:t>
            </a:r>
            <a:r>
              <a:rPr lang="en-US" sz="2400" dirty="0">
                <a:latin typeface="Microsoft YaHei" panose="020B0503020204020204" pitchFamily="34" charset="-122"/>
                <a:ea typeface="Microsoft YaHei" panose="020B0503020204020204" pitchFamily="34" charset="-122"/>
              </a:rPr>
              <a:t>Sigmoid </a:t>
            </a:r>
            <a:r>
              <a:rPr lang="zh-CN" altLang="en-US" sz="2400" dirty="0">
                <a:latin typeface="Microsoft YaHei" panose="020B0503020204020204" pitchFamily="34" charset="-122"/>
                <a:ea typeface="Microsoft YaHei" panose="020B0503020204020204" pitchFamily="34" charset="-122"/>
              </a:rPr>
              <a:t>函数</a:t>
            </a:r>
          </a:p>
        </p:txBody>
      </p:sp>
    </p:spTree>
    <p:extLst>
      <p:ext uri="{BB962C8B-B14F-4D97-AF65-F5344CB8AC3E}">
        <p14:creationId xmlns:p14="http://schemas.microsoft.com/office/powerpoint/2010/main" val="24416420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82</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SwiGLU</a:t>
            </a:r>
            <a:r>
              <a:rPr lang="en-US" altLang="zh-CN" sz="2400" b="1" dirty="0">
                <a:solidFill>
                  <a:srgbClr val="0070C0"/>
                </a:solidFill>
                <a:latin typeface="Microsoft YaHei" panose="020B0503020204020204" pitchFamily="34" charset="-122"/>
                <a:ea typeface="Microsoft YaHei" panose="020B0503020204020204" pitchFamily="34" charset="-122"/>
              </a:rPr>
              <a:t> </a:t>
            </a:r>
            <a:r>
              <a:rPr lang="zh-CN" altLang="en-US" sz="2400" b="1" dirty="0">
                <a:solidFill>
                  <a:srgbClr val="0070C0"/>
                </a:solidFill>
                <a:latin typeface="Microsoft YaHei" panose="020B0503020204020204" pitchFamily="34" charset="-122"/>
                <a:ea typeface="Microsoft YaHei" panose="020B0503020204020204" pitchFamily="34" charset="-122"/>
              </a:rPr>
              <a:t>激活函数</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3" name="TextBox 12">
            <a:extLst>
              <a:ext uri="{FF2B5EF4-FFF2-40B4-BE49-F238E27FC236}">
                <a16:creationId xmlns:a16="http://schemas.microsoft.com/office/drawing/2014/main" id="{7FF99D76-2BEA-893E-17E7-5F16A1645AA8}"/>
              </a:ext>
            </a:extLst>
          </p:cNvPr>
          <p:cNvSpPr txBox="1"/>
          <p:nvPr/>
        </p:nvSpPr>
        <p:spPr>
          <a:xfrm>
            <a:off x="382587" y="1582818"/>
            <a:ext cx="11377612" cy="189680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图</a:t>
            </a:r>
            <a:r>
              <a:rPr lang="en-US" altLang="zh-CN" sz="2400" dirty="0">
                <a:latin typeface="Microsoft YaHei" panose="020B0503020204020204" pitchFamily="34" charset="-122"/>
                <a:ea typeface="Microsoft YaHei" panose="020B0503020204020204" pitchFamily="34" charset="-122"/>
              </a:rPr>
              <a:t>2.5 </a:t>
            </a:r>
            <a:r>
              <a:rPr lang="zh-CN" altLang="en-US" sz="2400" dirty="0">
                <a:latin typeface="Microsoft YaHei" panose="020B0503020204020204" pitchFamily="34" charset="-122"/>
                <a:ea typeface="Microsoft YaHei" panose="020B0503020204020204" pitchFamily="34" charset="-122"/>
              </a:rPr>
              <a:t>给出了</a:t>
            </a:r>
            <a:r>
              <a:rPr lang="en-US" sz="2400" dirty="0">
                <a:latin typeface="Microsoft YaHei" panose="020B0503020204020204" pitchFamily="34" charset="-122"/>
                <a:ea typeface="Microsoft YaHei" panose="020B0503020204020204" pitchFamily="34" charset="-122"/>
              </a:rPr>
              <a:t>Swish </a:t>
            </a:r>
            <a:r>
              <a:rPr lang="zh-CN" altLang="en-US" sz="2400" dirty="0">
                <a:latin typeface="Microsoft YaHei" panose="020B0503020204020204" pitchFamily="34" charset="-122"/>
                <a:ea typeface="Microsoft YaHei" panose="020B0503020204020204" pitchFamily="34" charset="-122"/>
              </a:rPr>
              <a:t>激活函数在参数</a:t>
            </a:r>
            <a:r>
              <a:rPr lang="el-GR" sz="2400" dirty="0">
                <a:latin typeface="Microsoft YaHei" panose="020B0503020204020204" pitchFamily="34" charset="-122"/>
                <a:ea typeface="Microsoft YaHei" panose="020B0503020204020204" pitchFamily="34" charset="-122"/>
              </a:rPr>
              <a:t>β </a:t>
            </a:r>
            <a:r>
              <a:rPr lang="zh-CN" altLang="en-US" sz="2400" dirty="0">
                <a:latin typeface="Microsoft YaHei" panose="020B0503020204020204" pitchFamily="34" charset="-122"/>
                <a:ea typeface="Microsoft YaHei" panose="020B0503020204020204" pitchFamily="34" charset="-122"/>
              </a:rPr>
              <a:t>不同取值下的形状。可以看到，当</a:t>
            </a:r>
            <a:r>
              <a:rPr lang="el-GR" sz="2400" dirty="0">
                <a:latin typeface="Microsoft YaHei" panose="020B0503020204020204" pitchFamily="34" charset="-122"/>
                <a:ea typeface="Microsoft YaHei" panose="020B0503020204020204" pitchFamily="34" charset="-122"/>
              </a:rPr>
              <a:t>β </a:t>
            </a:r>
            <a:r>
              <a:rPr lang="zh-CN" altLang="en-US" sz="2400" dirty="0">
                <a:latin typeface="Microsoft YaHei" panose="020B0503020204020204" pitchFamily="34" charset="-122"/>
                <a:ea typeface="Microsoft YaHei" panose="020B0503020204020204" pitchFamily="34" charset="-122"/>
              </a:rPr>
              <a:t>趋近于</a:t>
            </a:r>
            <a:r>
              <a:rPr lang="en-US" altLang="zh-CN" sz="2400" dirty="0">
                <a:latin typeface="Microsoft YaHei" panose="020B0503020204020204" pitchFamily="34" charset="-122"/>
                <a:ea typeface="Microsoft YaHei" panose="020B0503020204020204" pitchFamily="34" charset="-122"/>
              </a:rPr>
              <a:t>0 </a:t>
            </a:r>
            <a:r>
              <a:rPr lang="zh-CN" altLang="en-US" sz="2400" dirty="0">
                <a:latin typeface="Microsoft YaHei" panose="020B0503020204020204" pitchFamily="34" charset="-122"/>
                <a:ea typeface="Microsoft YaHei" panose="020B0503020204020204" pitchFamily="34" charset="-122"/>
              </a:rPr>
              <a:t>时，</a:t>
            </a:r>
            <a:r>
              <a:rPr lang="en-US" sz="2400" dirty="0">
                <a:latin typeface="Microsoft YaHei" panose="020B0503020204020204" pitchFamily="34" charset="-122"/>
                <a:ea typeface="Microsoft YaHei" panose="020B0503020204020204" pitchFamily="34" charset="-122"/>
              </a:rPr>
              <a:t>Swish </a:t>
            </a:r>
            <a:r>
              <a:rPr lang="zh-CN" altLang="en-US" sz="2400" dirty="0">
                <a:latin typeface="Microsoft YaHei" panose="020B0503020204020204" pitchFamily="34" charset="-122"/>
                <a:ea typeface="Microsoft YaHei" panose="020B0503020204020204" pitchFamily="34" charset="-122"/>
              </a:rPr>
              <a:t>函数趋近于线性函数</a:t>
            </a:r>
            <a:r>
              <a:rPr lang="en-US" sz="2400" dirty="0">
                <a:latin typeface="Microsoft YaHei" panose="020B0503020204020204" pitchFamily="34" charset="-122"/>
                <a:ea typeface="Microsoft YaHei" panose="020B0503020204020204" pitchFamily="34" charset="-122"/>
              </a:rPr>
              <a:t>y = x；</a:t>
            </a:r>
            <a:r>
              <a:rPr lang="zh-CN" altLang="en-US" sz="2400" dirty="0">
                <a:latin typeface="Microsoft YaHei" panose="020B0503020204020204" pitchFamily="34" charset="-122"/>
                <a:ea typeface="Microsoft YaHei" panose="020B0503020204020204" pitchFamily="34" charset="-122"/>
              </a:rPr>
              <a:t>当</a:t>
            </a:r>
            <a:r>
              <a:rPr lang="el-GR" sz="2400" dirty="0">
                <a:latin typeface="Microsoft YaHei" panose="020B0503020204020204" pitchFamily="34" charset="-122"/>
                <a:ea typeface="Microsoft YaHei" panose="020B0503020204020204" pitchFamily="34" charset="-122"/>
              </a:rPr>
              <a:t>β </a:t>
            </a:r>
            <a:r>
              <a:rPr lang="zh-CN" altLang="en-US" sz="2400" dirty="0">
                <a:latin typeface="Microsoft YaHei" panose="020B0503020204020204" pitchFamily="34" charset="-122"/>
                <a:ea typeface="Microsoft YaHei" panose="020B0503020204020204" pitchFamily="34" charset="-122"/>
              </a:rPr>
              <a:t>趋近于无穷大时，</a:t>
            </a:r>
            <a:r>
              <a:rPr lang="en-US" sz="2400" dirty="0">
                <a:latin typeface="Microsoft YaHei" panose="020B0503020204020204" pitchFamily="34" charset="-122"/>
                <a:ea typeface="Microsoft YaHei" panose="020B0503020204020204" pitchFamily="34" charset="-122"/>
              </a:rPr>
              <a:t>Swish </a:t>
            </a:r>
            <a:r>
              <a:rPr lang="zh-CN" altLang="en-US" sz="2400" dirty="0">
                <a:latin typeface="Microsoft YaHei" panose="020B0503020204020204" pitchFamily="34" charset="-122"/>
                <a:ea typeface="Microsoft YaHei" panose="020B0503020204020204" pitchFamily="34" charset="-122"/>
              </a:rPr>
              <a:t>函数趋近于</a:t>
            </a:r>
            <a:r>
              <a:rPr lang="en-US" sz="2400" dirty="0" err="1">
                <a:latin typeface="Microsoft YaHei" panose="020B0503020204020204" pitchFamily="34" charset="-122"/>
                <a:ea typeface="Microsoft YaHei" panose="020B0503020204020204" pitchFamily="34" charset="-122"/>
              </a:rPr>
              <a:t>ReLU</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函数；当</a:t>
            </a:r>
            <a:r>
              <a:rPr lang="el-GR" sz="2400" dirty="0">
                <a:latin typeface="Microsoft YaHei" panose="020B0503020204020204" pitchFamily="34" charset="-122"/>
                <a:ea typeface="Microsoft YaHei" panose="020B0503020204020204" pitchFamily="34" charset="-122"/>
              </a:rPr>
              <a:t>β </a:t>
            </a:r>
            <a:r>
              <a:rPr lang="zh-CN" altLang="en-US" sz="2400" dirty="0">
                <a:latin typeface="Microsoft YaHei" panose="020B0503020204020204" pitchFamily="34" charset="-122"/>
                <a:ea typeface="Microsoft YaHei" panose="020B0503020204020204" pitchFamily="34" charset="-122"/>
              </a:rPr>
              <a:t>取值为</a:t>
            </a:r>
            <a:r>
              <a:rPr lang="en-US" altLang="zh-CN" sz="2400" dirty="0">
                <a:latin typeface="Microsoft YaHei" panose="020B0503020204020204" pitchFamily="34" charset="-122"/>
                <a:ea typeface="Microsoft YaHei" panose="020B0503020204020204" pitchFamily="34" charset="-122"/>
              </a:rPr>
              <a:t>1 </a:t>
            </a:r>
            <a:r>
              <a:rPr lang="zh-CN" altLang="en-US" sz="2400" dirty="0">
                <a:latin typeface="Microsoft YaHei" panose="020B0503020204020204" pitchFamily="34" charset="-122"/>
                <a:ea typeface="Microsoft YaHei" panose="020B0503020204020204" pitchFamily="34" charset="-122"/>
              </a:rPr>
              <a:t>时，</a:t>
            </a:r>
            <a:r>
              <a:rPr lang="en-US" sz="2400" dirty="0">
                <a:latin typeface="Microsoft YaHei" panose="020B0503020204020204" pitchFamily="34" charset="-122"/>
                <a:ea typeface="Microsoft YaHei" panose="020B0503020204020204" pitchFamily="34" charset="-122"/>
              </a:rPr>
              <a:t>Swish </a:t>
            </a:r>
            <a:r>
              <a:rPr lang="zh-CN" altLang="en-US" sz="2400" dirty="0">
                <a:latin typeface="Microsoft YaHei" panose="020B0503020204020204" pitchFamily="34" charset="-122"/>
                <a:ea typeface="Microsoft YaHei" panose="020B0503020204020204" pitchFamily="34" charset="-122"/>
              </a:rPr>
              <a:t>函数是光滑且非单调的。在</a:t>
            </a:r>
            <a:r>
              <a:rPr lang="en-US" sz="2400" dirty="0" err="1">
                <a:latin typeface="Microsoft YaHei" panose="020B0503020204020204" pitchFamily="34" charset="-122"/>
                <a:ea typeface="Microsoft YaHei" panose="020B0503020204020204" pitchFamily="34" charset="-122"/>
              </a:rPr>
              <a:t>HuggingFace</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a:t>
            </a:r>
            <a:r>
              <a:rPr lang="en-US" sz="2400" dirty="0">
                <a:latin typeface="Microsoft YaHei" panose="020B0503020204020204" pitchFamily="34" charset="-122"/>
                <a:ea typeface="Microsoft YaHei" panose="020B0503020204020204" pitchFamily="34" charset="-122"/>
              </a:rPr>
              <a:t>transformer</a:t>
            </a:r>
            <a:r>
              <a:rPr lang="zh-CN" altLang="en-US" sz="2400" dirty="0">
                <a:latin typeface="Microsoft YaHei" panose="020B0503020204020204" pitchFamily="34" charset="-122"/>
                <a:ea typeface="Microsoft YaHei" panose="020B0503020204020204" pitchFamily="34" charset="-122"/>
              </a:rPr>
              <a:t>库中</a:t>
            </a:r>
            <a:r>
              <a:rPr lang="en-US" sz="2400" dirty="0">
                <a:latin typeface="Microsoft YaHei" panose="020B0503020204020204" pitchFamily="34" charset="-122"/>
                <a:ea typeface="Microsoft YaHei" panose="020B0503020204020204" pitchFamily="34" charset="-122"/>
              </a:rPr>
              <a:t>Swish </a:t>
            </a:r>
            <a:r>
              <a:rPr lang="zh-CN" altLang="en-US" sz="2400" dirty="0">
                <a:latin typeface="Microsoft YaHei" panose="020B0503020204020204" pitchFamily="34" charset="-122"/>
                <a:ea typeface="Microsoft YaHei" panose="020B0503020204020204" pitchFamily="34" charset="-122"/>
              </a:rPr>
              <a:t>函数被</a:t>
            </a:r>
            <a:r>
              <a:rPr lang="en-US" sz="2400" dirty="0" err="1">
                <a:latin typeface="Microsoft YaHei" panose="020B0503020204020204" pitchFamily="34" charset="-122"/>
                <a:ea typeface="Microsoft YaHei" panose="020B0503020204020204" pitchFamily="34" charset="-122"/>
              </a:rPr>
              <a:t>SiLU</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函数</a:t>
            </a:r>
            <a:r>
              <a:rPr lang="en-US" altLang="zh-CN" sz="2400" dirty="0">
                <a:latin typeface="Microsoft YaHei" panose="020B0503020204020204" pitchFamily="34" charset="-122"/>
                <a:ea typeface="Microsoft YaHei" panose="020B0503020204020204" pitchFamily="34" charset="-122"/>
              </a:rPr>
              <a:t>[51] </a:t>
            </a:r>
            <a:r>
              <a:rPr lang="zh-CN" altLang="en-US" sz="2400" dirty="0">
                <a:latin typeface="Microsoft YaHei" panose="020B0503020204020204" pitchFamily="34" charset="-122"/>
                <a:ea typeface="Microsoft YaHei" panose="020B0503020204020204" pitchFamily="34" charset="-122"/>
              </a:rPr>
              <a:t>代替</a:t>
            </a:r>
            <a:r>
              <a:rPr lang="zh-CN" altLang="en-US" dirty="0">
                <a:effectLst/>
                <a:latin typeface="Helvetica" pitchFamily="2" charset="0"/>
              </a:rPr>
              <a:t>。</a:t>
            </a:r>
          </a:p>
        </p:txBody>
      </p:sp>
      <p:pic>
        <p:nvPicPr>
          <p:cNvPr id="17" name="Picture 16">
            <a:extLst>
              <a:ext uri="{FF2B5EF4-FFF2-40B4-BE49-F238E27FC236}">
                <a16:creationId xmlns:a16="http://schemas.microsoft.com/office/drawing/2014/main" id="{003FD834-14E2-C205-3709-6403F6AEA9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1" y="3451184"/>
            <a:ext cx="5029199" cy="3381243"/>
          </a:xfrm>
          <a:prstGeom prst="rect">
            <a:avLst/>
          </a:prstGeom>
        </p:spPr>
      </p:pic>
    </p:spTree>
    <p:extLst>
      <p:ext uri="{BB962C8B-B14F-4D97-AF65-F5344CB8AC3E}">
        <p14:creationId xmlns:p14="http://schemas.microsoft.com/office/powerpoint/2010/main" val="26582407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83</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RoPE</a:t>
            </a:r>
            <a:r>
              <a:rPr lang="zh-CN" altLang="en-US" sz="2400" b="1" dirty="0">
                <a:solidFill>
                  <a:srgbClr val="0070C0"/>
                </a:solidFill>
                <a:latin typeface="Microsoft YaHei" panose="020B0503020204020204" pitchFamily="34" charset="-122"/>
                <a:ea typeface="Microsoft YaHei" panose="020B0503020204020204" pitchFamily="34" charset="-122"/>
              </a:rPr>
              <a:t> 位置嵌入</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5" name="TextBox 14">
            <a:extLst>
              <a:ext uri="{FF2B5EF4-FFF2-40B4-BE49-F238E27FC236}">
                <a16:creationId xmlns:a16="http://schemas.microsoft.com/office/drawing/2014/main" id="{CBC19D19-75A6-1B82-5C5C-AB534F66B199}"/>
              </a:ext>
            </a:extLst>
          </p:cNvPr>
          <p:cNvSpPr txBox="1"/>
          <p:nvPr/>
        </p:nvSpPr>
        <p:spPr>
          <a:xfrm>
            <a:off x="382586" y="1707399"/>
            <a:ext cx="11195049"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在位置编码上，使用旋转位置嵌入</a:t>
            </a:r>
            <a:r>
              <a:rPr lang="en-US" altLang="zh-CN" sz="2400" dirty="0">
                <a:latin typeface="Microsoft YaHei" panose="020B0503020204020204" pitchFamily="34" charset="-122"/>
                <a:ea typeface="Microsoft YaHei" panose="020B0503020204020204" pitchFamily="34" charset="-122"/>
              </a:rPr>
              <a:t>[52] </a:t>
            </a:r>
            <a:r>
              <a:rPr lang="zh-CN" altLang="en-US" sz="2400" dirty="0">
                <a:latin typeface="Microsoft YaHei" panose="020B0503020204020204" pitchFamily="34" charset="-122"/>
                <a:ea typeface="Microsoft YaHei" panose="020B0503020204020204" pitchFamily="34" charset="-122"/>
              </a:rPr>
              <a:t>代替原有的绝对位置编码。</a:t>
            </a:r>
            <a:r>
              <a:rPr lang="en-US" altLang="zh-CN" sz="2400" dirty="0" err="1">
                <a:latin typeface="Microsoft YaHei" panose="020B0503020204020204" pitchFamily="34" charset="-122"/>
                <a:ea typeface="Microsoft YaHei" panose="020B0503020204020204" pitchFamily="34" charset="-122"/>
              </a:rPr>
              <a:t>RoPE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借助复数的思想，出发点是通过绝对位置编码的方式实现相对位置编码。其目标是通过下述运算给</a:t>
            </a:r>
            <a:r>
              <a:rPr lang="en-US" altLang="zh-CN" sz="2400" dirty="0">
                <a:latin typeface="Microsoft YaHei" panose="020B0503020204020204" pitchFamily="34" charset="-122"/>
                <a:ea typeface="Microsoft YaHei" panose="020B0503020204020204" pitchFamily="34" charset="-122"/>
              </a:rPr>
              <a:t>q, k </a:t>
            </a:r>
            <a:r>
              <a:rPr lang="zh-CN" altLang="en-US" sz="2400" dirty="0">
                <a:latin typeface="Microsoft YaHei" panose="020B0503020204020204" pitchFamily="34" charset="-122"/>
                <a:ea typeface="Microsoft YaHei" panose="020B0503020204020204" pitchFamily="34" charset="-122"/>
              </a:rPr>
              <a:t>添加绝对位置信息：</a:t>
            </a:r>
            <a:endParaRPr lang="en-US" altLang="zh-CN" sz="2400" dirty="0">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7CC45592-8454-721F-88BB-4C43B0B0534C}"/>
              </a:ext>
            </a:extLst>
          </p:cNvPr>
          <p:cNvPicPr>
            <a:picLocks noChangeAspect="1"/>
          </p:cNvPicPr>
          <p:nvPr/>
        </p:nvPicPr>
        <p:blipFill>
          <a:blip r:embed="rId3"/>
          <a:stretch>
            <a:fillRect/>
          </a:stretch>
        </p:blipFill>
        <p:spPr>
          <a:xfrm>
            <a:off x="4311650" y="3238500"/>
            <a:ext cx="3568700" cy="381000"/>
          </a:xfrm>
          <a:prstGeom prst="rect">
            <a:avLst/>
          </a:prstGeom>
        </p:spPr>
      </p:pic>
      <p:sp>
        <p:nvSpPr>
          <p:cNvPr id="16" name="TextBox 15">
            <a:extLst>
              <a:ext uri="{FF2B5EF4-FFF2-40B4-BE49-F238E27FC236}">
                <a16:creationId xmlns:a16="http://schemas.microsoft.com/office/drawing/2014/main" id="{1BE0D494-035D-2379-2B96-DC5DF26EA82B}"/>
              </a:ext>
            </a:extLst>
          </p:cNvPr>
          <p:cNvSpPr txBox="1"/>
          <p:nvPr/>
        </p:nvSpPr>
        <p:spPr>
          <a:xfrm>
            <a:off x="382585" y="4426086"/>
            <a:ext cx="10024157" cy="461665"/>
          </a:xfrm>
          <a:prstGeom prst="rect">
            <a:avLst/>
          </a:prstGeom>
          <a:noFill/>
        </p:spPr>
        <p:txBody>
          <a:bodyPr wrap="square">
            <a:spAutoFit/>
          </a:bodyPr>
          <a:lstStyle/>
          <a:p>
            <a:r>
              <a:rPr lang="zh-CN" altLang="en-US" sz="2400" dirty="0">
                <a:latin typeface="Microsoft YaHei" panose="020B0503020204020204" pitchFamily="34" charset="-122"/>
                <a:ea typeface="Microsoft YaHei" panose="020B0503020204020204" pitchFamily="34" charset="-122"/>
              </a:rPr>
              <a:t>经过上述操作，        和         就带有了位置</a:t>
            </a:r>
            <a:r>
              <a:rPr lang="en-US" sz="2400" dirty="0">
                <a:latin typeface="Microsoft YaHei" panose="020B0503020204020204" pitchFamily="34" charset="-122"/>
                <a:ea typeface="Microsoft YaHei" panose="020B0503020204020204" pitchFamily="34" charset="-122"/>
              </a:rPr>
              <a:t>m </a:t>
            </a:r>
            <a:r>
              <a:rPr lang="zh-CN" altLang="en-US" sz="2400" dirty="0">
                <a:latin typeface="Microsoft YaHei" panose="020B0503020204020204" pitchFamily="34" charset="-122"/>
                <a:ea typeface="Microsoft YaHei" panose="020B0503020204020204" pitchFamily="34" charset="-122"/>
              </a:rPr>
              <a:t>和</a:t>
            </a:r>
            <a:r>
              <a:rPr lang="en-US" sz="2400" dirty="0">
                <a:latin typeface="Microsoft YaHei" panose="020B0503020204020204" pitchFamily="34" charset="-122"/>
                <a:ea typeface="Microsoft YaHei" panose="020B0503020204020204" pitchFamily="34" charset="-122"/>
              </a:rPr>
              <a:t>n </a:t>
            </a:r>
            <a:r>
              <a:rPr lang="zh-CN" altLang="en-US" sz="2400" dirty="0">
                <a:latin typeface="Microsoft YaHei" panose="020B0503020204020204" pitchFamily="34" charset="-122"/>
                <a:ea typeface="Microsoft YaHei" panose="020B0503020204020204" pitchFamily="34" charset="-122"/>
              </a:rPr>
              <a:t>的绝对位置信息。</a:t>
            </a:r>
          </a:p>
        </p:txBody>
      </p:sp>
      <p:pic>
        <p:nvPicPr>
          <p:cNvPr id="17" name="Picture 16">
            <a:extLst>
              <a:ext uri="{FF2B5EF4-FFF2-40B4-BE49-F238E27FC236}">
                <a16:creationId xmlns:a16="http://schemas.microsoft.com/office/drawing/2014/main" id="{00D4822C-D482-FD92-15F4-BB00F6EF3468}"/>
              </a:ext>
            </a:extLst>
          </p:cNvPr>
          <p:cNvPicPr>
            <a:picLocks noChangeAspect="1"/>
          </p:cNvPicPr>
          <p:nvPr/>
        </p:nvPicPr>
        <p:blipFill>
          <a:blip r:embed="rId4"/>
          <a:stretch>
            <a:fillRect/>
          </a:stretch>
        </p:blipFill>
        <p:spPr>
          <a:xfrm>
            <a:off x="2834822" y="4517218"/>
            <a:ext cx="368300" cy="279400"/>
          </a:xfrm>
          <a:prstGeom prst="rect">
            <a:avLst/>
          </a:prstGeom>
        </p:spPr>
      </p:pic>
      <p:pic>
        <p:nvPicPr>
          <p:cNvPr id="18" name="Picture 17">
            <a:extLst>
              <a:ext uri="{FF2B5EF4-FFF2-40B4-BE49-F238E27FC236}">
                <a16:creationId xmlns:a16="http://schemas.microsoft.com/office/drawing/2014/main" id="{E084F256-5B94-541D-69AC-076699693D2B}"/>
              </a:ext>
            </a:extLst>
          </p:cNvPr>
          <p:cNvPicPr>
            <a:picLocks noChangeAspect="1"/>
          </p:cNvPicPr>
          <p:nvPr/>
        </p:nvPicPr>
        <p:blipFill>
          <a:blip r:embed="rId5"/>
          <a:stretch>
            <a:fillRect/>
          </a:stretch>
        </p:blipFill>
        <p:spPr>
          <a:xfrm>
            <a:off x="3922289" y="4477304"/>
            <a:ext cx="330200" cy="342900"/>
          </a:xfrm>
          <a:prstGeom prst="rect">
            <a:avLst/>
          </a:prstGeom>
        </p:spPr>
      </p:pic>
    </p:spTree>
    <p:extLst>
      <p:ext uri="{BB962C8B-B14F-4D97-AF65-F5344CB8AC3E}">
        <p14:creationId xmlns:p14="http://schemas.microsoft.com/office/powerpoint/2010/main" val="3898331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84</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RoPE</a:t>
            </a:r>
            <a:r>
              <a:rPr lang="zh-CN" altLang="en-US" sz="2400" b="1" dirty="0">
                <a:solidFill>
                  <a:srgbClr val="0070C0"/>
                </a:solidFill>
                <a:latin typeface="Microsoft YaHei" panose="020B0503020204020204" pitchFamily="34" charset="-122"/>
                <a:ea typeface="Microsoft YaHei" panose="020B0503020204020204" pitchFamily="34" charset="-122"/>
              </a:rPr>
              <a:t> 位置嵌入</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5" name="TextBox 14">
            <a:extLst>
              <a:ext uri="{FF2B5EF4-FFF2-40B4-BE49-F238E27FC236}">
                <a16:creationId xmlns:a16="http://schemas.microsoft.com/office/drawing/2014/main" id="{CBC19D19-75A6-1B82-5C5C-AB534F66B199}"/>
              </a:ext>
            </a:extLst>
          </p:cNvPr>
          <p:cNvSpPr txBox="1"/>
          <p:nvPr/>
        </p:nvSpPr>
        <p:spPr>
          <a:xfrm>
            <a:off x="382586" y="170739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详细的证明和求解过程可以参考文献</a:t>
            </a:r>
            <a:r>
              <a:rPr lang="en-US" altLang="zh-CN" sz="2400" dirty="0">
                <a:latin typeface="Microsoft YaHei" panose="020B0503020204020204" pitchFamily="34" charset="-122"/>
                <a:ea typeface="Microsoft YaHei" panose="020B0503020204020204" pitchFamily="34" charset="-122"/>
              </a:rPr>
              <a:t>[52]</a:t>
            </a:r>
            <a:r>
              <a:rPr lang="zh-CN" altLang="en-US" sz="2400" dirty="0">
                <a:latin typeface="Microsoft YaHei" panose="020B0503020204020204" pitchFamily="34" charset="-122"/>
                <a:ea typeface="Microsoft YaHei" panose="020B0503020204020204" pitchFamily="34" charset="-122"/>
              </a:rPr>
              <a:t>，最终可以得到二维情况下用复数表示的</a:t>
            </a:r>
            <a:r>
              <a:rPr lang="en-US" altLang="zh-CN" sz="2400" dirty="0" err="1">
                <a:latin typeface="Microsoft YaHei" panose="020B0503020204020204" pitchFamily="34" charset="-122"/>
                <a:ea typeface="Microsoft YaHei" panose="020B0503020204020204" pitchFamily="34" charset="-122"/>
              </a:rPr>
              <a:t>RoPE</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14566341-0880-949F-630B-3057D989FF83}"/>
              </a:ext>
            </a:extLst>
          </p:cNvPr>
          <p:cNvPicPr>
            <a:picLocks noChangeAspect="1"/>
          </p:cNvPicPr>
          <p:nvPr/>
        </p:nvPicPr>
        <p:blipFill>
          <a:blip r:embed="rId3"/>
          <a:stretch>
            <a:fillRect/>
          </a:stretch>
        </p:blipFill>
        <p:spPr>
          <a:xfrm>
            <a:off x="2335210" y="2561639"/>
            <a:ext cx="7289800" cy="381000"/>
          </a:xfrm>
          <a:prstGeom prst="rect">
            <a:avLst/>
          </a:prstGeom>
        </p:spPr>
      </p:pic>
      <p:sp>
        <p:nvSpPr>
          <p:cNvPr id="13" name="TextBox 12">
            <a:extLst>
              <a:ext uri="{FF2B5EF4-FFF2-40B4-BE49-F238E27FC236}">
                <a16:creationId xmlns:a16="http://schemas.microsoft.com/office/drawing/2014/main" id="{0F65943A-C91B-B285-2609-72E809205920}"/>
              </a:ext>
            </a:extLst>
          </p:cNvPr>
          <p:cNvSpPr txBox="1"/>
          <p:nvPr/>
        </p:nvSpPr>
        <p:spPr>
          <a:xfrm>
            <a:off x="382585" y="3464396"/>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根据复数乘法的几何意义，上述变换实际上是对应向量旋转，所以位置向量称为“旋转式位置编码”。还可以使用矩阵形式表示：</a:t>
            </a:r>
          </a:p>
        </p:txBody>
      </p:sp>
      <p:pic>
        <p:nvPicPr>
          <p:cNvPr id="19" name="Picture 18">
            <a:extLst>
              <a:ext uri="{FF2B5EF4-FFF2-40B4-BE49-F238E27FC236}">
                <a16:creationId xmlns:a16="http://schemas.microsoft.com/office/drawing/2014/main" id="{ACE62333-F028-AF06-DB9E-30B08DB45D41}"/>
              </a:ext>
            </a:extLst>
          </p:cNvPr>
          <p:cNvPicPr>
            <a:picLocks noChangeAspect="1"/>
          </p:cNvPicPr>
          <p:nvPr/>
        </p:nvPicPr>
        <p:blipFill>
          <a:blip r:embed="rId4"/>
          <a:stretch>
            <a:fillRect/>
          </a:stretch>
        </p:blipFill>
        <p:spPr>
          <a:xfrm>
            <a:off x="3541709" y="4743335"/>
            <a:ext cx="4876800" cy="749300"/>
          </a:xfrm>
          <a:prstGeom prst="rect">
            <a:avLst/>
          </a:prstGeom>
        </p:spPr>
      </p:pic>
    </p:spTree>
    <p:extLst>
      <p:ext uri="{BB962C8B-B14F-4D97-AF65-F5344CB8AC3E}">
        <p14:creationId xmlns:p14="http://schemas.microsoft.com/office/powerpoint/2010/main" val="37915705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85</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RoPE</a:t>
            </a:r>
            <a:r>
              <a:rPr lang="zh-CN" altLang="en-US" sz="2400" b="1" dirty="0">
                <a:solidFill>
                  <a:srgbClr val="0070C0"/>
                </a:solidFill>
                <a:latin typeface="Microsoft YaHei" panose="020B0503020204020204" pitchFamily="34" charset="-122"/>
                <a:ea typeface="Microsoft YaHei" panose="020B0503020204020204" pitchFamily="34" charset="-122"/>
              </a:rPr>
              <a:t> 位置嵌入</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5" name="TextBox 14">
            <a:extLst>
              <a:ext uri="{FF2B5EF4-FFF2-40B4-BE49-F238E27FC236}">
                <a16:creationId xmlns:a16="http://schemas.microsoft.com/office/drawing/2014/main" id="{CBC19D19-75A6-1B82-5C5C-AB534F66B199}"/>
              </a:ext>
            </a:extLst>
          </p:cNvPr>
          <p:cNvSpPr txBox="1"/>
          <p:nvPr/>
        </p:nvSpPr>
        <p:spPr>
          <a:xfrm>
            <a:off x="382586" y="170739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根据内积满足线性叠加的性质，任意偶数维的</a:t>
            </a:r>
            <a:r>
              <a:rPr lang="en-US" altLang="zh-CN" sz="2400" dirty="0" err="1">
                <a:latin typeface="Microsoft YaHei" panose="020B0503020204020204" pitchFamily="34" charset="-122"/>
                <a:ea typeface="Microsoft YaHei" panose="020B0503020204020204" pitchFamily="34" charset="-122"/>
              </a:rPr>
              <a:t>RoPE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都可以表示为二维情形的拼接，即：</a:t>
            </a:r>
            <a:endParaRPr lang="en-US" altLang="zh-CN" sz="2400" dirty="0">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BD1E6E5A-A8CF-9AB7-6BD0-723E167C8F97}"/>
              </a:ext>
            </a:extLst>
          </p:cNvPr>
          <p:cNvPicPr>
            <a:picLocks noChangeAspect="1"/>
          </p:cNvPicPr>
          <p:nvPr/>
        </p:nvPicPr>
        <p:blipFill>
          <a:blip r:embed="rId3"/>
          <a:stretch>
            <a:fillRect/>
          </a:stretch>
        </p:blipFill>
        <p:spPr>
          <a:xfrm>
            <a:off x="1211281" y="2821467"/>
            <a:ext cx="9306358" cy="2261525"/>
          </a:xfrm>
          <a:prstGeom prst="rect">
            <a:avLst/>
          </a:prstGeom>
        </p:spPr>
      </p:pic>
      <p:sp>
        <p:nvSpPr>
          <p:cNvPr id="16" name="TextBox 15">
            <a:extLst>
              <a:ext uri="{FF2B5EF4-FFF2-40B4-BE49-F238E27FC236}">
                <a16:creationId xmlns:a16="http://schemas.microsoft.com/office/drawing/2014/main" id="{FD86C97C-B466-B02F-BA23-97D52CF0680B}"/>
              </a:ext>
            </a:extLst>
          </p:cNvPr>
          <p:cNvSpPr txBox="1"/>
          <p:nvPr/>
        </p:nvSpPr>
        <p:spPr>
          <a:xfrm>
            <a:off x="382586" y="5284336"/>
            <a:ext cx="11195048" cy="518668"/>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由于上述矩阵 </a:t>
            </a:r>
            <a:r>
              <a:rPr lang="en-US" sz="2400" dirty="0">
                <a:latin typeface="Microsoft YaHei" panose="020B0503020204020204" pitchFamily="34" charset="-122"/>
                <a:ea typeface="Microsoft YaHei" panose="020B0503020204020204" pitchFamily="34" charset="-122"/>
              </a:rPr>
              <a:t>R</a:t>
            </a:r>
            <a:r>
              <a:rPr lang="en-US" sz="2400" baseline="-25000" dirty="0">
                <a:latin typeface="Microsoft YaHei" panose="020B0503020204020204" pitchFamily="34" charset="-122"/>
                <a:ea typeface="Microsoft YaHei" panose="020B0503020204020204" pitchFamily="34" charset="-122"/>
              </a:rPr>
              <a:t>d</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具有稀疏性，因此可以使用逐位相乘⊗ 操作进一步提高计算速度。</a:t>
            </a:r>
          </a:p>
        </p:txBody>
      </p:sp>
    </p:spTree>
    <p:extLst>
      <p:ext uri="{BB962C8B-B14F-4D97-AF65-F5344CB8AC3E}">
        <p14:creationId xmlns:p14="http://schemas.microsoft.com/office/powerpoint/2010/main" val="26888901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86</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RoPE</a:t>
            </a:r>
            <a:r>
              <a:rPr lang="zh-CN" altLang="en-US" sz="2400" b="1" dirty="0">
                <a:solidFill>
                  <a:srgbClr val="0070C0"/>
                </a:solidFill>
                <a:latin typeface="Microsoft YaHei" panose="020B0503020204020204" pitchFamily="34" charset="-122"/>
                <a:ea typeface="Microsoft YaHei" panose="020B0503020204020204" pitchFamily="34" charset="-122"/>
              </a:rPr>
              <a:t> 位置嵌入</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B511A96E-06CC-7FB7-ECBC-88A9E0B3F5C5}"/>
              </a:ext>
            </a:extLst>
          </p:cNvPr>
          <p:cNvPicPr>
            <a:picLocks noChangeAspect="1"/>
          </p:cNvPicPr>
          <p:nvPr/>
        </p:nvPicPr>
        <p:blipFill>
          <a:blip r:embed="rId3"/>
          <a:stretch>
            <a:fillRect/>
          </a:stretch>
        </p:blipFill>
        <p:spPr>
          <a:xfrm>
            <a:off x="201230" y="1882465"/>
            <a:ext cx="5938661" cy="3557681"/>
          </a:xfrm>
          <a:prstGeom prst="rect">
            <a:avLst/>
          </a:prstGeom>
        </p:spPr>
      </p:pic>
      <p:pic>
        <p:nvPicPr>
          <p:cNvPr id="5" name="Picture 4">
            <a:extLst>
              <a:ext uri="{FF2B5EF4-FFF2-40B4-BE49-F238E27FC236}">
                <a16:creationId xmlns:a16="http://schemas.microsoft.com/office/drawing/2014/main" id="{50EEE4B1-B065-86D1-1CD4-0862BC0B2734}"/>
              </a:ext>
            </a:extLst>
          </p:cNvPr>
          <p:cNvPicPr>
            <a:picLocks noChangeAspect="1"/>
          </p:cNvPicPr>
          <p:nvPr/>
        </p:nvPicPr>
        <p:blipFill>
          <a:blip r:embed="rId4"/>
          <a:stretch>
            <a:fillRect/>
          </a:stretch>
        </p:blipFill>
        <p:spPr>
          <a:xfrm>
            <a:off x="6349538" y="1136546"/>
            <a:ext cx="5641232" cy="5650061"/>
          </a:xfrm>
          <a:prstGeom prst="rect">
            <a:avLst/>
          </a:prstGeom>
        </p:spPr>
      </p:pic>
    </p:spTree>
    <p:extLst>
      <p:ext uri="{BB962C8B-B14F-4D97-AF65-F5344CB8AC3E}">
        <p14:creationId xmlns:p14="http://schemas.microsoft.com/office/powerpoint/2010/main" val="42277105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87</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4.</a:t>
            </a:r>
            <a:r>
              <a:rPr lang="zh-CN" altLang="en-US" sz="2400" b="1" dirty="0">
                <a:solidFill>
                  <a:srgbClr val="0070C0"/>
                </a:solidFill>
                <a:latin typeface="Microsoft YaHei" panose="020B0503020204020204" pitchFamily="34" charset="-122"/>
                <a:ea typeface="Microsoft YaHei" panose="020B0503020204020204" pitchFamily="34" charset="-122"/>
              </a:rPr>
              <a:t> 模型整体框架</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sp>
        <p:nvSpPr>
          <p:cNvPr id="13" name="TextBox 12">
            <a:extLst>
              <a:ext uri="{FF2B5EF4-FFF2-40B4-BE49-F238E27FC236}">
                <a16:creationId xmlns:a16="http://schemas.microsoft.com/office/drawing/2014/main" id="{6E6705CF-1645-B0AC-11D9-26D1B2BA0DE7}"/>
              </a:ext>
            </a:extLst>
          </p:cNvPr>
          <p:cNvSpPr txBox="1"/>
          <p:nvPr/>
        </p:nvSpPr>
        <p:spPr>
          <a:xfrm>
            <a:off x="493713" y="1566803"/>
            <a:ext cx="11315700"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基于上述模型和网络结构可以实现解码器层，根据自回归方式利用训练语料进行模型训练的过程与</a:t>
            </a:r>
            <a:r>
              <a:rPr lang="en-US" altLang="zh-CN" sz="2400" dirty="0">
                <a:latin typeface="Microsoft YaHei" panose="020B0503020204020204" pitchFamily="34" charset="-122"/>
                <a:ea typeface="Microsoft YaHei" panose="020B0503020204020204" pitchFamily="34" charset="-122"/>
              </a:rPr>
              <a:t>2.3.4 </a:t>
            </a:r>
            <a:r>
              <a:rPr lang="zh-CN" altLang="en-US" sz="2400" dirty="0">
                <a:latin typeface="Microsoft YaHei" panose="020B0503020204020204" pitchFamily="34" charset="-122"/>
                <a:ea typeface="Microsoft YaHei" panose="020B0503020204020204" pitchFamily="34" charset="-122"/>
              </a:rPr>
              <a:t>节介绍的过程基本一致。不同规模的</a:t>
            </a:r>
            <a:r>
              <a:rPr lang="en-US" sz="2400" dirty="0" err="1">
                <a:latin typeface="Microsoft YaHei" panose="020B0503020204020204" pitchFamily="34" charset="-122"/>
                <a:ea typeface="Microsoft YaHei" panose="020B0503020204020204" pitchFamily="34" charset="-122"/>
              </a:rPr>
              <a:t>LLaMA</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模型使用的超参数如表</a:t>
            </a:r>
            <a:r>
              <a:rPr lang="en-US" altLang="zh-CN" sz="2400" dirty="0">
                <a:latin typeface="Microsoft YaHei" panose="020B0503020204020204" pitchFamily="34" charset="-122"/>
                <a:ea typeface="Microsoft YaHei" panose="020B0503020204020204" pitchFamily="34" charset="-122"/>
              </a:rPr>
              <a:t>2.1 </a:t>
            </a:r>
            <a:r>
              <a:rPr lang="zh-CN" altLang="en-US" sz="2400" dirty="0">
                <a:latin typeface="Microsoft YaHei" panose="020B0503020204020204" pitchFamily="34" charset="-122"/>
                <a:ea typeface="Microsoft YaHei" panose="020B0503020204020204" pitchFamily="34" charset="-122"/>
              </a:rPr>
              <a:t>所示。</a:t>
            </a:r>
          </a:p>
        </p:txBody>
      </p:sp>
      <p:pic>
        <p:nvPicPr>
          <p:cNvPr id="16" name="Picture 15">
            <a:extLst>
              <a:ext uri="{FF2B5EF4-FFF2-40B4-BE49-F238E27FC236}">
                <a16:creationId xmlns:a16="http://schemas.microsoft.com/office/drawing/2014/main" id="{ED8A5FFD-F471-2C09-D63E-BBAF8490E1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896" y="3257842"/>
            <a:ext cx="10428207" cy="2842604"/>
          </a:xfrm>
          <a:prstGeom prst="rect">
            <a:avLst/>
          </a:prstGeom>
        </p:spPr>
      </p:pic>
    </p:spTree>
    <p:extLst>
      <p:ext uri="{BB962C8B-B14F-4D97-AF65-F5344CB8AC3E}">
        <p14:creationId xmlns:p14="http://schemas.microsoft.com/office/powerpoint/2010/main" val="35824336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88</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876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LLaMA</a:t>
            </a:r>
            <a:r>
              <a:rPr lang="en-US" altLang="zh-CN" sz="2400" b="1" dirty="0">
                <a:solidFill>
                  <a:schemeClr val="bg1"/>
                </a:solidFill>
                <a:latin typeface="微软雅黑" panose="020B0503020204020204" pitchFamily="34" charset="-122"/>
                <a:ea typeface="微软雅黑" panose="020B0503020204020204" pitchFamily="34" charset="-122"/>
              </a:rPr>
              <a:t> </a:t>
            </a:r>
            <a:r>
              <a:rPr lang="zh-CN" altLang="en-US" sz="2400" b="1" dirty="0">
                <a:solidFill>
                  <a:schemeClr val="bg1"/>
                </a:solidFill>
                <a:latin typeface="微软雅黑" panose="020B0503020204020204" pitchFamily="34" charset="-122"/>
                <a:ea typeface="微软雅黑" panose="020B0503020204020204" pitchFamily="34" charset="-122"/>
              </a:rPr>
              <a:t>的模型结构</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TextBox 13">
            <a:extLst>
              <a:ext uri="{FF2B5EF4-FFF2-40B4-BE49-F238E27FC236}">
                <a16:creationId xmlns:a16="http://schemas.microsoft.com/office/drawing/2014/main" id="{463C5CBC-1FE0-506E-BA03-9957A263E268}"/>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4.</a:t>
            </a:r>
            <a:r>
              <a:rPr lang="zh-CN" altLang="en-US" sz="2400" b="1" dirty="0">
                <a:solidFill>
                  <a:srgbClr val="0070C0"/>
                </a:solidFill>
                <a:latin typeface="Microsoft YaHei" panose="020B0503020204020204" pitchFamily="34" charset="-122"/>
                <a:ea typeface="Microsoft YaHei" panose="020B0503020204020204" pitchFamily="34" charset="-122"/>
              </a:rPr>
              <a:t> 模型整体框架</a:t>
            </a:r>
            <a:endParaRPr lang="en-US" altLang="zh-CN" sz="2400" b="1" dirty="0">
              <a:solidFill>
                <a:srgbClr val="0070C0"/>
              </a:solidFill>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0AFE2642-7FAC-2721-72EC-71A1052837A1}"/>
              </a:ext>
            </a:extLst>
          </p:cNvPr>
          <p:cNvPicPr>
            <a:picLocks noChangeAspect="1"/>
          </p:cNvPicPr>
          <p:nvPr/>
        </p:nvPicPr>
        <p:blipFill>
          <a:blip r:embed="rId3"/>
          <a:stretch>
            <a:fillRect/>
          </a:stretch>
        </p:blipFill>
        <p:spPr>
          <a:xfrm>
            <a:off x="260232" y="1524120"/>
            <a:ext cx="5624338" cy="5333880"/>
          </a:xfrm>
          <a:prstGeom prst="rect">
            <a:avLst/>
          </a:prstGeom>
        </p:spPr>
      </p:pic>
      <p:pic>
        <p:nvPicPr>
          <p:cNvPr id="4" name="Picture 3">
            <a:extLst>
              <a:ext uri="{FF2B5EF4-FFF2-40B4-BE49-F238E27FC236}">
                <a16:creationId xmlns:a16="http://schemas.microsoft.com/office/drawing/2014/main" id="{F4D86AA2-3B4A-2FDC-F0F3-3706190EE91E}"/>
              </a:ext>
            </a:extLst>
          </p:cNvPr>
          <p:cNvPicPr>
            <a:picLocks noChangeAspect="1"/>
          </p:cNvPicPr>
          <p:nvPr/>
        </p:nvPicPr>
        <p:blipFill>
          <a:blip r:embed="rId4"/>
          <a:stretch>
            <a:fillRect/>
          </a:stretch>
        </p:blipFill>
        <p:spPr>
          <a:xfrm>
            <a:off x="5980111" y="2156315"/>
            <a:ext cx="6045063" cy="3392057"/>
          </a:xfrm>
          <a:prstGeom prst="rect">
            <a:avLst/>
          </a:prstGeom>
        </p:spPr>
      </p:pic>
    </p:spTree>
    <p:extLst>
      <p:ext uri="{BB962C8B-B14F-4D97-AF65-F5344CB8AC3E}">
        <p14:creationId xmlns:p14="http://schemas.microsoft.com/office/powerpoint/2010/main" val="28098536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996"/>
            <a:ext cx="11195049" cy="420512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中，自注意力机制的时间和存储复杂度与序列的长度呈平方的关系，因此占用了大量的计算设备内存并消耗了大量的计算资源。如何优化自注意力机制的时空复杂度、增强计算效率是大语言模型面临的重要问题。</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一些研究从</a:t>
            </a:r>
            <a:r>
              <a:rPr lang="zh-CN" altLang="en-US" sz="2400" b="1" dirty="0">
                <a:solidFill>
                  <a:srgbClr val="0070C0"/>
                </a:solidFill>
                <a:latin typeface="Microsoft YaHei" panose="020B0503020204020204" pitchFamily="34" charset="-122"/>
                <a:ea typeface="Microsoft YaHei" panose="020B0503020204020204" pitchFamily="34" charset="-122"/>
              </a:rPr>
              <a:t>近似注意力出发</a:t>
            </a:r>
            <a:r>
              <a:rPr lang="zh-CN" altLang="en-US" sz="2400" dirty="0">
                <a:latin typeface="Microsoft YaHei" panose="020B0503020204020204" pitchFamily="34" charset="-122"/>
                <a:ea typeface="Microsoft YaHei" panose="020B0503020204020204" pitchFamily="34" charset="-122"/>
              </a:rPr>
              <a:t>，旨在减少注意力计算和内存需求，提出了稀疏近似、低秩近似等方法。</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也有一些研究</a:t>
            </a:r>
            <a:r>
              <a:rPr lang="zh-CN" altLang="en-US" sz="2400" b="1" dirty="0">
                <a:solidFill>
                  <a:srgbClr val="0070C0"/>
                </a:solidFill>
                <a:latin typeface="Microsoft YaHei" panose="020B0503020204020204" pitchFamily="34" charset="-122"/>
                <a:ea typeface="Microsoft YaHei" panose="020B0503020204020204" pitchFamily="34" charset="-122"/>
              </a:rPr>
              <a:t>从计算加速设备本身的特性出发</a:t>
            </a:r>
            <a:r>
              <a:rPr lang="zh-CN" altLang="en-US" sz="2400" dirty="0">
                <a:latin typeface="Microsoft YaHei" panose="020B0503020204020204" pitchFamily="34" charset="-122"/>
                <a:ea typeface="Microsoft YaHei" panose="020B0503020204020204" pitchFamily="34" charset="-122"/>
              </a:rPr>
              <a:t>，研究如何更好地利用硬件特性对</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中的注意力层进行高效计算。</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本节将分别介绍上述两类方法。</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480564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285751" y="1643619"/>
            <a:ext cx="11195049" cy="4666790"/>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对一些训练好的</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结构中的注意力矩阵进行分析时发现，</a:t>
            </a:r>
            <a:r>
              <a:rPr lang="zh-CN" altLang="en-US" sz="2400" b="1" dirty="0">
                <a:solidFill>
                  <a:srgbClr val="0070C0"/>
                </a:solidFill>
                <a:latin typeface="Microsoft YaHei" panose="020B0503020204020204" pitchFamily="34" charset="-122"/>
                <a:ea typeface="Microsoft YaHei" panose="020B0503020204020204" pitchFamily="34" charset="-122"/>
              </a:rPr>
              <a:t>其中很多是稀疏的</a:t>
            </a:r>
            <a:r>
              <a:rPr lang="zh-CN" altLang="en-US" sz="2400" dirty="0">
                <a:latin typeface="Microsoft YaHei" panose="020B0503020204020204" pitchFamily="34" charset="-122"/>
                <a:ea typeface="Microsoft YaHei" panose="020B0503020204020204" pitchFamily="34" charset="-122"/>
              </a:rPr>
              <a:t>，因此可以通过限制</a:t>
            </a:r>
            <a:r>
              <a:rPr lang="en-US" altLang="zh-CN" sz="2400" dirty="0">
                <a:latin typeface="Microsoft YaHei" panose="020B0503020204020204" pitchFamily="34" charset="-122"/>
                <a:ea typeface="Microsoft YaHei" panose="020B0503020204020204" pitchFamily="34" charset="-122"/>
              </a:rPr>
              <a:t>Query-Key </a:t>
            </a:r>
            <a:r>
              <a:rPr lang="zh-CN" altLang="en-US" sz="2400" dirty="0">
                <a:latin typeface="Microsoft YaHei" panose="020B0503020204020204" pitchFamily="34" charset="-122"/>
                <a:ea typeface="Microsoft YaHei" panose="020B0503020204020204" pitchFamily="34" charset="-122"/>
              </a:rPr>
              <a:t>对的数量来降低计算复杂度。这类方法称为稀疏注意力（</a:t>
            </a:r>
            <a:r>
              <a:rPr lang="en-US" altLang="zh-CN" sz="2400" dirty="0" err="1">
                <a:latin typeface="Microsoft YaHei" panose="020B0503020204020204" pitchFamily="34" charset="-122"/>
                <a:ea typeface="Microsoft YaHei" panose="020B0503020204020204" pitchFamily="34" charset="-122"/>
              </a:rPr>
              <a:t>SparseAttention</a:t>
            </a:r>
            <a:r>
              <a:rPr lang="zh-CN" altLang="en-US" sz="2400" dirty="0">
                <a:latin typeface="Microsoft YaHei" panose="020B0503020204020204" pitchFamily="34" charset="-122"/>
                <a:ea typeface="Microsoft YaHei" panose="020B0503020204020204" pitchFamily="34" charset="-122"/>
              </a:rPr>
              <a:t>）机制。可以将稀疏化方法进一步分成基于位置的和基于内容信息的两类。</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基于位置的稀疏注意力机制的基本类型如图</a:t>
            </a:r>
            <a:r>
              <a:rPr lang="en-US" altLang="zh-CN" sz="2400" dirty="0">
                <a:latin typeface="Microsoft YaHei" panose="020B0503020204020204" pitchFamily="34" charset="-122"/>
                <a:ea typeface="Microsoft YaHei" panose="020B0503020204020204" pitchFamily="34" charset="-122"/>
              </a:rPr>
              <a:t>2.6 </a:t>
            </a:r>
            <a:r>
              <a:rPr lang="zh-CN" altLang="en-US" sz="2400" dirty="0">
                <a:latin typeface="Microsoft YaHei" panose="020B0503020204020204" pitchFamily="34" charset="-122"/>
                <a:ea typeface="Microsoft YaHei" panose="020B0503020204020204" pitchFamily="34" charset="-122"/>
              </a:rPr>
              <a:t>所示，主要包含如下五种类型：全局注意力（</a:t>
            </a:r>
            <a:r>
              <a:rPr lang="en-US" sz="2400" dirty="0">
                <a:latin typeface="Microsoft YaHei" panose="020B0503020204020204" pitchFamily="34" charset="-122"/>
                <a:ea typeface="Microsoft YaHei" panose="020B0503020204020204" pitchFamily="34" charset="-122"/>
              </a:rPr>
              <a:t>Global Attention）</a:t>
            </a:r>
            <a:r>
              <a:rPr lang="zh-CN" altLang="en-US" sz="2400" dirty="0">
                <a:latin typeface="Microsoft YaHei" panose="020B0503020204020204" pitchFamily="34" charset="-122"/>
                <a:ea typeface="Microsoft YaHei" panose="020B0503020204020204" pitchFamily="34" charset="-122"/>
              </a:rPr>
              <a:t>、带状注意力（</a:t>
            </a:r>
            <a:r>
              <a:rPr lang="en-US" sz="2400" dirty="0">
                <a:latin typeface="Microsoft YaHei" panose="020B0503020204020204" pitchFamily="34" charset="-122"/>
                <a:ea typeface="Microsoft YaHei" panose="020B0503020204020204" pitchFamily="34" charset="-122"/>
              </a:rPr>
              <a:t>Band Attention）</a:t>
            </a:r>
            <a:r>
              <a:rPr lang="zh-CN" altLang="en-US" sz="2400" dirty="0">
                <a:latin typeface="Microsoft YaHei" panose="020B0503020204020204" pitchFamily="34" charset="-122"/>
                <a:ea typeface="Microsoft YaHei" panose="020B0503020204020204" pitchFamily="34" charset="-122"/>
              </a:rPr>
              <a:t>、膨胀注意力（</a:t>
            </a:r>
            <a:r>
              <a:rPr lang="en-US" sz="2400" dirty="0">
                <a:latin typeface="Microsoft YaHei" panose="020B0503020204020204" pitchFamily="34" charset="-122"/>
                <a:ea typeface="Microsoft YaHei" panose="020B0503020204020204" pitchFamily="34" charset="-122"/>
              </a:rPr>
              <a:t>Dilated Attention）</a:t>
            </a:r>
            <a:r>
              <a:rPr lang="zh-CN" altLang="en-US" sz="2400" dirty="0">
                <a:latin typeface="Microsoft YaHei" panose="020B0503020204020204" pitchFamily="34" charset="-122"/>
                <a:ea typeface="Microsoft YaHei" panose="020B0503020204020204" pitchFamily="34" charset="-122"/>
              </a:rPr>
              <a:t>、随机注意力（</a:t>
            </a:r>
            <a:r>
              <a:rPr lang="en-US" sz="2400" dirty="0">
                <a:latin typeface="Microsoft YaHei" panose="020B0503020204020204" pitchFamily="34" charset="-122"/>
                <a:ea typeface="Microsoft YaHei" panose="020B0503020204020204" pitchFamily="34" charset="-122"/>
              </a:rPr>
              <a:t>Random Attention）</a:t>
            </a:r>
            <a:r>
              <a:rPr lang="zh-CN" altLang="en-US" sz="2400" dirty="0">
                <a:latin typeface="Microsoft YaHei" panose="020B0503020204020204" pitchFamily="34" charset="-122"/>
                <a:ea typeface="Microsoft YaHei" panose="020B0503020204020204" pitchFamily="34" charset="-122"/>
              </a:rPr>
              <a:t>、局部块注意力（</a:t>
            </a:r>
            <a:r>
              <a:rPr lang="en-US" sz="2400" dirty="0">
                <a:latin typeface="Microsoft YaHei" panose="020B0503020204020204" pitchFamily="34" charset="-122"/>
                <a:ea typeface="Microsoft YaHei" panose="020B0503020204020204" pitchFamily="34" charset="-122"/>
              </a:rPr>
              <a:t>Block Local Attention）</a:t>
            </a:r>
            <a:r>
              <a:rPr lang="zh-CN" altLang="en-US" sz="2400" dirty="0">
                <a:latin typeface="Microsoft YaHei" panose="020B0503020204020204" pitchFamily="34" charset="-122"/>
                <a:ea typeface="Microsoft YaHei" panose="020B0503020204020204" pitchFamily="34" charset="-122"/>
              </a:rPr>
              <a:t>。</a:t>
            </a:r>
            <a:endParaRPr lang="en-US"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稀疏注意力机制</a:t>
            </a:r>
          </a:p>
        </p:txBody>
      </p:sp>
    </p:spTree>
    <p:extLst>
      <p:ext uri="{BB962C8B-B14F-4D97-AF65-F5344CB8AC3E}">
        <p14:creationId xmlns:p14="http://schemas.microsoft.com/office/powerpoint/2010/main" val="5741723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91</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稀疏注意力机制</a:t>
            </a:r>
          </a:p>
        </p:txBody>
      </p:sp>
      <p:pic>
        <p:nvPicPr>
          <p:cNvPr id="5" name="Picture 4">
            <a:extLst>
              <a:ext uri="{FF2B5EF4-FFF2-40B4-BE49-F238E27FC236}">
                <a16:creationId xmlns:a16="http://schemas.microsoft.com/office/drawing/2014/main" id="{538AABC0-F1BB-D6D8-6739-2EBF539FC3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587" y="1982106"/>
            <a:ext cx="10476825" cy="3315607"/>
          </a:xfrm>
          <a:prstGeom prst="rect">
            <a:avLst/>
          </a:prstGeom>
        </p:spPr>
      </p:pic>
    </p:spTree>
    <p:extLst>
      <p:ext uri="{BB962C8B-B14F-4D97-AF65-F5344CB8AC3E}">
        <p14:creationId xmlns:p14="http://schemas.microsoft.com/office/powerpoint/2010/main" val="23576660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92</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稀疏注意力机制</a:t>
            </a:r>
          </a:p>
        </p:txBody>
      </p:sp>
      <p:sp>
        <p:nvSpPr>
          <p:cNvPr id="4" name="TextBox 3">
            <a:extLst>
              <a:ext uri="{FF2B5EF4-FFF2-40B4-BE49-F238E27FC236}">
                <a16:creationId xmlns:a16="http://schemas.microsoft.com/office/drawing/2014/main" id="{76B6BD87-7A21-0C9F-8974-5E3305FB542D}"/>
              </a:ext>
            </a:extLst>
          </p:cNvPr>
          <p:cNvSpPr txBox="1"/>
          <p:nvPr/>
        </p:nvSpPr>
        <p:spPr>
          <a:xfrm>
            <a:off x="285751" y="1643619"/>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现有的稀疏注意力机制，通常是基于上述五种基于位置的稀疏注意力机制的复合模式，图</a:t>
            </a:r>
            <a:r>
              <a:rPr lang="en-US" altLang="zh-CN" sz="2400" dirty="0">
                <a:latin typeface="Microsoft YaHei" panose="020B0503020204020204" pitchFamily="34" charset="-122"/>
                <a:ea typeface="Microsoft YaHei" panose="020B0503020204020204" pitchFamily="34" charset="-122"/>
              </a:rPr>
              <a:t>2.7</a:t>
            </a:r>
            <a:r>
              <a:rPr lang="zh-CN" altLang="en-US" sz="2400" dirty="0">
                <a:latin typeface="Microsoft YaHei" panose="020B0503020204020204" pitchFamily="34" charset="-122"/>
                <a:ea typeface="Microsoft YaHei" panose="020B0503020204020204" pitchFamily="34" charset="-122"/>
              </a:rPr>
              <a:t>给出了一些典型的稀疏注意力模型</a:t>
            </a:r>
            <a:endParaRPr lang="en-US" altLang="zh-CN" sz="2400" dirty="0">
              <a:latin typeface="Microsoft YaHei" panose="020B0503020204020204" pitchFamily="34" charset="-122"/>
              <a:ea typeface="Microsoft YaHei" panose="020B0503020204020204" pitchFamily="34" charset="-122"/>
            </a:endParaRPr>
          </a:p>
        </p:txBody>
      </p:sp>
      <p:pic>
        <p:nvPicPr>
          <p:cNvPr id="14" name="Picture 13">
            <a:extLst>
              <a:ext uri="{FF2B5EF4-FFF2-40B4-BE49-F238E27FC236}">
                <a16:creationId xmlns:a16="http://schemas.microsoft.com/office/drawing/2014/main" id="{DBDB94D5-9B24-4CE6-4781-42E4B2073B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538" y="2831327"/>
            <a:ext cx="11527637" cy="3078557"/>
          </a:xfrm>
          <a:prstGeom prst="rect">
            <a:avLst/>
          </a:prstGeom>
        </p:spPr>
      </p:pic>
    </p:spTree>
    <p:extLst>
      <p:ext uri="{BB962C8B-B14F-4D97-AF65-F5344CB8AC3E}">
        <p14:creationId xmlns:p14="http://schemas.microsoft.com/office/powerpoint/2010/main" val="10310099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93</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稀疏注意力机制</a:t>
            </a:r>
          </a:p>
        </p:txBody>
      </p:sp>
      <p:sp>
        <p:nvSpPr>
          <p:cNvPr id="4" name="TextBox 3">
            <a:extLst>
              <a:ext uri="{FF2B5EF4-FFF2-40B4-BE49-F238E27FC236}">
                <a16:creationId xmlns:a16="http://schemas.microsoft.com/office/drawing/2014/main" id="{76B6BD87-7A21-0C9F-8974-5E3305FB542D}"/>
              </a:ext>
            </a:extLst>
          </p:cNvPr>
          <p:cNvSpPr txBox="1"/>
          <p:nvPr/>
        </p:nvSpPr>
        <p:spPr>
          <a:xfrm>
            <a:off x="285751" y="1643619"/>
            <a:ext cx="11195049" cy="2512354"/>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基于内容的稀疏注意力机制根据输入数据创建稀疏注意力，其中一种很简单的方法是选择和给定查询（</a:t>
            </a:r>
            <a:r>
              <a:rPr lang="en-US" altLang="zh-CN" sz="2400" dirty="0">
                <a:latin typeface="Microsoft YaHei" panose="020B0503020204020204" pitchFamily="34" charset="-122"/>
                <a:ea typeface="Microsoft YaHei" panose="020B0503020204020204" pitchFamily="34" charset="-122"/>
              </a:rPr>
              <a:t>Query</a:t>
            </a:r>
            <a:r>
              <a:rPr lang="zh-CN" altLang="en-US" sz="2400" dirty="0">
                <a:latin typeface="Microsoft YaHei" panose="020B0503020204020204" pitchFamily="34" charset="-122"/>
                <a:ea typeface="Microsoft YaHei" panose="020B0503020204020204" pitchFamily="34" charset="-122"/>
              </a:rPr>
              <a:t>）有很高相似度的键（</a:t>
            </a:r>
            <a:r>
              <a:rPr lang="en-US" altLang="zh-CN" sz="2400" dirty="0">
                <a:latin typeface="Microsoft YaHei" panose="020B0503020204020204" pitchFamily="34" charset="-122"/>
                <a:ea typeface="Microsoft YaHei" panose="020B0503020204020204" pitchFamily="34" charset="-122"/>
              </a:rPr>
              <a:t>Key</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Routing Transformer[59] </a:t>
            </a:r>
            <a:r>
              <a:rPr lang="zh-CN" altLang="en-US" sz="2400" dirty="0">
                <a:latin typeface="Microsoft YaHei" panose="020B0503020204020204" pitchFamily="34" charset="-122"/>
                <a:ea typeface="Microsoft YaHei" panose="020B0503020204020204" pitchFamily="34" charset="-122"/>
              </a:rPr>
              <a:t>采用</a:t>
            </a:r>
            <a:r>
              <a:rPr lang="en-US" altLang="zh-CN" sz="2400" dirty="0">
                <a:latin typeface="Microsoft YaHei" panose="020B0503020204020204" pitchFamily="34" charset="-122"/>
                <a:ea typeface="Microsoft YaHei" panose="020B0503020204020204" pitchFamily="34" charset="-122"/>
              </a:rPr>
              <a:t>K-means </a:t>
            </a:r>
            <a:r>
              <a:rPr lang="zh-CN" altLang="en-US" sz="2400" dirty="0">
                <a:latin typeface="Microsoft YaHei" panose="020B0503020204020204" pitchFamily="34" charset="-122"/>
                <a:ea typeface="Microsoft YaHei" panose="020B0503020204020204" pitchFamily="34" charset="-122"/>
              </a:rPr>
              <a:t>聚类方法，针对</a:t>
            </a:r>
            <a:r>
              <a:rPr lang="en-US" altLang="zh-CN" sz="2400" dirty="0">
                <a:latin typeface="Microsoft YaHei" panose="020B0503020204020204" pitchFamily="34" charset="-122"/>
                <a:ea typeface="Microsoft YaHei" panose="020B0503020204020204" pitchFamily="34" charset="-122"/>
              </a:rPr>
              <a:t>Query</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Key</a:t>
            </a:r>
            <a:r>
              <a:rPr lang="zh-CN" altLang="en-US" sz="2400" dirty="0">
                <a:latin typeface="Microsoft YaHei" panose="020B0503020204020204" pitchFamily="34" charset="-122"/>
                <a:ea typeface="Microsoft YaHei" panose="020B0503020204020204" pitchFamily="34" charset="-122"/>
              </a:rPr>
              <a:t>进行聚类，类中心向量集合为           ，其中</a:t>
            </a:r>
            <a:r>
              <a:rPr lang="en-US" altLang="zh-CN" sz="2400" dirty="0">
                <a:latin typeface="Microsoft YaHei" panose="020B0503020204020204" pitchFamily="34" charset="-122"/>
                <a:ea typeface="Microsoft YaHei" panose="020B0503020204020204" pitchFamily="34" charset="-122"/>
              </a:rPr>
              <a:t>k </a:t>
            </a:r>
            <a:r>
              <a:rPr lang="zh-CN" altLang="en-US" sz="2400" dirty="0">
                <a:latin typeface="Microsoft YaHei" panose="020B0503020204020204" pitchFamily="34" charset="-122"/>
                <a:ea typeface="Microsoft YaHei" panose="020B0503020204020204" pitchFamily="34" charset="-122"/>
              </a:rPr>
              <a:t>是类中心的个数。每个</a:t>
            </a:r>
            <a:r>
              <a:rPr lang="en-US" altLang="zh-CN" sz="2400" dirty="0">
                <a:latin typeface="Microsoft YaHei" panose="020B0503020204020204" pitchFamily="34" charset="-122"/>
                <a:ea typeface="Microsoft YaHei" panose="020B0503020204020204" pitchFamily="34" charset="-122"/>
              </a:rPr>
              <a:t>Query </a:t>
            </a:r>
            <a:r>
              <a:rPr lang="zh-CN" altLang="en-US" sz="2400" dirty="0">
                <a:latin typeface="Microsoft YaHei" panose="020B0503020204020204" pitchFamily="34" charset="-122"/>
                <a:ea typeface="Microsoft YaHei" panose="020B0503020204020204" pitchFamily="34" charset="-122"/>
              </a:rPr>
              <a:t>只与其处在相同簇（</a:t>
            </a:r>
            <a:r>
              <a:rPr lang="en-US" altLang="zh-CN" sz="2400" dirty="0">
                <a:latin typeface="Microsoft YaHei" panose="020B0503020204020204" pitchFamily="34" charset="-122"/>
                <a:ea typeface="Microsoft YaHei" panose="020B0503020204020204" pitchFamily="34" charset="-122"/>
              </a:rPr>
              <a:t>Cluster</a:t>
            </a:r>
            <a:r>
              <a:rPr lang="zh-CN" altLang="en-US" sz="2400" dirty="0">
                <a:latin typeface="Microsoft YaHei" panose="020B0503020204020204" pitchFamily="34" charset="-122"/>
                <a:ea typeface="Microsoft YaHei" panose="020B0503020204020204" pitchFamily="34" charset="-122"/>
              </a:rPr>
              <a:t>）下的</a:t>
            </a:r>
            <a:r>
              <a:rPr lang="en-US" altLang="zh-CN" sz="2400" dirty="0">
                <a:latin typeface="Microsoft YaHei" panose="020B0503020204020204" pitchFamily="34" charset="-122"/>
                <a:ea typeface="Microsoft YaHei" panose="020B0503020204020204" pitchFamily="34" charset="-122"/>
              </a:rPr>
              <a:t>Key </a:t>
            </a:r>
            <a:r>
              <a:rPr lang="zh-CN" altLang="en-US" sz="2400" dirty="0">
                <a:latin typeface="Microsoft YaHei" panose="020B0503020204020204" pitchFamily="34" charset="-122"/>
                <a:ea typeface="Microsoft YaHei" panose="020B0503020204020204" pitchFamily="34" charset="-122"/>
              </a:rPr>
              <a:t>进行交互。中心向量采用滑动平均的方法进行更新：</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68A9DA41-C202-5BA4-3A8A-0C79D3B198F4}"/>
              </a:ext>
            </a:extLst>
          </p:cNvPr>
          <p:cNvPicPr>
            <a:picLocks noChangeAspect="1"/>
          </p:cNvPicPr>
          <p:nvPr/>
        </p:nvPicPr>
        <p:blipFill>
          <a:blip r:embed="rId3"/>
          <a:stretch>
            <a:fillRect/>
          </a:stretch>
        </p:blipFill>
        <p:spPr>
          <a:xfrm>
            <a:off x="2921908" y="3244850"/>
            <a:ext cx="977900" cy="368300"/>
          </a:xfrm>
          <a:prstGeom prst="rect">
            <a:avLst/>
          </a:prstGeom>
        </p:spPr>
      </p:pic>
      <p:pic>
        <p:nvPicPr>
          <p:cNvPr id="16" name="Picture 15">
            <a:extLst>
              <a:ext uri="{FF2B5EF4-FFF2-40B4-BE49-F238E27FC236}">
                <a16:creationId xmlns:a16="http://schemas.microsoft.com/office/drawing/2014/main" id="{19A8CBED-1FB3-A229-DC07-5650BBB45F58}"/>
              </a:ext>
            </a:extLst>
          </p:cNvPr>
          <p:cNvPicPr>
            <a:picLocks noChangeAspect="1"/>
          </p:cNvPicPr>
          <p:nvPr/>
        </p:nvPicPr>
        <p:blipFill>
          <a:blip r:embed="rId4"/>
          <a:stretch>
            <a:fillRect/>
          </a:stretch>
        </p:blipFill>
        <p:spPr>
          <a:xfrm>
            <a:off x="3013075" y="4422121"/>
            <a:ext cx="5740400" cy="2299354"/>
          </a:xfrm>
          <a:prstGeom prst="rect">
            <a:avLst/>
          </a:prstGeom>
        </p:spPr>
      </p:pic>
    </p:spTree>
    <p:extLst>
      <p:ext uri="{BB962C8B-B14F-4D97-AF65-F5344CB8AC3E}">
        <p14:creationId xmlns:p14="http://schemas.microsoft.com/office/powerpoint/2010/main" val="27545949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94</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1.</a:t>
            </a:r>
            <a:r>
              <a:rPr lang="zh-CN" altLang="en-US" sz="2400" b="1" dirty="0">
                <a:solidFill>
                  <a:srgbClr val="0070C0"/>
                </a:solidFill>
                <a:latin typeface="Microsoft YaHei" panose="020B0503020204020204" pitchFamily="34" charset="-122"/>
                <a:ea typeface="Microsoft YaHei" panose="020B0503020204020204" pitchFamily="34" charset="-122"/>
              </a:rPr>
              <a:t> 稀疏注意力机制</a:t>
            </a:r>
          </a:p>
        </p:txBody>
      </p:sp>
      <p:sp>
        <p:nvSpPr>
          <p:cNvPr id="4" name="TextBox 3">
            <a:extLst>
              <a:ext uri="{FF2B5EF4-FFF2-40B4-BE49-F238E27FC236}">
                <a16:creationId xmlns:a16="http://schemas.microsoft.com/office/drawing/2014/main" id="{76B6BD87-7A21-0C9F-8974-5E3305FB542D}"/>
              </a:ext>
            </a:extLst>
          </p:cNvPr>
          <p:cNvSpPr txBox="1"/>
          <p:nvPr/>
        </p:nvSpPr>
        <p:spPr>
          <a:xfrm>
            <a:off x="285751" y="1643619"/>
            <a:ext cx="11195049" cy="2358466"/>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Reformer[60] </a:t>
            </a:r>
            <a:r>
              <a:rPr lang="zh-CN" altLang="en-US" sz="2400" dirty="0">
                <a:latin typeface="Microsoft YaHei" panose="020B0503020204020204" pitchFamily="34" charset="-122"/>
                <a:ea typeface="Microsoft YaHei" panose="020B0503020204020204" pitchFamily="34" charset="-122"/>
              </a:rPr>
              <a:t>则采用局部敏感哈希（</a:t>
            </a:r>
            <a:r>
              <a:rPr lang="en-US" altLang="zh-CN" sz="2400" dirty="0">
                <a:latin typeface="Microsoft YaHei" panose="020B0503020204020204" pitchFamily="34" charset="-122"/>
                <a:ea typeface="Microsoft YaHei" panose="020B0503020204020204" pitchFamily="34" charset="-122"/>
              </a:rPr>
              <a:t>Local-Sensitive Hashing</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LSH</a:t>
            </a:r>
            <a:r>
              <a:rPr lang="zh-CN" altLang="en-US" sz="2400" dirty="0">
                <a:latin typeface="Microsoft YaHei" panose="020B0503020204020204" pitchFamily="34" charset="-122"/>
                <a:ea typeface="Microsoft YaHei" panose="020B0503020204020204" pitchFamily="34" charset="-122"/>
              </a:rPr>
              <a:t>）的方法为每个</a:t>
            </a:r>
            <a:r>
              <a:rPr lang="en-US" altLang="zh-CN" sz="2400" dirty="0">
                <a:latin typeface="Microsoft YaHei" panose="020B0503020204020204" pitchFamily="34" charset="-122"/>
                <a:ea typeface="Microsoft YaHei" panose="020B0503020204020204" pitchFamily="34" charset="-122"/>
              </a:rPr>
              <a:t>Query </a:t>
            </a:r>
            <a:r>
              <a:rPr lang="zh-CN" altLang="en-US" sz="2400" dirty="0">
                <a:latin typeface="Microsoft YaHei" panose="020B0503020204020204" pitchFamily="34" charset="-122"/>
                <a:ea typeface="Microsoft YaHei" panose="020B0503020204020204" pitchFamily="34" charset="-122"/>
              </a:rPr>
              <a:t>选择</a:t>
            </a:r>
            <a:r>
              <a:rPr lang="en-US" altLang="zh-CN" sz="2400" dirty="0">
                <a:latin typeface="Microsoft YaHei" panose="020B0503020204020204" pitchFamily="34" charset="-122"/>
                <a:ea typeface="Microsoft YaHei" panose="020B0503020204020204" pitchFamily="34" charset="-122"/>
              </a:rPr>
              <a:t>Key-Value </a:t>
            </a:r>
            <a:r>
              <a:rPr lang="zh-CN" altLang="en-US" sz="2400" dirty="0">
                <a:latin typeface="Microsoft YaHei" panose="020B0503020204020204" pitchFamily="34" charset="-122"/>
                <a:ea typeface="Microsoft YaHei" panose="020B0503020204020204" pitchFamily="34" charset="-122"/>
              </a:rPr>
              <a:t>对。其主要思想是使用</a:t>
            </a:r>
            <a:r>
              <a:rPr lang="en-US" altLang="zh-CN" sz="2400" dirty="0">
                <a:latin typeface="Microsoft YaHei" panose="020B0503020204020204" pitchFamily="34" charset="-122"/>
                <a:ea typeface="Microsoft YaHei" panose="020B0503020204020204" pitchFamily="34" charset="-122"/>
              </a:rPr>
              <a:t>LSH </a:t>
            </a:r>
            <a:r>
              <a:rPr lang="zh-CN" altLang="en-US" sz="2400" dirty="0">
                <a:latin typeface="Microsoft YaHei" panose="020B0503020204020204" pitchFamily="34" charset="-122"/>
                <a:ea typeface="Microsoft YaHei" panose="020B0503020204020204" pitchFamily="34" charset="-122"/>
              </a:rPr>
              <a:t>函数对</a:t>
            </a:r>
            <a:r>
              <a:rPr lang="en-US" altLang="zh-CN" sz="2400" dirty="0">
                <a:latin typeface="Microsoft YaHei" panose="020B0503020204020204" pitchFamily="34" charset="-122"/>
                <a:ea typeface="Microsoft YaHei" panose="020B0503020204020204" pitchFamily="34" charset="-122"/>
              </a:rPr>
              <a:t>Query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Key </a:t>
            </a:r>
            <a:r>
              <a:rPr lang="zh-CN" altLang="en-US" sz="2400" dirty="0">
                <a:latin typeface="Microsoft YaHei" panose="020B0503020204020204" pitchFamily="34" charset="-122"/>
                <a:ea typeface="Microsoft YaHei" panose="020B0503020204020204" pitchFamily="34" charset="-122"/>
              </a:rPr>
              <a:t>进行哈希计算，将它们划分到多个桶内，以提升在同一个桶内的</a:t>
            </a:r>
            <a:r>
              <a:rPr lang="en-US" altLang="zh-CN" sz="2400" dirty="0">
                <a:latin typeface="Microsoft YaHei" panose="020B0503020204020204" pitchFamily="34" charset="-122"/>
                <a:ea typeface="Microsoft YaHei" panose="020B0503020204020204" pitchFamily="34" charset="-122"/>
              </a:rPr>
              <a:t>Query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Key </a:t>
            </a:r>
            <a:r>
              <a:rPr lang="zh-CN" altLang="en-US" sz="2400" dirty="0">
                <a:latin typeface="Microsoft YaHei" panose="020B0503020204020204" pitchFamily="34" charset="-122"/>
                <a:ea typeface="Microsoft YaHei" panose="020B0503020204020204" pitchFamily="34" charset="-122"/>
              </a:rPr>
              <a:t>参与交互的概率。假设</a:t>
            </a:r>
            <a:r>
              <a:rPr lang="en-US" altLang="zh-CN" sz="2400" dirty="0">
                <a:latin typeface="Microsoft YaHei" panose="020B0503020204020204" pitchFamily="34" charset="-122"/>
                <a:ea typeface="Microsoft YaHei" panose="020B0503020204020204" pitchFamily="34" charset="-122"/>
              </a:rPr>
              <a:t>b </a:t>
            </a:r>
            <a:r>
              <a:rPr lang="zh-CN" altLang="en-US" sz="2400" dirty="0">
                <a:latin typeface="Microsoft YaHei" panose="020B0503020204020204" pitchFamily="34" charset="-122"/>
                <a:ea typeface="Microsoft YaHei" panose="020B0503020204020204" pitchFamily="34" charset="-122"/>
              </a:rPr>
              <a:t>是桶的个数，给定一个大小为</a:t>
            </a:r>
            <a:r>
              <a:rPr lang="en-US" altLang="zh-CN" sz="2400" dirty="0">
                <a:latin typeface="Microsoft YaHei" panose="020B0503020204020204" pitchFamily="34" charset="-122"/>
                <a:ea typeface="Microsoft YaHei" panose="020B0503020204020204" pitchFamily="34" charset="-122"/>
              </a:rPr>
              <a:t>[Dk, b/2] </a:t>
            </a:r>
            <a:r>
              <a:rPr lang="zh-CN" altLang="en-US" sz="2400" dirty="0">
                <a:latin typeface="Microsoft YaHei" panose="020B0503020204020204" pitchFamily="34" charset="-122"/>
                <a:ea typeface="Microsoft YaHei" panose="020B0503020204020204" pitchFamily="34" charset="-122"/>
              </a:rPr>
              <a:t>的随机矩阵</a:t>
            </a:r>
            <a:r>
              <a:rPr lang="en-US" altLang="zh-CN" sz="2400" dirty="0">
                <a:latin typeface="Microsoft YaHei" panose="020B0503020204020204" pitchFamily="34" charset="-122"/>
                <a:ea typeface="Microsoft YaHei" panose="020B0503020204020204" pitchFamily="34" charset="-122"/>
              </a:rPr>
              <a:t>R</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LSH </a:t>
            </a:r>
            <a:r>
              <a:rPr lang="zh-CN" altLang="en-US" sz="2400" dirty="0">
                <a:latin typeface="Microsoft YaHei" panose="020B0503020204020204" pitchFamily="34" charset="-122"/>
                <a:ea typeface="Microsoft YaHei" panose="020B0503020204020204" pitchFamily="34" charset="-122"/>
              </a:rPr>
              <a:t>函数的定义为：</a:t>
            </a:r>
            <a:endParaRPr lang="en-US" altLang="zh-CN" sz="2400" dirty="0">
              <a:latin typeface="Microsoft YaHei" panose="020B0503020204020204" pitchFamily="34" charset="-122"/>
              <a:ea typeface="Microsoft YaHei" panose="020B0503020204020204" pitchFamily="34" charset="-122"/>
            </a:endParaRPr>
          </a:p>
        </p:txBody>
      </p:sp>
      <p:pic>
        <p:nvPicPr>
          <p:cNvPr id="14" name="Picture 13">
            <a:extLst>
              <a:ext uri="{FF2B5EF4-FFF2-40B4-BE49-F238E27FC236}">
                <a16:creationId xmlns:a16="http://schemas.microsoft.com/office/drawing/2014/main" id="{95C77CEC-B453-0056-3A36-11C8EDAE774A}"/>
              </a:ext>
            </a:extLst>
          </p:cNvPr>
          <p:cNvPicPr>
            <a:picLocks noChangeAspect="1"/>
          </p:cNvPicPr>
          <p:nvPr/>
        </p:nvPicPr>
        <p:blipFill>
          <a:blip r:embed="rId3"/>
          <a:stretch>
            <a:fillRect/>
          </a:stretch>
        </p:blipFill>
        <p:spPr>
          <a:xfrm>
            <a:off x="3978728" y="4078901"/>
            <a:ext cx="3809093" cy="325489"/>
          </a:xfrm>
          <a:prstGeom prst="rect">
            <a:avLst/>
          </a:prstGeom>
        </p:spPr>
      </p:pic>
      <p:sp>
        <p:nvSpPr>
          <p:cNvPr id="17" name="TextBox 16">
            <a:extLst>
              <a:ext uri="{FF2B5EF4-FFF2-40B4-BE49-F238E27FC236}">
                <a16:creationId xmlns:a16="http://schemas.microsoft.com/office/drawing/2014/main" id="{6235359B-2173-D3FA-BB81-AB4F023ACEC7}"/>
              </a:ext>
            </a:extLst>
          </p:cNvPr>
          <p:cNvSpPr txBox="1"/>
          <p:nvPr/>
        </p:nvSpPr>
        <p:spPr>
          <a:xfrm>
            <a:off x="285751" y="4940629"/>
            <a:ext cx="11068049" cy="511807"/>
          </a:xfrm>
          <a:prstGeom prst="rect">
            <a:avLst/>
          </a:prstGeom>
          <a:noFill/>
        </p:spPr>
        <p:txBody>
          <a:bodyPr wrap="square">
            <a:spAutoFit/>
          </a:bodyPr>
          <a:lstStyle/>
          <a:p>
            <a:pPr algn="just">
              <a:lnSpc>
                <a:spcPct val="125000"/>
              </a:lnSpc>
              <a:spcBef>
                <a:spcPts val="1200"/>
              </a:spcBef>
            </a:pPr>
            <a:r>
              <a:rPr lang="en-CN" sz="2400" dirty="0">
                <a:latin typeface="Microsoft YaHei" panose="020B0503020204020204" pitchFamily="34" charset="-122"/>
                <a:ea typeface="Microsoft YaHei" panose="020B0503020204020204" pitchFamily="34" charset="-122"/>
              </a:rPr>
              <a:t>如果</a:t>
            </a:r>
            <a:r>
              <a:rPr lang="zh-CN" altLang="en-US" sz="2400" dirty="0">
                <a:latin typeface="Microsoft YaHei" panose="020B0503020204020204" pitchFamily="34" charset="-122"/>
                <a:ea typeface="Microsoft YaHei" panose="020B0503020204020204" pitchFamily="34" charset="-122"/>
              </a:rPr>
              <a:t>                       </a:t>
            </a:r>
            <a:r>
              <a:rPr lang="en-CN" sz="2400" dirty="0">
                <a:latin typeface="Microsoft YaHei" panose="020B0503020204020204" pitchFamily="34" charset="-122"/>
                <a:ea typeface="Microsoft YaHei" panose="020B0503020204020204" pitchFamily="34" charset="-122"/>
              </a:rPr>
              <a:t>时，</a:t>
            </a:r>
            <a:r>
              <a:rPr lang="zh-CN" altLang="en-US" sz="2400" dirty="0">
                <a:latin typeface="Microsoft YaHei" panose="020B0503020204020204" pitchFamily="34" charset="-122"/>
                <a:ea typeface="Microsoft YaHei" panose="020B0503020204020204" pitchFamily="34" charset="-122"/>
              </a:rPr>
              <a:t>   </a:t>
            </a:r>
            <a:r>
              <a:rPr lang="en-CN" sz="2400" dirty="0">
                <a:latin typeface="Microsoft YaHei" panose="020B0503020204020204" pitchFamily="34" charset="-122"/>
                <a:ea typeface="Microsoft YaHei" panose="020B0503020204020204" pitchFamily="34" charset="-122"/>
              </a:rPr>
              <a:t>才可以与相应的Key-Value对进行交互。</a:t>
            </a:r>
          </a:p>
        </p:txBody>
      </p:sp>
      <p:pic>
        <p:nvPicPr>
          <p:cNvPr id="18" name="Picture 17">
            <a:extLst>
              <a:ext uri="{FF2B5EF4-FFF2-40B4-BE49-F238E27FC236}">
                <a16:creationId xmlns:a16="http://schemas.microsoft.com/office/drawing/2014/main" id="{C0BB6F26-7662-BA04-27DD-978C4F967121}"/>
              </a:ext>
            </a:extLst>
          </p:cNvPr>
          <p:cNvPicPr>
            <a:picLocks noChangeAspect="1"/>
          </p:cNvPicPr>
          <p:nvPr/>
        </p:nvPicPr>
        <p:blipFill>
          <a:blip r:embed="rId4"/>
          <a:stretch>
            <a:fillRect/>
          </a:stretch>
        </p:blipFill>
        <p:spPr>
          <a:xfrm>
            <a:off x="1293832" y="5059260"/>
            <a:ext cx="1318529" cy="310242"/>
          </a:xfrm>
          <a:prstGeom prst="rect">
            <a:avLst/>
          </a:prstGeom>
        </p:spPr>
      </p:pic>
      <p:pic>
        <p:nvPicPr>
          <p:cNvPr id="19" name="Picture 18">
            <a:extLst>
              <a:ext uri="{FF2B5EF4-FFF2-40B4-BE49-F238E27FC236}">
                <a16:creationId xmlns:a16="http://schemas.microsoft.com/office/drawing/2014/main" id="{63AF1F1D-9F45-6646-4E3F-8883D08787BB}"/>
              </a:ext>
            </a:extLst>
          </p:cNvPr>
          <p:cNvPicPr>
            <a:picLocks noChangeAspect="1"/>
          </p:cNvPicPr>
          <p:nvPr/>
        </p:nvPicPr>
        <p:blipFill>
          <a:blip r:embed="rId5"/>
          <a:stretch>
            <a:fillRect/>
          </a:stretch>
        </p:blipFill>
        <p:spPr>
          <a:xfrm>
            <a:off x="3620442" y="5110967"/>
            <a:ext cx="241299" cy="206828"/>
          </a:xfrm>
          <a:prstGeom prst="rect">
            <a:avLst/>
          </a:prstGeom>
        </p:spPr>
      </p:pic>
    </p:spTree>
    <p:extLst>
      <p:ext uri="{BB962C8B-B14F-4D97-AF65-F5344CB8AC3E}">
        <p14:creationId xmlns:p14="http://schemas.microsoft.com/office/powerpoint/2010/main" val="3331786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5936342" y="1643619"/>
            <a:ext cx="5823857" cy="4673780"/>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NVIDIA GPU</a:t>
            </a:r>
            <a:r>
              <a:rPr lang="zh-CN" altLang="en-US" sz="2400" dirty="0">
                <a:latin typeface="Microsoft YaHei" panose="020B0503020204020204" pitchFamily="34" charset="-122"/>
                <a:ea typeface="Microsoft YaHei" panose="020B0503020204020204" pitchFamily="34" charset="-122"/>
              </a:rPr>
              <a:t>中的内存（显存）按照它们物理上是在</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芯片内部还是板卡</a:t>
            </a:r>
            <a:r>
              <a:rPr lang="en-US" altLang="zh-CN" sz="2400" dirty="0">
                <a:latin typeface="Microsoft YaHei" panose="020B0503020204020204" pitchFamily="34" charset="-122"/>
                <a:ea typeface="Microsoft YaHei" panose="020B0503020204020204" pitchFamily="34" charset="-122"/>
              </a:rPr>
              <a:t>RAM</a:t>
            </a:r>
            <a:r>
              <a:rPr lang="zh-CN" altLang="en-US" sz="2400" dirty="0">
                <a:latin typeface="Microsoft YaHei" panose="020B0503020204020204" pitchFamily="34" charset="-122"/>
                <a:ea typeface="Microsoft YaHei" panose="020B0503020204020204" pitchFamily="34" charset="-122"/>
              </a:rPr>
              <a:t>存储芯片上，决定了它们的速度、大小以及访问限制。</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显存分为：</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全局内存（</a:t>
            </a:r>
            <a:r>
              <a:rPr lang="en-US" altLang="zh-CN" sz="2000" dirty="0">
                <a:latin typeface="Microsoft YaHei" panose="020B0503020204020204" pitchFamily="34" charset="-122"/>
                <a:ea typeface="Microsoft YaHei" panose="020B0503020204020204" pitchFamily="34" charset="-122"/>
              </a:rPr>
              <a:t>Global memory</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本地内存（</a:t>
            </a:r>
            <a:r>
              <a:rPr lang="en-US" altLang="zh-CN" sz="2000" dirty="0">
                <a:latin typeface="Microsoft YaHei" panose="020B0503020204020204" pitchFamily="34" charset="-122"/>
                <a:ea typeface="Microsoft YaHei" panose="020B0503020204020204" pitchFamily="34" charset="-122"/>
              </a:rPr>
              <a:t>Local memory</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共享内存（</a:t>
            </a:r>
            <a:r>
              <a:rPr lang="en-US" altLang="zh-CN" sz="2000" dirty="0">
                <a:latin typeface="Microsoft YaHei" panose="020B0503020204020204" pitchFamily="34" charset="-122"/>
                <a:ea typeface="Microsoft YaHei" panose="020B0503020204020204" pitchFamily="34" charset="-122"/>
              </a:rPr>
              <a:t>Shared memory</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SRAM</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寄存器内存（</a:t>
            </a:r>
            <a:r>
              <a:rPr lang="en-US" altLang="zh-CN" sz="2000" dirty="0">
                <a:latin typeface="Microsoft YaHei" panose="020B0503020204020204" pitchFamily="34" charset="-122"/>
                <a:ea typeface="Microsoft YaHei" panose="020B0503020204020204" pitchFamily="34" charset="-122"/>
              </a:rPr>
              <a:t>Register memory</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常量内存（</a:t>
            </a:r>
            <a:r>
              <a:rPr lang="en-US" altLang="zh-CN" sz="2000" dirty="0">
                <a:latin typeface="Microsoft YaHei" panose="020B0503020204020204" pitchFamily="34" charset="-122"/>
                <a:ea typeface="Microsoft YaHei" panose="020B0503020204020204" pitchFamily="34" charset="-122"/>
              </a:rPr>
              <a:t>Constant memory</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6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纹理内存（</a:t>
            </a:r>
            <a:r>
              <a:rPr lang="en-US" altLang="zh-CN" sz="2000" dirty="0">
                <a:latin typeface="Microsoft YaHei" panose="020B0503020204020204" pitchFamily="34" charset="-122"/>
                <a:ea typeface="Microsoft YaHei" panose="020B0503020204020204" pitchFamily="34" charset="-122"/>
              </a:rPr>
              <a:t>Texture memory</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FlashAttention</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80029BE6-B7A3-371A-46E4-85BD2821E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6" y="2025648"/>
            <a:ext cx="5403871" cy="4205125"/>
          </a:xfrm>
          <a:prstGeom prst="rect">
            <a:avLst/>
          </a:prstGeom>
        </p:spPr>
      </p:pic>
    </p:spTree>
    <p:extLst>
      <p:ext uri="{BB962C8B-B14F-4D97-AF65-F5344CB8AC3E}">
        <p14:creationId xmlns:p14="http://schemas.microsoft.com/office/powerpoint/2010/main" val="29434248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96</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FlashAttention</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C158473A-8DA9-54BC-4D31-E193E7D01C85}"/>
              </a:ext>
            </a:extLst>
          </p:cNvPr>
          <p:cNvSpPr txBox="1"/>
          <p:nvPr/>
        </p:nvSpPr>
        <p:spPr>
          <a:xfrm>
            <a:off x="285751" y="1643619"/>
            <a:ext cx="11195049" cy="4820679"/>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全局内存和本地内存</a:t>
            </a:r>
            <a:r>
              <a:rPr lang="zh-CN" altLang="en-US" sz="2400" dirty="0">
                <a:latin typeface="Microsoft YaHei" panose="020B0503020204020204" pitchFamily="34" charset="-122"/>
                <a:ea typeface="Microsoft YaHei" panose="020B0503020204020204" pitchFamily="34" charset="-122"/>
              </a:rPr>
              <a:t>使用的高带宽显存（</a:t>
            </a:r>
            <a:r>
              <a:rPr lang="en-US" altLang="zh-CN" sz="2400" dirty="0">
                <a:latin typeface="Microsoft YaHei" panose="020B0503020204020204" pitchFamily="34" charset="-122"/>
                <a:ea typeface="Microsoft YaHei" panose="020B0503020204020204" pitchFamily="34" charset="-122"/>
              </a:rPr>
              <a:t>High Bandwidth Memory</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HBM</a:t>
            </a:r>
            <a:r>
              <a:rPr lang="zh-CN" altLang="en-US" sz="2400" dirty="0">
                <a:latin typeface="Microsoft YaHei" panose="020B0503020204020204" pitchFamily="34" charset="-122"/>
                <a:ea typeface="Microsoft YaHei" panose="020B0503020204020204" pitchFamily="34" charset="-122"/>
              </a:rPr>
              <a:t>）位于板卡</a:t>
            </a:r>
            <a:r>
              <a:rPr lang="en-US" altLang="zh-CN" sz="2400" dirty="0">
                <a:latin typeface="Microsoft YaHei" panose="020B0503020204020204" pitchFamily="34" charset="-122"/>
                <a:ea typeface="Microsoft YaHei" panose="020B0503020204020204" pitchFamily="34" charset="-122"/>
              </a:rPr>
              <a:t>RAM</a:t>
            </a:r>
            <a:r>
              <a:rPr lang="zh-CN" altLang="en-US" sz="2400" dirty="0">
                <a:latin typeface="Microsoft YaHei" panose="020B0503020204020204" pitchFamily="34" charset="-122"/>
                <a:ea typeface="Microsoft YaHei" panose="020B0503020204020204" pitchFamily="34" charset="-122"/>
              </a:rPr>
              <a:t>存储芯片上，该部分内存容量很大。全局内存是所有线程都可以访问，而本地内存则只能当前线程访问。</a:t>
            </a:r>
            <a:r>
              <a:rPr lang="en-US" altLang="zh-CN" sz="2400" dirty="0">
                <a:latin typeface="Microsoft YaHei" panose="020B0503020204020204" pitchFamily="34" charset="-122"/>
                <a:ea typeface="Microsoft YaHei" panose="020B0503020204020204" pitchFamily="34" charset="-122"/>
              </a:rPr>
              <a:t>NVIDIA H100</a:t>
            </a:r>
            <a:r>
              <a:rPr lang="zh-CN" altLang="en-US" sz="2400" dirty="0">
                <a:latin typeface="Microsoft YaHei" panose="020B0503020204020204" pitchFamily="34" charset="-122"/>
                <a:ea typeface="Microsoft YaHei" panose="020B0503020204020204" pitchFamily="34" charset="-122"/>
              </a:rPr>
              <a:t>中全局内存有</a:t>
            </a:r>
            <a:r>
              <a:rPr lang="en-US" altLang="zh-CN" sz="2400" dirty="0">
                <a:latin typeface="Microsoft YaHei" panose="020B0503020204020204" pitchFamily="34" charset="-122"/>
                <a:ea typeface="Microsoft YaHei" panose="020B0503020204020204" pitchFamily="34" charset="-122"/>
              </a:rPr>
              <a:t>80GB</a:t>
            </a:r>
            <a:r>
              <a:rPr lang="zh-CN" altLang="en-US" sz="2400" dirty="0">
                <a:latin typeface="Microsoft YaHei" panose="020B0503020204020204" pitchFamily="34" charset="-122"/>
                <a:ea typeface="Microsoft YaHei" panose="020B0503020204020204" pitchFamily="34" charset="-122"/>
              </a:rPr>
              <a:t>空间，其访问速度虽然可以达到</a:t>
            </a:r>
            <a:r>
              <a:rPr lang="en-US" altLang="zh-CN" sz="2400" dirty="0">
                <a:latin typeface="Microsoft YaHei" panose="020B0503020204020204" pitchFamily="34" charset="-122"/>
                <a:ea typeface="Microsoft YaHei" panose="020B0503020204020204" pitchFamily="34" charset="-122"/>
              </a:rPr>
              <a:t>3.35TB/s</a:t>
            </a:r>
            <a:r>
              <a:rPr lang="zh-CN" altLang="en-US" sz="2400" dirty="0">
                <a:latin typeface="Microsoft YaHei" panose="020B0503020204020204" pitchFamily="34" charset="-122"/>
                <a:ea typeface="Microsoft YaHei" panose="020B0503020204020204" pitchFamily="34" charset="-122"/>
              </a:rPr>
              <a:t>，但是如果全部线程同时访问全局内存时，其平均带宽仍然很低。</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共享内存和寄存器</a:t>
            </a:r>
            <a:r>
              <a:rPr lang="zh-CN" altLang="en-US" sz="2400" dirty="0">
                <a:latin typeface="Microsoft YaHei" panose="020B0503020204020204" pitchFamily="34" charset="-122"/>
                <a:ea typeface="Microsoft YaHei" panose="020B0503020204020204" pitchFamily="34" charset="-122"/>
              </a:rPr>
              <a:t>位于</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芯片上，因此容量很小，并且共享内存只有在同一个</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线程块（</a:t>
            </a:r>
            <a:r>
              <a:rPr lang="en-US" altLang="zh-CN" sz="2400" dirty="0">
                <a:latin typeface="Microsoft YaHei" panose="020B0503020204020204" pitchFamily="34" charset="-122"/>
                <a:ea typeface="Microsoft YaHei" panose="020B0503020204020204" pitchFamily="34" charset="-122"/>
              </a:rPr>
              <a:t>Thread Block</a:t>
            </a:r>
            <a:r>
              <a:rPr lang="zh-CN" altLang="en-US" sz="2400" dirty="0">
                <a:latin typeface="Microsoft YaHei" panose="020B0503020204020204" pitchFamily="34" charset="-122"/>
                <a:ea typeface="Microsoft YaHei" panose="020B0503020204020204" pitchFamily="34" charset="-122"/>
              </a:rPr>
              <a:t>）内的线程才可以共享访问，而寄存器仅限于同一个线程内部才能访问。</a:t>
            </a:r>
            <a:r>
              <a:rPr lang="en-US" altLang="zh-CN" sz="2400" dirty="0">
                <a:latin typeface="Microsoft YaHei" panose="020B0503020204020204" pitchFamily="34" charset="-122"/>
                <a:ea typeface="Microsoft YaHei" panose="020B0503020204020204" pitchFamily="34" charset="-122"/>
              </a:rPr>
              <a:t>NVIDIA H100</a:t>
            </a:r>
            <a:r>
              <a:rPr lang="zh-CN" altLang="en-US" sz="2400" dirty="0">
                <a:latin typeface="Microsoft YaHei" panose="020B0503020204020204" pitchFamily="34" charset="-122"/>
                <a:ea typeface="Microsoft YaHei" panose="020B0503020204020204" pitchFamily="34" charset="-122"/>
              </a:rPr>
              <a:t>中每个</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线程块在流式多处理器（</a:t>
            </a:r>
            <a:r>
              <a:rPr lang="en-US" altLang="zh-CN" sz="2400" dirty="0">
                <a:latin typeface="Microsoft YaHei" panose="020B0503020204020204" pitchFamily="34" charset="-122"/>
                <a:ea typeface="Microsoft YaHei" panose="020B0503020204020204" pitchFamily="34" charset="-122"/>
              </a:rPr>
              <a:t>Stream Multi-processor</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SM</a:t>
            </a:r>
            <a:r>
              <a:rPr lang="zh-CN" altLang="en-US" sz="2400" dirty="0">
                <a:latin typeface="Microsoft YaHei" panose="020B0503020204020204" pitchFamily="34" charset="-122"/>
                <a:ea typeface="Microsoft YaHei" panose="020B0503020204020204" pitchFamily="34" charset="-122"/>
              </a:rPr>
              <a:t>）可以使用的共享存储容量仅有</a:t>
            </a:r>
            <a:r>
              <a:rPr lang="en-US" altLang="zh-CN" sz="2400" dirty="0">
                <a:latin typeface="Microsoft YaHei" panose="020B0503020204020204" pitchFamily="34" charset="-122"/>
                <a:ea typeface="Microsoft YaHei" panose="020B0503020204020204" pitchFamily="34" charset="-122"/>
              </a:rPr>
              <a:t>228KB</a:t>
            </a:r>
            <a:r>
              <a:rPr lang="zh-CN" altLang="en-US" sz="2400" dirty="0">
                <a:latin typeface="Microsoft YaHei" panose="020B0503020204020204" pitchFamily="34" charset="-122"/>
                <a:ea typeface="Microsoft YaHei" panose="020B0503020204020204" pitchFamily="34" charset="-122"/>
              </a:rPr>
              <a:t>，但是其速度非常快，远高于全局内存的访问速度。</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029040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97</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FlashAttention</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C158473A-8DA9-54BC-4D31-E193E7D01C85}"/>
              </a:ext>
            </a:extLst>
          </p:cNvPr>
          <p:cNvSpPr txBox="1"/>
          <p:nvPr/>
        </p:nvSpPr>
        <p:spPr>
          <a:xfrm>
            <a:off x="285751" y="1643619"/>
            <a:ext cx="11474448"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在本章第</a:t>
            </a:r>
            <a:r>
              <a:rPr lang="en-US" altLang="zh-CN" sz="2400" dirty="0">
                <a:latin typeface="Microsoft YaHei" panose="020B0503020204020204" pitchFamily="34" charset="-122"/>
                <a:ea typeface="Microsoft YaHei" panose="020B0503020204020204" pitchFamily="34" charset="-122"/>
              </a:rPr>
              <a:t>2.2</a:t>
            </a:r>
            <a:r>
              <a:rPr lang="zh-CN" altLang="en-US" sz="2400" dirty="0">
                <a:latin typeface="Microsoft YaHei" panose="020B0503020204020204" pitchFamily="34" charset="-122"/>
                <a:ea typeface="Microsoft YaHei" panose="020B0503020204020204" pitchFamily="34" charset="-122"/>
              </a:rPr>
              <a:t>节中介绍了自注意力机制的原理，在</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中进行计算时，传统的方法还需要引入两个中间矩阵</a:t>
            </a:r>
            <a:r>
              <a:rPr lang="en-US" altLang="zh-CN" sz="2400" dirty="0">
                <a:latin typeface="Microsoft YaHei" panose="020B0503020204020204" pitchFamily="34" charset="-122"/>
                <a:ea typeface="Microsoft YaHei" panose="020B0503020204020204" pitchFamily="34" charset="-122"/>
              </a:rPr>
              <a:t> S</a:t>
            </a:r>
            <a:r>
              <a:rPr lang="zh-CN" altLang="en-US" sz="2400" dirty="0">
                <a:latin typeface="Microsoft YaHei" panose="020B0503020204020204" pitchFamily="34" charset="-122"/>
                <a:ea typeface="Microsoft YaHei" panose="020B0503020204020204" pitchFamily="34" charset="-122"/>
              </a:rPr>
              <a:t> 和 </a:t>
            </a:r>
            <a:r>
              <a:rPr lang="en-US" altLang="zh-CN" sz="2400" dirty="0">
                <a:latin typeface="Microsoft YaHei" panose="020B0503020204020204" pitchFamily="34" charset="-122"/>
                <a:ea typeface="Microsoft YaHei" panose="020B0503020204020204" pitchFamily="34" charset="-122"/>
              </a:rPr>
              <a:t>P</a:t>
            </a:r>
            <a:r>
              <a:rPr lang="zh-CN" altLang="en-US" sz="2400" dirty="0">
                <a:latin typeface="Microsoft YaHei" panose="020B0503020204020204" pitchFamily="34" charset="-122"/>
                <a:ea typeface="Microsoft YaHei" panose="020B0503020204020204" pitchFamily="34" charset="-122"/>
              </a:rPr>
              <a:t> 并存储到全局内存中。具体计算过程如下：</a:t>
            </a:r>
            <a:endParaRPr lang="en-US" altLang="zh-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3870D998-496A-8863-6122-0FDD2B5709A0}"/>
              </a:ext>
            </a:extLst>
          </p:cNvPr>
          <p:cNvPicPr>
            <a:picLocks noChangeAspect="1"/>
          </p:cNvPicPr>
          <p:nvPr/>
        </p:nvPicPr>
        <p:blipFill>
          <a:blip r:embed="rId3"/>
          <a:stretch>
            <a:fillRect/>
          </a:stretch>
        </p:blipFill>
        <p:spPr>
          <a:xfrm>
            <a:off x="2877946" y="2881880"/>
            <a:ext cx="5747168" cy="297406"/>
          </a:xfrm>
          <a:prstGeom prst="rect">
            <a:avLst/>
          </a:prstGeom>
        </p:spPr>
      </p:pic>
      <p:sp>
        <p:nvSpPr>
          <p:cNvPr id="14" name="TextBox 13">
            <a:extLst>
              <a:ext uri="{FF2B5EF4-FFF2-40B4-BE49-F238E27FC236}">
                <a16:creationId xmlns:a16="http://schemas.microsoft.com/office/drawing/2014/main" id="{A587C033-C763-4373-36F5-619CFD697ECD}"/>
              </a:ext>
            </a:extLst>
          </p:cNvPr>
          <p:cNvSpPr txBox="1"/>
          <p:nvPr/>
        </p:nvSpPr>
        <p:spPr>
          <a:xfrm>
            <a:off x="285751" y="3367120"/>
            <a:ext cx="11528424" cy="2512354"/>
          </a:xfrm>
          <a:prstGeom prst="rect">
            <a:avLst/>
          </a:prstGeom>
          <a:noFill/>
        </p:spPr>
        <p:txBody>
          <a:bodyPr wrap="square">
            <a:spAutoFit/>
          </a:bodyPr>
          <a:lstStyle/>
          <a:p>
            <a:pPr algn="just">
              <a:lnSpc>
                <a:spcPct val="125000"/>
              </a:lnSpc>
              <a:spcBef>
                <a:spcPts val="1200"/>
              </a:spcBef>
            </a:pPr>
            <a:r>
              <a:rPr lang="en-CN" sz="2400" dirty="0">
                <a:latin typeface="Microsoft YaHei" panose="020B0503020204020204" pitchFamily="34" charset="-122"/>
                <a:ea typeface="Microsoft YaHei" panose="020B0503020204020204" pitchFamily="34" charset="-122"/>
              </a:rPr>
              <a:t>按照上述计算过程，需要</a:t>
            </a:r>
            <a:r>
              <a:rPr lang="en-CN" sz="2400" b="1" dirty="0">
                <a:latin typeface="Microsoft YaHei" panose="020B0503020204020204" pitchFamily="34" charset="-122"/>
                <a:ea typeface="Microsoft YaHei" panose="020B0503020204020204" pitchFamily="34" charset="-122"/>
              </a:rPr>
              <a:t>首先</a:t>
            </a:r>
            <a:r>
              <a:rPr lang="en-CN" sz="2400" dirty="0">
                <a:latin typeface="Microsoft YaHei" panose="020B0503020204020204" pitchFamily="34" charset="-122"/>
                <a:ea typeface="Microsoft YaHei" panose="020B0503020204020204" pitchFamily="34" charset="-122"/>
              </a:rPr>
              <a:t>从全局内存中读取矩阵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Q</a:t>
            </a:r>
            <a:r>
              <a:rPr lang="zh-CN" altLang="en-US" sz="2400" dirty="0">
                <a:latin typeface="Microsoft YaHei" panose="020B0503020204020204" pitchFamily="34" charset="-122"/>
                <a:ea typeface="Microsoft YaHei" panose="020B0503020204020204" pitchFamily="34" charset="-122"/>
              </a:rPr>
              <a:t> </a:t>
            </a:r>
            <a:r>
              <a:rPr lang="en-CN" sz="2400" dirty="0">
                <a:latin typeface="Microsoft YaHei" panose="020B0503020204020204" pitchFamily="34" charset="-122"/>
                <a:ea typeface="Microsoft YaHei" panose="020B0503020204020204" pitchFamily="34" charset="-122"/>
              </a:rPr>
              <a:t>和</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K</a:t>
            </a:r>
            <a:r>
              <a:rPr lang="en-CN" sz="2400" dirty="0">
                <a:latin typeface="Microsoft YaHei" panose="020B0503020204020204" pitchFamily="34" charset="-122"/>
                <a:ea typeface="Microsoft YaHei" panose="020B0503020204020204" pitchFamily="34" charset="-122"/>
              </a:rPr>
              <a:t>，并将计算好的矩阵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S</a:t>
            </a:r>
            <a:r>
              <a:rPr lang="zh-CN" altLang="en-US" sz="2400" dirty="0">
                <a:latin typeface="Microsoft YaHei" panose="020B0503020204020204" pitchFamily="34" charset="-122"/>
                <a:ea typeface="Microsoft YaHei" panose="020B0503020204020204" pitchFamily="34" charset="-122"/>
              </a:rPr>
              <a:t> </a:t>
            </a:r>
            <a:r>
              <a:rPr lang="en-CN" sz="2400" dirty="0">
                <a:latin typeface="Microsoft YaHei" panose="020B0503020204020204" pitchFamily="34" charset="-122"/>
                <a:ea typeface="Microsoft YaHei" panose="020B0503020204020204" pitchFamily="34" charset="-122"/>
              </a:rPr>
              <a:t>再写入全局内存，</a:t>
            </a:r>
            <a:r>
              <a:rPr lang="en-CN" sz="2400" b="1" dirty="0">
                <a:latin typeface="Microsoft YaHei" panose="020B0503020204020204" pitchFamily="34" charset="-122"/>
                <a:ea typeface="Microsoft YaHei" panose="020B0503020204020204" pitchFamily="34" charset="-122"/>
              </a:rPr>
              <a:t>之后</a:t>
            </a:r>
            <a:r>
              <a:rPr lang="en-CN" sz="2400" dirty="0">
                <a:latin typeface="Microsoft YaHei" panose="020B0503020204020204" pitchFamily="34" charset="-122"/>
                <a:ea typeface="Microsoft YaHei" panose="020B0503020204020204" pitchFamily="34" charset="-122"/>
              </a:rPr>
              <a:t>再从全局内存中获取矩阵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S</a:t>
            </a:r>
            <a:r>
              <a:rPr lang="zh-CN" altLang="en-US" sz="2400" dirty="0">
                <a:latin typeface="Microsoft YaHei" panose="020B0503020204020204" pitchFamily="34" charset="-122"/>
                <a:ea typeface="Microsoft YaHei" panose="020B0503020204020204" pitchFamily="34" charset="-122"/>
              </a:rPr>
              <a:t> </a:t>
            </a:r>
            <a:r>
              <a:rPr lang="en-CN" sz="2400" dirty="0">
                <a:latin typeface="Microsoft YaHei" panose="020B0503020204020204" pitchFamily="34" charset="-122"/>
                <a:ea typeface="Microsoft YaHei" panose="020B0503020204020204" pitchFamily="34" charset="-122"/>
              </a:rPr>
              <a:t>，计算Softmax得到矩阵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P</a:t>
            </a:r>
            <a:r>
              <a:rPr lang="zh-CN" altLang="en-US" sz="2400" dirty="0">
                <a:latin typeface="Microsoft YaHei" panose="020B0503020204020204" pitchFamily="34" charset="-122"/>
                <a:ea typeface="Microsoft YaHei" panose="020B0503020204020204" pitchFamily="34" charset="-122"/>
              </a:rPr>
              <a:t> </a:t>
            </a:r>
            <a:r>
              <a:rPr lang="en-CN" sz="2400" b="1" dirty="0">
                <a:latin typeface="Microsoft YaHei" panose="020B0503020204020204" pitchFamily="34" charset="-122"/>
                <a:ea typeface="Microsoft YaHei" panose="020B0503020204020204" pitchFamily="34" charset="-122"/>
              </a:rPr>
              <a:t>再写入</a:t>
            </a:r>
            <a:r>
              <a:rPr lang="en-CN" sz="2400" dirty="0">
                <a:latin typeface="Microsoft YaHei" panose="020B0503020204020204" pitchFamily="34" charset="-122"/>
                <a:ea typeface="Microsoft YaHei" panose="020B0503020204020204" pitchFamily="34" charset="-122"/>
              </a:rPr>
              <a:t>全局内存，</a:t>
            </a:r>
            <a:r>
              <a:rPr lang="en-CN" sz="2400" b="1" dirty="0">
                <a:latin typeface="Microsoft YaHei" panose="020B0503020204020204" pitchFamily="34" charset="-122"/>
                <a:ea typeface="Microsoft YaHei" panose="020B0503020204020204" pitchFamily="34" charset="-122"/>
              </a:rPr>
              <a:t>之后</a:t>
            </a:r>
            <a:r>
              <a:rPr lang="en-CN" sz="2400" dirty="0">
                <a:latin typeface="Microsoft YaHei" panose="020B0503020204020204" pitchFamily="34" charset="-122"/>
                <a:ea typeface="Microsoft YaHei" panose="020B0503020204020204" pitchFamily="34" charset="-122"/>
              </a:rPr>
              <a:t>读取矩阵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P</a:t>
            </a:r>
            <a:r>
              <a:rPr lang="zh-CN" altLang="en-US" sz="2400" dirty="0">
                <a:latin typeface="Microsoft YaHei" panose="020B0503020204020204" pitchFamily="34" charset="-122"/>
                <a:ea typeface="Microsoft YaHei" panose="020B0503020204020204" pitchFamily="34" charset="-122"/>
              </a:rPr>
              <a:t> </a:t>
            </a:r>
            <a:r>
              <a:rPr lang="en-CN" sz="2400" dirty="0">
                <a:latin typeface="Microsoft YaHei" panose="020B0503020204020204" pitchFamily="34" charset="-122"/>
                <a:ea typeface="Microsoft YaHei" panose="020B0503020204020204" pitchFamily="34" charset="-122"/>
              </a:rPr>
              <a:t>和矩阵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V</a:t>
            </a:r>
            <a:r>
              <a:rPr lang="en-CN" sz="2400" dirty="0">
                <a:latin typeface="Microsoft YaHei" panose="020B0503020204020204" pitchFamily="34" charset="-122"/>
                <a:ea typeface="Microsoft YaHei" panose="020B0503020204020204" pitchFamily="34" charset="-122"/>
              </a:rPr>
              <a:t>，计算得到矩阵</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O</a:t>
            </a:r>
            <a:r>
              <a:rPr lang="en-CN" sz="2400" dirty="0">
                <a:latin typeface="Microsoft YaHei" panose="020B0503020204020204" pitchFamily="34" charset="-122"/>
                <a:ea typeface="Microsoft YaHei" panose="020B0503020204020204" pitchFamily="34" charset="-122"/>
              </a:rPr>
              <a:t>。</a:t>
            </a:r>
          </a:p>
          <a:p>
            <a:pPr algn="just">
              <a:lnSpc>
                <a:spcPct val="125000"/>
              </a:lnSpc>
              <a:spcBef>
                <a:spcPts val="1200"/>
              </a:spcBef>
            </a:pPr>
            <a:r>
              <a:rPr lang="en-CN" sz="2400" dirty="0">
                <a:latin typeface="Microsoft YaHei" panose="020B0503020204020204" pitchFamily="34" charset="-122"/>
                <a:ea typeface="Microsoft YaHei" panose="020B0503020204020204" pitchFamily="34" charset="-122"/>
              </a:rPr>
              <a:t>这样的过程会极大占用显存的带宽。在自注意力机制中，计算速度比内存速度快得多，因此计算效率越来越多地受到全局内存访问的瓶颈。</a:t>
            </a:r>
          </a:p>
        </p:txBody>
      </p:sp>
    </p:spTree>
    <p:extLst>
      <p:ext uri="{BB962C8B-B14F-4D97-AF65-F5344CB8AC3E}">
        <p14:creationId xmlns:p14="http://schemas.microsoft.com/office/powerpoint/2010/main" val="22317383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98</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FlashAttention</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C158473A-8DA9-54BC-4D31-E193E7D01C85}"/>
              </a:ext>
            </a:extLst>
          </p:cNvPr>
          <p:cNvSpPr txBox="1"/>
          <p:nvPr/>
        </p:nvSpPr>
        <p:spPr>
          <a:xfrm>
            <a:off x="285751" y="1643619"/>
            <a:ext cx="11474448" cy="2512354"/>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FlashAttention</a:t>
            </a:r>
            <a:r>
              <a:rPr lang="zh-CN" altLang="en-US" sz="2400" dirty="0">
                <a:latin typeface="Microsoft YaHei" panose="020B0503020204020204" pitchFamily="34" charset="-122"/>
                <a:ea typeface="Microsoft YaHei" panose="020B0503020204020204" pitchFamily="34" charset="-122"/>
              </a:rPr>
              <a:t>就是通过利用</a:t>
            </a:r>
            <a:r>
              <a:rPr lang="en-US" altLang="zh-CN" sz="2400" dirty="0">
                <a:latin typeface="Microsoft YaHei" panose="020B0503020204020204" pitchFamily="34" charset="-122"/>
                <a:ea typeface="Microsoft YaHei" panose="020B0503020204020204" pitchFamily="34" charset="-122"/>
              </a:rPr>
              <a:t>GPU</a:t>
            </a:r>
            <a:r>
              <a:rPr lang="zh-CN" altLang="en-US" sz="2400" dirty="0">
                <a:latin typeface="Microsoft YaHei" panose="020B0503020204020204" pitchFamily="34" charset="-122"/>
                <a:ea typeface="Microsoft YaHei" panose="020B0503020204020204" pitchFamily="34" charset="-122"/>
              </a:rPr>
              <a:t>硬件中的特殊设计，针对全局内存和共享存储的</a:t>
            </a:r>
            <a:r>
              <a:rPr lang="en-US" altLang="zh-CN" sz="2400" dirty="0">
                <a:latin typeface="Microsoft YaHei" panose="020B0503020204020204" pitchFamily="34" charset="-122"/>
                <a:ea typeface="Microsoft YaHei" panose="020B0503020204020204" pitchFamily="34" charset="-122"/>
              </a:rPr>
              <a:t>I/O</a:t>
            </a:r>
            <a:r>
              <a:rPr lang="zh-CN" altLang="en-US" sz="2400" dirty="0">
                <a:latin typeface="Microsoft YaHei" panose="020B0503020204020204" pitchFamily="34" charset="-122"/>
                <a:ea typeface="Microsoft YaHei" panose="020B0503020204020204" pitchFamily="34" charset="-122"/>
              </a:rPr>
              <a:t>速度的不同，尽可能地避免</a:t>
            </a:r>
            <a:r>
              <a:rPr lang="en-US" altLang="zh-CN" sz="2400" dirty="0">
                <a:latin typeface="Microsoft YaHei" panose="020B0503020204020204" pitchFamily="34" charset="-122"/>
                <a:ea typeface="Microsoft YaHei" panose="020B0503020204020204" pitchFamily="34" charset="-122"/>
              </a:rPr>
              <a:t>HBM</a:t>
            </a:r>
            <a:r>
              <a:rPr lang="zh-CN" altLang="en-US" sz="2400" dirty="0">
                <a:latin typeface="Microsoft YaHei" panose="020B0503020204020204" pitchFamily="34" charset="-122"/>
                <a:ea typeface="Microsoft YaHei" panose="020B0503020204020204" pitchFamily="34" charset="-122"/>
              </a:rPr>
              <a:t>中读取或写入注意力矩阵。</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FlashAttention</a:t>
            </a:r>
            <a:r>
              <a:rPr lang="zh-CN" altLang="en-US" sz="2400" dirty="0">
                <a:latin typeface="Microsoft YaHei" panose="020B0503020204020204" pitchFamily="34" charset="-122"/>
                <a:ea typeface="Microsoft YaHei" panose="020B0503020204020204" pitchFamily="34" charset="-122"/>
              </a:rPr>
              <a:t>目标是尽可能高效地使用</a:t>
            </a:r>
            <a:r>
              <a:rPr lang="en-US" altLang="zh-CN" sz="2400" dirty="0">
                <a:latin typeface="Microsoft YaHei" panose="020B0503020204020204" pitchFamily="34" charset="-122"/>
                <a:ea typeface="Microsoft YaHei" panose="020B0503020204020204" pitchFamily="34" charset="-122"/>
              </a:rPr>
              <a:t>SRAM</a:t>
            </a:r>
            <a:r>
              <a:rPr lang="zh-CN" altLang="en-US" sz="2400" dirty="0">
                <a:latin typeface="Microsoft YaHei" panose="020B0503020204020204" pitchFamily="34" charset="-122"/>
                <a:ea typeface="Microsoft YaHei" panose="020B0503020204020204" pitchFamily="34" charset="-122"/>
              </a:rPr>
              <a:t>来加快计算速度，避免从全局内存中读取和写入注意力矩阵。达成该目标需要能做到在不访问整个输入的情况下计算</a:t>
            </a:r>
            <a:r>
              <a:rPr lang="en-US" altLang="zh-CN" sz="2400" dirty="0" err="1">
                <a:latin typeface="Microsoft YaHei" panose="020B0503020204020204" pitchFamily="34" charset="-122"/>
                <a:ea typeface="Microsoft YaHei" panose="020B0503020204020204" pitchFamily="34" charset="-122"/>
              </a:rPr>
              <a:t>Softmax</a:t>
            </a:r>
            <a:r>
              <a:rPr lang="zh-CN" altLang="en-US" sz="2400" dirty="0">
                <a:latin typeface="Microsoft YaHei" panose="020B0503020204020204" pitchFamily="34" charset="-122"/>
                <a:ea typeface="Microsoft YaHei" panose="020B0503020204020204" pitchFamily="34" charset="-122"/>
              </a:rPr>
              <a:t>函数，并且后向传播中不能存储中间注意力矩阵。</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444534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99</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FlashAttention</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C158473A-8DA9-54BC-4D31-E193E7D01C85}"/>
              </a:ext>
            </a:extLst>
          </p:cNvPr>
          <p:cNvSpPr txBox="1"/>
          <p:nvPr/>
        </p:nvSpPr>
        <p:spPr>
          <a:xfrm>
            <a:off x="285751" y="1643619"/>
            <a:ext cx="11474448" cy="3589572"/>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FlashAttention</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就提出了不使用中间注意力矩阵，通过存储归一化因子来减少全局内存消耗的方法。</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FlashAttention</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算法并没有将</a:t>
            </a:r>
            <a:r>
              <a:rPr lang="en-US" altLang="zh-CN" sz="2400" dirty="0">
                <a:latin typeface="Microsoft YaHei" panose="020B0503020204020204" pitchFamily="34" charset="-122"/>
                <a:ea typeface="Microsoft YaHei" panose="020B0503020204020204" pitchFamily="34" charset="-122"/>
              </a:rPr>
              <a:t>S</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P </a:t>
            </a:r>
            <a:r>
              <a:rPr lang="zh-CN" altLang="en-US" sz="2400" dirty="0">
                <a:latin typeface="Microsoft YaHei" panose="020B0503020204020204" pitchFamily="34" charset="-122"/>
                <a:ea typeface="Microsoft YaHei" panose="020B0503020204020204" pitchFamily="34" charset="-122"/>
              </a:rPr>
              <a:t>整体写入全局内存，而是通过分块写入，存储前向传递的</a:t>
            </a:r>
            <a:r>
              <a:rPr lang="en-US" altLang="zh-CN" sz="2400" dirty="0" err="1">
                <a:latin typeface="Microsoft YaHei" panose="020B0503020204020204" pitchFamily="34" charset="-122"/>
                <a:ea typeface="Microsoft YaHei" panose="020B0503020204020204" pitchFamily="34" charset="-122"/>
              </a:rPr>
              <a:t>Softmax</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归一化因子，</a:t>
            </a:r>
            <a:r>
              <a:rPr lang="zh-CN" altLang="en-US" sz="2400" b="1" dirty="0">
                <a:latin typeface="Microsoft YaHei" panose="020B0503020204020204" pitchFamily="34" charset="-122"/>
                <a:ea typeface="Microsoft YaHei" panose="020B0503020204020204" pitchFamily="34" charset="-122"/>
              </a:rPr>
              <a:t>在后向传播中快速重新计算片上注意力</a:t>
            </a:r>
            <a:r>
              <a:rPr lang="zh-CN" altLang="en-US" sz="2400" dirty="0">
                <a:latin typeface="Microsoft YaHei" panose="020B0503020204020204" pitchFamily="34" charset="-122"/>
                <a:ea typeface="Microsoft YaHei" panose="020B0503020204020204" pitchFamily="34" charset="-122"/>
              </a:rPr>
              <a:t>，这比从全局内存中读取中间注意力矩阵的标准方法更快。</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虽然大幅减少了全局内存的访问量，重新计算也导致</a:t>
            </a:r>
            <a:r>
              <a:rPr lang="en-US" altLang="zh-CN" sz="2400" dirty="0">
                <a:latin typeface="Microsoft YaHei" panose="020B0503020204020204" pitchFamily="34" charset="-122"/>
                <a:ea typeface="Microsoft YaHei" panose="020B0503020204020204" pitchFamily="34" charset="-122"/>
              </a:rPr>
              <a:t>FLOP </a:t>
            </a:r>
            <a:r>
              <a:rPr lang="zh-CN" altLang="en-US" sz="2400" dirty="0">
                <a:latin typeface="Microsoft YaHei" panose="020B0503020204020204" pitchFamily="34" charset="-122"/>
                <a:ea typeface="Microsoft YaHei" panose="020B0503020204020204" pitchFamily="34" charset="-122"/>
              </a:rPr>
              <a:t>增加，但其运行的速度更快且使用的内存更少。</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397495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100</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err="1">
                <a:solidFill>
                  <a:srgbClr val="0070C0"/>
                </a:solidFill>
                <a:latin typeface="Microsoft YaHei" panose="020B0503020204020204" pitchFamily="34" charset="-122"/>
                <a:ea typeface="Microsoft YaHei" panose="020B0503020204020204" pitchFamily="34" charset="-122"/>
              </a:rPr>
              <a:t>FlashAttention</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pic>
        <p:nvPicPr>
          <p:cNvPr id="13" name="Picture 12">
            <a:extLst>
              <a:ext uri="{FF2B5EF4-FFF2-40B4-BE49-F238E27FC236}">
                <a16:creationId xmlns:a16="http://schemas.microsoft.com/office/drawing/2014/main" id="{D5B237FA-95CE-AB09-21BC-6EA5BABA07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911" y="2012657"/>
            <a:ext cx="5679200" cy="4543360"/>
          </a:xfrm>
          <a:prstGeom prst="rect">
            <a:avLst/>
          </a:prstGeom>
        </p:spPr>
      </p:pic>
      <p:pic>
        <p:nvPicPr>
          <p:cNvPr id="15" name="Picture 14">
            <a:extLst>
              <a:ext uri="{FF2B5EF4-FFF2-40B4-BE49-F238E27FC236}">
                <a16:creationId xmlns:a16="http://schemas.microsoft.com/office/drawing/2014/main" id="{17343AAF-4792-290B-426F-356C8D85C9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063960"/>
            <a:ext cx="6158600" cy="5795233"/>
          </a:xfrm>
          <a:prstGeom prst="rect">
            <a:avLst/>
          </a:prstGeom>
        </p:spPr>
      </p:pic>
    </p:spTree>
    <p:extLst>
      <p:ext uri="{BB962C8B-B14F-4D97-AF65-F5344CB8AC3E}">
        <p14:creationId xmlns:p14="http://schemas.microsoft.com/office/powerpoint/2010/main" val="25296157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101</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多查询注意力</a:t>
            </a:r>
          </a:p>
        </p:txBody>
      </p:sp>
      <p:sp>
        <p:nvSpPr>
          <p:cNvPr id="4" name="TextBox 3">
            <a:extLst>
              <a:ext uri="{FF2B5EF4-FFF2-40B4-BE49-F238E27FC236}">
                <a16:creationId xmlns:a16="http://schemas.microsoft.com/office/drawing/2014/main" id="{C158473A-8DA9-54BC-4D31-E193E7D01C85}"/>
              </a:ext>
            </a:extLst>
          </p:cNvPr>
          <p:cNvSpPr txBox="1"/>
          <p:nvPr/>
        </p:nvSpPr>
        <p:spPr>
          <a:xfrm>
            <a:off x="285751" y="1643619"/>
            <a:ext cx="11474448" cy="4051237"/>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多查询注意力（</a:t>
            </a:r>
            <a:r>
              <a:rPr lang="en-US" altLang="zh-CN" sz="2400" b="1" dirty="0">
                <a:solidFill>
                  <a:srgbClr val="0070C0"/>
                </a:solidFill>
                <a:latin typeface="Microsoft YaHei" panose="020B0503020204020204" pitchFamily="34" charset="-122"/>
                <a:ea typeface="Microsoft YaHei" panose="020B0503020204020204" pitchFamily="34" charset="-122"/>
              </a:rPr>
              <a:t>Multi Query Attention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是多头注意力的一种变体。其特点是，在多查询注意力中不同的注意力头共享一个键和值的集合，每个头只单独保留了一份查询参数，因此键和值的矩阵仅有一份，这大幅减少了显存占用，使其更高效。</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由于多查询注意力改变了注意力机制的结构，因此模型通常需要从训练开始就支持多查询注意力。文献</a:t>
            </a:r>
            <a:r>
              <a:rPr lang="en-US" altLang="zh-CN" sz="2400" dirty="0">
                <a:latin typeface="Microsoft YaHei" panose="020B0503020204020204" pitchFamily="34" charset="-122"/>
                <a:ea typeface="Microsoft YaHei" panose="020B0503020204020204" pitchFamily="34" charset="-122"/>
              </a:rPr>
              <a:t>[63] </a:t>
            </a:r>
            <a:r>
              <a:rPr lang="zh-CN" altLang="en-US" sz="2400" dirty="0">
                <a:latin typeface="Microsoft YaHei" panose="020B0503020204020204" pitchFamily="34" charset="-122"/>
                <a:ea typeface="Microsoft YaHei" panose="020B0503020204020204" pitchFamily="34" charset="-122"/>
              </a:rPr>
              <a:t>的研究结果表明，可以通过对已经训练好的模型进行微调来添加多查询注意力支持，仅需要约</a:t>
            </a:r>
            <a:r>
              <a:rPr lang="en-US" altLang="zh-CN" sz="2400" dirty="0">
                <a:latin typeface="Microsoft YaHei" panose="020B0503020204020204" pitchFamily="34" charset="-122"/>
                <a:ea typeface="Microsoft YaHei" panose="020B0503020204020204" pitchFamily="34" charset="-122"/>
              </a:rPr>
              <a:t>5% </a:t>
            </a:r>
            <a:r>
              <a:rPr lang="zh-CN" altLang="en-US" sz="2400" dirty="0">
                <a:latin typeface="Microsoft YaHei" panose="020B0503020204020204" pitchFamily="34" charset="-122"/>
                <a:ea typeface="Microsoft YaHei" panose="020B0503020204020204" pitchFamily="34" charset="-122"/>
              </a:rPr>
              <a:t>的原始训练数据量就可以达到不错的效果。</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包括</a:t>
            </a:r>
            <a:r>
              <a:rPr lang="en-US" altLang="zh-CN" sz="2400" dirty="0">
                <a:latin typeface="Microsoft YaHei" panose="020B0503020204020204" pitchFamily="34" charset="-122"/>
                <a:ea typeface="Microsoft YaHei" panose="020B0503020204020204" pitchFamily="34" charset="-122"/>
              </a:rPr>
              <a:t>Falcon[64]</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SantaCoder</a:t>
            </a:r>
            <a:r>
              <a:rPr lang="en-US" altLang="zh-CN" sz="2400" dirty="0">
                <a:latin typeface="Microsoft YaHei" panose="020B0503020204020204" pitchFamily="34" charset="-122"/>
                <a:ea typeface="Microsoft YaHei" panose="020B0503020204020204" pitchFamily="34" charset="-122"/>
              </a:rPr>
              <a:t>[65]</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StarCoder</a:t>
            </a:r>
            <a:r>
              <a:rPr lang="en-US" altLang="zh-CN" sz="2400" dirty="0">
                <a:latin typeface="Microsoft YaHei" panose="020B0503020204020204" pitchFamily="34" charset="-122"/>
                <a:ea typeface="Microsoft YaHei" panose="020B0503020204020204" pitchFamily="34" charset="-122"/>
              </a:rPr>
              <a:t>[66] </a:t>
            </a:r>
            <a:r>
              <a:rPr lang="zh-CN" altLang="en-US" sz="2400" dirty="0">
                <a:latin typeface="Microsoft YaHei" panose="020B0503020204020204" pitchFamily="34" charset="-122"/>
                <a:ea typeface="Microsoft YaHei" panose="020B0503020204020204" pitchFamily="34" charset="-122"/>
              </a:rPr>
              <a:t>在内的很多模型都采用了多查询注意力机制。</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136774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102</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注意力机制优化</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TextBox 2">
            <a:extLst>
              <a:ext uri="{FF2B5EF4-FFF2-40B4-BE49-F238E27FC236}">
                <a16:creationId xmlns:a16="http://schemas.microsoft.com/office/drawing/2014/main" id="{3DD8AC90-B222-7288-5C4F-612C629A5DE9}"/>
              </a:ext>
            </a:extLst>
          </p:cNvPr>
          <p:cNvSpPr txBox="1"/>
          <p:nvPr/>
        </p:nvSpPr>
        <p:spPr>
          <a:xfrm>
            <a:off x="382587" y="1054996"/>
            <a:ext cx="11195049" cy="511807"/>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3.</a:t>
            </a:r>
            <a:r>
              <a:rPr lang="zh-CN" altLang="en-US" sz="2400" b="1" dirty="0">
                <a:solidFill>
                  <a:srgbClr val="0070C0"/>
                </a:solidFill>
                <a:latin typeface="Microsoft YaHei" panose="020B0503020204020204" pitchFamily="34" charset="-122"/>
                <a:ea typeface="Microsoft YaHei" panose="020B0503020204020204" pitchFamily="34" charset="-122"/>
              </a:rPr>
              <a:t> 多查询注意力</a:t>
            </a:r>
          </a:p>
        </p:txBody>
      </p:sp>
      <p:pic>
        <p:nvPicPr>
          <p:cNvPr id="5" name="Picture 4">
            <a:extLst>
              <a:ext uri="{FF2B5EF4-FFF2-40B4-BE49-F238E27FC236}">
                <a16:creationId xmlns:a16="http://schemas.microsoft.com/office/drawing/2014/main" id="{6ADAC8D1-9BAB-2E0C-E0F1-4272CA6D698C}"/>
              </a:ext>
            </a:extLst>
          </p:cNvPr>
          <p:cNvPicPr>
            <a:picLocks noChangeAspect="1"/>
          </p:cNvPicPr>
          <p:nvPr/>
        </p:nvPicPr>
        <p:blipFill>
          <a:blip r:embed="rId3"/>
          <a:stretch>
            <a:fillRect/>
          </a:stretch>
        </p:blipFill>
        <p:spPr>
          <a:xfrm>
            <a:off x="257082" y="1542748"/>
            <a:ext cx="5820180" cy="1443695"/>
          </a:xfrm>
          <a:prstGeom prst="rect">
            <a:avLst/>
          </a:prstGeom>
        </p:spPr>
      </p:pic>
      <p:pic>
        <p:nvPicPr>
          <p:cNvPr id="13" name="Picture 12">
            <a:extLst>
              <a:ext uri="{FF2B5EF4-FFF2-40B4-BE49-F238E27FC236}">
                <a16:creationId xmlns:a16="http://schemas.microsoft.com/office/drawing/2014/main" id="{572A894A-B727-4567-A31D-17BAC0D3FDC4}"/>
              </a:ext>
            </a:extLst>
          </p:cNvPr>
          <p:cNvPicPr>
            <a:picLocks noChangeAspect="1"/>
          </p:cNvPicPr>
          <p:nvPr/>
        </p:nvPicPr>
        <p:blipFill rotWithShape="1">
          <a:blip r:embed="rId4"/>
          <a:srcRect b="47541"/>
          <a:stretch/>
        </p:blipFill>
        <p:spPr>
          <a:xfrm>
            <a:off x="257083" y="2898983"/>
            <a:ext cx="5820179" cy="3964696"/>
          </a:xfrm>
          <a:prstGeom prst="rect">
            <a:avLst/>
          </a:prstGeom>
        </p:spPr>
      </p:pic>
      <p:pic>
        <p:nvPicPr>
          <p:cNvPr id="14" name="Picture 13">
            <a:extLst>
              <a:ext uri="{FF2B5EF4-FFF2-40B4-BE49-F238E27FC236}">
                <a16:creationId xmlns:a16="http://schemas.microsoft.com/office/drawing/2014/main" id="{803B19B9-D4C6-034F-3868-83D89FA43FF5}"/>
              </a:ext>
            </a:extLst>
          </p:cNvPr>
          <p:cNvPicPr>
            <a:picLocks noChangeAspect="1"/>
          </p:cNvPicPr>
          <p:nvPr/>
        </p:nvPicPr>
        <p:blipFill rotWithShape="1">
          <a:blip r:embed="rId4"/>
          <a:srcRect t="53178"/>
          <a:stretch/>
        </p:blipFill>
        <p:spPr>
          <a:xfrm>
            <a:off x="6220694" y="1845441"/>
            <a:ext cx="5820179" cy="3538699"/>
          </a:xfrm>
          <a:prstGeom prst="rect">
            <a:avLst/>
          </a:prstGeom>
        </p:spPr>
      </p:pic>
    </p:spTree>
    <p:extLst>
      <p:ext uri="{BB962C8B-B14F-4D97-AF65-F5344CB8AC3E}">
        <p14:creationId xmlns:p14="http://schemas.microsoft.com/office/powerpoint/2010/main" val="38211699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9">
            <a:extLst>
              <a:ext uri="{FF2B5EF4-FFF2-40B4-BE49-F238E27FC236}">
                <a16:creationId xmlns:a16="http://schemas.microsoft.com/office/drawing/2014/main" id="{103A129E-7D82-D3E7-2D2F-DCECB490BC49}"/>
              </a:ext>
            </a:extLst>
          </p:cNvPr>
          <p:cNvSpPr>
            <a:spLocks noChangeArrowheads="1"/>
          </p:cNvSpPr>
          <p:nvPr/>
        </p:nvSpPr>
        <p:spPr bwMode="auto">
          <a:xfrm>
            <a:off x="610868" y="4723375"/>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000" b="1" dirty="0">
                  <a:solidFill>
                    <a:srgbClr val="0070C0"/>
                  </a:solidFill>
                  <a:latin typeface="微软雅黑" panose="020B0503020204020204" pitchFamily="34" charset="-122"/>
                  <a:ea typeface="微软雅黑" panose="020B0503020204020204" pitchFamily="34" charset="-122"/>
                </a:rPr>
                <a:t>Transformer</a:t>
              </a:r>
              <a:r>
                <a:rPr lang="zh-CN" altLang="en-US" sz="2000" b="1" dirty="0">
                  <a:solidFill>
                    <a:srgbClr val="0070C0"/>
                  </a:solidFill>
                  <a:latin typeface="微软雅黑" panose="020B0503020204020204" pitchFamily="34" charset="-122"/>
                  <a:ea typeface="微软雅黑" panose="020B0503020204020204" pitchFamily="34" charset="-122"/>
                </a:rPr>
                <a:t>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生成式预训练语言模型</a:t>
              </a:r>
              <a:r>
                <a:rPr lang="en-US" altLang="zh-CN" sz="2000" b="1" dirty="0">
                  <a:solidFill>
                    <a:srgbClr val="0070C0"/>
                  </a:solidFill>
                  <a:latin typeface="微软雅黑" panose="020B0503020204020204" pitchFamily="34" charset="-122"/>
                  <a:ea typeface="微软雅黑" panose="020B0503020204020204" pitchFamily="34" charset="-122"/>
                </a:rPr>
                <a:t>GPT</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大语言模型结构</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103</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77517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960103"/>
            <a:ext cx="11195049" cy="5897897"/>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预训练语言模型除了本章介绍的自回归（</a:t>
            </a:r>
            <a:r>
              <a:rPr lang="en-US" sz="2400" dirty="0">
                <a:latin typeface="Microsoft YaHei" panose="020B0503020204020204" pitchFamily="34" charset="-122"/>
                <a:ea typeface="Microsoft YaHei" panose="020B0503020204020204" pitchFamily="34" charset="-122"/>
              </a:rPr>
              <a:t>Autoregressive）</a:t>
            </a:r>
            <a:r>
              <a:rPr lang="zh-CN" altLang="en-US" sz="2400" dirty="0">
                <a:latin typeface="Microsoft YaHei" panose="020B0503020204020204" pitchFamily="34" charset="-122"/>
                <a:ea typeface="Microsoft YaHei" panose="020B0503020204020204" pitchFamily="34" charset="-122"/>
              </a:rPr>
              <a:t>模型</a:t>
            </a:r>
            <a:r>
              <a:rPr lang="en-US" sz="2400" dirty="0">
                <a:latin typeface="Microsoft YaHei" panose="020B0503020204020204" pitchFamily="34" charset="-122"/>
                <a:ea typeface="Microsoft YaHei" panose="020B0503020204020204" pitchFamily="34" charset="-122"/>
              </a:rPr>
              <a:t>GPT，</a:t>
            </a:r>
            <a:r>
              <a:rPr lang="zh-CN" altLang="en-US" sz="2400" dirty="0">
                <a:latin typeface="Microsoft YaHei" panose="020B0503020204020204" pitchFamily="34" charset="-122"/>
                <a:ea typeface="Microsoft YaHei" panose="020B0503020204020204" pitchFamily="34" charset="-122"/>
              </a:rPr>
              <a:t>还有自编码模型（</a:t>
            </a:r>
            <a:r>
              <a:rPr lang="en-US" sz="2400" dirty="0" err="1">
                <a:latin typeface="Microsoft YaHei" panose="020B0503020204020204" pitchFamily="34" charset="-122"/>
                <a:ea typeface="Microsoft YaHei" panose="020B0503020204020204" pitchFamily="34" charset="-122"/>
              </a:rPr>
              <a:t>Autoencoding）BERT</a:t>
            </a:r>
            <a:r>
              <a:rPr lang="en-US"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编</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解码（</a:t>
            </a:r>
            <a:r>
              <a:rPr lang="en-US" sz="2400" dirty="0">
                <a:latin typeface="Microsoft YaHei" panose="020B0503020204020204" pitchFamily="34" charset="-122"/>
                <a:ea typeface="Microsoft YaHei" panose="020B0503020204020204" pitchFamily="34" charset="-122"/>
              </a:rPr>
              <a:t>Encoder-Decoder）</a:t>
            </a:r>
            <a:r>
              <a:rPr lang="zh-CN" altLang="en-US" sz="2400" dirty="0">
                <a:latin typeface="Microsoft YaHei" panose="020B0503020204020204" pitchFamily="34" charset="-122"/>
                <a:ea typeface="Microsoft YaHei" panose="020B0503020204020204" pitchFamily="34" charset="-122"/>
              </a:rPr>
              <a:t>模型</a:t>
            </a:r>
            <a:r>
              <a:rPr lang="en-US" sz="2400" dirty="0">
                <a:latin typeface="Microsoft YaHei" panose="020B0503020204020204" pitchFamily="34" charset="-122"/>
                <a:ea typeface="Microsoft YaHei" panose="020B0503020204020204" pitchFamily="34" charset="-122"/>
              </a:rPr>
              <a:t>BART[67]，</a:t>
            </a:r>
            <a:r>
              <a:rPr lang="zh-CN" altLang="en-US" sz="2400" dirty="0">
                <a:latin typeface="Microsoft YaHei" panose="020B0503020204020204" pitchFamily="34" charset="-122"/>
                <a:ea typeface="Microsoft YaHei" panose="020B0503020204020204" pitchFamily="34" charset="-122"/>
              </a:rPr>
              <a:t>以及融合上述三种方法的自回归填空（</a:t>
            </a:r>
            <a:r>
              <a:rPr lang="en-US" sz="2400" dirty="0">
                <a:latin typeface="Microsoft YaHei" panose="020B0503020204020204" pitchFamily="34" charset="-122"/>
                <a:ea typeface="Microsoft YaHei" panose="020B0503020204020204" pitchFamily="34" charset="-122"/>
              </a:rPr>
              <a:t>Autoregressive Blank Infilling）</a:t>
            </a:r>
            <a:r>
              <a:rPr lang="zh-CN" altLang="en-US" sz="2400" dirty="0">
                <a:latin typeface="Microsoft YaHei" panose="020B0503020204020204" pitchFamily="34" charset="-122"/>
                <a:ea typeface="Microsoft YaHei" panose="020B0503020204020204" pitchFamily="34" charset="-122"/>
              </a:rPr>
              <a:t>模型</a:t>
            </a:r>
            <a:r>
              <a:rPr lang="en-US" sz="2400" dirty="0" err="1">
                <a:latin typeface="Microsoft YaHei" panose="020B0503020204020204" pitchFamily="34" charset="-122"/>
                <a:ea typeface="Microsoft YaHei" panose="020B0503020204020204" pitchFamily="34" charset="-122"/>
              </a:rPr>
              <a:t>GLM（General</a:t>
            </a:r>
            <a:r>
              <a:rPr lang="en-US" sz="2400" dirty="0">
                <a:latin typeface="Microsoft YaHei" panose="020B0503020204020204" pitchFamily="34" charset="-122"/>
                <a:ea typeface="Microsoft YaHei" panose="020B0503020204020204" pitchFamily="34" charset="-122"/>
              </a:rPr>
              <a:t> Language Model）[68]。</a:t>
            </a:r>
          </a:p>
          <a:p>
            <a:pPr algn="just">
              <a:lnSpc>
                <a:spcPct val="125000"/>
              </a:lnSpc>
              <a:spcBef>
                <a:spcPts val="1200"/>
              </a:spcBef>
            </a:pPr>
            <a:r>
              <a:rPr lang="en-US" sz="2400" dirty="0" err="1">
                <a:latin typeface="Microsoft YaHei" panose="020B0503020204020204" pitchFamily="34" charset="-122"/>
                <a:ea typeface="Microsoft YaHei" panose="020B0503020204020204" pitchFamily="34" charset="-122"/>
              </a:rPr>
              <a:t>ChatGPT</a:t>
            </a:r>
            <a:r>
              <a:rPr lang="zh-CN" altLang="en-US" sz="2400" dirty="0">
                <a:latin typeface="Microsoft YaHei" panose="020B0503020204020204" pitchFamily="34" charset="-122"/>
                <a:ea typeface="Microsoft YaHei" panose="020B0503020204020204" pitchFamily="34" charset="-122"/>
              </a:rPr>
              <a:t>的出现，使得目前</a:t>
            </a:r>
            <a:r>
              <a:rPr lang="zh-CN" altLang="en-US" sz="2400" b="1" dirty="0">
                <a:latin typeface="Microsoft YaHei" panose="020B0503020204020204" pitchFamily="34" charset="-122"/>
                <a:ea typeface="Microsoft YaHei" panose="020B0503020204020204" pitchFamily="34" charset="-122"/>
              </a:rPr>
              <a:t>几乎所有大语言模型神经网络结构趋同</a:t>
            </a:r>
            <a:r>
              <a:rPr lang="zh-CN" altLang="en-US" sz="2400" dirty="0">
                <a:latin typeface="Microsoft YaHei" panose="020B0503020204020204" pitchFamily="34" charset="-122"/>
                <a:ea typeface="Microsoft YaHei" panose="020B0503020204020204" pitchFamily="34" charset="-122"/>
              </a:rPr>
              <a:t>，采用自回归模型，基础架构与</a:t>
            </a:r>
            <a:r>
              <a:rPr lang="en-US" sz="2400" dirty="0">
                <a:latin typeface="Microsoft YaHei" panose="020B0503020204020204" pitchFamily="34" charset="-122"/>
                <a:ea typeface="Microsoft YaHei" panose="020B0503020204020204" pitchFamily="34" charset="-122"/>
              </a:rPr>
              <a:t>GPT-2</a:t>
            </a:r>
            <a:r>
              <a:rPr lang="zh-CN" altLang="en-US" sz="2400" dirty="0">
                <a:latin typeface="Microsoft YaHei" panose="020B0503020204020204" pitchFamily="34" charset="-122"/>
                <a:ea typeface="Microsoft YaHei" panose="020B0503020204020204" pitchFamily="34" charset="-122"/>
              </a:rPr>
              <a:t>相同，但在归一化函数、激活函数及位置编码等细节方面有所不同。归一化函数和激活函数的选择对于大语言模型的收敛性具有一定影响，因此在</a:t>
            </a:r>
            <a:r>
              <a:rPr lang="en-US" sz="2400" dirty="0" err="1">
                <a:latin typeface="Microsoft YaHei" panose="020B0503020204020204" pitchFamily="34" charset="-122"/>
                <a:ea typeface="Microsoft YaHei" panose="020B0503020204020204" pitchFamily="34" charset="-122"/>
              </a:rPr>
              <a:t>LLaMA</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模型被提出之后，大多数开源模型沿用了</a:t>
            </a:r>
            <a:r>
              <a:rPr lang="en-US" sz="2400" dirty="0" err="1">
                <a:latin typeface="Microsoft YaHei" panose="020B0503020204020204" pitchFamily="34" charset="-122"/>
                <a:ea typeface="Microsoft YaHei" panose="020B0503020204020204" pitchFamily="34" charset="-122"/>
              </a:rPr>
              <a:t>RMSNorm</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和</a:t>
            </a:r>
            <a:r>
              <a:rPr lang="en-US" sz="2400" dirty="0" err="1">
                <a:latin typeface="Microsoft YaHei" panose="020B0503020204020204" pitchFamily="34" charset="-122"/>
                <a:ea typeface="Microsoft YaHei" panose="020B0503020204020204" pitchFamily="34" charset="-122"/>
              </a:rPr>
              <a:t>SwiGLU</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的组合方式。</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a:t>
            </a:r>
            <a:r>
              <a:rPr lang="en-US" sz="2400" dirty="0" err="1">
                <a:latin typeface="Microsoft YaHei" panose="020B0503020204020204" pitchFamily="34" charset="-122"/>
                <a:ea typeface="Microsoft YaHei" panose="020B0503020204020204" pitchFamily="34" charset="-122"/>
              </a:rPr>
              <a:t>LLaMA</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模型所采用的位置编码方法</a:t>
            </a:r>
            <a:r>
              <a:rPr lang="en-US" sz="2400" dirty="0" err="1">
                <a:latin typeface="Microsoft YaHei" panose="020B0503020204020204" pitchFamily="34" charset="-122"/>
                <a:ea typeface="Microsoft YaHei" panose="020B0503020204020204" pitchFamily="34" charset="-122"/>
              </a:rPr>
              <a:t>RoPE</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的外推能力不好，因此后续一些研究采用了</a:t>
            </a:r>
            <a:r>
              <a:rPr lang="en-US" sz="2400" dirty="0" err="1">
                <a:latin typeface="Microsoft YaHei" panose="020B0503020204020204" pitchFamily="34" charset="-122"/>
                <a:ea typeface="Microsoft YaHei" panose="020B0503020204020204" pitchFamily="34" charset="-122"/>
              </a:rPr>
              <a:t>ALiBi</a:t>
            </a:r>
            <a:r>
              <a:rPr lang="en-US" sz="2400" dirty="0">
                <a:latin typeface="Microsoft YaHei" panose="020B0503020204020204" pitchFamily="34" charset="-122"/>
                <a:ea typeface="Microsoft YaHei" panose="020B0503020204020204" pitchFamily="34" charset="-122"/>
              </a:rPr>
              <a:t>[69] </a:t>
            </a:r>
            <a:r>
              <a:rPr lang="zh-CN" altLang="en-US" sz="2400" dirty="0">
                <a:latin typeface="Microsoft YaHei" panose="020B0503020204020204" pitchFamily="34" charset="-122"/>
                <a:ea typeface="Microsoft YaHei" panose="020B0503020204020204" pitchFamily="34" charset="-122"/>
              </a:rPr>
              <a:t>等具有更好外推能力的位置编码方法，使模型具有更长的上下文建模能力。</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CN" sz="2400" b="1" dirty="0">
                <a:solidFill>
                  <a:schemeClr val="bg1"/>
                </a:solidFill>
                <a:latin typeface="微软雅黑" panose="020B0503020204020204" pitchFamily="34" charset="-122"/>
                <a:ea typeface="微软雅黑" panose="020B0503020204020204" pitchFamily="34" charset="-122"/>
              </a:rPr>
              <a:t>实践</a:t>
            </a:r>
            <a:r>
              <a:rPr lang="zh-CN" altLang="en-US" sz="2400" b="1" dirty="0">
                <a:solidFill>
                  <a:schemeClr val="bg1"/>
                </a:solidFill>
                <a:latin typeface="微软雅黑" panose="020B0503020204020204" pitchFamily="34" charset="-122"/>
                <a:ea typeface="微软雅黑" panose="020B0503020204020204" pitchFamily="34" charset="-122"/>
              </a:rPr>
              <a:t>思考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3823005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157326"/>
            <a:ext cx="11195049" cy="389734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大语言模型训练需要使用大量计算资源，其中计算设备的内存是影响计算效率的最重要因素之一，</a:t>
            </a:r>
            <a:r>
              <a:rPr lang="zh-CN" altLang="en-US" sz="2400" b="1" dirty="0">
                <a:latin typeface="Microsoft YaHei" panose="020B0503020204020204" pitchFamily="34" charset="-122"/>
                <a:ea typeface="Microsoft YaHei" panose="020B0503020204020204" pitchFamily="34" charset="-122"/>
              </a:rPr>
              <a:t>因此注意力机制改进算法也是在模型架构层的研究热点</a:t>
            </a:r>
            <a:r>
              <a:rPr lang="zh-CN" altLang="en-US" sz="2400" dirty="0">
                <a:latin typeface="Microsoft YaHei" panose="020B0503020204020204" pitchFamily="34" charset="-122"/>
                <a:ea typeface="Microsoft YaHei" panose="020B0503020204020204" pitchFamily="34" charset="-122"/>
              </a:rPr>
              <a:t>。本章介绍了注意力机制优化的典型方法，在这些方法的基础上，有很多研究陆续开展，如</a:t>
            </a:r>
            <a:r>
              <a:rPr lang="en-US" altLang="zh-CN" sz="2400" dirty="0">
                <a:latin typeface="Microsoft YaHei" panose="020B0503020204020204" pitchFamily="34" charset="-122"/>
                <a:ea typeface="Microsoft YaHei" panose="020B0503020204020204" pitchFamily="34" charset="-122"/>
              </a:rPr>
              <a:t>FlashAttention-2[70] </a:t>
            </a:r>
            <a:r>
              <a:rPr lang="zh-CN" altLang="en-US" sz="2400" dirty="0">
                <a:latin typeface="Microsoft YaHei" panose="020B0503020204020204" pitchFamily="34" charset="-122"/>
                <a:ea typeface="Microsoft YaHei" panose="020B0503020204020204" pitchFamily="34" charset="-122"/>
              </a:rPr>
              <a:t>等。如何更有效地利用计算设备内存，以及如何使内存消耗与模型上下文近似线性扩展，都是重要的研究方向。</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本章介绍的方法都围绕</a:t>
            </a:r>
            <a:r>
              <a:rPr lang="en-US" altLang="zh-CN" sz="2400" dirty="0">
                <a:latin typeface="Microsoft YaHei" panose="020B0503020204020204" pitchFamily="34" charset="-122"/>
                <a:ea typeface="Microsoft YaHei" panose="020B0503020204020204" pitchFamily="34" charset="-122"/>
              </a:rPr>
              <a:t>GPT-3 </a:t>
            </a:r>
            <a:r>
              <a:rPr lang="zh-CN" altLang="en-US" sz="2400" dirty="0">
                <a:latin typeface="Microsoft YaHei" panose="020B0503020204020204" pitchFamily="34" charset="-122"/>
                <a:ea typeface="Microsoft YaHei" panose="020B0503020204020204" pitchFamily="34" charset="-122"/>
              </a:rPr>
              <a:t>架构，而</a:t>
            </a:r>
            <a:r>
              <a:rPr lang="en-US" altLang="zh-CN" sz="2400" dirty="0" err="1">
                <a:latin typeface="Microsoft YaHei" panose="020B0503020204020204" pitchFamily="34" charset="-122"/>
                <a:ea typeface="Microsoft YaHei" panose="020B0503020204020204" pitchFamily="34" charset="-122"/>
              </a:rPr>
              <a:t>OpenAI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发布的</a:t>
            </a:r>
            <a:r>
              <a:rPr lang="en-US" altLang="zh-CN" sz="2400" dirty="0">
                <a:latin typeface="Microsoft YaHei" panose="020B0503020204020204" pitchFamily="34" charset="-122"/>
                <a:ea typeface="Microsoft YaHei" panose="020B0503020204020204" pitchFamily="34" charset="-122"/>
              </a:rPr>
              <a:t>GPT-4 </a:t>
            </a:r>
            <a:r>
              <a:rPr lang="zh-CN" altLang="en-US" sz="2400" dirty="0">
                <a:latin typeface="Microsoft YaHei" panose="020B0503020204020204" pitchFamily="34" charset="-122"/>
                <a:ea typeface="Microsoft YaHei" panose="020B0503020204020204" pitchFamily="34" charset="-122"/>
              </a:rPr>
              <a:t>相较于</a:t>
            </a:r>
            <a:r>
              <a:rPr lang="en-US" altLang="zh-CN" sz="2400" dirty="0" err="1">
                <a:latin typeface="Microsoft YaHei" panose="020B0503020204020204" pitchFamily="34" charset="-122"/>
                <a:ea typeface="Microsoft YaHei" panose="020B0503020204020204" pitchFamily="34" charset="-122"/>
              </a:rPr>
              <a:t>ChatGPT</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有显著的性能提升。</a:t>
            </a:r>
            <a:r>
              <a:rPr lang="en-US" altLang="zh-CN" sz="2400" dirty="0">
                <a:latin typeface="Microsoft YaHei" panose="020B0503020204020204" pitchFamily="34" charset="-122"/>
                <a:ea typeface="Microsoft YaHei" panose="020B0503020204020204" pitchFamily="34" charset="-122"/>
              </a:rPr>
              <a:t>GPT-4 </a:t>
            </a:r>
            <a:r>
              <a:rPr lang="zh-CN" altLang="en-US" sz="2400" dirty="0">
                <a:latin typeface="Microsoft YaHei" panose="020B0503020204020204" pitchFamily="34" charset="-122"/>
                <a:ea typeface="Microsoft YaHei" panose="020B0503020204020204" pitchFamily="34" charset="-122"/>
              </a:rPr>
              <a:t>的神经网络模型结构和参数规模尚未公开，由于模型参数庞大且计算成本高昂。</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CN" sz="2400" b="1" dirty="0">
                <a:solidFill>
                  <a:schemeClr val="bg1"/>
                </a:solidFill>
                <a:latin typeface="微软雅黑" panose="020B0503020204020204" pitchFamily="34" charset="-122"/>
                <a:ea typeface="微软雅黑" panose="020B0503020204020204" pitchFamily="34" charset="-122"/>
              </a:rPr>
              <a:t>实践</a:t>
            </a:r>
            <a:r>
              <a:rPr lang="zh-CN" altLang="en-US" sz="2400" b="1" dirty="0">
                <a:solidFill>
                  <a:schemeClr val="bg1"/>
                </a:solidFill>
                <a:latin typeface="微软雅黑" panose="020B0503020204020204" pitchFamily="34" charset="-122"/>
                <a:ea typeface="微软雅黑" panose="020B0503020204020204" pitchFamily="34" charset="-122"/>
              </a:rPr>
              <a:t>思考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1561638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70534"/>
            <a:ext cx="11195049" cy="2358466"/>
          </a:xfrm>
          <a:prstGeom prst="rect">
            <a:avLst/>
          </a:prstGeom>
          <a:noFill/>
        </p:spPr>
        <p:txBody>
          <a:bodyPr wrap="square">
            <a:spAutoFit/>
          </a:bodyPr>
          <a:lstStyle/>
          <a:p>
            <a:pPr algn="just">
              <a:lnSpc>
                <a:spcPct val="125000"/>
              </a:lnSpc>
              <a:spcBef>
                <a:spcPts val="1200"/>
              </a:spcBef>
            </a:pPr>
            <a:r>
              <a:rPr lang="zh-CN" altLang="en-US" sz="2400" b="1" dirty="0">
                <a:latin typeface="Microsoft YaHei" panose="020B0503020204020204" pitchFamily="34" charset="-122"/>
                <a:ea typeface="Microsoft YaHei" panose="020B0503020204020204" pitchFamily="34" charset="-122"/>
              </a:rPr>
              <a:t>有未经证实的消息称</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GPT-4 </a:t>
            </a:r>
            <a:r>
              <a:rPr lang="zh-CN" altLang="en-US" sz="2400" dirty="0">
                <a:latin typeface="Microsoft YaHei" panose="020B0503020204020204" pitchFamily="34" charset="-122"/>
                <a:ea typeface="Microsoft YaHei" panose="020B0503020204020204" pitchFamily="34" charset="-122"/>
              </a:rPr>
              <a:t>采用了</a:t>
            </a:r>
            <a:r>
              <a:rPr lang="zh-CN" altLang="en-US" sz="2400" b="1" dirty="0">
                <a:latin typeface="Microsoft YaHei" panose="020B0503020204020204" pitchFamily="34" charset="-122"/>
                <a:ea typeface="Microsoft YaHei" panose="020B0503020204020204" pitchFamily="34" charset="-122"/>
              </a:rPr>
              <a:t>专家混合模型（</a:t>
            </a:r>
            <a:r>
              <a:rPr lang="en-US" altLang="zh-CN" sz="2400" b="1" dirty="0">
                <a:latin typeface="Microsoft YaHei" panose="020B0503020204020204" pitchFamily="34" charset="-122"/>
                <a:ea typeface="Microsoft YaHei" panose="020B0503020204020204" pitchFamily="34" charset="-122"/>
              </a:rPr>
              <a:t>Mixture of Experts</a:t>
            </a:r>
            <a:r>
              <a:rPr lang="zh-CN" altLang="en-US" sz="2400" b="1" dirty="0">
                <a:latin typeface="Microsoft YaHei" panose="020B0503020204020204" pitchFamily="34" charset="-122"/>
                <a:ea typeface="Microsoft YaHei" panose="020B0503020204020204" pitchFamily="34" charset="-122"/>
              </a:rPr>
              <a:t>，</a:t>
            </a:r>
            <a:r>
              <a:rPr lang="en-US" altLang="zh-CN" sz="2400" b="1" dirty="0" err="1">
                <a:latin typeface="Microsoft YaHei" panose="020B0503020204020204" pitchFamily="34" charset="-122"/>
                <a:ea typeface="Microsoft YaHei" panose="020B0503020204020204" pitchFamily="34" charset="-122"/>
              </a:rPr>
              <a:t>MoE</a:t>
            </a:r>
            <a:r>
              <a:rPr lang="zh-CN" altLang="en-US" sz="2400" b="1" dirty="0">
                <a:latin typeface="Microsoft YaHei" panose="020B0503020204020204" pitchFamily="34" charset="-122"/>
                <a:ea typeface="Microsoft YaHei" panose="020B0503020204020204" pitchFamily="34" charset="-122"/>
              </a:rPr>
              <a:t>）架构</a:t>
            </a:r>
            <a:r>
              <a:rPr lang="zh-CN" altLang="en-US" sz="2400" dirty="0">
                <a:latin typeface="Microsoft YaHei" panose="020B0503020204020204" pitchFamily="34" charset="-122"/>
                <a:ea typeface="Microsoft YaHei" panose="020B0503020204020204" pitchFamily="34" charset="-122"/>
              </a:rPr>
              <a:t>，总共有</a:t>
            </a:r>
            <a:r>
              <a:rPr lang="en-US" altLang="zh-CN" sz="2400" dirty="0">
                <a:latin typeface="Microsoft YaHei" panose="020B0503020204020204" pitchFamily="34" charset="-122"/>
                <a:ea typeface="Microsoft YaHei" panose="020B0503020204020204" pitchFamily="34" charset="-122"/>
              </a:rPr>
              <a:t>1.8 </a:t>
            </a:r>
            <a:r>
              <a:rPr lang="zh-CN" altLang="en-US" sz="2400" dirty="0">
                <a:latin typeface="Microsoft YaHei" panose="020B0503020204020204" pitchFamily="34" charset="-122"/>
                <a:ea typeface="Microsoft YaHei" panose="020B0503020204020204" pitchFamily="34" charset="-122"/>
              </a:rPr>
              <a:t>万亿个参数。</a:t>
            </a:r>
            <a:r>
              <a:rPr lang="en-US" altLang="zh-CN" sz="2400" dirty="0">
                <a:latin typeface="Microsoft YaHei" panose="020B0503020204020204" pitchFamily="34" charset="-122"/>
                <a:ea typeface="Microsoft YaHei" panose="020B0503020204020204" pitchFamily="34" charset="-122"/>
              </a:rPr>
              <a:t>GPT-4</a:t>
            </a:r>
            <a:r>
              <a:rPr lang="zh-CN" altLang="en-US" sz="2400" dirty="0">
                <a:latin typeface="Microsoft YaHei" panose="020B0503020204020204" pitchFamily="34" charset="-122"/>
                <a:ea typeface="Microsoft YaHei" panose="020B0503020204020204" pitchFamily="34" charset="-122"/>
              </a:rPr>
              <a:t>使用了</a:t>
            </a:r>
            <a:r>
              <a:rPr lang="en-US" altLang="zh-CN" sz="2400" dirty="0">
                <a:latin typeface="Microsoft YaHei" panose="020B0503020204020204" pitchFamily="34" charset="-122"/>
                <a:ea typeface="Microsoft YaHei" panose="020B0503020204020204" pitchFamily="34" charset="-122"/>
              </a:rPr>
              <a:t>16 </a:t>
            </a:r>
            <a:r>
              <a:rPr lang="zh-CN" altLang="en-US" sz="2400" dirty="0">
                <a:latin typeface="Microsoft YaHei" panose="020B0503020204020204" pitchFamily="34" charset="-122"/>
                <a:ea typeface="Microsoft YaHei" panose="020B0503020204020204" pitchFamily="34" charset="-122"/>
              </a:rPr>
              <a:t>个专家，每个专家的参数约为</a:t>
            </a:r>
            <a:r>
              <a:rPr lang="en-US" altLang="zh-CN" sz="2400" dirty="0">
                <a:latin typeface="Microsoft YaHei" panose="020B0503020204020204" pitchFamily="34" charset="-122"/>
                <a:ea typeface="Microsoft YaHei" panose="020B0503020204020204" pitchFamily="34" charset="-122"/>
              </a:rPr>
              <a:t>1 110 </a:t>
            </a:r>
            <a:r>
              <a:rPr lang="zh-CN" altLang="en-US" sz="2400" dirty="0">
                <a:latin typeface="Microsoft YaHei" panose="020B0503020204020204" pitchFamily="34" charset="-122"/>
                <a:ea typeface="Microsoft YaHei" panose="020B0503020204020204" pitchFamily="34" charset="-122"/>
              </a:rPr>
              <a:t>亿，每次前向传递使用</a:t>
            </a:r>
            <a:r>
              <a:rPr lang="en-US" altLang="zh-CN" sz="2400" dirty="0">
                <a:latin typeface="Microsoft YaHei" panose="020B0503020204020204" pitchFamily="34" charset="-122"/>
                <a:ea typeface="Microsoft YaHei" panose="020B0503020204020204" pitchFamily="34" charset="-122"/>
              </a:rPr>
              <a:t>2 </a:t>
            </a:r>
            <a:r>
              <a:rPr lang="zh-CN" altLang="en-US" sz="2400" dirty="0">
                <a:latin typeface="Microsoft YaHei" panose="020B0503020204020204" pitchFamily="34" charset="-122"/>
                <a:ea typeface="Microsoft YaHei" panose="020B0503020204020204" pitchFamily="34" charset="-122"/>
              </a:rPr>
              <a:t>个专家进行路由，同时还有</a:t>
            </a:r>
            <a:r>
              <a:rPr lang="en-US" altLang="zh-CN" sz="2400" dirty="0">
                <a:latin typeface="Microsoft YaHei" panose="020B0503020204020204" pitchFamily="34" charset="-122"/>
                <a:ea typeface="Microsoft YaHei" panose="020B0503020204020204" pitchFamily="34" charset="-122"/>
              </a:rPr>
              <a:t>550 </a:t>
            </a:r>
            <a:r>
              <a:rPr lang="zh-CN" altLang="en-US" sz="2400" dirty="0">
                <a:latin typeface="Microsoft YaHei" panose="020B0503020204020204" pitchFamily="34" charset="-122"/>
                <a:ea typeface="Microsoft YaHei" panose="020B0503020204020204" pitchFamily="34" charset="-122"/>
              </a:rPr>
              <a:t>亿个共享参数用于注意力机制。</a:t>
            </a:r>
            <a:r>
              <a:rPr lang="en-US" altLang="zh-CN" sz="2400" dirty="0" err="1">
                <a:latin typeface="Microsoft YaHei" panose="020B0503020204020204" pitchFamily="34" charset="-122"/>
                <a:ea typeface="Microsoft YaHei" panose="020B0503020204020204" pitchFamily="34" charset="-122"/>
              </a:rPr>
              <a:t>MoE</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架构在减少推理所需的参数量的同时，仍然可以使用更大规模的模型参数。</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CN" sz="2400" b="1" dirty="0">
                <a:solidFill>
                  <a:schemeClr val="bg1"/>
                </a:solidFill>
                <a:latin typeface="微软雅黑" panose="020B0503020204020204" pitchFamily="34" charset="-122"/>
                <a:ea typeface="微软雅黑" panose="020B0503020204020204" pitchFamily="34" charset="-122"/>
              </a:rPr>
              <a:t>实践</a:t>
            </a:r>
            <a:r>
              <a:rPr lang="zh-CN" altLang="en-US" sz="2400" b="1" dirty="0">
                <a:solidFill>
                  <a:schemeClr val="bg1"/>
                </a:solidFill>
                <a:latin typeface="微软雅黑" panose="020B0503020204020204" pitchFamily="34" charset="-122"/>
                <a:ea typeface="微软雅黑" panose="020B0503020204020204" pitchFamily="34" charset="-122"/>
              </a:rPr>
              <a:t>思考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1634740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框 5">
            <a:extLst>
              <a:ext uri="{FF2B5EF4-FFF2-40B4-BE49-F238E27FC236}">
                <a16:creationId xmlns:a16="http://schemas.microsoft.com/office/drawing/2014/main" id="{614236B1-2003-A14A-AB30-9AA9463EAFB2}"/>
              </a:ext>
            </a:extLst>
          </p:cNvPr>
          <p:cNvSpPr txBox="1">
            <a:spLocks noChangeArrowheads="1"/>
          </p:cNvSpPr>
          <p:nvPr/>
        </p:nvSpPr>
        <p:spPr bwMode="auto">
          <a:xfrm>
            <a:off x="9866313" y="1920875"/>
            <a:ext cx="20701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6600" b="1">
                <a:solidFill>
                  <a:srgbClr val="FFFFFF"/>
                </a:solidFill>
                <a:latin typeface="Arial" panose="020B0604020202020204" pitchFamily="34" charset="0"/>
                <a:cs typeface="Arial" panose="020B0604020202020204" pitchFamily="34" charset="0"/>
              </a:rPr>
              <a:t>2015</a:t>
            </a:r>
            <a:endParaRPr lang="zh-CN" altLang="en-US" sz="6600" b="1">
              <a:solidFill>
                <a:srgbClr val="FFFFFF"/>
              </a:solidFill>
              <a:latin typeface="Arial" panose="020B0604020202020204" pitchFamily="34" charset="0"/>
              <a:cs typeface="Arial" panose="020B0604020202020204" pitchFamily="34" charset="0"/>
            </a:endParaRPr>
          </a:p>
        </p:txBody>
      </p:sp>
      <p:sp>
        <p:nvSpPr>
          <p:cNvPr id="45061" name="文本框 8">
            <a:extLst>
              <a:ext uri="{FF2B5EF4-FFF2-40B4-BE49-F238E27FC236}">
                <a16:creationId xmlns:a16="http://schemas.microsoft.com/office/drawing/2014/main" id="{2BF663EC-4C9D-1F4B-8BDF-E8ECAC76C74F}"/>
              </a:ext>
            </a:extLst>
          </p:cNvPr>
          <p:cNvSpPr txBox="1">
            <a:spLocks noChangeArrowheads="1"/>
          </p:cNvSpPr>
          <p:nvPr/>
        </p:nvSpPr>
        <p:spPr bwMode="auto">
          <a:xfrm>
            <a:off x="8945563" y="3876675"/>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000" b="1">
                <a:solidFill>
                  <a:srgbClr val="FFFFFF"/>
                </a:solidFill>
                <a:latin typeface="微软雅黑" panose="020B0503020204020204" pitchFamily="34" charset="-122"/>
                <a:ea typeface="微软雅黑" panose="020B0503020204020204" pitchFamily="34" charset="-122"/>
              </a:rPr>
              <a:t>哎呀小小草演示设计</a:t>
            </a:r>
          </a:p>
        </p:txBody>
      </p:sp>
      <p:cxnSp>
        <p:nvCxnSpPr>
          <p:cNvPr id="45062" name="直接连接符 27">
            <a:extLst>
              <a:ext uri="{FF2B5EF4-FFF2-40B4-BE49-F238E27FC236}">
                <a16:creationId xmlns:a16="http://schemas.microsoft.com/office/drawing/2014/main" id="{638E0D22-E670-A046-8C5F-278F81A88EBF}"/>
              </a:ext>
            </a:extLst>
          </p:cNvPr>
          <p:cNvCxnSpPr>
            <a:cxnSpLocks noChangeShapeType="1"/>
          </p:cNvCxnSpPr>
          <p:nvPr/>
        </p:nvCxnSpPr>
        <p:spPr bwMode="auto">
          <a:xfrm>
            <a:off x="365125" y="369888"/>
            <a:ext cx="0" cy="3111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cxnSp>
      <p:sp>
        <p:nvSpPr>
          <p:cNvPr id="45063" name="文本框 32">
            <a:extLst>
              <a:ext uri="{FF2B5EF4-FFF2-40B4-BE49-F238E27FC236}">
                <a16:creationId xmlns:a16="http://schemas.microsoft.com/office/drawing/2014/main" id="{FFCF7A53-F853-0F4D-8D98-0D04070EF150}"/>
              </a:ext>
            </a:extLst>
          </p:cNvPr>
          <p:cNvSpPr txBox="1">
            <a:spLocks noChangeArrowheads="1"/>
          </p:cNvSpPr>
          <p:nvPr/>
        </p:nvSpPr>
        <p:spPr bwMode="auto">
          <a:xfrm>
            <a:off x="360363" y="336550"/>
            <a:ext cx="825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1000">
                <a:solidFill>
                  <a:srgbClr val="FFFFFF"/>
                </a:solidFill>
                <a:latin typeface="微软雅黑" panose="020B0503020204020204" pitchFamily="34" charset="-122"/>
                <a:ea typeface="微软雅黑" panose="020B0503020204020204" pitchFamily="34" charset="-122"/>
              </a:rPr>
              <a:t>哎呀小小草</a:t>
            </a:r>
            <a:endParaRPr lang="en-US" altLang="zh-CN" sz="1000">
              <a:solidFill>
                <a:srgbClr val="FFFFFF"/>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pPr>
            <a:r>
              <a:rPr lang="zh-CN" altLang="en-US" sz="1000">
                <a:solidFill>
                  <a:srgbClr val="FFFFFF"/>
                </a:solidFill>
                <a:latin typeface="微软雅黑" panose="020B0503020204020204" pitchFamily="34" charset="-122"/>
                <a:ea typeface="微软雅黑" panose="020B0503020204020204" pitchFamily="34" charset="-122"/>
              </a:rPr>
              <a:t>专业设计</a:t>
            </a:r>
          </a:p>
        </p:txBody>
      </p:sp>
      <p:sp>
        <p:nvSpPr>
          <p:cNvPr id="2" name="Slide Number Placeholder 1">
            <a:extLst>
              <a:ext uri="{FF2B5EF4-FFF2-40B4-BE49-F238E27FC236}">
                <a16:creationId xmlns:a16="http://schemas.microsoft.com/office/drawing/2014/main" id="{7DCAD46F-71A4-6C49-8862-534F87558693}"/>
              </a:ext>
            </a:extLst>
          </p:cNvPr>
          <p:cNvSpPr>
            <a:spLocks noGrp="1"/>
          </p:cNvSpPr>
          <p:nvPr>
            <p:ph type="sldNum" sz="quarter" idx="12"/>
          </p:nvPr>
        </p:nvSpPr>
        <p:spPr/>
        <p:txBody>
          <a:bodyPr/>
          <a:lstStyle/>
          <a:p>
            <a:fld id="{9F926C00-9D2D-0342-9BD1-AD5E2A62AA04}" type="slidenum">
              <a:rPr lang="zh-CN" altLang="en-US" smtClean="0"/>
              <a:pPr/>
              <a:t>107</a:t>
            </a:fld>
            <a:endParaRPr lang="zh-CN" altLang="en-US"/>
          </a:p>
        </p:txBody>
      </p:sp>
      <p:sp>
        <p:nvSpPr>
          <p:cNvPr id="3" name="文本框 6">
            <a:extLst>
              <a:ext uri="{FF2B5EF4-FFF2-40B4-BE49-F238E27FC236}">
                <a16:creationId xmlns:a16="http://schemas.microsoft.com/office/drawing/2014/main" id="{06936757-FF34-1B9F-4D2B-C0CAB75F264E}"/>
              </a:ext>
            </a:extLst>
          </p:cNvPr>
          <p:cNvSpPr txBox="1">
            <a:spLocks noChangeArrowheads="1"/>
          </p:cNvSpPr>
          <p:nvPr/>
        </p:nvSpPr>
        <p:spPr bwMode="auto">
          <a:xfrm>
            <a:off x="4373562" y="296317"/>
            <a:ext cx="344487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400" b="1" dirty="0">
                <a:solidFill>
                  <a:schemeClr val="accent1">
                    <a:lumMod val="75000"/>
                  </a:schemeClr>
                </a:solidFill>
                <a:latin typeface="微软雅黑" panose="020B0503020204020204" pitchFamily="34" charset="-122"/>
                <a:ea typeface="微软雅黑" panose="020B0503020204020204" pitchFamily="34" charset="-122"/>
              </a:rPr>
              <a:t>本章小结</a:t>
            </a:r>
            <a:endParaRPr lang="zh-CN" altLang="en-CN" sz="4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 name="TextBox 4">
            <a:extLst>
              <a:ext uri="{FF2B5EF4-FFF2-40B4-BE49-F238E27FC236}">
                <a16:creationId xmlns:a16="http://schemas.microsoft.com/office/drawing/2014/main" id="{8F24AB09-344C-D9BE-4256-21EF2407E135}"/>
              </a:ext>
            </a:extLst>
          </p:cNvPr>
          <p:cNvSpPr txBox="1"/>
          <p:nvPr/>
        </p:nvSpPr>
        <p:spPr>
          <a:xfrm>
            <a:off x="754062" y="1407293"/>
            <a:ext cx="10795680" cy="3905043"/>
          </a:xfrm>
          <a:prstGeom prst="rect">
            <a:avLst/>
          </a:prstGeom>
          <a:noFill/>
        </p:spPr>
        <p:txBody>
          <a:bodyPr wrap="square">
            <a:spAutoFit/>
          </a:bodyPr>
          <a:lstStyle/>
          <a:p>
            <a:pPr algn="just">
              <a:lnSpc>
                <a:spcPct val="150000"/>
              </a:lnSpc>
            </a:pPr>
            <a:r>
              <a:rPr lang="zh-CN" altLang="en-US" sz="2400" i="0" dirty="0">
                <a:effectLst/>
                <a:latin typeface="Microsoft YaHei" panose="020B0503020204020204" pitchFamily="34" charset="-122"/>
                <a:ea typeface="Microsoft YaHei" panose="020B0503020204020204" pitchFamily="34" charset="-122"/>
              </a:rPr>
              <a:t>语言模型目标是建模自然语言的概率分布，在自然语言处理研究中具有重要的作用，是自然语言处理基础任务之一。从</a:t>
            </a:r>
            <a:r>
              <a:rPr lang="en-US" altLang="zh-CN" sz="2400" i="0" dirty="0">
                <a:effectLst/>
                <a:latin typeface="Microsoft YaHei" panose="020B0503020204020204" pitchFamily="34" charset="-122"/>
                <a:ea typeface="Microsoft YaHei" panose="020B0503020204020204" pitchFamily="34" charset="-122"/>
              </a:rPr>
              <a:t>2020</a:t>
            </a:r>
            <a:r>
              <a:rPr lang="zh-CN" altLang="en-US" sz="2400" i="0" dirty="0">
                <a:effectLst/>
                <a:latin typeface="Microsoft YaHei" panose="020B0503020204020204" pitchFamily="34" charset="-122"/>
                <a:ea typeface="Microsoft YaHei" panose="020B0503020204020204" pitchFamily="34" charset="-122"/>
              </a:rPr>
              <a:t>年</a:t>
            </a:r>
            <a:r>
              <a:rPr lang="en-US" altLang="zh-CN" sz="2400" i="0" dirty="0" err="1">
                <a:effectLst/>
                <a:latin typeface="Microsoft YaHei" panose="020B0503020204020204" pitchFamily="34" charset="-122"/>
                <a:ea typeface="Microsoft YaHei" panose="020B0503020204020204" pitchFamily="34" charset="-122"/>
              </a:rPr>
              <a:t>OpenAI</a:t>
            </a:r>
            <a:r>
              <a:rPr lang="zh-CN" altLang="en-US" sz="2400" i="0" dirty="0">
                <a:effectLst/>
                <a:latin typeface="Microsoft YaHei" panose="020B0503020204020204" pitchFamily="34" charset="-122"/>
                <a:ea typeface="Microsoft YaHei" panose="020B0503020204020204" pitchFamily="34" charset="-122"/>
              </a:rPr>
              <a:t>发布</a:t>
            </a:r>
            <a:r>
              <a:rPr lang="en-US" altLang="zh-CN" sz="2400" i="0" dirty="0">
                <a:effectLst/>
                <a:latin typeface="Microsoft YaHei" panose="020B0503020204020204" pitchFamily="34" charset="-122"/>
                <a:ea typeface="Microsoft YaHei" panose="020B0503020204020204" pitchFamily="34" charset="-122"/>
              </a:rPr>
              <a:t>GPT-3</a:t>
            </a:r>
            <a:r>
              <a:rPr lang="zh-CN" altLang="en-US" sz="2400" i="0" dirty="0">
                <a:effectLst/>
                <a:latin typeface="Microsoft YaHei" panose="020B0503020204020204" pitchFamily="34" charset="-122"/>
                <a:ea typeface="Microsoft YaHei" panose="020B0503020204020204" pitchFamily="34" charset="-122"/>
              </a:rPr>
              <a:t>开始，大语言模型研究也逐渐深入。虽然大语言模型的参数量巨大，通过有监督微调和强化学习能够完成非常多的任务，但是其基础理论也仍然离不开对语言的建模。</a:t>
            </a:r>
            <a:endParaRPr lang="en-US" altLang="zh-CN" sz="2400" i="0" dirty="0">
              <a:effectLst/>
              <a:latin typeface="Microsoft YaHei" panose="020B0503020204020204" pitchFamily="34" charset="-122"/>
              <a:ea typeface="Microsoft YaHei" panose="020B0503020204020204" pitchFamily="34" charset="-122"/>
            </a:endParaRPr>
          </a:p>
          <a:p>
            <a:pPr algn="just">
              <a:lnSpc>
                <a:spcPct val="150000"/>
              </a:lnSpc>
            </a:pPr>
            <a:endParaRPr lang="en-US" altLang="zh-CN" sz="2400" dirty="0">
              <a:latin typeface="Microsoft YaHei" panose="020B0503020204020204" pitchFamily="34" charset="-122"/>
              <a:ea typeface="Microsoft YaHei" panose="020B0503020204020204" pitchFamily="34" charset="-122"/>
            </a:endParaRPr>
          </a:p>
          <a:p>
            <a:pPr algn="just">
              <a:lnSpc>
                <a:spcPct val="150000"/>
              </a:lnSpc>
            </a:pPr>
            <a:r>
              <a:rPr lang="zh-CN" altLang="en-US" sz="2400" i="0">
                <a:effectLst/>
                <a:latin typeface="Microsoft YaHei" panose="020B0503020204020204" pitchFamily="34" charset="-122"/>
                <a:ea typeface="Microsoft YaHei" panose="020B0503020204020204" pitchFamily="34" charset="-122"/>
              </a:rPr>
              <a:t>本章介绍</a:t>
            </a:r>
            <a:r>
              <a:rPr lang="zh-CN" altLang="en-US" sz="2400" i="0" dirty="0">
                <a:effectLst/>
                <a:latin typeface="Microsoft YaHei" panose="020B0503020204020204" pitchFamily="34" charset="-122"/>
                <a:ea typeface="Microsoft YaHei" panose="020B0503020204020204" pitchFamily="34" charset="-122"/>
              </a:rPr>
              <a:t>了</a:t>
            </a:r>
            <a:r>
              <a:rPr lang="en-US" altLang="zh-CN" sz="2400" i="0" dirty="0">
                <a:effectLst/>
                <a:latin typeface="Microsoft YaHei" panose="020B0503020204020204" pitchFamily="34" charset="-122"/>
                <a:ea typeface="Microsoft YaHei" panose="020B0503020204020204" pitchFamily="34" charset="-122"/>
              </a:rPr>
              <a:t>Transformer</a:t>
            </a:r>
            <a:r>
              <a:rPr lang="zh-CN" altLang="en-US" sz="2400" i="0" dirty="0">
                <a:effectLst/>
                <a:latin typeface="Microsoft YaHei" panose="020B0503020204020204" pitchFamily="34" charset="-122"/>
                <a:ea typeface="Microsoft YaHei" panose="020B0503020204020204" pitchFamily="34" charset="-122"/>
              </a:rPr>
              <a:t>结构，并在此基础上介绍生成式预训练语言模型</a:t>
            </a:r>
            <a:r>
              <a:rPr lang="en-US" altLang="zh-CN" sz="2400" i="0" dirty="0">
                <a:effectLst/>
                <a:latin typeface="Microsoft YaHei" panose="020B0503020204020204" pitchFamily="34" charset="-122"/>
                <a:ea typeface="Microsoft YaHei" panose="020B0503020204020204" pitchFamily="34" charset="-122"/>
              </a:rPr>
              <a:t>GPT</a:t>
            </a:r>
            <a:r>
              <a:rPr lang="zh-CN" altLang="en-US" sz="2400" i="0" dirty="0">
                <a:effectLst/>
                <a:latin typeface="Microsoft YaHei" panose="020B0503020204020204" pitchFamily="34" charset="-122"/>
                <a:ea typeface="Microsoft YaHei" panose="020B0503020204020204" pitchFamily="34" charset="-122"/>
              </a:rPr>
              <a:t>、大语言模型网络结构和注意力机制优化以及相关实践。</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2406086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ACF4E0-5CC3-D8B7-1D50-B257663339F9}"/>
              </a:ext>
            </a:extLst>
          </p:cNvPr>
          <p:cNvSpPr>
            <a:spLocks noGrp="1"/>
          </p:cNvSpPr>
          <p:nvPr>
            <p:ph type="sldNum" sz="quarter" idx="12"/>
          </p:nvPr>
        </p:nvSpPr>
        <p:spPr/>
        <p:txBody>
          <a:bodyPr/>
          <a:lstStyle/>
          <a:p>
            <a:fld id="{465717F2-DE62-A445-9F03-50055757659A}" type="slidenum">
              <a:rPr lang="zh-CN" altLang="en-US" smtClean="0"/>
              <a:pPr/>
              <a:t>108</a:t>
            </a:fld>
            <a:endParaRPr lang="zh-CN" altLang="en-US"/>
          </a:p>
        </p:txBody>
      </p:sp>
      <p:sp>
        <p:nvSpPr>
          <p:cNvPr id="5" name="文本框 6">
            <a:extLst>
              <a:ext uri="{FF2B5EF4-FFF2-40B4-BE49-F238E27FC236}">
                <a16:creationId xmlns:a16="http://schemas.microsoft.com/office/drawing/2014/main" id="{9977D4C7-59CA-EB89-3BDA-FEE084D7BA5D}"/>
              </a:ext>
            </a:extLst>
          </p:cNvPr>
          <p:cNvSpPr txBox="1">
            <a:spLocks noChangeArrowheads="1"/>
          </p:cNvSpPr>
          <p:nvPr/>
        </p:nvSpPr>
        <p:spPr bwMode="auto">
          <a:xfrm>
            <a:off x="0" y="3103841"/>
            <a:ext cx="12191999" cy="1069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buFont typeface="Arial" panose="020B0604020202020204" pitchFamily="34" charset="0"/>
              <a:buNone/>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a:solidFill>
                  <a:srgbClr val="FFFFFF"/>
                </a:solidFill>
                <a:latin typeface="微软雅黑" panose="020B0503020204020204" pitchFamily="34" charset="-122"/>
                <a:ea typeface="微软雅黑" panose="020B0503020204020204" pitchFamily="34" charset="-122"/>
              </a:rPr>
              <a:t>章 </a:t>
            </a:r>
            <a:r>
              <a:rPr lang="zh-CN" altLang="en-US" sz="4800" b="1" dirty="0">
                <a:solidFill>
                  <a:srgbClr val="FFFFFF"/>
                </a:solidFill>
                <a:latin typeface="微软雅黑" panose="020B0503020204020204" pitchFamily="34" charset="-122"/>
                <a:ea typeface="微软雅黑" panose="020B0503020204020204" pitchFamily="34" charset="-122"/>
              </a:rPr>
              <a:t>大语言模型预训练数据</a:t>
            </a:r>
            <a:endParaRPr lang="zh-CN" altLang="en-CN" sz="4000" b="1" dirty="0">
              <a:solidFill>
                <a:srgbClr val="FFFFFF"/>
              </a:solidFill>
              <a:latin typeface="微软雅黑" panose="020B0503020204020204" pitchFamily="34" charset="-122"/>
              <a:ea typeface="微软雅黑" panose="020B0503020204020204" pitchFamily="34" charset="-122"/>
            </a:endParaRPr>
          </a:p>
        </p:txBody>
      </p:sp>
      <p:sp>
        <p:nvSpPr>
          <p:cNvPr id="8" name="TextBox 7">
            <a:extLst>
              <a:ext uri="{FF2B5EF4-FFF2-40B4-BE49-F238E27FC236}">
                <a16:creationId xmlns:a16="http://schemas.microsoft.com/office/drawing/2014/main" id="{9A8868A2-47A8-6168-AEF6-83CFF2733E3F}"/>
              </a:ext>
            </a:extLst>
          </p:cNvPr>
          <p:cNvSpPr txBox="1"/>
          <p:nvPr/>
        </p:nvSpPr>
        <p:spPr>
          <a:xfrm>
            <a:off x="-1" y="2052422"/>
            <a:ext cx="12191999" cy="1069780"/>
          </a:xfrm>
          <a:prstGeom prst="rect">
            <a:avLst/>
          </a:prstGeom>
          <a:noFill/>
        </p:spPr>
        <p:txBody>
          <a:bodyPr wrap="square" anchor="ctr" anchorCtr="0">
            <a:spAutoFit/>
          </a:bodyPr>
          <a:lstStyle/>
          <a:p>
            <a:pPr algn="ctr" eaLnBrk="1" hangingPunct="1">
              <a:lnSpc>
                <a:spcPct val="150000"/>
              </a:lnSpc>
              <a:buFont typeface="Arial" panose="020B0604020202020204" pitchFamily="34" charset="0"/>
              <a:buNone/>
            </a:pPr>
            <a:r>
              <a:rPr lang="en-US" altLang="zh-CN" sz="4800" b="1" dirty="0">
                <a:solidFill>
                  <a:srgbClr val="FFFFFF"/>
                </a:solidFill>
                <a:latin typeface="微软雅黑" panose="020B0503020204020204" pitchFamily="34" charset="-122"/>
                <a:ea typeface="微软雅黑" panose="020B0503020204020204" pitchFamily="34" charset="-122"/>
              </a:rPr>
              <a:t>《</a:t>
            </a:r>
            <a:r>
              <a:rPr lang="zh-CN" altLang="en-US" sz="4800" b="1" dirty="0">
                <a:solidFill>
                  <a:srgbClr val="FFFFFF"/>
                </a:solidFill>
                <a:latin typeface="微软雅黑" panose="020B0503020204020204" pitchFamily="34" charset="-122"/>
                <a:ea typeface="微软雅黑" panose="020B0503020204020204" pitchFamily="34" charset="-122"/>
              </a:rPr>
              <a:t>大规模语言模型 </a:t>
            </a:r>
            <a:r>
              <a:rPr lang="en-US" altLang="zh-CN" sz="4800" b="1" dirty="0">
                <a:solidFill>
                  <a:srgbClr val="FFFFFF"/>
                </a:solidFill>
                <a:latin typeface="微软雅黑" panose="020B0503020204020204" pitchFamily="34" charset="-122"/>
                <a:ea typeface="微软雅黑" panose="020B0503020204020204" pitchFamily="34" charset="-122"/>
              </a:rPr>
              <a:t>:</a:t>
            </a:r>
            <a:r>
              <a:rPr lang="zh-CN" altLang="en-US" sz="4800" b="1" dirty="0">
                <a:solidFill>
                  <a:srgbClr val="FFFFFF"/>
                </a:solidFill>
                <a:latin typeface="微软雅黑" panose="020B0503020204020204" pitchFamily="34" charset="-122"/>
                <a:ea typeface="微软雅黑" panose="020B0503020204020204" pitchFamily="34" charset="-122"/>
              </a:rPr>
              <a:t> 从理论到实践</a:t>
            </a:r>
            <a:r>
              <a:rPr lang="en-US" altLang="zh-CN" sz="4800" b="1" dirty="0">
                <a:solidFill>
                  <a:srgbClr val="FFFFFF"/>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256486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大语言模型预训练数据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109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473868" y="1129874"/>
            <a:ext cx="11195049" cy="4666790"/>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训练大语言模型需要</a:t>
            </a:r>
            <a:r>
              <a:rPr lang="zh-CN" altLang="en-US" sz="2400" b="1" dirty="0">
                <a:solidFill>
                  <a:srgbClr val="0070C0"/>
                </a:solidFill>
                <a:latin typeface="Microsoft YaHei" panose="020B0503020204020204" pitchFamily="34" charset="-122"/>
                <a:ea typeface="Microsoft YaHei" panose="020B0503020204020204" pitchFamily="34" charset="-122"/>
              </a:rPr>
              <a:t>数万亿</a:t>
            </a:r>
            <a:r>
              <a:rPr lang="zh-CN" altLang="en-US" sz="2400" dirty="0">
                <a:latin typeface="Microsoft YaHei" panose="020B0503020204020204" pitchFamily="34" charset="-122"/>
                <a:ea typeface="Microsoft YaHei" panose="020B0503020204020204" pitchFamily="34" charset="-122"/>
              </a:rPr>
              <a:t>的各类型数据。如何构造海量“高质量”数据对于大语言模型的训练具有至关重要的作用。</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截至</a:t>
            </a:r>
            <a:r>
              <a:rPr lang="en-US" altLang="zh-CN" sz="2400" dirty="0">
                <a:latin typeface="Microsoft YaHei" panose="020B0503020204020204" pitchFamily="34" charset="-122"/>
                <a:ea typeface="Microsoft YaHei" panose="020B0503020204020204" pitchFamily="34" charset="-122"/>
              </a:rPr>
              <a:t>2023 </a:t>
            </a:r>
            <a:r>
              <a:rPr lang="zh-CN" altLang="en-US" sz="2400" dirty="0">
                <a:latin typeface="Microsoft YaHei" panose="020B0503020204020204" pitchFamily="34" charset="-122"/>
                <a:ea typeface="Microsoft YaHei" panose="020B0503020204020204" pitchFamily="34" charset="-122"/>
              </a:rPr>
              <a:t>年</a:t>
            </a:r>
            <a:r>
              <a:rPr lang="en-US" altLang="zh-CN" sz="2400" dirty="0">
                <a:latin typeface="Microsoft YaHei" panose="020B0503020204020204" pitchFamily="34" charset="-122"/>
                <a:ea typeface="Microsoft YaHei" panose="020B0503020204020204" pitchFamily="34" charset="-122"/>
              </a:rPr>
              <a:t>9 </a:t>
            </a:r>
            <a:r>
              <a:rPr lang="zh-CN" altLang="en-US" sz="2400" dirty="0">
                <a:latin typeface="Microsoft YaHei" panose="020B0503020204020204" pitchFamily="34" charset="-122"/>
                <a:ea typeface="Microsoft YaHei" panose="020B0503020204020204" pitchFamily="34" charset="-122"/>
              </a:rPr>
              <a:t>月，还没有非常好的大语言模型的理论分析和解释，也缺乏对语言模型训练数据的严格说明和定义。但是，大多数研究人员认为</a:t>
            </a:r>
            <a:r>
              <a:rPr lang="zh-CN" altLang="en-US" sz="2400" b="1" dirty="0">
                <a:solidFill>
                  <a:srgbClr val="0070C0"/>
                </a:solidFill>
                <a:latin typeface="Microsoft YaHei" panose="020B0503020204020204" pitchFamily="34" charset="-122"/>
                <a:ea typeface="Microsoft YaHei" panose="020B0503020204020204" pitchFamily="34" charset="-122"/>
              </a:rPr>
              <a:t>预训练数据是影响大语言模型效果及样本泛化能力</a:t>
            </a:r>
            <a:r>
              <a:rPr lang="zh-CN" altLang="en-US" sz="2400" dirty="0">
                <a:latin typeface="Microsoft YaHei" panose="020B0503020204020204" pitchFamily="34" charset="-122"/>
                <a:ea typeface="Microsoft YaHei" panose="020B0503020204020204" pitchFamily="34" charset="-122"/>
              </a:rPr>
              <a:t>的关键因素之一。</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当前的研究表明，预训练数据需要涵盖</a:t>
            </a:r>
            <a:r>
              <a:rPr lang="zh-CN" altLang="en-US" sz="2400" b="1" dirty="0">
                <a:solidFill>
                  <a:srgbClr val="0070C0"/>
                </a:solidFill>
                <a:latin typeface="Microsoft YaHei" panose="020B0503020204020204" pitchFamily="34" charset="-122"/>
                <a:ea typeface="Microsoft YaHei" panose="020B0503020204020204" pitchFamily="34" charset="-122"/>
              </a:rPr>
              <a:t>各种类型的文本</a:t>
            </a:r>
            <a:r>
              <a:rPr lang="zh-CN" altLang="en-US" sz="2400" dirty="0">
                <a:latin typeface="Microsoft YaHei" panose="020B0503020204020204" pitchFamily="34" charset="-122"/>
                <a:ea typeface="Microsoft YaHei" panose="020B0503020204020204" pitchFamily="34" charset="-122"/>
              </a:rPr>
              <a:t>，也需要覆盖</a:t>
            </a:r>
            <a:r>
              <a:rPr lang="zh-CN" altLang="en-US" sz="2400" b="1" dirty="0">
                <a:solidFill>
                  <a:srgbClr val="0070C0"/>
                </a:solidFill>
                <a:latin typeface="Microsoft YaHei" panose="020B0503020204020204" pitchFamily="34" charset="-122"/>
                <a:ea typeface="Microsoft YaHei" panose="020B0503020204020204" pitchFamily="34" charset="-122"/>
              </a:rPr>
              <a:t>尽可能多的领域、语言、文化和视角</a:t>
            </a:r>
            <a:r>
              <a:rPr lang="zh-CN" altLang="en-US" sz="2400" dirty="0">
                <a:latin typeface="Microsoft YaHei" panose="020B0503020204020204" pitchFamily="34" charset="-122"/>
                <a:ea typeface="Microsoft YaHei" panose="020B0503020204020204" pitchFamily="34" charset="-122"/>
              </a:rPr>
              <a:t>，从而提高大语言模型的泛化能力和适应性。</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目前，大语言模型所采用的预训练数据通常包括网络数据、图书、论文、百科和社交媒体等。</a:t>
            </a:r>
          </a:p>
        </p:txBody>
      </p:sp>
    </p:spTree>
    <p:extLst>
      <p:ext uri="{BB962C8B-B14F-4D97-AF65-F5344CB8AC3E}">
        <p14:creationId xmlns:p14="http://schemas.microsoft.com/office/powerpoint/2010/main" val="13244075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数据来源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数据处理</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数据影响分析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110</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开源数据集合</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9" name="组合 21">
            <a:extLst>
              <a:ext uri="{FF2B5EF4-FFF2-40B4-BE49-F238E27FC236}">
                <a16:creationId xmlns:a16="http://schemas.microsoft.com/office/drawing/2014/main" id="{78AB4BFA-8DD2-F510-DD76-6106AC348844}"/>
              </a:ext>
            </a:extLst>
          </p:cNvPr>
          <p:cNvGrpSpPr>
            <a:grpSpLocks/>
          </p:cNvGrpSpPr>
          <p:nvPr/>
        </p:nvGrpSpPr>
        <p:grpSpPr bwMode="auto">
          <a:xfrm>
            <a:off x="2368552" y="5531643"/>
            <a:ext cx="3733800" cy="488950"/>
            <a:chOff x="1129" y="0"/>
            <a:chExt cx="5402789" cy="489600"/>
          </a:xfrm>
        </p:grpSpPr>
        <p:sp>
          <p:nvSpPr>
            <p:cNvPr id="10" name="矩形 25">
              <a:extLst>
                <a:ext uri="{FF2B5EF4-FFF2-40B4-BE49-F238E27FC236}">
                  <a16:creationId xmlns:a16="http://schemas.microsoft.com/office/drawing/2014/main" id="{DC326F3D-2B37-9CC2-FCE3-927B7D91D26D}"/>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1" name="Rectangle 6">
              <a:extLst>
                <a:ext uri="{FF2B5EF4-FFF2-40B4-BE49-F238E27FC236}">
                  <a16:creationId xmlns:a16="http://schemas.microsoft.com/office/drawing/2014/main" id="{7A6D0578-9028-9444-1698-94580BDC4380}"/>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2" name="组合 22">
            <a:extLst>
              <a:ext uri="{FF2B5EF4-FFF2-40B4-BE49-F238E27FC236}">
                <a16:creationId xmlns:a16="http://schemas.microsoft.com/office/drawing/2014/main" id="{C35294D8-D0A4-396E-2123-E08F621B26BE}"/>
              </a:ext>
            </a:extLst>
          </p:cNvPr>
          <p:cNvGrpSpPr>
            <a:grpSpLocks/>
          </p:cNvGrpSpPr>
          <p:nvPr/>
        </p:nvGrpSpPr>
        <p:grpSpPr bwMode="auto">
          <a:xfrm>
            <a:off x="854077" y="5531643"/>
            <a:ext cx="1328550" cy="488950"/>
            <a:chOff x="0" y="0"/>
            <a:chExt cx="1328685" cy="489600"/>
          </a:xfrm>
        </p:grpSpPr>
        <p:sp>
          <p:nvSpPr>
            <p:cNvPr id="13" name="矩形 23">
              <a:extLst>
                <a:ext uri="{FF2B5EF4-FFF2-40B4-BE49-F238E27FC236}">
                  <a16:creationId xmlns:a16="http://schemas.microsoft.com/office/drawing/2014/main" id="{AB4897E4-4024-51CC-227A-7C7C4FF5099B}"/>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4" name="文本框 24">
              <a:extLst>
                <a:ext uri="{FF2B5EF4-FFF2-40B4-BE49-F238E27FC236}">
                  <a16:creationId xmlns:a16="http://schemas.microsoft.com/office/drawing/2014/main" id="{E41593EF-BD2B-D351-F46A-179026B6B89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97066153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9">
            <a:extLst>
              <a:ext uri="{FF2B5EF4-FFF2-40B4-BE49-F238E27FC236}">
                <a16:creationId xmlns:a16="http://schemas.microsoft.com/office/drawing/2014/main" id="{06CB93E2-1C67-7FE5-DFB7-2C646DE3829A}"/>
              </a:ext>
            </a:extLst>
          </p:cNvPr>
          <p:cNvSpPr>
            <a:spLocks noChangeArrowheads="1"/>
          </p:cNvSpPr>
          <p:nvPr/>
        </p:nvSpPr>
        <p:spPr bwMode="auto">
          <a:xfrm>
            <a:off x="634618" y="2731280"/>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数据来源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数据处理</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数据影响分析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111</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开源数据集合</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9" name="组合 21">
            <a:extLst>
              <a:ext uri="{FF2B5EF4-FFF2-40B4-BE49-F238E27FC236}">
                <a16:creationId xmlns:a16="http://schemas.microsoft.com/office/drawing/2014/main" id="{78AB4BFA-8DD2-F510-DD76-6106AC348844}"/>
              </a:ext>
            </a:extLst>
          </p:cNvPr>
          <p:cNvGrpSpPr>
            <a:grpSpLocks/>
          </p:cNvGrpSpPr>
          <p:nvPr/>
        </p:nvGrpSpPr>
        <p:grpSpPr bwMode="auto">
          <a:xfrm>
            <a:off x="2368552" y="5531643"/>
            <a:ext cx="3733800" cy="488950"/>
            <a:chOff x="1129" y="0"/>
            <a:chExt cx="5402789" cy="489600"/>
          </a:xfrm>
        </p:grpSpPr>
        <p:sp>
          <p:nvSpPr>
            <p:cNvPr id="10" name="矩形 25">
              <a:extLst>
                <a:ext uri="{FF2B5EF4-FFF2-40B4-BE49-F238E27FC236}">
                  <a16:creationId xmlns:a16="http://schemas.microsoft.com/office/drawing/2014/main" id="{DC326F3D-2B37-9CC2-FCE3-927B7D91D26D}"/>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1" name="Rectangle 6">
              <a:extLst>
                <a:ext uri="{FF2B5EF4-FFF2-40B4-BE49-F238E27FC236}">
                  <a16:creationId xmlns:a16="http://schemas.microsoft.com/office/drawing/2014/main" id="{7A6D0578-9028-9444-1698-94580BDC4380}"/>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2" name="组合 22">
            <a:extLst>
              <a:ext uri="{FF2B5EF4-FFF2-40B4-BE49-F238E27FC236}">
                <a16:creationId xmlns:a16="http://schemas.microsoft.com/office/drawing/2014/main" id="{C35294D8-D0A4-396E-2123-E08F621B26BE}"/>
              </a:ext>
            </a:extLst>
          </p:cNvPr>
          <p:cNvGrpSpPr>
            <a:grpSpLocks/>
          </p:cNvGrpSpPr>
          <p:nvPr/>
        </p:nvGrpSpPr>
        <p:grpSpPr bwMode="auto">
          <a:xfrm>
            <a:off x="854077" y="5531643"/>
            <a:ext cx="1328550" cy="488950"/>
            <a:chOff x="0" y="0"/>
            <a:chExt cx="1328685" cy="489600"/>
          </a:xfrm>
        </p:grpSpPr>
        <p:sp>
          <p:nvSpPr>
            <p:cNvPr id="13" name="矩形 23">
              <a:extLst>
                <a:ext uri="{FF2B5EF4-FFF2-40B4-BE49-F238E27FC236}">
                  <a16:creationId xmlns:a16="http://schemas.microsoft.com/office/drawing/2014/main" id="{AB4897E4-4024-51CC-227A-7C7C4FF5099B}"/>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4" name="文本框 24">
              <a:extLst>
                <a:ext uri="{FF2B5EF4-FFF2-40B4-BE49-F238E27FC236}">
                  <a16:creationId xmlns:a16="http://schemas.microsoft.com/office/drawing/2014/main" id="{E41593EF-BD2B-D351-F46A-179026B6B89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83869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5667064"/>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[5] </a:t>
            </a:r>
            <a:r>
              <a:rPr lang="zh-CN" altLang="en-US" sz="2400" dirty="0">
                <a:latin typeface="Microsoft YaHei" panose="020B0503020204020204" pitchFamily="34" charset="-122"/>
                <a:ea typeface="Microsoft YaHei" panose="020B0503020204020204" pitchFamily="34" charset="-122"/>
              </a:rPr>
              <a:t>介绍了</a:t>
            </a:r>
            <a:r>
              <a:rPr lang="en-US" sz="2400" dirty="0" err="1">
                <a:latin typeface="Microsoft YaHei" panose="020B0503020204020204" pitchFamily="34" charset="-122"/>
                <a:ea typeface="Microsoft YaHei" panose="020B0503020204020204" pitchFamily="34" charset="-122"/>
              </a:rPr>
              <a:t>OpenAI</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训练</a:t>
            </a:r>
            <a:r>
              <a:rPr lang="en-US" sz="2400" dirty="0">
                <a:latin typeface="Microsoft YaHei" panose="020B0503020204020204" pitchFamily="34" charset="-122"/>
                <a:ea typeface="Microsoft YaHei" panose="020B0503020204020204" pitchFamily="34" charset="-122"/>
              </a:rPr>
              <a:t>GPT-3 </a:t>
            </a:r>
            <a:r>
              <a:rPr lang="zh-CN" altLang="en-US" sz="2400" dirty="0">
                <a:latin typeface="Microsoft YaHei" panose="020B0503020204020204" pitchFamily="34" charset="-122"/>
                <a:ea typeface="Microsoft YaHei" panose="020B0503020204020204" pitchFamily="34" charset="-122"/>
              </a:rPr>
              <a:t>所使用的主要数据来源，包含经过过滤的</a:t>
            </a:r>
            <a:r>
              <a:rPr lang="en-US" sz="2400" dirty="0">
                <a:latin typeface="Microsoft YaHei" panose="020B0503020204020204" pitchFamily="34" charset="-122"/>
                <a:ea typeface="Microsoft YaHei" panose="020B0503020204020204" pitchFamily="34" charset="-122"/>
              </a:rPr>
              <a:t>Common-Crawl </a:t>
            </a:r>
            <a:r>
              <a:rPr lang="zh-CN" altLang="en-US" sz="2400" dirty="0">
                <a:latin typeface="Microsoft YaHei" panose="020B0503020204020204" pitchFamily="34" charset="-122"/>
                <a:ea typeface="Microsoft YaHei" panose="020B0503020204020204" pitchFamily="34" charset="-122"/>
              </a:rPr>
              <a:t>数据集</a:t>
            </a:r>
            <a:r>
              <a:rPr lang="en-US" altLang="zh-CN" sz="2400" dirty="0">
                <a:latin typeface="Microsoft YaHei" panose="020B0503020204020204" pitchFamily="34" charset="-122"/>
                <a:ea typeface="Microsoft YaHei" panose="020B0503020204020204" pitchFamily="34" charset="-122"/>
              </a:rPr>
              <a:t>[19]</a:t>
            </a:r>
            <a:r>
              <a:rPr lang="zh-CN" altLang="en-US" sz="2400" dirty="0">
                <a:latin typeface="Microsoft YaHei" panose="020B0503020204020204" pitchFamily="34" charset="-122"/>
                <a:ea typeface="Microsoft YaHei" panose="020B0503020204020204" pitchFamily="34" charset="-122"/>
              </a:rPr>
              <a:t>、</a:t>
            </a:r>
            <a:r>
              <a:rPr lang="en-US" sz="2400" dirty="0">
                <a:latin typeface="Microsoft YaHei" panose="020B0503020204020204" pitchFamily="34" charset="-122"/>
                <a:ea typeface="Microsoft YaHei" panose="020B0503020204020204" pitchFamily="34" charset="-122"/>
              </a:rPr>
              <a:t>WebText2、Books1、Books2 </a:t>
            </a:r>
            <a:r>
              <a:rPr lang="zh-CN" altLang="en-US" sz="2400" dirty="0">
                <a:latin typeface="Microsoft YaHei" panose="020B0503020204020204" pitchFamily="34" charset="-122"/>
                <a:ea typeface="Microsoft YaHei" panose="020B0503020204020204" pitchFamily="34" charset="-122"/>
              </a:rPr>
              <a:t>以及英文</a:t>
            </a:r>
            <a:r>
              <a:rPr lang="en-US" sz="2400" dirty="0">
                <a:latin typeface="Microsoft YaHei" panose="020B0503020204020204" pitchFamily="34" charset="-122"/>
                <a:ea typeface="Microsoft YaHei" panose="020B0503020204020204" pitchFamily="34" charset="-122"/>
              </a:rPr>
              <a:t>Wikipedia </a:t>
            </a:r>
            <a:r>
              <a:rPr lang="zh-CN" altLang="en-US" sz="2400" dirty="0">
                <a:latin typeface="Microsoft YaHei" panose="020B0503020204020204" pitchFamily="34" charset="-122"/>
                <a:ea typeface="Microsoft YaHei" panose="020B0503020204020204" pitchFamily="34" charset="-122"/>
              </a:rPr>
              <a:t>等数据集。</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en-US" sz="2000" dirty="0" err="1">
                <a:latin typeface="Microsoft YaHei" panose="020B0503020204020204" pitchFamily="34" charset="-122"/>
                <a:ea typeface="Microsoft YaHei" panose="020B0503020204020204" pitchFamily="34" charset="-122"/>
              </a:rPr>
              <a:t>CommonCrawl</a:t>
            </a:r>
            <a:r>
              <a:rPr lang="zh-CN" altLang="en-US" sz="2000" dirty="0">
                <a:latin typeface="Microsoft YaHei" panose="020B0503020204020204" pitchFamily="34" charset="-122"/>
                <a:ea typeface="Microsoft YaHei" panose="020B0503020204020204" pitchFamily="34" charset="-122"/>
              </a:rPr>
              <a:t>的原始数据有</a:t>
            </a:r>
            <a:r>
              <a:rPr lang="en-US" altLang="zh-CN" sz="2000" dirty="0">
                <a:latin typeface="Microsoft YaHei" panose="020B0503020204020204" pitchFamily="34" charset="-122"/>
                <a:ea typeface="Microsoft YaHei" panose="020B0503020204020204" pitchFamily="34" charset="-122"/>
              </a:rPr>
              <a:t>45</a:t>
            </a:r>
            <a:r>
              <a:rPr lang="en-US" sz="2000" dirty="0">
                <a:latin typeface="Microsoft YaHei" panose="020B0503020204020204" pitchFamily="34" charset="-122"/>
                <a:ea typeface="Microsoft YaHei" panose="020B0503020204020204" pitchFamily="34" charset="-122"/>
              </a:rPr>
              <a:t>TB，</a:t>
            </a:r>
            <a:r>
              <a:rPr lang="zh-CN" altLang="en-US" sz="2000" dirty="0">
                <a:latin typeface="Microsoft YaHei" panose="020B0503020204020204" pitchFamily="34" charset="-122"/>
                <a:ea typeface="Microsoft YaHei" panose="020B0503020204020204" pitchFamily="34" charset="-122"/>
              </a:rPr>
              <a:t>进行过滤后仅保留了</a:t>
            </a:r>
            <a:r>
              <a:rPr lang="en-US" altLang="zh-CN" sz="2000" dirty="0">
                <a:latin typeface="Microsoft YaHei" panose="020B0503020204020204" pitchFamily="34" charset="-122"/>
                <a:ea typeface="Microsoft YaHei" panose="020B0503020204020204" pitchFamily="34" charset="-122"/>
              </a:rPr>
              <a:t>570</a:t>
            </a:r>
            <a:r>
              <a:rPr lang="en-US" sz="2000" dirty="0">
                <a:latin typeface="Microsoft YaHei" panose="020B0503020204020204" pitchFamily="34" charset="-122"/>
                <a:ea typeface="Microsoft YaHei" panose="020B0503020204020204" pitchFamily="34" charset="-122"/>
              </a:rPr>
              <a:t>GB </a:t>
            </a:r>
            <a:r>
              <a:rPr lang="zh-CN" altLang="en-US" sz="2000" dirty="0">
                <a:latin typeface="Microsoft YaHei" panose="020B0503020204020204" pitchFamily="34" charset="-122"/>
                <a:ea typeface="Microsoft YaHei" panose="020B0503020204020204" pitchFamily="34" charset="-122"/>
              </a:rPr>
              <a:t>的数据。通过词元方式对上述语料进行切分，大约包含 </a:t>
            </a:r>
            <a:r>
              <a:rPr lang="en-US" altLang="zh-CN" sz="2000" dirty="0">
                <a:latin typeface="Microsoft YaHei" panose="020B0503020204020204" pitchFamily="34" charset="-122"/>
                <a:ea typeface="Microsoft YaHei" panose="020B0503020204020204" pitchFamily="34" charset="-122"/>
              </a:rPr>
              <a:t>5000 </a:t>
            </a:r>
            <a:r>
              <a:rPr lang="zh-CN" altLang="en-US" sz="2000" dirty="0">
                <a:latin typeface="Microsoft YaHei" panose="020B0503020204020204" pitchFamily="34" charset="-122"/>
                <a:ea typeface="Microsoft YaHei" panose="020B0503020204020204" pitchFamily="34" charset="-122"/>
              </a:rPr>
              <a:t>亿词元。</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为了保证模型使用更多高质量数据进行训练，在</a:t>
            </a:r>
            <a:r>
              <a:rPr lang="en-US" sz="2000" dirty="0">
                <a:latin typeface="Microsoft YaHei" panose="020B0503020204020204" pitchFamily="34" charset="-122"/>
                <a:ea typeface="Microsoft YaHei" panose="020B0503020204020204" pitchFamily="34" charset="-122"/>
              </a:rPr>
              <a:t>GPT-3 </a:t>
            </a:r>
            <a:r>
              <a:rPr lang="zh-CN" altLang="en-US" sz="2000" dirty="0">
                <a:latin typeface="Microsoft YaHei" panose="020B0503020204020204" pitchFamily="34" charset="-122"/>
                <a:ea typeface="Microsoft YaHei" panose="020B0503020204020204" pitchFamily="34" charset="-122"/>
              </a:rPr>
              <a:t>训练时，根据语料来源的不同，设置不同的采样权重。在完成 </a:t>
            </a:r>
            <a:r>
              <a:rPr lang="en-US" altLang="zh-CN" sz="2000" dirty="0">
                <a:latin typeface="Microsoft YaHei" panose="020B0503020204020204" pitchFamily="34" charset="-122"/>
                <a:ea typeface="Microsoft YaHei" panose="020B0503020204020204" pitchFamily="34" charset="-122"/>
              </a:rPr>
              <a:t>3000 </a:t>
            </a:r>
            <a:r>
              <a:rPr lang="zh-CN" altLang="en-US" sz="2000" dirty="0">
                <a:latin typeface="Microsoft YaHei" panose="020B0503020204020204" pitchFamily="34" charset="-122"/>
                <a:ea typeface="Microsoft YaHei" panose="020B0503020204020204" pitchFamily="34" charset="-122"/>
              </a:rPr>
              <a:t>亿词元训练时，英文</a:t>
            </a:r>
            <a:r>
              <a:rPr lang="en-US" sz="2000" dirty="0">
                <a:latin typeface="Microsoft YaHei" panose="020B0503020204020204" pitchFamily="34" charset="-122"/>
                <a:ea typeface="Microsoft YaHei" panose="020B0503020204020204" pitchFamily="34" charset="-122"/>
              </a:rPr>
              <a:t>Wikipedia </a:t>
            </a:r>
            <a:r>
              <a:rPr lang="zh-CN" altLang="en-US" sz="2000" dirty="0">
                <a:latin typeface="Microsoft YaHei" panose="020B0503020204020204" pitchFamily="34" charset="-122"/>
                <a:ea typeface="Microsoft YaHei" panose="020B0503020204020204" pitchFamily="34" charset="-122"/>
              </a:rPr>
              <a:t>的语料平均训练轮数为</a:t>
            </a:r>
            <a:r>
              <a:rPr lang="en-US" altLang="zh-CN" sz="2000" dirty="0">
                <a:latin typeface="Microsoft YaHei" panose="020B0503020204020204" pitchFamily="34" charset="-122"/>
                <a:ea typeface="Microsoft YaHei" panose="020B0503020204020204" pitchFamily="34" charset="-122"/>
              </a:rPr>
              <a:t>3.4 </a:t>
            </a:r>
            <a:r>
              <a:rPr lang="zh-CN" altLang="en-US" sz="2000" dirty="0">
                <a:latin typeface="Microsoft YaHei" panose="020B0503020204020204" pitchFamily="34" charset="-122"/>
                <a:ea typeface="Microsoft YaHei" panose="020B0503020204020204" pitchFamily="34" charset="-122"/>
              </a:rPr>
              <a:t>次，而</a:t>
            </a:r>
            <a:r>
              <a:rPr lang="en-US" sz="2000" dirty="0" err="1">
                <a:latin typeface="Microsoft YaHei" panose="020B0503020204020204" pitchFamily="34" charset="-122"/>
                <a:ea typeface="Microsoft YaHei" panose="020B0503020204020204" pitchFamily="34" charset="-122"/>
              </a:rPr>
              <a:t>CommonCrawl</a:t>
            </a:r>
            <a:r>
              <a:rPr lang="en-US"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和</a:t>
            </a:r>
            <a:r>
              <a:rPr lang="en-US" sz="2000" dirty="0">
                <a:latin typeface="Microsoft YaHei" panose="020B0503020204020204" pitchFamily="34" charset="-122"/>
                <a:ea typeface="Microsoft YaHei" panose="020B0503020204020204" pitchFamily="34" charset="-122"/>
              </a:rPr>
              <a:t>Books 2 </a:t>
            </a:r>
            <a:r>
              <a:rPr lang="zh-CN" altLang="en-US" sz="2000" dirty="0">
                <a:latin typeface="Microsoft YaHei" panose="020B0503020204020204" pitchFamily="34" charset="-122"/>
                <a:ea typeface="Microsoft YaHei" panose="020B0503020204020204" pitchFamily="34" charset="-122"/>
              </a:rPr>
              <a:t>仅有</a:t>
            </a:r>
            <a:r>
              <a:rPr lang="en-US" altLang="zh-CN" sz="2000" dirty="0">
                <a:latin typeface="Microsoft YaHei" panose="020B0503020204020204" pitchFamily="34" charset="-122"/>
                <a:ea typeface="Microsoft YaHei" panose="020B0503020204020204" pitchFamily="34" charset="-122"/>
              </a:rPr>
              <a:t>0.44 </a:t>
            </a:r>
            <a:r>
              <a:rPr lang="zh-CN" altLang="en-US" sz="2000" dirty="0">
                <a:latin typeface="Microsoft YaHei" panose="020B0503020204020204" pitchFamily="34" charset="-122"/>
                <a:ea typeface="Microsoft YaHei" panose="020B0503020204020204" pitchFamily="34" charset="-122"/>
              </a:rPr>
              <a:t>次和</a:t>
            </a:r>
            <a:r>
              <a:rPr lang="en-US" altLang="zh-CN" sz="2000" dirty="0">
                <a:latin typeface="Microsoft YaHei" panose="020B0503020204020204" pitchFamily="34" charset="-122"/>
                <a:ea typeface="Microsoft YaHei" panose="020B0503020204020204" pitchFamily="34" charset="-122"/>
              </a:rPr>
              <a:t>0.43 </a:t>
            </a:r>
            <a:r>
              <a:rPr lang="zh-CN" altLang="en-US" sz="2000" dirty="0">
                <a:latin typeface="Microsoft YaHei" panose="020B0503020204020204" pitchFamily="34" charset="-122"/>
                <a:ea typeface="Microsoft YaHei" panose="020B0503020204020204" pitchFamily="34" charset="-122"/>
              </a:rPr>
              <a:t>次。</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sz="2400" dirty="0">
                <a:latin typeface="Microsoft YaHei" panose="020B0503020204020204" pitchFamily="34" charset="-122"/>
                <a:ea typeface="Microsoft YaHei" panose="020B0503020204020204" pitchFamily="34" charset="-122"/>
              </a:rPr>
              <a:t>Meta </a:t>
            </a:r>
            <a:r>
              <a:rPr lang="zh-CN" altLang="en-US" sz="2400" dirty="0">
                <a:latin typeface="Microsoft YaHei" panose="020B0503020204020204" pitchFamily="34" charset="-122"/>
                <a:ea typeface="Microsoft YaHei" panose="020B0503020204020204" pitchFamily="34" charset="-122"/>
              </a:rPr>
              <a:t>公司的研究人员在训练</a:t>
            </a:r>
            <a:r>
              <a:rPr lang="en-US" sz="2400" dirty="0">
                <a:latin typeface="Microsoft YaHei" panose="020B0503020204020204" pitchFamily="34" charset="-122"/>
                <a:ea typeface="Microsoft YaHei" panose="020B0503020204020204" pitchFamily="34" charset="-122"/>
              </a:rPr>
              <a:t>OPT[31] </a:t>
            </a:r>
            <a:r>
              <a:rPr lang="zh-CN" altLang="en-US" sz="2400" dirty="0">
                <a:latin typeface="Microsoft YaHei" panose="020B0503020204020204" pitchFamily="34" charset="-122"/>
                <a:ea typeface="Microsoft YaHei" panose="020B0503020204020204" pitchFamily="34" charset="-122"/>
              </a:rPr>
              <a:t>模型时采用了混合</a:t>
            </a:r>
            <a:r>
              <a:rPr lang="en-US" sz="2400" dirty="0" err="1">
                <a:latin typeface="Microsoft YaHei" panose="020B0503020204020204" pitchFamily="34" charset="-122"/>
                <a:ea typeface="Microsoft YaHei" panose="020B0503020204020204" pitchFamily="34" charset="-122"/>
              </a:rPr>
              <a:t>RoBERTa</a:t>
            </a:r>
            <a:r>
              <a:rPr lang="en-US" sz="2400" dirty="0">
                <a:latin typeface="Microsoft YaHei" panose="020B0503020204020204" pitchFamily="34" charset="-122"/>
                <a:ea typeface="Microsoft YaHei" panose="020B0503020204020204" pitchFamily="34" charset="-122"/>
              </a:rPr>
              <a:t>[71]、Pile[72] </a:t>
            </a:r>
            <a:r>
              <a:rPr lang="zh-CN" altLang="en-US" sz="2400" dirty="0">
                <a:latin typeface="Microsoft YaHei" panose="020B0503020204020204" pitchFamily="34" charset="-122"/>
                <a:ea typeface="Microsoft YaHei" panose="020B0503020204020204" pitchFamily="34" charset="-122"/>
              </a:rPr>
              <a:t>和</a:t>
            </a:r>
            <a:r>
              <a:rPr lang="en-US" sz="2400" dirty="0" err="1">
                <a:latin typeface="Microsoft YaHei" panose="020B0503020204020204" pitchFamily="34" charset="-122"/>
                <a:ea typeface="Microsoft YaHei" panose="020B0503020204020204" pitchFamily="34" charset="-122"/>
              </a:rPr>
              <a:t>PushShift.io</a:t>
            </a:r>
            <a:r>
              <a:rPr lang="en-US" sz="2400" dirty="0">
                <a:latin typeface="Microsoft YaHei" panose="020B0503020204020204" pitchFamily="34" charset="-122"/>
                <a:ea typeface="Microsoft YaHei" panose="020B0503020204020204" pitchFamily="34" charset="-122"/>
              </a:rPr>
              <a:t> Reddit[73] </a:t>
            </a:r>
            <a:r>
              <a:rPr lang="zh-CN" altLang="en-US" sz="2400" dirty="0">
                <a:latin typeface="Microsoft YaHei" panose="020B0503020204020204" pitchFamily="34" charset="-122"/>
                <a:ea typeface="Microsoft YaHei" panose="020B0503020204020204" pitchFamily="34" charset="-122"/>
              </a:rPr>
              <a:t>数据的方法。由于这些数据集中包含的绝大部分数据都是英文数据，因此</a:t>
            </a:r>
            <a:r>
              <a:rPr lang="en-US" sz="2400" dirty="0">
                <a:latin typeface="Microsoft YaHei" panose="020B0503020204020204" pitchFamily="34" charset="-122"/>
                <a:ea typeface="Microsoft YaHei" panose="020B0503020204020204" pitchFamily="34" charset="-122"/>
              </a:rPr>
              <a:t>OPT </a:t>
            </a:r>
            <a:r>
              <a:rPr lang="zh-CN" altLang="en-US" sz="2400" dirty="0">
                <a:latin typeface="Microsoft YaHei" panose="020B0503020204020204" pitchFamily="34" charset="-122"/>
                <a:ea typeface="Microsoft YaHei" panose="020B0503020204020204" pitchFamily="34" charset="-122"/>
              </a:rPr>
              <a:t>也从</a:t>
            </a:r>
            <a:r>
              <a:rPr lang="en-US" sz="2400" dirty="0" err="1">
                <a:latin typeface="Microsoft YaHei" panose="020B0503020204020204" pitchFamily="34" charset="-122"/>
                <a:ea typeface="Microsoft YaHei" panose="020B0503020204020204" pitchFamily="34" charset="-122"/>
              </a:rPr>
              <a:t>CommonCrawl</a:t>
            </a:r>
            <a:r>
              <a:rPr lang="en-US"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数据集中抽取了部分非英文数据加入训练语料。</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数据来源</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5336475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282013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大语言模型预训练所需的数据来源大体上分为通用数据和专业数据两大类。</a:t>
            </a:r>
            <a:r>
              <a:rPr lang="zh-CN" altLang="en-US" sz="2400" b="1" dirty="0">
                <a:solidFill>
                  <a:srgbClr val="0070C0"/>
                </a:solidFill>
                <a:latin typeface="Microsoft YaHei" panose="020B0503020204020204" pitchFamily="34" charset="-122"/>
                <a:ea typeface="Microsoft YaHei" panose="020B0503020204020204" pitchFamily="34" charset="-122"/>
              </a:rPr>
              <a:t>通用数据（</a:t>
            </a:r>
            <a:r>
              <a:rPr lang="en-US" altLang="zh-CN" sz="2400" b="1" dirty="0">
                <a:solidFill>
                  <a:srgbClr val="0070C0"/>
                </a:solidFill>
                <a:latin typeface="Microsoft YaHei" panose="020B0503020204020204" pitchFamily="34" charset="-122"/>
                <a:ea typeface="Microsoft YaHei" panose="020B0503020204020204" pitchFamily="34" charset="-122"/>
              </a:rPr>
              <a:t>General</a:t>
            </a:r>
            <a:r>
              <a:rPr lang="zh-CN" altLang="en-US" sz="2400" b="1" dirty="0">
                <a:solidFill>
                  <a:srgbClr val="0070C0"/>
                </a:solidFill>
                <a:latin typeface="Microsoft YaHei" panose="020B0503020204020204" pitchFamily="34" charset="-122"/>
                <a:ea typeface="Microsoft YaHei" panose="020B0503020204020204" pitchFamily="34" charset="-122"/>
              </a:rPr>
              <a:t> </a:t>
            </a:r>
            <a:r>
              <a:rPr lang="en-US" altLang="zh-CN" sz="2400" b="1" dirty="0">
                <a:solidFill>
                  <a:srgbClr val="0070C0"/>
                </a:solidFill>
                <a:latin typeface="Microsoft YaHei" panose="020B0503020204020204" pitchFamily="34" charset="-122"/>
                <a:ea typeface="Microsoft YaHei" panose="020B0503020204020204" pitchFamily="34" charset="-122"/>
              </a:rPr>
              <a:t>Data</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包括网页、图书、新闻、对话文本等内容</a:t>
            </a:r>
            <a:r>
              <a:rPr lang="en-US" altLang="zh-CN" sz="2400" dirty="0">
                <a:latin typeface="Microsoft YaHei" panose="020B0503020204020204" pitchFamily="34" charset="-122"/>
                <a:ea typeface="Microsoft YaHei" panose="020B0503020204020204" pitchFamily="34" charset="-122"/>
              </a:rPr>
              <a:t>[14, 31, 46]</a:t>
            </a:r>
            <a:r>
              <a:rPr lang="zh-CN" altLang="en-US" sz="2400" dirty="0">
                <a:latin typeface="Microsoft YaHei" panose="020B0503020204020204" pitchFamily="34" charset="-122"/>
                <a:ea typeface="Microsoft YaHei" panose="020B0503020204020204" pitchFamily="34" charset="-122"/>
              </a:rPr>
              <a:t>。通用数据具有规模大、多样性和易获取等特点，因此支持大语言模型的语言建模和泛化能力。</a:t>
            </a:r>
            <a:r>
              <a:rPr lang="zh-CN" altLang="en-US" sz="2400" b="1" dirty="0">
                <a:solidFill>
                  <a:srgbClr val="0070C0"/>
                </a:solidFill>
                <a:latin typeface="Microsoft YaHei" panose="020B0503020204020204" pitchFamily="34" charset="-122"/>
                <a:ea typeface="Microsoft YaHei" panose="020B0503020204020204" pitchFamily="34" charset="-122"/>
              </a:rPr>
              <a:t>专业数据（</a:t>
            </a:r>
            <a:r>
              <a:rPr lang="en-US" altLang="zh-CN" sz="2400" b="1" dirty="0">
                <a:solidFill>
                  <a:srgbClr val="0070C0"/>
                </a:solidFill>
                <a:latin typeface="Microsoft YaHei" panose="020B0503020204020204" pitchFamily="34" charset="-122"/>
                <a:ea typeface="Microsoft YaHei" panose="020B0503020204020204" pitchFamily="34" charset="-122"/>
              </a:rPr>
              <a:t>Specialized Data</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包括多语言数据、科学数据、代码及领域特有资料等。通过在预训练阶段引入专业数据可以有效提升大语言模型的任务解决能力。</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数据来源</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E53870E0-F278-7D48-DCCF-10B6B581C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4040" y="3429000"/>
            <a:ext cx="8472142" cy="3289409"/>
          </a:xfrm>
          <a:prstGeom prst="rect">
            <a:avLst/>
          </a:prstGeom>
        </p:spPr>
      </p:pic>
    </p:spTree>
    <p:extLst>
      <p:ext uri="{BB962C8B-B14F-4D97-AF65-F5344CB8AC3E}">
        <p14:creationId xmlns:p14="http://schemas.microsoft.com/office/powerpoint/2010/main" val="41205237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4750724"/>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通用数据在大语言模型训练数据中占比通常非常高，主要包括来自网页、书籍、对话文本等不同类型的数据，为大语言模型提供了大规模且多样的训练数据。</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网页（</a:t>
            </a:r>
            <a:r>
              <a:rPr lang="en-US" altLang="zh-CN" sz="2400" b="1" dirty="0">
                <a:solidFill>
                  <a:srgbClr val="0070C0"/>
                </a:solidFill>
                <a:latin typeface="Microsoft YaHei" panose="020B0503020204020204" pitchFamily="34" charset="-122"/>
                <a:ea typeface="Microsoft YaHei" panose="020B0503020204020204" pitchFamily="34" charset="-122"/>
              </a:rPr>
              <a:t>Webpages</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是通用数据中数量最多的一类。随着互联网的大规模普及，人们通过网站、论坛、博客、</a:t>
            </a:r>
            <a:r>
              <a:rPr lang="en-US" altLang="zh-CN" sz="2400" dirty="0">
                <a:latin typeface="Microsoft YaHei" panose="020B0503020204020204" pitchFamily="34" charset="-122"/>
                <a:ea typeface="Microsoft YaHei" panose="020B0503020204020204" pitchFamily="34" charset="-122"/>
              </a:rPr>
              <a:t>App </a:t>
            </a:r>
            <a:r>
              <a:rPr lang="zh-CN" altLang="en-US" sz="2400" dirty="0">
                <a:latin typeface="Microsoft YaHei" panose="020B0503020204020204" pitchFamily="34" charset="-122"/>
                <a:ea typeface="Microsoft YaHei" panose="020B0503020204020204" pitchFamily="34" charset="-122"/>
              </a:rPr>
              <a:t>等各种类型网站和应用，创造了海量的数据。根据</a:t>
            </a:r>
            <a:r>
              <a:rPr lang="en-US" altLang="zh-CN" sz="2400" dirty="0">
                <a:latin typeface="Microsoft YaHei" panose="020B0503020204020204" pitchFamily="34" charset="-122"/>
                <a:ea typeface="Microsoft YaHei" panose="020B0503020204020204" pitchFamily="34" charset="-122"/>
              </a:rPr>
              <a:t>2016 </a:t>
            </a:r>
            <a:r>
              <a:rPr lang="zh-CN" altLang="en-US" sz="2400" dirty="0">
                <a:latin typeface="Microsoft YaHei" panose="020B0503020204020204" pitchFamily="34" charset="-122"/>
                <a:ea typeface="Microsoft YaHei" panose="020B0503020204020204" pitchFamily="34" charset="-122"/>
              </a:rPr>
              <a:t>年</a:t>
            </a:r>
            <a:r>
              <a:rPr lang="en-US" altLang="zh-CN" sz="2400" dirty="0">
                <a:latin typeface="Microsoft YaHei" panose="020B0503020204020204" pitchFamily="34" charset="-122"/>
                <a:ea typeface="Microsoft YaHei" panose="020B0503020204020204" pitchFamily="34" charset="-122"/>
              </a:rPr>
              <a:t>Google </a:t>
            </a:r>
            <a:r>
              <a:rPr lang="zh-CN" altLang="en-US" sz="2400" dirty="0">
                <a:latin typeface="Microsoft YaHei" panose="020B0503020204020204" pitchFamily="34" charset="-122"/>
                <a:ea typeface="Microsoft YaHei" panose="020B0503020204020204" pitchFamily="34" charset="-122"/>
              </a:rPr>
              <a:t>公开的数据，其搜索引擎索引处理了超过</a:t>
            </a:r>
            <a:r>
              <a:rPr lang="en-US" altLang="zh-CN" sz="2400" dirty="0">
                <a:latin typeface="Microsoft YaHei" panose="020B0503020204020204" pitchFamily="34" charset="-122"/>
                <a:ea typeface="Microsoft YaHei" panose="020B0503020204020204" pitchFamily="34" charset="-122"/>
              </a:rPr>
              <a:t>130 </a:t>
            </a:r>
            <a:r>
              <a:rPr lang="zh-CN" altLang="en-US" sz="2400" dirty="0">
                <a:latin typeface="Microsoft YaHei" panose="020B0503020204020204" pitchFamily="34" charset="-122"/>
                <a:ea typeface="Microsoft YaHei" panose="020B0503020204020204" pitchFamily="34" charset="-122"/>
              </a:rPr>
              <a:t>万亿网页。</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爬取和处理海量网页内容并不是一件容易的事情，因此一些研究人员构建了包括</a:t>
            </a:r>
            <a:r>
              <a:rPr lang="en-US" altLang="zh-CN" sz="2000" dirty="0">
                <a:latin typeface="Microsoft YaHei" panose="020B0503020204020204" pitchFamily="34" charset="-122"/>
                <a:ea typeface="Microsoft YaHei" panose="020B0503020204020204" pitchFamily="34" charset="-122"/>
              </a:rPr>
              <a:t>ClueWeb09[74]</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ClueWeb12[75]</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SogouT-16[76]</a:t>
            </a:r>
            <a:r>
              <a:rPr lang="zh-CN" altLang="en-US"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CommonCrawl</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等在内的</a:t>
            </a:r>
            <a:r>
              <a:rPr lang="zh-CN" altLang="en-US" sz="2000" b="1" dirty="0">
                <a:solidFill>
                  <a:srgbClr val="0070C0"/>
                </a:solidFill>
                <a:latin typeface="Microsoft YaHei" panose="020B0503020204020204" pitchFamily="34" charset="-122"/>
                <a:ea typeface="Microsoft YaHei" panose="020B0503020204020204" pitchFamily="34" charset="-122"/>
              </a:rPr>
              <a:t>开源网页数据集</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虽然这些爬取的网络数据包含大量高质量的文本（如维基百科），但也包含非常多低质量的文本（如垃圾邮件等）。因此，</a:t>
            </a:r>
            <a:r>
              <a:rPr lang="zh-CN" altLang="en-US" sz="2000" b="1" dirty="0">
                <a:solidFill>
                  <a:srgbClr val="0070C0"/>
                </a:solidFill>
                <a:latin typeface="Microsoft YaHei" panose="020B0503020204020204" pitchFamily="34" charset="-122"/>
                <a:ea typeface="Microsoft YaHei" panose="020B0503020204020204" pitchFamily="34" charset="-122"/>
              </a:rPr>
              <a:t>过滤并处理网页以提高数据质量</a:t>
            </a:r>
            <a:r>
              <a:rPr lang="zh-CN" altLang="en-US" sz="2000" dirty="0">
                <a:latin typeface="Microsoft YaHei" panose="020B0503020204020204" pitchFamily="34" charset="-122"/>
                <a:ea typeface="Microsoft YaHei" panose="020B0503020204020204" pitchFamily="34" charset="-122"/>
              </a:rPr>
              <a:t>对大语言模型训练来说非常重要。</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通用数据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73269836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4289059"/>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对话数据（</a:t>
            </a:r>
            <a:r>
              <a:rPr lang="en-US" altLang="zh-CN" sz="2400" b="1" dirty="0">
                <a:solidFill>
                  <a:srgbClr val="0070C0"/>
                </a:solidFill>
                <a:latin typeface="Microsoft YaHei" panose="020B0503020204020204" pitchFamily="34" charset="-122"/>
                <a:ea typeface="Microsoft YaHei" panose="020B0503020204020204" pitchFamily="34" charset="-122"/>
              </a:rPr>
              <a:t>Conversation Text</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是指有两个或更多参与者交流的文本内容。对话数据包含书面形式的对话、聊天记录、论坛帖子、社交媒体评论等。当前的一些研究表明，</a:t>
            </a:r>
            <a:r>
              <a:rPr lang="zh-CN" altLang="en-US" sz="2400" b="1" dirty="0">
                <a:solidFill>
                  <a:srgbClr val="0070C0"/>
                </a:solidFill>
                <a:latin typeface="Microsoft YaHei" panose="020B0503020204020204" pitchFamily="34" charset="-122"/>
                <a:ea typeface="Microsoft YaHei" panose="020B0503020204020204" pitchFamily="34" charset="-122"/>
              </a:rPr>
              <a:t>对话数据可以有效增强语言模型的对话能力</a:t>
            </a:r>
            <a:r>
              <a:rPr lang="en-US" altLang="zh-CN" sz="2400" dirty="0">
                <a:latin typeface="Microsoft YaHei" panose="020B0503020204020204" pitchFamily="34" charset="-122"/>
                <a:ea typeface="Microsoft YaHei" panose="020B0503020204020204" pitchFamily="34" charset="-122"/>
              </a:rPr>
              <a:t>[31]</a:t>
            </a:r>
            <a:r>
              <a:rPr lang="zh-CN" altLang="en-US" sz="2400" dirty="0">
                <a:latin typeface="Microsoft YaHei" panose="020B0503020204020204" pitchFamily="34" charset="-122"/>
                <a:ea typeface="Microsoft YaHei" panose="020B0503020204020204" pitchFamily="34" charset="-122"/>
              </a:rPr>
              <a:t>，并潜在地提高其在多种问答任务上的表现</a:t>
            </a:r>
            <a:r>
              <a:rPr lang="en-US" altLang="zh-CN" sz="2400" dirty="0">
                <a:latin typeface="Microsoft YaHei" panose="020B0503020204020204" pitchFamily="34" charset="-122"/>
                <a:ea typeface="Microsoft YaHei" panose="020B0503020204020204" pitchFamily="34" charset="-122"/>
              </a:rPr>
              <a:t>[14]</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对话数据可以通过收集、清洗、归并等过程从社会媒体、论坛、邮件组等构建。相较于网页数据，对话数据收集和处理更加困难，数据数量也相对少非常多。</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常见的对话数据集包括</a:t>
            </a:r>
            <a:r>
              <a:rPr lang="en-US" altLang="zh-CN" sz="2000" dirty="0" err="1">
                <a:latin typeface="Microsoft YaHei" panose="020B0503020204020204" pitchFamily="34" charset="-122"/>
                <a:ea typeface="Microsoft YaHei" panose="020B0503020204020204" pitchFamily="34" charset="-122"/>
              </a:rPr>
              <a:t>PushShift.io</a:t>
            </a:r>
            <a:r>
              <a:rPr lang="en-US" altLang="zh-CN" sz="2000" dirty="0">
                <a:latin typeface="Microsoft YaHei" panose="020B0503020204020204" pitchFamily="34" charset="-122"/>
                <a:ea typeface="Microsoft YaHei" panose="020B0503020204020204" pitchFamily="34" charset="-122"/>
              </a:rPr>
              <a:t> Reddit[73, 77]</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Ubuntu</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Dialogue Corpus[78]</a:t>
            </a:r>
            <a:r>
              <a:rPr lang="zh-CN" altLang="en-US"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Douban</a:t>
            </a:r>
            <a:r>
              <a:rPr lang="en-US" altLang="zh-CN" sz="2000" dirty="0">
                <a:latin typeface="Microsoft YaHei" panose="020B0503020204020204" pitchFamily="34" charset="-122"/>
                <a:ea typeface="Microsoft YaHei" panose="020B0503020204020204" pitchFamily="34" charset="-122"/>
              </a:rPr>
              <a:t> Conversation Corpus</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Chromium Conversations Corpus </a:t>
            </a:r>
            <a:r>
              <a:rPr lang="zh-CN" altLang="en-US" sz="2000" dirty="0">
                <a:latin typeface="Microsoft YaHei" panose="020B0503020204020204" pitchFamily="34" charset="-122"/>
                <a:ea typeface="Microsoft YaHei" panose="020B0503020204020204" pitchFamily="34" charset="-122"/>
              </a:rPr>
              <a:t>等。</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文献</a:t>
            </a:r>
            <a:r>
              <a:rPr lang="en-US" altLang="zh-CN" sz="2000" dirty="0">
                <a:latin typeface="Microsoft YaHei" panose="020B0503020204020204" pitchFamily="34" charset="-122"/>
                <a:ea typeface="Microsoft YaHei" panose="020B0503020204020204" pitchFamily="34" charset="-122"/>
              </a:rPr>
              <a:t>[79] </a:t>
            </a:r>
            <a:r>
              <a:rPr lang="zh-CN" altLang="en-US" sz="2000" dirty="0">
                <a:latin typeface="Microsoft YaHei" panose="020B0503020204020204" pitchFamily="34" charset="-122"/>
                <a:ea typeface="Microsoft YaHei" panose="020B0503020204020204" pitchFamily="34" charset="-122"/>
              </a:rPr>
              <a:t>也提出了使用大语言模型</a:t>
            </a:r>
            <a:r>
              <a:rPr lang="zh-CN" altLang="en-US" sz="2000" b="1" dirty="0">
                <a:solidFill>
                  <a:srgbClr val="0070C0"/>
                </a:solidFill>
                <a:latin typeface="Microsoft YaHei" panose="020B0503020204020204" pitchFamily="34" charset="-122"/>
                <a:ea typeface="Microsoft YaHei" panose="020B0503020204020204" pitchFamily="34" charset="-122"/>
              </a:rPr>
              <a:t>自动生成对话数据</a:t>
            </a:r>
            <a:r>
              <a:rPr lang="zh-CN" altLang="en-US" sz="2000" dirty="0">
                <a:latin typeface="Microsoft YaHei" panose="020B0503020204020204" pitchFamily="34" charset="-122"/>
                <a:ea typeface="Microsoft YaHei" panose="020B0503020204020204" pitchFamily="34" charset="-122"/>
              </a:rPr>
              <a:t>的</a:t>
            </a:r>
            <a:r>
              <a:rPr lang="en-US" altLang="zh-CN" sz="2000" dirty="0" err="1">
                <a:latin typeface="Microsoft YaHei" panose="020B0503020204020204" pitchFamily="34" charset="-122"/>
                <a:ea typeface="Microsoft YaHei" panose="020B0503020204020204" pitchFamily="34" charset="-122"/>
              </a:rPr>
              <a:t>UltraChat</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方法。</a:t>
            </a:r>
            <a:endParaRPr lang="zh-CN" altLang="en-US"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通用数据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62249577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5674054"/>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书籍（</a:t>
            </a:r>
            <a:r>
              <a:rPr lang="en-US" altLang="zh-CN" sz="2400" b="1" dirty="0">
                <a:solidFill>
                  <a:srgbClr val="0070C0"/>
                </a:solidFill>
                <a:latin typeface="Microsoft YaHei" panose="020B0503020204020204" pitchFamily="34" charset="-122"/>
                <a:ea typeface="Microsoft YaHei" panose="020B0503020204020204" pitchFamily="34" charset="-122"/>
              </a:rPr>
              <a:t>Book</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是人类知识的主要积累方式之一，从古代经典著作到现代学术著述，承载了丰富多样的人类思想。书籍通常包含广泛的词汇，包括专业术语、文学表达及各种主题词汇。利用书籍数据进行训练，大语言模型可以接触多样化的词汇，从而提高其对不同领域和主题的理解能力。</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相较于其他语料库，书籍也是最重要的，甚至是唯一的</a:t>
            </a:r>
            <a:r>
              <a:rPr lang="zh-CN" altLang="en-US" sz="2400" b="1" dirty="0">
                <a:solidFill>
                  <a:srgbClr val="0070C0"/>
                </a:solidFill>
                <a:latin typeface="Microsoft YaHei" panose="020B0503020204020204" pitchFamily="34" charset="-122"/>
                <a:ea typeface="Microsoft YaHei" panose="020B0503020204020204" pitchFamily="34" charset="-122"/>
              </a:rPr>
              <a:t>长文本书面语的数据来源。</a:t>
            </a:r>
            <a:endParaRPr lang="en-US" altLang="zh-CN" sz="2400" b="1" dirty="0">
              <a:solidFill>
                <a:srgbClr val="0070C0"/>
              </a:solidFill>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书籍提供了完整的句子和段落，使得大语言模型可以学习到上下文之间的联系。这对于模型理解句子中的复杂结构、逻辑关系和语义连贯性非常重要。</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书籍涵盖了各种文体和风格，包括小说、科学著作、历史记录，等等。通过使用书籍数据训练语言模型，可以使模型学习到不同的写作风格和表达方式，提高大语言模型在各种文本类型上的能力。</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受限于版权因素，</a:t>
            </a:r>
            <a:r>
              <a:rPr lang="zh-CN" altLang="en-US" sz="2000" b="1" dirty="0">
                <a:solidFill>
                  <a:srgbClr val="0070C0"/>
                </a:solidFill>
                <a:latin typeface="Microsoft YaHei" panose="020B0503020204020204" pitchFamily="34" charset="-122"/>
                <a:ea typeface="Microsoft YaHei" panose="020B0503020204020204" pitchFamily="34" charset="-122"/>
              </a:rPr>
              <a:t>开源书籍数据集很少</a:t>
            </a:r>
            <a:r>
              <a:rPr lang="zh-CN" altLang="en-US" sz="2000" dirty="0">
                <a:latin typeface="Microsoft YaHei" panose="020B0503020204020204" pitchFamily="34" charset="-122"/>
                <a:ea typeface="Microsoft YaHei" panose="020B0503020204020204" pitchFamily="34" charset="-122"/>
              </a:rPr>
              <a:t>，现有的开源大语言模型研究通常采用</a:t>
            </a:r>
            <a:r>
              <a:rPr lang="en-US" altLang="zh-CN" sz="2000" dirty="0">
                <a:latin typeface="Microsoft YaHei" panose="020B0503020204020204" pitchFamily="34" charset="-122"/>
                <a:ea typeface="Microsoft YaHei" panose="020B0503020204020204" pitchFamily="34" charset="-122"/>
              </a:rPr>
              <a:t>Pile </a:t>
            </a:r>
            <a:r>
              <a:rPr lang="zh-CN" altLang="en-US" sz="2000" dirty="0">
                <a:latin typeface="Microsoft YaHei" panose="020B0503020204020204" pitchFamily="34" charset="-122"/>
                <a:ea typeface="Microsoft YaHei" panose="020B0503020204020204" pitchFamily="34" charset="-122"/>
              </a:rPr>
              <a:t>数据集</a:t>
            </a:r>
            <a:r>
              <a:rPr lang="en-US" altLang="zh-CN" sz="2000" dirty="0">
                <a:latin typeface="Microsoft YaHei" panose="020B0503020204020204" pitchFamily="34" charset="-122"/>
                <a:ea typeface="Microsoft YaHei" panose="020B0503020204020204" pitchFamily="34" charset="-122"/>
              </a:rPr>
              <a:t>[72] </a:t>
            </a:r>
            <a:r>
              <a:rPr lang="zh-CN" altLang="en-US" sz="2000" dirty="0">
                <a:latin typeface="Microsoft YaHei" panose="020B0503020204020204" pitchFamily="34" charset="-122"/>
                <a:ea typeface="Microsoft YaHei" panose="020B0503020204020204" pitchFamily="34" charset="-122"/>
              </a:rPr>
              <a:t>中提供的</a:t>
            </a:r>
            <a:r>
              <a:rPr lang="en-US" altLang="zh-CN" sz="2000" dirty="0">
                <a:latin typeface="Microsoft YaHei" panose="020B0503020204020204" pitchFamily="34" charset="-122"/>
                <a:ea typeface="Microsoft YaHei" panose="020B0503020204020204" pitchFamily="34" charset="-122"/>
              </a:rPr>
              <a:t>Books3 </a:t>
            </a:r>
            <a:r>
              <a:rPr lang="zh-CN" altLang="en-US" sz="2000" dirty="0">
                <a:latin typeface="Microsoft YaHei" panose="020B0503020204020204" pitchFamily="34" charset="-122"/>
                <a:ea typeface="Microsoft YaHei" panose="020B0503020204020204" pitchFamily="34" charset="-122"/>
              </a:rPr>
              <a:t>和</a:t>
            </a:r>
            <a:r>
              <a:rPr lang="en-US" altLang="zh-CN" sz="2000" dirty="0">
                <a:latin typeface="Microsoft YaHei" panose="020B0503020204020204" pitchFamily="34" charset="-122"/>
                <a:ea typeface="Microsoft YaHei" panose="020B0503020204020204" pitchFamily="34" charset="-122"/>
              </a:rPr>
              <a:t>Bookcorpus2 </a:t>
            </a:r>
            <a:r>
              <a:rPr lang="zh-CN" altLang="en-US" sz="2000" dirty="0">
                <a:latin typeface="Microsoft YaHei" panose="020B0503020204020204" pitchFamily="34" charset="-122"/>
                <a:ea typeface="Microsoft YaHei" panose="020B0503020204020204" pitchFamily="34" charset="-122"/>
              </a:rPr>
              <a:t>数据集。</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通用数据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1174251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5597110"/>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专业数据在通用大语言模型中所占比例通常较低，但是其对改进大语言模型</a:t>
            </a:r>
            <a:r>
              <a:rPr lang="zh-CN" altLang="en-US" sz="2400" b="1" dirty="0">
                <a:solidFill>
                  <a:srgbClr val="0070C0"/>
                </a:solidFill>
                <a:latin typeface="Microsoft YaHei" panose="020B0503020204020204" pitchFamily="34" charset="-122"/>
                <a:ea typeface="Microsoft YaHei" panose="020B0503020204020204" pitchFamily="34" charset="-122"/>
              </a:rPr>
              <a:t>在下游任务上的特定能力</a:t>
            </a:r>
            <a:r>
              <a:rPr lang="zh-CN" altLang="en-US" sz="2400" dirty="0">
                <a:latin typeface="Microsoft YaHei" panose="020B0503020204020204" pitchFamily="34" charset="-122"/>
                <a:ea typeface="Microsoft YaHei" panose="020B0503020204020204" pitchFamily="34" charset="-122"/>
              </a:rPr>
              <a:t>有着非常重要的作用。专业数据有非常多的种类，文献</a:t>
            </a:r>
            <a:r>
              <a:rPr lang="en-US" altLang="zh-CN" sz="2400" dirty="0">
                <a:latin typeface="Microsoft YaHei" panose="020B0503020204020204" pitchFamily="34" charset="-122"/>
                <a:ea typeface="Microsoft YaHei" panose="020B0503020204020204" pitchFamily="34" charset="-122"/>
              </a:rPr>
              <a:t>[18] </a:t>
            </a:r>
            <a:r>
              <a:rPr lang="zh-CN" altLang="en-US" sz="2400" dirty="0">
                <a:latin typeface="Microsoft YaHei" panose="020B0503020204020204" pitchFamily="34" charset="-122"/>
                <a:ea typeface="Microsoft YaHei" panose="020B0503020204020204" pitchFamily="34" charset="-122"/>
              </a:rPr>
              <a:t>总结了当前大语言模型使用的三类专业数据，包括</a:t>
            </a:r>
            <a:r>
              <a:rPr lang="zh-CN" altLang="en-US" sz="2400" b="1" dirty="0">
                <a:solidFill>
                  <a:srgbClr val="0070C0"/>
                </a:solidFill>
                <a:latin typeface="Microsoft YaHei" panose="020B0503020204020204" pitchFamily="34" charset="-122"/>
                <a:ea typeface="Microsoft YaHei" panose="020B0503020204020204" pitchFamily="34" charset="-122"/>
              </a:rPr>
              <a:t>多语言数据</a:t>
            </a:r>
            <a:r>
              <a:rPr lang="zh-CN" altLang="en-US" sz="2400" dirty="0">
                <a:latin typeface="Microsoft YaHei" panose="020B0503020204020204" pitchFamily="34" charset="-122"/>
                <a:ea typeface="Microsoft YaHei" panose="020B0503020204020204" pitchFamily="34" charset="-122"/>
              </a:rPr>
              <a:t>、</a:t>
            </a:r>
            <a:r>
              <a:rPr lang="zh-CN" altLang="en-US" sz="2400" b="1" dirty="0">
                <a:solidFill>
                  <a:srgbClr val="0070C0"/>
                </a:solidFill>
                <a:latin typeface="Microsoft YaHei" panose="020B0503020204020204" pitchFamily="34" charset="-122"/>
                <a:ea typeface="Microsoft YaHei" panose="020B0503020204020204" pitchFamily="34" charset="-122"/>
              </a:rPr>
              <a:t>科学文本数据</a:t>
            </a:r>
            <a:r>
              <a:rPr lang="zh-CN" altLang="en-US" sz="2400" dirty="0">
                <a:latin typeface="Microsoft YaHei" panose="020B0503020204020204" pitchFamily="34" charset="-122"/>
                <a:ea typeface="Microsoft YaHei" panose="020B0503020204020204" pitchFamily="34" charset="-122"/>
              </a:rPr>
              <a:t>和</a:t>
            </a:r>
            <a:r>
              <a:rPr lang="zh-CN" altLang="en-US" sz="2400" b="1" dirty="0">
                <a:solidFill>
                  <a:srgbClr val="0070C0"/>
                </a:solidFill>
                <a:latin typeface="Microsoft YaHei" panose="020B0503020204020204" pitchFamily="34" charset="-122"/>
                <a:ea typeface="Microsoft YaHei" panose="020B0503020204020204" pitchFamily="34" charset="-122"/>
              </a:rPr>
              <a:t>代码。</a:t>
            </a:r>
            <a:endParaRPr lang="en-US" altLang="zh-CN" sz="2400" b="1" dirty="0">
              <a:solidFill>
                <a:srgbClr val="0070C0"/>
              </a:solidFill>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多语言数据（</a:t>
            </a:r>
            <a:r>
              <a:rPr lang="en-US" altLang="zh-CN" sz="2400" b="1" dirty="0">
                <a:solidFill>
                  <a:srgbClr val="0070C0"/>
                </a:solidFill>
                <a:latin typeface="Microsoft YaHei" panose="020B0503020204020204" pitchFamily="34" charset="-122"/>
                <a:ea typeface="Microsoft YaHei" panose="020B0503020204020204" pitchFamily="34" charset="-122"/>
              </a:rPr>
              <a:t>Multilingual Text</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对于增强大语言模型的语言理解和生成多语言能力具有至关重要的作用。当前的大语言模型训练除了需要目标语言中的文本，通常还要整合多语言语料库。</a:t>
            </a:r>
          </a:p>
          <a:p>
            <a:pPr marL="800100" lvl="1" indent="-342900" algn="just">
              <a:lnSpc>
                <a:spcPct val="125000"/>
              </a:lnSpc>
              <a:spcBef>
                <a:spcPts val="1200"/>
              </a:spcBef>
              <a:buFont typeface="Arial" panose="020B0604020202020204" pitchFamily="34" charset="0"/>
              <a:buChar char="•"/>
            </a:pPr>
            <a:r>
              <a:rPr lang="en-US" altLang="zh-CN" sz="2000" dirty="0">
                <a:latin typeface="Microsoft YaHei" panose="020B0503020204020204" pitchFamily="34" charset="-122"/>
                <a:ea typeface="Microsoft YaHei" panose="020B0503020204020204" pitchFamily="34" charset="-122"/>
              </a:rPr>
              <a:t>BLOOM[33] </a:t>
            </a:r>
            <a:r>
              <a:rPr lang="zh-CN" altLang="en-US" sz="2000" dirty="0">
                <a:latin typeface="Microsoft YaHei" panose="020B0503020204020204" pitchFamily="34" charset="-122"/>
                <a:ea typeface="Microsoft YaHei" panose="020B0503020204020204" pitchFamily="34" charset="-122"/>
              </a:rPr>
              <a:t>的预训练语料中包含</a:t>
            </a:r>
            <a:r>
              <a:rPr lang="en-US" altLang="zh-CN" sz="2000" dirty="0">
                <a:latin typeface="Microsoft YaHei" panose="020B0503020204020204" pitchFamily="34" charset="-122"/>
                <a:ea typeface="Microsoft YaHei" panose="020B0503020204020204" pitchFamily="34" charset="-122"/>
              </a:rPr>
              <a:t>46 </a:t>
            </a:r>
            <a:r>
              <a:rPr lang="zh-CN" altLang="en-US" sz="2000" dirty="0">
                <a:latin typeface="Microsoft YaHei" panose="020B0503020204020204" pitchFamily="34" charset="-122"/>
                <a:ea typeface="Microsoft YaHei" panose="020B0503020204020204" pitchFamily="34" charset="-122"/>
              </a:rPr>
              <a:t>种语言，</a:t>
            </a:r>
            <a:r>
              <a:rPr lang="en-US" altLang="zh-CN" sz="2000" dirty="0" err="1">
                <a:latin typeface="Microsoft YaHei" panose="020B0503020204020204" pitchFamily="34" charset="-122"/>
                <a:ea typeface="Microsoft YaHei" panose="020B0503020204020204" pitchFamily="34" charset="-122"/>
              </a:rPr>
              <a:t>PaLM</a:t>
            </a:r>
            <a:r>
              <a:rPr lang="en-US" altLang="zh-CN" sz="2000" dirty="0">
                <a:latin typeface="Microsoft YaHei" panose="020B0503020204020204" pitchFamily="34" charset="-122"/>
                <a:ea typeface="Microsoft YaHei" panose="020B0503020204020204" pitchFamily="34" charset="-122"/>
              </a:rPr>
              <a:t>[14] </a:t>
            </a:r>
            <a:r>
              <a:rPr lang="zh-CN" altLang="en-US" sz="2000" dirty="0">
                <a:latin typeface="Microsoft YaHei" panose="020B0503020204020204" pitchFamily="34" charset="-122"/>
                <a:ea typeface="Microsoft YaHei" panose="020B0503020204020204" pitchFamily="34" charset="-122"/>
              </a:rPr>
              <a:t>的训练语料中甚至包含高达</a:t>
            </a:r>
            <a:r>
              <a:rPr lang="en-US" altLang="zh-CN" sz="2000" dirty="0">
                <a:latin typeface="Microsoft YaHei" panose="020B0503020204020204" pitchFamily="34" charset="-122"/>
                <a:ea typeface="Microsoft YaHei" panose="020B0503020204020204" pitchFamily="34" charset="-122"/>
              </a:rPr>
              <a:t>122 </a:t>
            </a:r>
            <a:r>
              <a:rPr lang="zh-CN" altLang="en-US" sz="2000" dirty="0">
                <a:latin typeface="Microsoft YaHei" panose="020B0503020204020204" pitchFamily="34" charset="-122"/>
                <a:ea typeface="Microsoft YaHei" panose="020B0503020204020204" pitchFamily="34" charset="-122"/>
              </a:rPr>
              <a:t>种语言的数据。此前的研究发现，通过多语言混合训练，预训练模型可以在一定程度上</a:t>
            </a:r>
            <a:r>
              <a:rPr lang="zh-CN" altLang="en-US" sz="2000" dirty="0">
                <a:solidFill>
                  <a:srgbClr val="0070C0"/>
                </a:solidFill>
                <a:latin typeface="Microsoft YaHei" panose="020B0503020204020204" pitchFamily="34" charset="-122"/>
                <a:ea typeface="Microsoft YaHei" panose="020B0503020204020204" pitchFamily="34" charset="-122"/>
              </a:rPr>
              <a:t>自动构建多语言之间的语义关联</a:t>
            </a:r>
            <a:r>
              <a:rPr lang="en-US" altLang="zh-CN" sz="2000" dirty="0">
                <a:solidFill>
                  <a:srgbClr val="0070C0"/>
                </a:solidFill>
                <a:latin typeface="Microsoft YaHei" panose="020B0503020204020204" pitchFamily="34" charset="-122"/>
                <a:ea typeface="Microsoft YaHei" panose="020B0503020204020204" pitchFamily="34" charset="-122"/>
              </a:rPr>
              <a:t>[80]</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多语言数据混合训练，</a:t>
            </a:r>
            <a:r>
              <a:rPr lang="zh-CN" altLang="en-US" sz="2000" dirty="0">
                <a:solidFill>
                  <a:srgbClr val="0070C0"/>
                </a:solidFill>
                <a:latin typeface="Microsoft YaHei" panose="020B0503020204020204" pitchFamily="34" charset="-122"/>
                <a:ea typeface="Microsoft YaHei" panose="020B0503020204020204" pitchFamily="34" charset="-122"/>
              </a:rPr>
              <a:t>可以有效提升翻译、多语言摘要和多语言问答</a:t>
            </a:r>
            <a:r>
              <a:rPr lang="zh-CN" altLang="en-US" sz="2000" dirty="0">
                <a:latin typeface="Microsoft YaHei" panose="020B0503020204020204" pitchFamily="34" charset="-122"/>
                <a:ea typeface="Microsoft YaHei" panose="020B0503020204020204" pitchFamily="34" charset="-122"/>
              </a:rPr>
              <a:t>等任务能力。此外，由于不同语言中不同类型的知识获取难度不同，多语言数据还可以有效地增加数据的多样性和知识的丰富性。</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专业数据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4333259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4715843"/>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科学文本（</a:t>
            </a:r>
            <a:r>
              <a:rPr lang="en-US" altLang="zh-CN" sz="2400" b="1" dirty="0">
                <a:solidFill>
                  <a:srgbClr val="0070C0"/>
                </a:solidFill>
                <a:latin typeface="Microsoft YaHei" panose="020B0503020204020204" pitchFamily="34" charset="-122"/>
                <a:ea typeface="Microsoft YaHei" panose="020B0503020204020204" pitchFamily="34" charset="-122"/>
              </a:rPr>
              <a:t>Scientific Text</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数据包括教材、论文、百科及其他相关资源。这些数据对于提升大语言模型在理解科学知识方面的能力具有重要作用</a:t>
            </a:r>
            <a:r>
              <a:rPr lang="en-US" altLang="zh-CN" sz="2400" dirty="0">
                <a:latin typeface="Microsoft YaHei" panose="020B0503020204020204" pitchFamily="34" charset="-122"/>
                <a:ea typeface="Microsoft YaHei" panose="020B0503020204020204" pitchFamily="34" charset="-122"/>
              </a:rPr>
              <a:t>[34]</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科学文本数据的</a:t>
            </a:r>
            <a:r>
              <a:rPr lang="zh-CN" altLang="en-US" sz="2000" dirty="0">
                <a:solidFill>
                  <a:srgbClr val="0070C0"/>
                </a:solidFill>
                <a:latin typeface="Microsoft YaHei" panose="020B0503020204020204" pitchFamily="34" charset="-122"/>
                <a:ea typeface="Microsoft YaHei" panose="020B0503020204020204" pitchFamily="34" charset="-122"/>
              </a:rPr>
              <a:t>来源</a:t>
            </a:r>
            <a:r>
              <a:rPr lang="zh-CN" altLang="en-US" sz="2000" dirty="0">
                <a:latin typeface="Microsoft YaHei" panose="020B0503020204020204" pitchFamily="34" charset="-122"/>
                <a:ea typeface="Microsoft YaHei" panose="020B0503020204020204" pitchFamily="34" charset="-122"/>
              </a:rPr>
              <a:t>主要包括</a:t>
            </a:r>
            <a:r>
              <a:rPr lang="en-US" altLang="zh-CN" sz="2000" dirty="0" err="1">
                <a:latin typeface="Microsoft YaHei" panose="020B0503020204020204" pitchFamily="34" charset="-122"/>
                <a:ea typeface="Microsoft YaHei" panose="020B0503020204020204" pitchFamily="34" charset="-122"/>
              </a:rPr>
              <a:t>arXiv</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论文</a:t>
            </a:r>
            <a:r>
              <a:rPr lang="en-US" altLang="zh-CN" sz="2000" dirty="0">
                <a:latin typeface="Microsoft YaHei" panose="020B0503020204020204" pitchFamily="34" charset="-122"/>
                <a:ea typeface="Microsoft YaHei" panose="020B0503020204020204" pitchFamily="34" charset="-122"/>
              </a:rPr>
              <a:t>[81]</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PubMed </a:t>
            </a:r>
            <a:r>
              <a:rPr lang="zh-CN" altLang="en-US" sz="2000" dirty="0">
                <a:latin typeface="Microsoft YaHei" panose="020B0503020204020204" pitchFamily="34" charset="-122"/>
                <a:ea typeface="Microsoft YaHei" panose="020B0503020204020204" pitchFamily="34" charset="-122"/>
              </a:rPr>
              <a:t>论文</a:t>
            </a:r>
            <a:r>
              <a:rPr lang="en-US" altLang="zh-CN" sz="2000" dirty="0">
                <a:latin typeface="Microsoft YaHei" panose="020B0503020204020204" pitchFamily="34" charset="-122"/>
                <a:ea typeface="Microsoft YaHei" panose="020B0503020204020204" pitchFamily="34" charset="-122"/>
              </a:rPr>
              <a:t>[82]</a:t>
            </a:r>
            <a:r>
              <a:rPr lang="zh-CN" altLang="en-US" sz="2000" dirty="0">
                <a:latin typeface="Microsoft YaHei" panose="020B0503020204020204" pitchFamily="34" charset="-122"/>
                <a:ea typeface="Microsoft YaHei" panose="020B0503020204020204" pitchFamily="34" charset="-122"/>
              </a:rPr>
              <a:t>、教材、课件和教学网页等。</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由于科学领域涉及众多专业领域且数据形式复杂，通常还需要对公式、化学式、蛋白质序列等</a:t>
            </a:r>
            <a:r>
              <a:rPr lang="zh-CN" altLang="en-US" sz="2000" dirty="0">
                <a:solidFill>
                  <a:srgbClr val="0070C0"/>
                </a:solidFill>
                <a:latin typeface="Microsoft YaHei" panose="020B0503020204020204" pitchFamily="34" charset="-122"/>
                <a:ea typeface="Microsoft YaHei" panose="020B0503020204020204" pitchFamily="34" charset="-122"/>
              </a:rPr>
              <a:t>采用特定的符号标记并进行预处理</a:t>
            </a:r>
            <a:r>
              <a:rPr lang="zh-CN" altLang="en-US" sz="2000" dirty="0">
                <a:latin typeface="Microsoft YaHei" panose="020B0503020204020204" pitchFamily="34" charset="-122"/>
                <a:ea typeface="Microsoft YaHei" panose="020B0503020204020204" pitchFamily="34" charset="-122"/>
              </a:rPr>
              <a:t>。这样可以将不同格式的数据转换为统一的形式，使大语言模型更好地处理和分析科学文本数据。</a:t>
            </a:r>
            <a:endParaRPr lang="en-US" altLang="zh-CN" sz="2000" dirty="0">
              <a:latin typeface="Microsoft YaHei" panose="020B0503020204020204" pitchFamily="34" charset="-122"/>
              <a:ea typeface="Microsoft YaHei" panose="020B0503020204020204" pitchFamily="34" charset="-122"/>
            </a:endParaRPr>
          </a:p>
          <a:p>
            <a:pPr marL="1257300" lvl="2" indent="-342900" algn="just">
              <a:lnSpc>
                <a:spcPct val="125000"/>
              </a:lnSpc>
              <a:spcBef>
                <a:spcPts val="1200"/>
              </a:spcBef>
              <a:buFont typeface="Arial" panose="020B0604020202020204" pitchFamily="34" charset="0"/>
              <a:buChar char="•"/>
            </a:pPr>
            <a:r>
              <a:rPr lang="zh-CN" altLang="en-US" dirty="0">
                <a:solidFill>
                  <a:srgbClr val="0070C0"/>
                </a:solidFill>
                <a:latin typeface="Microsoft YaHei" panose="020B0503020204020204" pitchFamily="34" charset="-122"/>
                <a:ea typeface="Microsoft YaHei" panose="020B0503020204020204" pitchFamily="34" charset="-122"/>
              </a:rPr>
              <a:t>公式</a:t>
            </a:r>
            <a:r>
              <a:rPr lang="zh-CN" altLang="en-US" dirty="0">
                <a:latin typeface="Microsoft YaHei" panose="020B0503020204020204" pitchFamily="34" charset="-122"/>
                <a:ea typeface="Microsoft YaHei" panose="020B0503020204020204" pitchFamily="34" charset="-122"/>
              </a:rPr>
              <a:t>可以用</a:t>
            </a:r>
            <a:r>
              <a:rPr lang="en-US" altLang="zh-CN" dirty="0">
                <a:latin typeface="Microsoft YaHei" panose="020B0503020204020204" pitchFamily="34" charset="-122"/>
                <a:ea typeface="Microsoft YaHei" panose="020B0503020204020204" pitchFamily="34" charset="-122"/>
              </a:rPr>
              <a:t>LaTeX </a:t>
            </a:r>
            <a:r>
              <a:rPr lang="zh-CN" altLang="en-US" dirty="0">
                <a:latin typeface="Microsoft YaHei" panose="020B0503020204020204" pitchFamily="34" charset="-122"/>
                <a:ea typeface="Microsoft YaHei" panose="020B0503020204020204" pitchFamily="34" charset="-122"/>
              </a:rPr>
              <a:t>语法表示</a:t>
            </a:r>
            <a:endParaRPr lang="en-US" altLang="zh-CN" dirty="0">
              <a:latin typeface="Microsoft YaHei" panose="020B0503020204020204" pitchFamily="34" charset="-122"/>
              <a:ea typeface="Microsoft YaHei" panose="020B0503020204020204" pitchFamily="34" charset="-122"/>
            </a:endParaRPr>
          </a:p>
          <a:p>
            <a:pPr marL="1257300" lvl="2" indent="-342900" algn="just">
              <a:lnSpc>
                <a:spcPct val="125000"/>
              </a:lnSpc>
              <a:spcBef>
                <a:spcPts val="1200"/>
              </a:spcBef>
              <a:buFont typeface="Arial" panose="020B0604020202020204" pitchFamily="34" charset="0"/>
              <a:buChar char="•"/>
            </a:pPr>
            <a:r>
              <a:rPr lang="zh-CN" altLang="en-US" dirty="0">
                <a:solidFill>
                  <a:srgbClr val="0070C0"/>
                </a:solidFill>
                <a:latin typeface="Microsoft YaHei" panose="020B0503020204020204" pitchFamily="34" charset="-122"/>
                <a:ea typeface="Microsoft YaHei" panose="020B0503020204020204" pitchFamily="34" charset="-122"/>
              </a:rPr>
              <a:t>化学结构</a:t>
            </a:r>
            <a:r>
              <a:rPr lang="zh-CN" altLang="en-US" dirty="0">
                <a:latin typeface="Microsoft YaHei" panose="020B0503020204020204" pitchFamily="34" charset="-122"/>
                <a:ea typeface="Microsoft YaHei" panose="020B0503020204020204" pitchFamily="34" charset="-122"/>
              </a:rPr>
              <a:t>可以用</a:t>
            </a:r>
            <a:r>
              <a:rPr lang="en-US" altLang="zh-CN" dirty="0">
                <a:latin typeface="Microsoft YaHei" panose="020B0503020204020204" pitchFamily="34" charset="-122"/>
                <a:ea typeface="Microsoft YaHei" panose="020B0503020204020204" pitchFamily="34" charset="-122"/>
              </a:rPr>
              <a:t>SMILES</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Simplified Molecular Input Line </a:t>
            </a:r>
            <a:r>
              <a:rPr lang="en-US" altLang="zh-CN" dirty="0" err="1">
                <a:latin typeface="Microsoft YaHei" panose="020B0503020204020204" pitchFamily="34" charset="-122"/>
                <a:ea typeface="Microsoft YaHei" panose="020B0503020204020204" pitchFamily="34" charset="-122"/>
              </a:rPr>
              <a:t>EntrySystem</a:t>
            </a:r>
            <a:r>
              <a:rPr lang="zh-CN" altLang="en-US" dirty="0">
                <a:latin typeface="Microsoft YaHei" panose="020B0503020204020204" pitchFamily="34" charset="-122"/>
                <a:ea typeface="Microsoft YaHei" panose="020B0503020204020204" pitchFamily="34" charset="-122"/>
              </a:rPr>
              <a:t>）表示</a:t>
            </a:r>
            <a:endParaRPr lang="en-US" altLang="zh-CN" dirty="0">
              <a:latin typeface="Microsoft YaHei" panose="020B0503020204020204" pitchFamily="34" charset="-122"/>
              <a:ea typeface="Microsoft YaHei" panose="020B0503020204020204" pitchFamily="34" charset="-122"/>
            </a:endParaRPr>
          </a:p>
          <a:p>
            <a:pPr marL="1257300" lvl="2" indent="-342900" algn="just">
              <a:lnSpc>
                <a:spcPct val="125000"/>
              </a:lnSpc>
              <a:spcBef>
                <a:spcPts val="1200"/>
              </a:spcBef>
              <a:buFont typeface="Arial" panose="020B0604020202020204" pitchFamily="34" charset="0"/>
              <a:buChar char="•"/>
            </a:pPr>
            <a:r>
              <a:rPr lang="zh-CN" altLang="en-US" dirty="0">
                <a:solidFill>
                  <a:srgbClr val="0070C0"/>
                </a:solidFill>
                <a:latin typeface="Microsoft YaHei" panose="020B0503020204020204" pitchFamily="34" charset="-122"/>
                <a:ea typeface="Microsoft YaHei" panose="020B0503020204020204" pitchFamily="34" charset="-122"/>
              </a:rPr>
              <a:t>蛋白质序列</a:t>
            </a:r>
            <a:r>
              <a:rPr lang="zh-CN" altLang="en-US" dirty="0">
                <a:latin typeface="Microsoft YaHei" panose="020B0503020204020204" pitchFamily="34" charset="-122"/>
                <a:ea typeface="Microsoft YaHei" panose="020B0503020204020204" pitchFamily="34" charset="-122"/>
              </a:rPr>
              <a:t>可以用单字母代码或三字母代码表示</a:t>
            </a:r>
            <a:endParaRPr lang="en-US" altLang="zh-CN"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专业数据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34369493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54411"/>
            <a:ext cx="11195049" cy="5369868"/>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代码（</a:t>
            </a:r>
            <a:r>
              <a:rPr lang="en-US" altLang="zh-CN" sz="2400" b="1" dirty="0">
                <a:solidFill>
                  <a:srgbClr val="0070C0"/>
                </a:solidFill>
                <a:latin typeface="Microsoft YaHei" panose="020B0503020204020204" pitchFamily="34" charset="-122"/>
                <a:ea typeface="Microsoft YaHei" panose="020B0503020204020204" pitchFamily="34" charset="-122"/>
              </a:rPr>
              <a:t>Code</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数据是进行程序生成任务所必需的训练数据。近期的研究和</a:t>
            </a:r>
            <a:r>
              <a:rPr lang="en-US" altLang="zh-CN" sz="2400" dirty="0" err="1">
                <a:latin typeface="Microsoft YaHei" panose="020B0503020204020204" pitchFamily="34" charset="-122"/>
                <a:ea typeface="Microsoft YaHei" panose="020B0503020204020204" pitchFamily="34" charset="-122"/>
              </a:rPr>
              <a:t>ChatGPT</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的结果表明，通过在大量代码上进行预训练，大语言模型可以有效提升代码生成的效果</a:t>
            </a:r>
            <a:r>
              <a:rPr lang="en-US" altLang="zh-CN" sz="2400" dirty="0">
                <a:latin typeface="Microsoft YaHei" panose="020B0503020204020204" pitchFamily="34" charset="-122"/>
                <a:ea typeface="Microsoft YaHei" panose="020B0503020204020204" pitchFamily="34" charset="-122"/>
              </a:rPr>
              <a:t>[83-84]</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代码数据不仅包含程序代码本身，还包含大量的注释信息。与自然语言文本相比，代码数据具有显著的不同。</a:t>
            </a:r>
            <a:r>
              <a:rPr lang="zh-CN" altLang="en-US" sz="2000" dirty="0">
                <a:solidFill>
                  <a:srgbClr val="0070C0"/>
                </a:solidFill>
                <a:latin typeface="Microsoft YaHei" panose="020B0503020204020204" pitchFamily="34" charset="-122"/>
                <a:ea typeface="Microsoft YaHei" panose="020B0503020204020204" pitchFamily="34" charset="-122"/>
              </a:rPr>
              <a:t>代码是一种格式化语言</a:t>
            </a:r>
            <a:r>
              <a:rPr lang="zh-CN" altLang="en-US" sz="2000" dirty="0">
                <a:latin typeface="Microsoft YaHei" panose="020B0503020204020204" pitchFamily="34" charset="-122"/>
                <a:ea typeface="Microsoft YaHei" panose="020B0503020204020204" pitchFamily="34" charset="-122"/>
              </a:rPr>
              <a:t>，它对应着长程依赖和准确的执行逻辑</a:t>
            </a:r>
            <a:r>
              <a:rPr lang="en-US" altLang="zh-CN" sz="2000" dirty="0">
                <a:latin typeface="Microsoft YaHei" panose="020B0503020204020204" pitchFamily="34" charset="-122"/>
                <a:ea typeface="Microsoft YaHei" panose="020B0503020204020204" pitchFamily="34" charset="-122"/>
              </a:rPr>
              <a:t>[85]</a:t>
            </a:r>
            <a:r>
              <a:rPr lang="zh-CN" altLang="en-US" sz="2000" dirty="0">
                <a:latin typeface="Microsoft YaHei" panose="020B0503020204020204" pitchFamily="34" charset="-122"/>
                <a:ea typeface="Microsoft YaHei" panose="020B0503020204020204" pitchFamily="34" charset="-122"/>
              </a:rPr>
              <a:t>。代码的语法结构、关键字和特定的编程范式都对其含义和功能起着重要的作用。</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代码数据的主要来源</a:t>
            </a:r>
            <a:r>
              <a:rPr lang="zh-CN" altLang="en-US" sz="2000" dirty="0">
                <a:latin typeface="Microsoft YaHei" panose="020B0503020204020204" pitchFamily="34" charset="-122"/>
                <a:ea typeface="Microsoft YaHei" panose="020B0503020204020204" pitchFamily="34" charset="-122"/>
              </a:rPr>
              <a:t>是编程问答社区（如</a:t>
            </a:r>
            <a:r>
              <a:rPr lang="en-US" altLang="zh-CN" sz="2000" dirty="0">
                <a:latin typeface="Microsoft YaHei" panose="020B0503020204020204" pitchFamily="34" charset="-122"/>
                <a:ea typeface="Microsoft YaHei" panose="020B0503020204020204" pitchFamily="34" charset="-122"/>
              </a:rPr>
              <a:t>Stack Exchange[86-87]</a:t>
            </a:r>
            <a:r>
              <a:rPr lang="zh-CN" altLang="en-US" sz="2000" dirty="0">
                <a:latin typeface="Microsoft YaHei" panose="020B0503020204020204" pitchFamily="34" charset="-122"/>
                <a:ea typeface="Microsoft YaHei" panose="020B0503020204020204" pitchFamily="34" charset="-122"/>
              </a:rPr>
              <a:t>）和公共软件仓库（如</a:t>
            </a:r>
            <a:r>
              <a:rPr lang="en-US" altLang="zh-CN" sz="2000" dirty="0">
                <a:latin typeface="Microsoft YaHei" panose="020B0503020204020204" pitchFamily="34" charset="-122"/>
                <a:ea typeface="Microsoft YaHei" panose="020B0503020204020204" pitchFamily="34" charset="-122"/>
              </a:rPr>
              <a:t>GitHub[29, 83, 88]</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1257300" lvl="2" indent="-342900" algn="just">
              <a:lnSpc>
                <a:spcPct val="125000"/>
              </a:lnSpc>
              <a:spcBef>
                <a:spcPts val="1200"/>
              </a:spcBef>
              <a:buFont typeface="Arial" panose="020B0604020202020204" pitchFamily="34" charset="0"/>
              <a:buChar char="•"/>
            </a:pPr>
            <a:r>
              <a:rPr lang="zh-CN" altLang="en-US" dirty="0">
                <a:solidFill>
                  <a:srgbClr val="0070C0"/>
                </a:solidFill>
                <a:latin typeface="Microsoft YaHei" panose="020B0503020204020204" pitchFamily="34" charset="-122"/>
                <a:ea typeface="Microsoft YaHei" panose="020B0503020204020204" pitchFamily="34" charset="-122"/>
              </a:rPr>
              <a:t>编程问答社区</a:t>
            </a:r>
            <a:r>
              <a:rPr lang="zh-CN" altLang="en-US" dirty="0">
                <a:latin typeface="Microsoft YaHei" panose="020B0503020204020204" pitchFamily="34" charset="-122"/>
                <a:ea typeface="Microsoft YaHei" panose="020B0503020204020204" pitchFamily="34" charset="-122"/>
              </a:rPr>
              <a:t>中的数据包含了开发者提出的问题、其他开发者的回答及相关代码示例。这些数据提供了丰富的语境和真实世界中的代码使用场景。</a:t>
            </a:r>
            <a:endParaRPr lang="en-US" altLang="zh-CN" dirty="0">
              <a:latin typeface="Microsoft YaHei" panose="020B0503020204020204" pitchFamily="34" charset="-122"/>
              <a:ea typeface="Microsoft YaHei" panose="020B0503020204020204" pitchFamily="34" charset="-122"/>
            </a:endParaRPr>
          </a:p>
          <a:p>
            <a:pPr marL="1257300" lvl="2" indent="-342900" algn="just">
              <a:lnSpc>
                <a:spcPct val="125000"/>
              </a:lnSpc>
              <a:spcBef>
                <a:spcPts val="1200"/>
              </a:spcBef>
              <a:buFont typeface="Arial" panose="020B0604020202020204" pitchFamily="34" charset="0"/>
              <a:buChar char="•"/>
            </a:pPr>
            <a:r>
              <a:rPr lang="zh-CN" altLang="en-US" dirty="0">
                <a:solidFill>
                  <a:srgbClr val="0070C0"/>
                </a:solidFill>
                <a:latin typeface="Microsoft YaHei" panose="020B0503020204020204" pitchFamily="34" charset="-122"/>
                <a:ea typeface="Microsoft YaHei" panose="020B0503020204020204" pitchFamily="34" charset="-122"/>
              </a:rPr>
              <a:t>公共软件仓库</a:t>
            </a:r>
            <a:r>
              <a:rPr lang="zh-CN" altLang="en-US" dirty="0">
                <a:latin typeface="Microsoft YaHei" panose="020B0503020204020204" pitchFamily="34" charset="-122"/>
                <a:ea typeface="Microsoft YaHei" panose="020B0503020204020204" pitchFamily="34" charset="-122"/>
              </a:rPr>
              <a:t>中的数据则包含了大量的开源代码，涵盖多种编程语言和不同领域。这些代码库中的很多代码经过了严格的代码评审和实际的使用测试，因此具有一定的质量和可靠性。</a:t>
            </a:r>
            <a:endParaRPr lang="zh-CN" altLang="en-US" sz="1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专业数据</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9331449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9">
            <a:extLst>
              <a:ext uri="{FF2B5EF4-FFF2-40B4-BE49-F238E27FC236}">
                <a16:creationId xmlns:a16="http://schemas.microsoft.com/office/drawing/2014/main" id="{06CB93E2-1C67-7FE5-DFB7-2C646DE3829A}"/>
              </a:ext>
            </a:extLst>
          </p:cNvPr>
          <p:cNvSpPr>
            <a:spLocks noChangeArrowheads="1"/>
          </p:cNvSpPr>
          <p:nvPr/>
        </p:nvSpPr>
        <p:spPr bwMode="auto">
          <a:xfrm>
            <a:off x="610868" y="3418323"/>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数据来源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数据处理</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数据影响分析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120</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开源数据集合</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9" name="组合 21">
            <a:extLst>
              <a:ext uri="{FF2B5EF4-FFF2-40B4-BE49-F238E27FC236}">
                <a16:creationId xmlns:a16="http://schemas.microsoft.com/office/drawing/2014/main" id="{78AB4BFA-8DD2-F510-DD76-6106AC348844}"/>
              </a:ext>
            </a:extLst>
          </p:cNvPr>
          <p:cNvGrpSpPr>
            <a:grpSpLocks/>
          </p:cNvGrpSpPr>
          <p:nvPr/>
        </p:nvGrpSpPr>
        <p:grpSpPr bwMode="auto">
          <a:xfrm>
            <a:off x="2368552" y="5531643"/>
            <a:ext cx="3733800" cy="488950"/>
            <a:chOff x="1129" y="0"/>
            <a:chExt cx="5402789" cy="489600"/>
          </a:xfrm>
        </p:grpSpPr>
        <p:sp>
          <p:nvSpPr>
            <p:cNvPr id="10" name="矩形 25">
              <a:extLst>
                <a:ext uri="{FF2B5EF4-FFF2-40B4-BE49-F238E27FC236}">
                  <a16:creationId xmlns:a16="http://schemas.microsoft.com/office/drawing/2014/main" id="{DC326F3D-2B37-9CC2-FCE3-927B7D91D26D}"/>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1" name="Rectangle 6">
              <a:extLst>
                <a:ext uri="{FF2B5EF4-FFF2-40B4-BE49-F238E27FC236}">
                  <a16:creationId xmlns:a16="http://schemas.microsoft.com/office/drawing/2014/main" id="{7A6D0578-9028-9444-1698-94580BDC4380}"/>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2" name="组合 22">
            <a:extLst>
              <a:ext uri="{FF2B5EF4-FFF2-40B4-BE49-F238E27FC236}">
                <a16:creationId xmlns:a16="http://schemas.microsoft.com/office/drawing/2014/main" id="{C35294D8-D0A4-396E-2123-E08F621B26BE}"/>
              </a:ext>
            </a:extLst>
          </p:cNvPr>
          <p:cNvGrpSpPr>
            <a:grpSpLocks/>
          </p:cNvGrpSpPr>
          <p:nvPr/>
        </p:nvGrpSpPr>
        <p:grpSpPr bwMode="auto">
          <a:xfrm>
            <a:off x="854077" y="5531643"/>
            <a:ext cx="1328550" cy="488950"/>
            <a:chOff x="0" y="0"/>
            <a:chExt cx="1328685" cy="489600"/>
          </a:xfrm>
        </p:grpSpPr>
        <p:sp>
          <p:nvSpPr>
            <p:cNvPr id="13" name="矩形 23">
              <a:extLst>
                <a:ext uri="{FF2B5EF4-FFF2-40B4-BE49-F238E27FC236}">
                  <a16:creationId xmlns:a16="http://schemas.microsoft.com/office/drawing/2014/main" id="{AB4897E4-4024-51CC-227A-7C7C4FF5099B}"/>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4" name="文本框 24">
              <a:extLst>
                <a:ext uri="{FF2B5EF4-FFF2-40B4-BE49-F238E27FC236}">
                  <a16:creationId xmlns:a16="http://schemas.microsoft.com/office/drawing/2014/main" id="{E41593EF-BD2B-D351-F46A-179026B6B89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437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89680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大语言模型的相关研究表明，</a:t>
            </a:r>
            <a:r>
              <a:rPr lang="zh-CN" altLang="en-US" sz="2400" dirty="0">
                <a:solidFill>
                  <a:srgbClr val="0070C0"/>
                </a:solidFill>
                <a:latin typeface="Microsoft YaHei" panose="020B0503020204020204" pitchFamily="34" charset="-122"/>
                <a:ea typeface="Microsoft YaHei" panose="020B0503020204020204" pitchFamily="34" charset="-122"/>
              </a:rPr>
              <a:t>数据质量对于模型的影响非常大</a:t>
            </a:r>
            <a:r>
              <a:rPr lang="zh-CN" altLang="en-US" sz="2400" dirty="0">
                <a:latin typeface="Microsoft YaHei" panose="020B0503020204020204" pitchFamily="34" charset="-122"/>
                <a:ea typeface="Microsoft YaHei" panose="020B0503020204020204" pitchFamily="34" charset="-122"/>
              </a:rPr>
              <a:t>。因此，在收集了各种类型的数据之后，需要对数据进行处理，去除低质量数据、重复数据、有害信息、个人隐私等内容</a:t>
            </a:r>
            <a:r>
              <a:rPr lang="en-US" altLang="zh-CN" sz="2400" dirty="0">
                <a:latin typeface="Microsoft YaHei" panose="020B0503020204020204" pitchFamily="34" charset="-122"/>
                <a:ea typeface="Microsoft YaHei" panose="020B0503020204020204" pitchFamily="34" charset="-122"/>
              </a:rPr>
              <a:t>[14, 89]</a:t>
            </a:r>
            <a:r>
              <a:rPr lang="zh-CN" altLang="en-US" sz="2400" dirty="0">
                <a:latin typeface="Microsoft YaHei" panose="020B0503020204020204" pitchFamily="34" charset="-122"/>
                <a:ea typeface="Microsoft YaHei" panose="020B0503020204020204" pitchFamily="34" charset="-122"/>
              </a:rPr>
              <a:t>。典型的数据处理流程如图</a:t>
            </a:r>
            <a:r>
              <a:rPr lang="en-US" altLang="zh-CN" sz="2400" dirty="0">
                <a:latin typeface="Microsoft YaHei" panose="020B0503020204020204" pitchFamily="34" charset="-122"/>
                <a:ea typeface="Microsoft YaHei" panose="020B0503020204020204" pitchFamily="34" charset="-122"/>
              </a:rPr>
              <a:t>3.2 </a:t>
            </a:r>
            <a:r>
              <a:rPr lang="zh-CN" altLang="en-US" sz="2400" dirty="0">
                <a:latin typeface="Microsoft YaHei" panose="020B0503020204020204" pitchFamily="34" charset="-122"/>
                <a:ea typeface="Microsoft YaHei" panose="020B0503020204020204" pitchFamily="34" charset="-122"/>
              </a:rPr>
              <a:t>所示，主要包括质量过滤、冗余去除、隐私消除、词元切分这几个步骤。</a:t>
            </a:r>
            <a:endParaRPr lang="zh-CN" altLang="en-US"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数据处理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74A64089-1DA5-80C1-3FEC-553C533F3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887" y="3123405"/>
            <a:ext cx="10302226" cy="2715809"/>
          </a:xfrm>
          <a:prstGeom prst="rect">
            <a:avLst/>
          </a:prstGeom>
        </p:spPr>
      </p:pic>
    </p:spTree>
    <p:extLst>
      <p:ext uri="{BB962C8B-B14F-4D97-AF65-F5344CB8AC3E}">
        <p14:creationId xmlns:p14="http://schemas.microsoft.com/office/powerpoint/2010/main" val="28813631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297401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互联网上的数据质量参差不齐，无论是</a:t>
            </a:r>
            <a:r>
              <a:rPr lang="en-US" altLang="zh-CN" sz="2400" dirty="0" err="1">
                <a:latin typeface="Microsoft YaHei" panose="020B0503020204020204" pitchFamily="34" charset="-122"/>
                <a:ea typeface="Microsoft YaHei" panose="020B0503020204020204" pitchFamily="34" charset="-122"/>
              </a:rPr>
              <a:t>OpenAI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联合创始人</a:t>
            </a:r>
            <a:r>
              <a:rPr lang="en-US" altLang="zh-CN" sz="2400" dirty="0">
                <a:latin typeface="Microsoft YaHei" panose="020B0503020204020204" pitchFamily="34" charset="-122"/>
                <a:ea typeface="Microsoft YaHei" panose="020B0503020204020204" pitchFamily="34" charset="-122"/>
              </a:rPr>
              <a:t>Andrej </a:t>
            </a:r>
            <a:r>
              <a:rPr lang="en-US" altLang="zh-CN" sz="2400" dirty="0" err="1">
                <a:latin typeface="Microsoft YaHei" panose="020B0503020204020204" pitchFamily="34" charset="-122"/>
                <a:ea typeface="Microsoft YaHei" panose="020B0503020204020204" pitchFamily="34" charset="-122"/>
              </a:rPr>
              <a:t>Karpathy</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在微软</a:t>
            </a:r>
            <a:r>
              <a:rPr lang="en-US" altLang="zh-CN" sz="2400" dirty="0">
                <a:latin typeface="Microsoft YaHei" panose="020B0503020204020204" pitchFamily="34" charset="-122"/>
                <a:ea typeface="Microsoft YaHei" panose="020B0503020204020204" pitchFamily="34" charset="-122"/>
              </a:rPr>
              <a:t>Build</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2023 </a:t>
            </a:r>
            <a:r>
              <a:rPr lang="zh-CN" altLang="en-US" sz="2400" dirty="0">
                <a:latin typeface="Microsoft YaHei" panose="020B0503020204020204" pitchFamily="34" charset="-122"/>
                <a:ea typeface="Microsoft YaHei" panose="020B0503020204020204" pitchFamily="34" charset="-122"/>
              </a:rPr>
              <a:t>的报告，还是当前的一些研究都表明，</a:t>
            </a:r>
            <a:r>
              <a:rPr lang="zh-CN" altLang="en-US" sz="2400" dirty="0">
                <a:solidFill>
                  <a:srgbClr val="0070C0"/>
                </a:solidFill>
                <a:latin typeface="Microsoft YaHei" panose="020B0503020204020204" pitchFamily="34" charset="-122"/>
                <a:ea typeface="Microsoft YaHei" panose="020B0503020204020204" pitchFamily="34" charset="-122"/>
              </a:rPr>
              <a:t>训练数据的质量对于大语言模型效果具有非常重要的影响</a:t>
            </a:r>
            <a:r>
              <a:rPr lang="zh-CN" altLang="en-US" sz="2400" dirty="0">
                <a:latin typeface="Microsoft YaHei" panose="020B0503020204020204" pitchFamily="34" charset="-122"/>
                <a:ea typeface="Microsoft YaHei" panose="020B0503020204020204" pitchFamily="34" charset="-122"/>
              </a:rPr>
              <a:t>。因此，从收集到的数据中删除低质量数据成为大语言模型训练中的重要步骤。</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大语言模型训练中所使用的低质量数据过滤方法可以大致分为两类：</a:t>
            </a:r>
            <a:r>
              <a:rPr lang="zh-CN" altLang="en-US" sz="2400" dirty="0">
                <a:solidFill>
                  <a:srgbClr val="0070C0"/>
                </a:solidFill>
                <a:latin typeface="Microsoft YaHei" panose="020B0503020204020204" pitchFamily="34" charset="-122"/>
                <a:ea typeface="Microsoft YaHei" panose="020B0503020204020204" pitchFamily="34" charset="-122"/>
              </a:rPr>
              <a:t>基于分类器的方法</a:t>
            </a:r>
            <a:r>
              <a:rPr lang="zh-CN" altLang="en-US" sz="2400" dirty="0">
                <a:latin typeface="Microsoft YaHei" panose="020B0503020204020204" pitchFamily="34" charset="-122"/>
                <a:ea typeface="Microsoft YaHei" panose="020B0503020204020204" pitchFamily="34" charset="-122"/>
              </a:rPr>
              <a:t>和</a:t>
            </a:r>
            <a:r>
              <a:rPr lang="zh-CN" altLang="en-US" sz="2400" dirty="0">
                <a:solidFill>
                  <a:srgbClr val="0070C0"/>
                </a:solidFill>
                <a:latin typeface="Microsoft YaHei" panose="020B0503020204020204" pitchFamily="34" charset="-122"/>
                <a:ea typeface="Microsoft YaHei" panose="020B0503020204020204" pitchFamily="34" charset="-122"/>
              </a:rPr>
              <a:t>基于启发式的方法</a:t>
            </a:r>
            <a:r>
              <a:rPr lang="zh-CN" altLang="en-US" sz="2400" dirty="0">
                <a:latin typeface="Microsoft YaHei" panose="020B0503020204020204" pitchFamily="34" charset="-122"/>
                <a:ea typeface="Microsoft YaHei" panose="020B0503020204020204" pitchFamily="34" charset="-122"/>
              </a:rPr>
              <a:t>。</a:t>
            </a:r>
            <a:endParaRPr lang="zh-CN" altLang="en-US"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质量过滤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193380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436232"/>
          </a:xfrm>
          <a:prstGeom prst="rect">
            <a:avLst/>
          </a:prstGeom>
          <a:noFill/>
        </p:spPr>
        <p:txBody>
          <a:bodyPr wrap="square">
            <a:spAutoFit/>
          </a:bodyPr>
          <a:lstStyle/>
          <a:p>
            <a:pPr algn="just">
              <a:lnSpc>
                <a:spcPct val="125000"/>
              </a:lnSpc>
              <a:spcBef>
                <a:spcPts val="1200"/>
              </a:spcBef>
            </a:pPr>
            <a:r>
              <a:rPr lang="zh-CN" altLang="en-US" sz="2400" dirty="0">
                <a:solidFill>
                  <a:srgbClr val="0070C0"/>
                </a:solidFill>
                <a:latin typeface="Microsoft YaHei" panose="020B0503020204020204" pitchFamily="34" charset="-122"/>
                <a:ea typeface="Microsoft YaHei" panose="020B0503020204020204" pitchFamily="34" charset="-122"/>
              </a:rPr>
              <a:t>基于分类器的方法</a:t>
            </a:r>
            <a:r>
              <a:rPr lang="zh-CN" altLang="en-US" sz="2400" dirty="0">
                <a:latin typeface="Microsoft YaHei" panose="020B0503020204020204" pitchFamily="34" charset="-122"/>
                <a:ea typeface="Microsoft YaHei" panose="020B0503020204020204" pitchFamily="34" charset="-122"/>
              </a:rPr>
              <a:t>的目标是训练文本质量判断模型，并利用该模型识别并过滤低质量数据。</a:t>
            </a:r>
            <a:r>
              <a:rPr lang="en-US" altLang="zh-CN" sz="2400" dirty="0">
                <a:latin typeface="Microsoft YaHei" panose="020B0503020204020204" pitchFamily="34" charset="-122"/>
                <a:ea typeface="Microsoft YaHei" panose="020B0503020204020204" pitchFamily="34" charset="-122"/>
              </a:rPr>
              <a:t>GPT-3[46]</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PaLM</a:t>
            </a:r>
            <a:r>
              <a:rPr lang="en-US" altLang="zh-CN" sz="2400" dirty="0">
                <a:latin typeface="Microsoft YaHei" panose="020B0503020204020204" pitchFamily="34" charset="-122"/>
                <a:ea typeface="Microsoft YaHei" panose="020B0503020204020204" pitchFamily="34" charset="-122"/>
              </a:rPr>
              <a:t>[14] </a:t>
            </a:r>
            <a:r>
              <a:rPr lang="zh-CN" altLang="en-US" sz="2400" dirty="0">
                <a:latin typeface="Microsoft YaHei" panose="020B0503020204020204" pitchFamily="34" charset="-122"/>
                <a:ea typeface="Microsoft YaHei" panose="020B0503020204020204" pitchFamily="34" charset="-122"/>
              </a:rPr>
              <a:t>和</a:t>
            </a:r>
            <a:r>
              <a:rPr lang="en-US" altLang="zh-CN" sz="2400" dirty="0" err="1">
                <a:latin typeface="Microsoft YaHei" panose="020B0503020204020204" pitchFamily="34" charset="-122"/>
                <a:ea typeface="Microsoft YaHei" panose="020B0503020204020204" pitchFamily="34" charset="-122"/>
              </a:rPr>
              <a:t>GLaM</a:t>
            </a:r>
            <a:r>
              <a:rPr lang="en-US" altLang="zh-CN" sz="2400" dirty="0">
                <a:latin typeface="Microsoft YaHei" panose="020B0503020204020204" pitchFamily="34" charset="-122"/>
                <a:ea typeface="Microsoft YaHei" panose="020B0503020204020204" pitchFamily="34" charset="-122"/>
              </a:rPr>
              <a:t>[90] </a:t>
            </a:r>
            <a:r>
              <a:rPr lang="zh-CN" altLang="en-US" sz="2400" dirty="0">
                <a:latin typeface="Microsoft YaHei" panose="020B0503020204020204" pitchFamily="34" charset="-122"/>
                <a:ea typeface="Microsoft YaHei" panose="020B0503020204020204" pitchFamily="34" charset="-122"/>
              </a:rPr>
              <a:t>模型在训练数据构造时都使用了基于分类器的方法。</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[90]</a:t>
            </a:r>
            <a:r>
              <a:rPr lang="zh-CN" altLang="en-US" sz="2400" dirty="0">
                <a:latin typeface="Microsoft YaHei" panose="020B0503020204020204" pitchFamily="34" charset="-122"/>
                <a:ea typeface="Microsoft YaHei" panose="020B0503020204020204" pitchFamily="34" charset="-122"/>
              </a:rPr>
              <a:t>采用了</a:t>
            </a:r>
            <a:r>
              <a:rPr lang="zh-CN" altLang="en-US" sz="2400" dirty="0">
                <a:solidFill>
                  <a:srgbClr val="0070C0"/>
                </a:solidFill>
                <a:latin typeface="Microsoft YaHei" panose="020B0503020204020204" pitchFamily="34" charset="-122"/>
                <a:ea typeface="Microsoft YaHei" panose="020B0503020204020204" pitchFamily="34" charset="-122"/>
              </a:rPr>
              <a:t>基于特征哈希的线性分类器</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Feature Hash Based Linear Classifier</a:t>
            </a:r>
            <a:r>
              <a:rPr lang="zh-CN" altLang="en-US" sz="2400" dirty="0">
                <a:latin typeface="Microsoft YaHei" panose="020B0503020204020204" pitchFamily="34" charset="-122"/>
                <a:ea typeface="Microsoft YaHei" panose="020B0503020204020204" pitchFamily="34" charset="-122"/>
              </a:rPr>
              <a:t>），可以非常高效地完成文本质量判断。</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该分类器使用一组精选文本（维基百科、书籍和一些选定的网站）进行训练，目标是给与训练数据类似的网页较高分数。利用这个分类器可以评估网页的内容质量。</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在实际应用中，还可以通过使用</a:t>
            </a:r>
            <a:r>
              <a:rPr lang="en-US" altLang="zh-CN" sz="2000" dirty="0">
                <a:latin typeface="Microsoft YaHei" panose="020B0503020204020204" pitchFamily="34" charset="-122"/>
                <a:ea typeface="Microsoft YaHei" panose="020B0503020204020204" pitchFamily="34" charset="-122"/>
              </a:rPr>
              <a:t>Pareto </a:t>
            </a:r>
            <a:r>
              <a:rPr lang="zh-CN" altLang="en-US" sz="2000" dirty="0">
                <a:latin typeface="Microsoft YaHei" panose="020B0503020204020204" pitchFamily="34" charset="-122"/>
                <a:ea typeface="Microsoft YaHei" panose="020B0503020204020204" pitchFamily="34" charset="-122"/>
              </a:rPr>
              <a:t>分布对网页进行采样，根据其得分选择合适的阈值，从而选定合适的数据集。</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然而，一些研究发现，基于分类器的方法可能会删除包含方言或者口语的高质量文本，从而损失一定的多样性</a:t>
            </a:r>
            <a:r>
              <a:rPr lang="en-US" altLang="zh-CN" sz="2400" dirty="0">
                <a:latin typeface="Microsoft YaHei" panose="020B0503020204020204" pitchFamily="34" charset="-122"/>
                <a:ea typeface="Microsoft YaHei" panose="020B0503020204020204" pitchFamily="34" charset="-122"/>
              </a:rPr>
              <a:t>[89-90]</a:t>
            </a:r>
            <a:r>
              <a:rPr lang="zh-CN" altLang="en-US" sz="2400" dirty="0">
                <a:latin typeface="Microsoft YaHei" panose="020B0503020204020204" pitchFamily="34" charset="-122"/>
                <a:ea typeface="Microsoft YaHei" panose="020B0503020204020204" pitchFamily="34" charset="-122"/>
              </a:rPr>
              <a:t>。</a:t>
            </a:r>
            <a:endParaRPr lang="zh-CN" altLang="en-US"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质量过滤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148031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673780"/>
          </a:xfrm>
          <a:prstGeom prst="rect">
            <a:avLst/>
          </a:prstGeom>
          <a:noFill/>
        </p:spPr>
        <p:txBody>
          <a:bodyPr wrap="square">
            <a:spAutoFit/>
          </a:bodyPr>
          <a:lstStyle/>
          <a:p>
            <a:pPr algn="just">
              <a:lnSpc>
                <a:spcPct val="125000"/>
              </a:lnSpc>
              <a:spcBef>
                <a:spcPts val="1200"/>
              </a:spcBef>
            </a:pPr>
            <a:r>
              <a:rPr lang="zh-CN" altLang="en-US" sz="2400" dirty="0">
                <a:solidFill>
                  <a:srgbClr val="0070C0"/>
                </a:solidFill>
                <a:latin typeface="Microsoft YaHei" panose="020B0503020204020204" pitchFamily="34" charset="-122"/>
                <a:ea typeface="Microsoft YaHei" panose="020B0503020204020204" pitchFamily="34" charset="-122"/>
              </a:rPr>
              <a:t>基于启发式的方法</a:t>
            </a:r>
            <a:r>
              <a:rPr lang="zh-CN" altLang="en-US" sz="2400" dirty="0">
                <a:latin typeface="Microsoft YaHei" panose="020B0503020204020204" pitchFamily="34" charset="-122"/>
                <a:ea typeface="Microsoft YaHei" panose="020B0503020204020204" pitchFamily="34" charset="-122"/>
              </a:rPr>
              <a:t>则通过一组精心设计的规则来消除低质量文本，</a:t>
            </a:r>
            <a:r>
              <a:rPr lang="en-US" altLang="zh-CN" sz="2400" dirty="0">
                <a:latin typeface="Microsoft YaHei" panose="020B0503020204020204" pitchFamily="34" charset="-122"/>
                <a:ea typeface="Microsoft YaHei" panose="020B0503020204020204" pitchFamily="34" charset="-122"/>
              </a:rPr>
              <a:t>BLOOM[33]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Gopher[89]</a:t>
            </a:r>
            <a:r>
              <a:rPr lang="zh-CN" altLang="en-US" sz="2400" dirty="0">
                <a:latin typeface="Microsoft YaHei" panose="020B0503020204020204" pitchFamily="34" charset="-122"/>
                <a:ea typeface="Microsoft YaHei" panose="020B0503020204020204" pitchFamily="34" charset="-122"/>
              </a:rPr>
              <a:t>采用了基于启发式的方法。这些启发式规则主要包括：</a:t>
            </a: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语言过滤：</a:t>
            </a:r>
            <a:r>
              <a:rPr lang="zh-CN" altLang="en-US" sz="2000" dirty="0">
                <a:latin typeface="Microsoft YaHei" panose="020B0503020204020204" pitchFamily="34" charset="-122"/>
                <a:ea typeface="Microsoft YaHei" panose="020B0503020204020204" pitchFamily="34" charset="-122"/>
              </a:rPr>
              <a:t>如果一个大语言模型仅关注一种或者几种语言，则可以大幅过滤数据中其他语言的文本。</a:t>
            </a: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指标过滤：</a:t>
            </a:r>
            <a:r>
              <a:rPr lang="zh-CN" altLang="en-US" sz="2000" dirty="0">
                <a:latin typeface="Microsoft YaHei" panose="020B0503020204020204" pitchFamily="34" charset="-122"/>
                <a:ea typeface="Microsoft YaHei" panose="020B0503020204020204" pitchFamily="34" charset="-122"/>
              </a:rPr>
              <a:t>利用评测指标也可以过滤低质量文本。例如，可以使用语言模型对给定文本的困惑度（</a:t>
            </a:r>
            <a:r>
              <a:rPr lang="en-US" altLang="zh-CN" sz="2000" dirty="0">
                <a:latin typeface="Microsoft YaHei" panose="020B0503020204020204" pitchFamily="34" charset="-122"/>
                <a:ea typeface="Microsoft YaHei" panose="020B0503020204020204" pitchFamily="34" charset="-122"/>
              </a:rPr>
              <a:t>Perplexity</a:t>
            </a:r>
            <a:r>
              <a:rPr lang="zh-CN" altLang="en-US" sz="2000" dirty="0">
                <a:latin typeface="Microsoft YaHei" panose="020B0503020204020204" pitchFamily="34" charset="-122"/>
                <a:ea typeface="Microsoft YaHei" panose="020B0503020204020204" pitchFamily="34" charset="-122"/>
              </a:rPr>
              <a:t>）进行计算，利用该值可以过滤非自然的句子。</a:t>
            </a: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统计特征过滤：</a:t>
            </a:r>
            <a:r>
              <a:rPr lang="zh-CN" altLang="en-US" sz="2000" dirty="0">
                <a:latin typeface="Microsoft YaHei" panose="020B0503020204020204" pitchFamily="34" charset="-122"/>
                <a:ea typeface="Microsoft YaHei" panose="020B0503020204020204" pitchFamily="34" charset="-122"/>
              </a:rPr>
              <a:t>针对文本内容可以计算包括标点符号分布、符号字比（</a:t>
            </a:r>
            <a:r>
              <a:rPr lang="en-US" altLang="zh-CN" sz="2000" dirty="0">
                <a:latin typeface="Microsoft YaHei" panose="020B0503020204020204" pitchFamily="34" charset="-122"/>
                <a:ea typeface="Microsoft YaHei" panose="020B0503020204020204" pitchFamily="34" charset="-122"/>
              </a:rPr>
              <a:t>Symbol-to-Word Ratio</a:t>
            </a:r>
            <a:r>
              <a:rPr lang="zh-CN" altLang="en-US" sz="2000" dirty="0">
                <a:latin typeface="Microsoft YaHei" panose="020B0503020204020204" pitchFamily="34" charset="-122"/>
                <a:ea typeface="Microsoft YaHei" panose="020B0503020204020204" pitchFamily="34" charset="-122"/>
              </a:rPr>
              <a:t>）、句子长度在内的统计特征，利用这些特征过滤低质量数据。</a:t>
            </a: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关键词过滤：</a:t>
            </a:r>
            <a:r>
              <a:rPr lang="zh-CN" altLang="en-US" sz="2000" dirty="0">
                <a:latin typeface="Microsoft YaHei" panose="020B0503020204020204" pitchFamily="34" charset="-122"/>
                <a:ea typeface="Microsoft YaHei" panose="020B0503020204020204" pitchFamily="34" charset="-122"/>
              </a:rPr>
              <a:t>根据特定的关键词集，可以识别并删除文本中的噪声或无用元素。例如，</a:t>
            </a:r>
            <a:r>
              <a:rPr lang="en-US" altLang="zh-CN" sz="2000" dirty="0">
                <a:latin typeface="Microsoft YaHei" panose="020B0503020204020204" pitchFamily="34" charset="-122"/>
                <a:ea typeface="Microsoft YaHei" panose="020B0503020204020204" pitchFamily="34" charset="-122"/>
              </a:rPr>
              <a:t>HTML</a:t>
            </a:r>
            <a:r>
              <a:rPr lang="zh-CN" altLang="en-US" sz="2000" dirty="0">
                <a:latin typeface="Microsoft YaHei" panose="020B0503020204020204" pitchFamily="34" charset="-122"/>
                <a:ea typeface="Microsoft YaHei" panose="020B0503020204020204" pitchFamily="34" charset="-122"/>
              </a:rPr>
              <a:t>标签、超链接及冒犯性词语等。</a:t>
            </a:r>
            <a:endParaRPr lang="zh-CN" altLang="en-US"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质量过滤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6373316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20539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在大语言模型出现之前，在自然语言处理领域已经开展了很多</a:t>
            </a:r>
            <a:r>
              <a:rPr lang="zh-CN" altLang="en-US" sz="2400" dirty="0">
                <a:solidFill>
                  <a:srgbClr val="0070C0"/>
                </a:solidFill>
                <a:latin typeface="Microsoft YaHei" panose="020B0503020204020204" pitchFamily="34" charset="-122"/>
                <a:ea typeface="Microsoft YaHei" panose="020B0503020204020204" pitchFamily="34" charset="-122"/>
              </a:rPr>
              <a:t>文章质量判断（</a:t>
            </a:r>
            <a:r>
              <a:rPr lang="en-US" altLang="zh-CN" sz="2400" dirty="0">
                <a:solidFill>
                  <a:srgbClr val="0070C0"/>
                </a:solidFill>
                <a:latin typeface="Microsoft YaHei" panose="020B0503020204020204" pitchFamily="34" charset="-122"/>
                <a:ea typeface="Microsoft YaHei" panose="020B0503020204020204" pitchFamily="34" charset="-122"/>
              </a:rPr>
              <a:t>Text Quality</a:t>
            </a:r>
            <a:r>
              <a:rPr lang="zh-CN" altLang="en-US" sz="2400" dirty="0">
                <a:solidFill>
                  <a:srgbClr val="0070C0"/>
                </a:solidFill>
                <a:latin typeface="Microsoft YaHei" panose="020B0503020204020204" pitchFamily="34" charset="-122"/>
                <a:ea typeface="Microsoft YaHei" panose="020B0503020204020204" pitchFamily="34" charset="-122"/>
              </a:rPr>
              <a:t> </a:t>
            </a:r>
            <a:r>
              <a:rPr lang="en-US" altLang="zh-CN" sz="2400" dirty="0">
                <a:solidFill>
                  <a:srgbClr val="0070C0"/>
                </a:solidFill>
                <a:latin typeface="Microsoft YaHei" panose="020B0503020204020204" pitchFamily="34" charset="-122"/>
                <a:ea typeface="Microsoft YaHei" panose="020B0503020204020204" pitchFamily="34" charset="-122"/>
              </a:rPr>
              <a:t>Evaluation</a:t>
            </a:r>
            <a:r>
              <a:rPr lang="zh-CN" altLang="en-US" sz="2400"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相关研究，主要应用于搜索引擎、社会媒体、推荐系统、广告排序及作文评分等任务中。</a:t>
            </a:r>
            <a:endParaRPr lang="en-US" altLang="zh-CN" sz="24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在搜索和推荐系统中</a:t>
            </a:r>
            <a:r>
              <a:rPr lang="zh-CN" altLang="en-US" sz="2000" dirty="0">
                <a:latin typeface="Microsoft YaHei" panose="020B0503020204020204" pitchFamily="34" charset="-122"/>
                <a:ea typeface="Microsoft YaHei" panose="020B0503020204020204" pitchFamily="34" charset="-122"/>
              </a:rPr>
              <a:t>，结果的内容质量是影响用户体验的重要因素之一，因此，此前很多工作都是针对用户生成内容（</a:t>
            </a:r>
            <a:r>
              <a:rPr lang="en-US" altLang="zh-CN" sz="2000" dirty="0">
                <a:latin typeface="Microsoft YaHei" panose="020B0503020204020204" pitchFamily="34" charset="-122"/>
                <a:ea typeface="Microsoft YaHei" panose="020B0503020204020204" pitchFamily="34" charset="-122"/>
              </a:rPr>
              <a:t>User-Generated Content</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UGC</a:t>
            </a:r>
            <a:r>
              <a:rPr lang="zh-CN" altLang="en-US" sz="2000" dirty="0">
                <a:latin typeface="Microsoft YaHei" panose="020B0503020204020204" pitchFamily="34" charset="-122"/>
                <a:ea typeface="Microsoft YaHei" panose="020B0503020204020204" pitchFamily="34" charset="-122"/>
              </a:rPr>
              <a:t>）的质量进行判断的。</a:t>
            </a:r>
            <a:endParaRPr lang="en-US" altLang="zh-CN" sz="2000" dirty="0">
              <a:latin typeface="Microsoft YaHei" panose="020B0503020204020204" pitchFamily="34" charset="-122"/>
              <a:ea typeface="Microsoft YaHei"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a:solidFill>
                  <a:srgbClr val="0070C0"/>
                </a:solidFill>
                <a:latin typeface="Microsoft YaHei" panose="020B0503020204020204" pitchFamily="34" charset="-122"/>
                <a:ea typeface="Microsoft YaHei" panose="020B0503020204020204" pitchFamily="34" charset="-122"/>
              </a:rPr>
              <a:t>自动作文评分</a:t>
            </a:r>
            <a:r>
              <a:rPr lang="zh-CN" altLang="en-US" sz="2000" dirty="0">
                <a:latin typeface="Microsoft YaHei" panose="020B0503020204020204" pitchFamily="34" charset="-122"/>
                <a:ea typeface="Microsoft YaHei" panose="020B0503020204020204" pitchFamily="34" charset="-122"/>
              </a:rPr>
              <a:t>也是文章质量判断领域的一个重要子任务，自</a:t>
            </a:r>
            <a:r>
              <a:rPr lang="en-US" altLang="zh-CN" sz="2000" dirty="0">
                <a:latin typeface="Microsoft YaHei" panose="020B0503020204020204" pitchFamily="34" charset="-122"/>
                <a:ea typeface="Microsoft YaHei" panose="020B0503020204020204" pitchFamily="34" charset="-122"/>
              </a:rPr>
              <a:t>1998 </a:t>
            </a:r>
            <a:r>
              <a:rPr lang="zh-CN" altLang="en-US" sz="2000" dirty="0">
                <a:latin typeface="Microsoft YaHei" panose="020B0503020204020204" pitchFamily="34" charset="-122"/>
                <a:ea typeface="Microsoft YaHei" panose="020B0503020204020204" pitchFamily="34" charset="-122"/>
              </a:rPr>
              <a:t>年文献</a:t>
            </a:r>
            <a:r>
              <a:rPr lang="en-US" altLang="zh-CN" sz="2000" dirty="0">
                <a:latin typeface="Microsoft YaHei" panose="020B0503020204020204" pitchFamily="34" charset="-122"/>
                <a:ea typeface="Microsoft YaHei" panose="020B0503020204020204" pitchFamily="34" charset="-122"/>
              </a:rPr>
              <a:t>[91] </a:t>
            </a:r>
            <a:r>
              <a:rPr lang="zh-CN" altLang="en-US" sz="2000" dirty="0">
                <a:latin typeface="Microsoft YaHei" panose="020B0503020204020204" pitchFamily="34" charset="-122"/>
                <a:ea typeface="Microsoft YaHei" panose="020B0503020204020204" pitchFamily="34" charset="-122"/>
              </a:rPr>
              <a:t>提出使用贝叶斯分类器进行作文评分预测以来，基于</a:t>
            </a:r>
            <a:r>
              <a:rPr lang="en-US" altLang="zh-CN" sz="2000" dirty="0">
                <a:latin typeface="Microsoft YaHei" panose="020B0503020204020204" pitchFamily="34" charset="-122"/>
                <a:ea typeface="Microsoft YaHei" panose="020B0503020204020204" pitchFamily="34" charset="-122"/>
              </a:rPr>
              <a:t>SVM[92]</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CNN-RNN[93]</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BERT[94-95] </a:t>
            </a:r>
            <a:r>
              <a:rPr lang="zh-CN" altLang="en-US" sz="2000" dirty="0">
                <a:latin typeface="Microsoft YaHei" panose="020B0503020204020204" pitchFamily="34" charset="-122"/>
                <a:ea typeface="Microsoft YaHei" panose="020B0503020204020204" pitchFamily="34" charset="-122"/>
              </a:rPr>
              <a:t>等方法的作文评分算法也被相继提出，并取得了较大的进展。</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这些方法都可以应用于大语言模型预训练数据过滤。由于预训练数据量非常大，并且对质量判断的准确率要求并不非常高，因此一些基于深度学习和预训练的方法还没有应用于低质过滤中。</a:t>
            </a:r>
            <a:endParaRPr lang="zh-CN" altLang="en-US"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质量过滤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6063962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435684"/>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文本冗余发现（</a:t>
            </a:r>
            <a:r>
              <a:rPr lang="en-US" altLang="zh-CN" sz="2400" b="1" dirty="0">
                <a:solidFill>
                  <a:srgbClr val="0070C0"/>
                </a:solidFill>
                <a:latin typeface="Microsoft YaHei" panose="020B0503020204020204" pitchFamily="34" charset="-122"/>
                <a:ea typeface="Microsoft YaHei" panose="020B0503020204020204" pitchFamily="34" charset="-122"/>
              </a:rPr>
              <a:t>Text Duplicate Detection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也称为文本重复检测，是自然语言处理和信息检索中的基础任务之一，</a:t>
            </a:r>
            <a:r>
              <a:rPr lang="zh-CN" altLang="en-US" sz="2400" dirty="0">
                <a:solidFill>
                  <a:srgbClr val="0070C0"/>
                </a:solidFill>
                <a:latin typeface="Microsoft YaHei" panose="020B0503020204020204" pitchFamily="34" charset="-122"/>
                <a:ea typeface="Microsoft YaHei" panose="020B0503020204020204" pitchFamily="34" charset="-122"/>
              </a:rPr>
              <a:t>其目标是发现不同粒度上的文本重复</a:t>
            </a:r>
            <a:r>
              <a:rPr lang="zh-CN" altLang="en-US" sz="2400" dirty="0">
                <a:latin typeface="Microsoft YaHei" panose="020B0503020204020204" pitchFamily="34" charset="-122"/>
                <a:ea typeface="Microsoft YaHei" panose="020B0503020204020204" pitchFamily="34" charset="-122"/>
              </a:rPr>
              <a:t>，包括句子、段落、文档等不同级别。冗余去除就是在不同的粒度上去除重复内容，包括句子、文档和数据集等粒度。</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[96] </a:t>
            </a:r>
            <a:r>
              <a:rPr lang="zh-CN" altLang="en-US" sz="2400" dirty="0">
                <a:latin typeface="Microsoft YaHei" panose="020B0503020204020204" pitchFamily="34" charset="-122"/>
                <a:ea typeface="Microsoft YaHei" panose="020B0503020204020204" pitchFamily="34" charset="-122"/>
              </a:rPr>
              <a:t>指出，大语言模型</a:t>
            </a:r>
            <a:r>
              <a:rPr lang="zh-CN" altLang="en-US" sz="2400" dirty="0">
                <a:solidFill>
                  <a:srgbClr val="0070C0"/>
                </a:solidFill>
                <a:latin typeface="Microsoft YaHei" panose="020B0503020204020204" pitchFamily="34" charset="-122"/>
                <a:ea typeface="Microsoft YaHei" panose="020B0503020204020204" pitchFamily="34" charset="-122"/>
              </a:rPr>
              <a:t>训练语料库中的重复数据</a:t>
            </a:r>
            <a:r>
              <a:rPr lang="zh-CN" altLang="en-US" sz="2400" dirty="0">
                <a:latin typeface="Microsoft YaHei" panose="020B0503020204020204" pitchFamily="34" charset="-122"/>
                <a:ea typeface="Microsoft YaHei" panose="020B0503020204020204" pitchFamily="34" charset="-122"/>
              </a:rPr>
              <a:t>，</a:t>
            </a:r>
            <a:r>
              <a:rPr lang="zh-CN" altLang="en-US" sz="2400" u="sng" dirty="0">
                <a:latin typeface="Microsoft YaHei" panose="020B0503020204020204" pitchFamily="34" charset="-122"/>
                <a:ea typeface="Microsoft YaHei" panose="020B0503020204020204" pitchFamily="34" charset="-122"/>
              </a:rPr>
              <a:t>会降低大语言模型的多样性，并可能导致训练过程不稳定，从而影响模型性能。</a:t>
            </a:r>
            <a:r>
              <a:rPr lang="zh-CN" altLang="en-US" sz="2400" dirty="0">
                <a:latin typeface="Microsoft YaHei" panose="020B0503020204020204" pitchFamily="34" charset="-122"/>
                <a:ea typeface="Microsoft YaHei" panose="020B0503020204020204" pitchFamily="34" charset="-122"/>
              </a:rPr>
              <a:t>因此，需要对预训练语料库中的重复数据进行处理，去除其中的冗余部分。</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冗余去除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7677361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353838"/>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在句子级别上，文献</a:t>
            </a:r>
            <a:r>
              <a:rPr lang="en-US" altLang="zh-CN" sz="2400" dirty="0">
                <a:latin typeface="Microsoft YaHei" panose="020B0503020204020204" pitchFamily="34" charset="-122"/>
                <a:ea typeface="Microsoft YaHei" panose="020B0503020204020204" pitchFamily="34" charset="-122"/>
              </a:rPr>
              <a:t>[97] </a:t>
            </a:r>
            <a:r>
              <a:rPr lang="zh-CN" altLang="en-US" sz="2400" dirty="0">
                <a:latin typeface="Microsoft YaHei" panose="020B0503020204020204" pitchFamily="34" charset="-122"/>
                <a:ea typeface="Microsoft YaHei" panose="020B0503020204020204" pitchFamily="34" charset="-122"/>
              </a:rPr>
              <a:t>指出，包含重复单词或短语的句子很可能造成语言建模中引入重复的模式。这对语言模型来说会产生非常严重的影响，使得模型在预测时容易陷入</a:t>
            </a:r>
            <a:r>
              <a:rPr lang="zh-CN" altLang="en-US" sz="2400" b="1" dirty="0">
                <a:latin typeface="Microsoft YaHei" panose="020B0503020204020204" pitchFamily="34" charset="-122"/>
                <a:ea typeface="Microsoft YaHei" panose="020B0503020204020204" pitchFamily="34" charset="-122"/>
              </a:rPr>
              <a:t>重复循环（</a:t>
            </a:r>
            <a:r>
              <a:rPr lang="en-US" altLang="zh-CN" sz="2400" b="1" dirty="0">
                <a:latin typeface="Microsoft YaHei" panose="020B0503020204020204" pitchFamily="34" charset="-122"/>
                <a:ea typeface="Microsoft YaHei" panose="020B0503020204020204" pitchFamily="34" charset="-122"/>
              </a:rPr>
              <a:t>Repetition</a:t>
            </a:r>
            <a:r>
              <a:rPr lang="zh-CN" altLang="en-US" sz="2400" b="1" dirty="0">
                <a:latin typeface="Microsoft YaHei" panose="020B0503020204020204" pitchFamily="34" charset="-122"/>
                <a:ea typeface="Microsoft YaHei" panose="020B0503020204020204" pitchFamily="34" charset="-122"/>
              </a:rPr>
              <a:t> </a:t>
            </a:r>
            <a:r>
              <a:rPr lang="en-US" altLang="zh-CN" sz="2400" b="1" dirty="0">
                <a:latin typeface="Microsoft YaHei" panose="020B0503020204020204" pitchFamily="34" charset="-122"/>
                <a:ea typeface="Microsoft YaHei" panose="020B0503020204020204" pitchFamily="34" charset="-122"/>
              </a:rPr>
              <a:t>Loops</a:t>
            </a:r>
            <a:r>
              <a:rPr lang="zh-CN" altLang="en-US" sz="2400" b="1" dirty="0">
                <a:latin typeface="Microsoft YaHei" panose="020B0503020204020204" pitchFamily="34" charset="-122"/>
                <a:ea typeface="Microsoft YaHei" panose="020B0503020204020204" pitchFamily="34" charset="-122"/>
              </a:rPr>
              <a:t>）。</a:t>
            </a:r>
            <a:endParaRPr lang="en-US" altLang="zh-CN" sz="2400" b="1" dirty="0">
              <a:latin typeface="Microsoft YaHei" panose="020B0503020204020204" pitchFamily="34" charset="-122"/>
              <a:ea typeface="Microsoft YaHei" panose="020B0503020204020204" pitchFamily="34" charset="-122"/>
            </a:endParaRPr>
          </a:p>
          <a:p>
            <a:pPr lvl="1" algn="just">
              <a:lnSpc>
                <a:spcPct val="125000"/>
              </a:lnSpc>
              <a:spcBef>
                <a:spcPts val="1200"/>
              </a:spcBef>
            </a:pPr>
            <a:r>
              <a:rPr lang="zh-CN" altLang="en-US" dirty="0">
                <a:latin typeface="KaiTi_GB2312" panose="02010609030101010101" pitchFamily="49" charset="-122"/>
                <a:ea typeface="KaiTi_GB2312" panose="02010609030101010101" pitchFamily="49" charset="-122"/>
              </a:rPr>
              <a:t>例如：使用</a:t>
            </a:r>
            <a:r>
              <a:rPr lang="en-US" altLang="zh-CN" dirty="0">
                <a:latin typeface="KaiTi_GB2312" panose="02010609030101010101" pitchFamily="49" charset="-122"/>
                <a:ea typeface="KaiTi_GB2312" panose="02010609030101010101" pitchFamily="49" charset="-122"/>
              </a:rPr>
              <a:t>GPT-2 </a:t>
            </a:r>
            <a:r>
              <a:rPr lang="zh-CN" altLang="en-US" dirty="0">
                <a:latin typeface="KaiTi_GB2312" panose="02010609030101010101" pitchFamily="49" charset="-122"/>
                <a:ea typeface="KaiTi_GB2312" panose="02010609030101010101" pitchFamily="49" charset="-122"/>
              </a:rPr>
              <a:t>模型，对于给定的上下文：“</a:t>
            </a:r>
            <a:r>
              <a:rPr lang="en-US" altLang="zh-CN" dirty="0">
                <a:latin typeface="KaiTi_GB2312" panose="02010609030101010101" pitchFamily="49" charset="-122"/>
                <a:ea typeface="KaiTi_GB2312" panose="02010609030101010101" pitchFamily="49" charset="-122"/>
              </a:rPr>
              <a:t>In a shocking finding, scientist</a:t>
            </a:r>
            <a:r>
              <a:rPr lang="zh-CN" altLang="en-US" dirty="0">
                <a:latin typeface="KaiTi_GB2312" panose="02010609030101010101" pitchFamily="49" charset="-122"/>
                <a:ea typeface="KaiTi_GB2312" panose="02010609030101010101" pitchFamily="49" charset="-122"/>
              </a:rPr>
              <a:t> </a:t>
            </a:r>
            <a:r>
              <a:rPr lang="en-US" altLang="zh-CN" dirty="0">
                <a:latin typeface="KaiTi_GB2312" panose="02010609030101010101" pitchFamily="49" charset="-122"/>
                <a:ea typeface="KaiTi_GB2312" panose="02010609030101010101" pitchFamily="49" charset="-122"/>
              </a:rPr>
              <a:t>discovered a herd of unicorns living in a remote, previously unexplored valley, in the Andes</a:t>
            </a:r>
            <a:r>
              <a:rPr lang="zh-CN" altLang="en-US" dirty="0">
                <a:latin typeface="KaiTi_GB2312" panose="02010609030101010101" pitchFamily="49" charset="-122"/>
                <a:ea typeface="KaiTi_GB2312" panose="02010609030101010101" pitchFamily="49" charset="-122"/>
              </a:rPr>
              <a:t> </a:t>
            </a:r>
            <a:r>
              <a:rPr lang="en-US" altLang="zh-CN" dirty="0">
                <a:latin typeface="KaiTi_GB2312" panose="02010609030101010101" pitchFamily="49" charset="-122"/>
                <a:ea typeface="KaiTi_GB2312" panose="02010609030101010101" pitchFamily="49" charset="-122"/>
              </a:rPr>
              <a:t>Mountains. Even more surprising to the researchers was the fact that the unicorns spoke perfect</a:t>
            </a:r>
            <a:r>
              <a:rPr lang="zh-CN" altLang="en-US" dirty="0">
                <a:latin typeface="KaiTi_GB2312" panose="02010609030101010101" pitchFamily="49" charset="-122"/>
                <a:ea typeface="KaiTi_GB2312" panose="02010609030101010101" pitchFamily="49" charset="-122"/>
              </a:rPr>
              <a:t> </a:t>
            </a:r>
            <a:r>
              <a:rPr lang="en-US" altLang="zh-CN" dirty="0">
                <a:latin typeface="KaiTi_GB2312" panose="02010609030101010101" pitchFamily="49" charset="-122"/>
                <a:ea typeface="KaiTi_GB2312" panose="02010609030101010101" pitchFamily="49" charset="-122"/>
              </a:rPr>
              <a:t>English.”</a:t>
            </a:r>
            <a:r>
              <a:rPr lang="zh-CN" altLang="en-US" dirty="0">
                <a:latin typeface="KaiTi_GB2312" panose="02010609030101010101" pitchFamily="49" charset="-122"/>
                <a:ea typeface="KaiTi_GB2312" panose="02010609030101010101" pitchFamily="49" charset="-122"/>
              </a:rPr>
              <a:t>。</a:t>
            </a:r>
            <a:endParaRPr lang="en-US" altLang="zh-CN" dirty="0">
              <a:latin typeface="KaiTi_GB2312" panose="02010609030101010101" pitchFamily="49" charset="-122"/>
              <a:ea typeface="KaiTi_GB2312" panose="02010609030101010101" pitchFamily="49" charset="-122"/>
            </a:endParaRPr>
          </a:p>
          <a:p>
            <a:pPr lvl="1" algn="just">
              <a:lnSpc>
                <a:spcPct val="125000"/>
              </a:lnSpc>
              <a:spcBef>
                <a:spcPts val="1200"/>
              </a:spcBef>
            </a:pPr>
            <a:r>
              <a:rPr lang="zh-CN" altLang="en-US" dirty="0">
                <a:latin typeface="KaiTi_GB2312" panose="02010609030101010101" pitchFamily="49" charset="-122"/>
                <a:ea typeface="KaiTi_GB2312" panose="02010609030101010101" pitchFamily="49" charset="-122"/>
              </a:rPr>
              <a:t>如果使用束搜索（</a:t>
            </a:r>
            <a:r>
              <a:rPr lang="en-US" altLang="zh-CN" dirty="0">
                <a:latin typeface="KaiTi_GB2312" panose="02010609030101010101" pitchFamily="49" charset="-122"/>
                <a:ea typeface="KaiTi_GB2312" panose="02010609030101010101" pitchFamily="49" charset="-122"/>
              </a:rPr>
              <a:t>Beam Search</a:t>
            </a:r>
            <a:r>
              <a:rPr lang="zh-CN" altLang="en-US" dirty="0">
                <a:latin typeface="KaiTi_GB2312" panose="02010609030101010101" pitchFamily="49" charset="-122"/>
                <a:ea typeface="KaiTi_GB2312" panose="02010609030101010101" pitchFamily="49" charset="-122"/>
              </a:rPr>
              <a:t>），当设置</a:t>
            </a:r>
            <a:r>
              <a:rPr lang="en-US" altLang="zh-CN" dirty="0">
                <a:latin typeface="KaiTi_GB2312" panose="02010609030101010101" pitchFamily="49" charset="-122"/>
                <a:ea typeface="KaiTi_GB2312" panose="02010609030101010101" pitchFamily="49" charset="-122"/>
              </a:rPr>
              <a:t>b = 32 </a:t>
            </a:r>
            <a:r>
              <a:rPr lang="zh-CN" altLang="en-US" dirty="0">
                <a:latin typeface="KaiTi_GB2312" panose="02010609030101010101" pitchFamily="49" charset="-122"/>
                <a:ea typeface="KaiTi_GB2312" panose="02010609030101010101" pitchFamily="49" charset="-122"/>
              </a:rPr>
              <a:t>时，模型就会产生如下输出，进入重复循环模式。</a:t>
            </a:r>
            <a:endParaRPr lang="en-US" altLang="zh-CN" dirty="0">
              <a:latin typeface="KaiTi_GB2312" panose="02010609030101010101" pitchFamily="49" charset="-122"/>
              <a:ea typeface="KaiTi_GB2312" panose="02010609030101010101" pitchFamily="49" charset="-122"/>
            </a:endParaRPr>
          </a:p>
          <a:p>
            <a:pPr lvl="1" algn="just">
              <a:lnSpc>
                <a:spcPct val="125000"/>
              </a:lnSpc>
              <a:spcBef>
                <a:spcPts val="1200"/>
              </a:spcBef>
            </a:pPr>
            <a:r>
              <a:rPr lang="zh-CN" altLang="en-US" dirty="0">
                <a:latin typeface="KaiTi_GB2312" panose="02010609030101010101" pitchFamily="49" charset="-122"/>
                <a:ea typeface="KaiTi_GB2312" panose="02010609030101010101" pitchFamily="49" charset="-122"/>
              </a:rPr>
              <a:t>“</a:t>
            </a:r>
            <a:r>
              <a:rPr lang="en-US" altLang="zh-CN" dirty="0">
                <a:latin typeface="KaiTi_GB2312" panose="02010609030101010101" pitchFamily="49" charset="-122"/>
                <a:ea typeface="KaiTi_GB2312" panose="02010609030101010101" pitchFamily="49" charset="-122"/>
              </a:rPr>
              <a:t>The study, published in the Proceedings of the National Academy of Sciences of the</a:t>
            </a:r>
            <a:r>
              <a:rPr lang="zh-CN" altLang="en-US" dirty="0">
                <a:latin typeface="KaiTi_GB2312" panose="02010609030101010101" pitchFamily="49" charset="-122"/>
                <a:ea typeface="KaiTi_GB2312" panose="02010609030101010101" pitchFamily="49" charset="-122"/>
              </a:rPr>
              <a:t> </a:t>
            </a:r>
            <a:r>
              <a:rPr lang="en-US" altLang="zh-CN" dirty="0">
                <a:latin typeface="KaiTi_GB2312" panose="02010609030101010101" pitchFamily="49" charset="-122"/>
                <a:ea typeface="KaiTi_GB2312" panose="02010609030101010101" pitchFamily="49" charset="-122"/>
              </a:rPr>
              <a:t>United States of America (PNAS), was conducted by researchers from </a:t>
            </a:r>
            <a:r>
              <a:rPr lang="en-US" altLang="zh-CN" dirty="0">
                <a:solidFill>
                  <a:srgbClr val="0070C0"/>
                </a:solidFill>
                <a:latin typeface="KaiTi_GB2312" panose="02010609030101010101" pitchFamily="49" charset="-122"/>
                <a:ea typeface="KaiTi_GB2312" panose="02010609030101010101" pitchFamily="49" charset="-122"/>
              </a:rPr>
              <a:t>the Universidad Nacional</a:t>
            </a:r>
            <a:r>
              <a:rPr lang="zh-CN" altLang="en-US" dirty="0">
                <a:solidFill>
                  <a:srgbClr val="0070C0"/>
                </a:solidFill>
                <a:latin typeface="KaiTi_GB2312" panose="02010609030101010101" pitchFamily="49" charset="-122"/>
                <a:ea typeface="KaiTi_GB2312" panose="02010609030101010101" pitchFamily="49" charset="-122"/>
              </a:rPr>
              <a:t> </a:t>
            </a:r>
            <a:r>
              <a:rPr lang="en-US" altLang="zh-CN" dirty="0" err="1">
                <a:solidFill>
                  <a:srgbClr val="0070C0"/>
                </a:solidFill>
                <a:latin typeface="KaiTi_GB2312" panose="02010609030101010101" pitchFamily="49" charset="-122"/>
                <a:ea typeface="KaiTi_GB2312" panose="02010609030101010101" pitchFamily="49" charset="-122"/>
              </a:rPr>
              <a:t>Autónoma</a:t>
            </a:r>
            <a:r>
              <a:rPr lang="en-US" altLang="zh-CN" dirty="0">
                <a:solidFill>
                  <a:srgbClr val="0070C0"/>
                </a:solidFill>
                <a:latin typeface="KaiTi_GB2312" panose="02010609030101010101" pitchFamily="49" charset="-122"/>
                <a:ea typeface="KaiTi_GB2312" panose="02010609030101010101" pitchFamily="49" charset="-122"/>
              </a:rPr>
              <a:t> de México (UNAM) and the Universidad Nacional </a:t>
            </a:r>
            <a:r>
              <a:rPr lang="en-US" altLang="zh-CN" dirty="0" err="1">
                <a:solidFill>
                  <a:srgbClr val="0070C0"/>
                </a:solidFill>
                <a:latin typeface="KaiTi_GB2312" panose="02010609030101010101" pitchFamily="49" charset="-122"/>
                <a:ea typeface="KaiTi_GB2312" panose="02010609030101010101" pitchFamily="49" charset="-122"/>
              </a:rPr>
              <a:t>Autónoma</a:t>
            </a:r>
            <a:r>
              <a:rPr lang="en-US" altLang="zh-CN" dirty="0">
                <a:solidFill>
                  <a:srgbClr val="0070C0"/>
                </a:solidFill>
                <a:latin typeface="KaiTi_GB2312" panose="02010609030101010101" pitchFamily="49" charset="-122"/>
                <a:ea typeface="KaiTi_GB2312" panose="02010609030101010101" pitchFamily="49" charset="-122"/>
              </a:rPr>
              <a:t> de México (UNAM/Universidad Nacional </a:t>
            </a:r>
            <a:r>
              <a:rPr lang="en-US" altLang="zh-CN" dirty="0" err="1">
                <a:solidFill>
                  <a:srgbClr val="0070C0"/>
                </a:solidFill>
                <a:latin typeface="KaiTi_GB2312" panose="02010609030101010101" pitchFamily="49" charset="-122"/>
                <a:ea typeface="KaiTi_GB2312" panose="02010609030101010101" pitchFamily="49" charset="-122"/>
              </a:rPr>
              <a:t>Autónoma</a:t>
            </a:r>
            <a:r>
              <a:rPr lang="en-US" altLang="zh-CN" dirty="0">
                <a:solidFill>
                  <a:srgbClr val="0070C0"/>
                </a:solidFill>
                <a:latin typeface="KaiTi_GB2312" panose="02010609030101010101" pitchFamily="49" charset="-122"/>
                <a:ea typeface="KaiTi_GB2312" panose="02010609030101010101" pitchFamily="49" charset="-122"/>
              </a:rPr>
              <a:t> de México/Universidad Nacional </a:t>
            </a:r>
            <a:r>
              <a:rPr lang="en-US" altLang="zh-CN" dirty="0" err="1">
                <a:solidFill>
                  <a:srgbClr val="0070C0"/>
                </a:solidFill>
                <a:latin typeface="KaiTi_GB2312" panose="02010609030101010101" pitchFamily="49" charset="-122"/>
                <a:ea typeface="KaiTi_GB2312" panose="02010609030101010101" pitchFamily="49" charset="-122"/>
              </a:rPr>
              <a:t>Autónoma</a:t>
            </a:r>
            <a:r>
              <a:rPr lang="en-US" altLang="zh-CN" dirty="0">
                <a:solidFill>
                  <a:srgbClr val="0070C0"/>
                </a:solidFill>
                <a:latin typeface="KaiTi_GB2312" panose="02010609030101010101" pitchFamily="49" charset="-122"/>
                <a:ea typeface="KaiTi_GB2312" panose="02010609030101010101" pitchFamily="49" charset="-122"/>
              </a:rPr>
              <a:t> de México/Universidad</a:t>
            </a:r>
            <a:r>
              <a:rPr lang="zh-CN" altLang="en-US" dirty="0">
                <a:solidFill>
                  <a:srgbClr val="0070C0"/>
                </a:solidFill>
                <a:latin typeface="KaiTi_GB2312" panose="02010609030101010101" pitchFamily="49" charset="-122"/>
                <a:ea typeface="KaiTi_GB2312" panose="02010609030101010101" pitchFamily="49" charset="-122"/>
              </a:rPr>
              <a:t> </a:t>
            </a:r>
            <a:r>
              <a:rPr lang="en-US" altLang="zh-CN" dirty="0">
                <a:solidFill>
                  <a:srgbClr val="0070C0"/>
                </a:solidFill>
                <a:latin typeface="KaiTi_GB2312" panose="02010609030101010101" pitchFamily="49" charset="-122"/>
                <a:ea typeface="KaiTi_GB2312" panose="02010609030101010101" pitchFamily="49" charset="-122"/>
              </a:rPr>
              <a:t>Nacional </a:t>
            </a:r>
            <a:r>
              <a:rPr lang="en-US" altLang="zh-CN" dirty="0" err="1">
                <a:solidFill>
                  <a:srgbClr val="0070C0"/>
                </a:solidFill>
                <a:latin typeface="KaiTi_GB2312" panose="02010609030101010101" pitchFamily="49" charset="-122"/>
                <a:ea typeface="KaiTi_GB2312" panose="02010609030101010101" pitchFamily="49" charset="-122"/>
              </a:rPr>
              <a:t>Autónoma</a:t>
            </a:r>
            <a:r>
              <a:rPr lang="en-US" altLang="zh-CN" dirty="0">
                <a:solidFill>
                  <a:srgbClr val="0070C0"/>
                </a:solidFill>
                <a:latin typeface="KaiTi_GB2312" panose="02010609030101010101" pitchFamily="49" charset="-122"/>
                <a:ea typeface="KaiTi_GB2312" panose="02010609030101010101" pitchFamily="49" charset="-122"/>
              </a:rPr>
              <a:t> de México/Universidad Nacional </a:t>
            </a:r>
            <a:r>
              <a:rPr lang="en-US" altLang="zh-CN" dirty="0" err="1">
                <a:solidFill>
                  <a:srgbClr val="0070C0"/>
                </a:solidFill>
                <a:latin typeface="KaiTi_GB2312" panose="02010609030101010101" pitchFamily="49" charset="-122"/>
                <a:ea typeface="KaiTi_GB2312" panose="02010609030101010101" pitchFamily="49" charset="-122"/>
              </a:rPr>
              <a:t>Autónoma</a:t>
            </a:r>
            <a:r>
              <a:rPr lang="en-US" altLang="zh-CN" dirty="0">
                <a:solidFill>
                  <a:srgbClr val="0070C0"/>
                </a:solidFill>
                <a:latin typeface="KaiTi_GB2312" panose="02010609030101010101" pitchFamily="49" charset="-122"/>
                <a:ea typeface="KaiTi_GB2312" panose="02010609030101010101" pitchFamily="49" charset="-122"/>
              </a:rPr>
              <a:t> de · · · </a:t>
            </a:r>
            <a:r>
              <a:rPr lang="en-US" altLang="zh-CN" dirty="0">
                <a:latin typeface="KaiTi_GB2312" panose="02010609030101010101" pitchFamily="49" charset="-122"/>
                <a:ea typeface="KaiTi_GB2312" panose="02010609030101010101" pitchFamily="49" charset="-122"/>
              </a:rPr>
              <a:t>”</a:t>
            </a:r>
            <a:endParaRPr lang="zh-CN" altLang="en-US" dirty="0">
              <a:latin typeface="KaiTi_GB2312" panose="02010609030101010101" pitchFamily="49" charset="-122"/>
              <a:ea typeface="KaiTi_GB2312" panose="02010609030101010101" pitchFamily="49"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冗余去除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423945445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90461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a:t>
            </a:r>
            <a:r>
              <a:rPr lang="en-US" altLang="zh-CN" sz="2400" dirty="0" err="1">
                <a:latin typeface="Microsoft YaHei" panose="020B0503020204020204" pitchFamily="34" charset="-122"/>
                <a:ea typeface="Microsoft YaHei" panose="020B0503020204020204" pitchFamily="34" charset="-122"/>
              </a:rPr>
              <a:t>RefinedWeb</a:t>
            </a:r>
            <a:r>
              <a:rPr lang="en-US" altLang="zh-CN" sz="2400" dirty="0">
                <a:latin typeface="Microsoft YaHei" panose="020B0503020204020204" pitchFamily="34" charset="-122"/>
                <a:ea typeface="Microsoft YaHei" panose="020B0503020204020204" pitchFamily="34" charset="-122"/>
              </a:rPr>
              <a:t>[64] </a:t>
            </a:r>
            <a:r>
              <a:rPr lang="zh-CN" altLang="en-US" sz="2400" dirty="0">
                <a:latin typeface="Microsoft YaHei" panose="020B0503020204020204" pitchFamily="34" charset="-122"/>
                <a:ea typeface="Microsoft YaHei" panose="020B0503020204020204" pitchFamily="34" charset="-122"/>
              </a:rPr>
              <a:t>的构造过程中使用了文献</a:t>
            </a:r>
            <a:r>
              <a:rPr lang="en-US" altLang="zh-CN" sz="2400" dirty="0">
                <a:latin typeface="Microsoft YaHei" panose="020B0503020204020204" pitchFamily="34" charset="-122"/>
                <a:ea typeface="Microsoft YaHei" panose="020B0503020204020204" pitchFamily="34" charset="-122"/>
              </a:rPr>
              <a:t>[98] </a:t>
            </a:r>
            <a:r>
              <a:rPr lang="zh-CN" altLang="en-US" sz="2400" dirty="0">
                <a:latin typeface="Microsoft YaHei" panose="020B0503020204020204" pitchFamily="34" charset="-122"/>
                <a:ea typeface="Microsoft YaHei" panose="020B0503020204020204" pitchFamily="34" charset="-122"/>
              </a:rPr>
              <a:t>提出的过滤方法，进行了句子级别的过滤。</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该方法提取并过滤文档间</a:t>
            </a:r>
            <a:r>
              <a:rPr lang="zh-CN" altLang="en-US" sz="2000" dirty="0">
                <a:solidFill>
                  <a:srgbClr val="0070C0"/>
                </a:solidFill>
                <a:latin typeface="Microsoft YaHei" panose="020B0503020204020204" pitchFamily="34" charset="-122"/>
                <a:ea typeface="Microsoft YaHei" panose="020B0503020204020204" pitchFamily="34" charset="-122"/>
              </a:rPr>
              <a:t>超过一定长度的相同字符</a:t>
            </a:r>
            <a:r>
              <a:rPr lang="zh-CN" altLang="en-US" sz="2000" dirty="0">
                <a:latin typeface="Microsoft YaHei" panose="020B0503020204020204" pitchFamily="34" charset="-122"/>
                <a:ea typeface="Microsoft YaHei" panose="020B0503020204020204" pitchFamily="34" charset="-122"/>
              </a:rPr>
              <a:t>串。给定两个文档</a:t>
            </a:r>
            <a:r>
              <a:rPr lang="en-US" altLang="zh-CN" sz="2000" dirty="0">
                <a:latin typeface="Microsoft YaHei" panose="020B0503020204020204" pitchFamily="34" charset="-122"/>
                <a:ea typeface="Microsoft YaHei" panose="020B0503020204020204" pitchFamily="34" charset="-122"/>
              </a:rPr>
              <a:t>xi </a:t>
            </a:r>
            <a:r>
              <a:rPr lang="zh-CN" altLang="en-US" sz="2000" dirty="0">
                <a:latin typeface="Microsoft YaHei" panose="020B0503020204020204" pitchFamily="34" charset="-122"/>
                <a:ea typeface="Microsoft YaHei" panose="020B0503020204020204" pitchFamily="34" charset="-122"/>
              </a:rPr>
              <a:t>和</a:t>
            </a:r>
            <a:r>
              <a:rPr lang="en-US" altLang="zh-CN" sz="2000" dirty="0" err="1">
                <a:latin typeface="Microsoft YaHei" panose="020B0503020204020204" pitchFamily="34" charset="-122"/>
                <a:ea typeface="Microsoft YaHei" panose="020B0503020204020204" pitchFamily="34" charset="-122"/>
              </a:rPr>
              <a:t>x</a:t>
            </a:r>
            <a:r>
              <a:rPr lang="en-US" altLang="zh-CN" sz="2000" baseline="-25000" dirty="0" err="1">
                <a:latin typeface="Microsoft YaHei" panose="020B0503020204020204" pitchFamily="34" charset="-122"/>
                <a:ea typeface="Microsoft YaHei" panose="020B0503020204020204" pitchFamily="34" charset="-122"/>
              </a:rPr>
              <a:t>j</a:t>
            </a:r>
            <a:r>
              <a:rPr lang="zh-CN" altLang="en-US" sz="2000" dirty="0">
                <a:latin typeface="Microsoft YaHei" panose="020B0503020204020204" pitchFamily="34" charset="-122"/>
                <a:ea typeface="Microsoft YaHei" panose="020B0503020204020204" pitchFamily="34" charset="-122"/>
              </a:rPr>
              <a:t>，其中存在长度为 </a:t>
            </a:r>
            <a:r>
              <a:rPr lang="en-US" altLang="zh-CN" sz="2000" dirty="0">
                <a:latin typeface="Microsoft YaHei" panose="020B0503020204020204" pitchFamily="34" charset="-122"/>
                <a:ea typeface="Microsoft YaHei" panose="020B0503020204020204" pitchFamily="34" charset="-122"/>
              </a:rPr>
              <a:t>k</a:t>
            </a:r>
            <a:r>
              <a:rPr lang="zh-CN" altLang="en-US" sz="2000" dirty="0">
                <a:latin typeface="Microsoft YaHei" panose="020B0503020204020204" pitchFamily="34" charset="-122"/>
                <a:ea typeface="Microsoft YaHei" panose="020B0503020204020204" pitchFamily="34" charset="-122"/>
              </a:rPr>
              <a:t> 的公共子串。当</a:t>
            </a:r>
            <a:r>
              <a:rPr lang="en-US" altLang="zh-CN" sz="2000" dirty="0">
                <a:latin typeface="Microsoft YaHei" panose="020B0503020204020204" pitchFamily="34" charset="-122"/>
                <a:ea typeface="Microsoft YaHei" panose="020B0503020204020204" pitchFamily="34" charset="-122"/>
              </a:rPr>
              <a:t>k ⩾ 50 </a:t>
            </a:r>
            <a:r>
              <a:rPr lang="zh-CN" altLang="en-US" sz="2000" dirty="0">
                <a:latin typeface="Microsoft YaHei" panose="020B0503020204020204" pitchFamily="34" charset="-122"/>
                <a:ea typeface="Microsoft YaHei" panose="020B0503020204020204" pitchFamily="34" charset="-122"/>
              </a:rPr>
              <a:t>时，就将其中一个子串过滤。</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公共子串匹配的关键是如何高效完成字符串匹配，文献</a:t>
            </a:r>
            <a:r>
              <a:rPr lang="en-US" altLang="zh-CN" sz="2000" dirty="0">
                <a:latin typeface="Microsoft YaHei" panose="020B0503020204020204" pitchFamily="34" charset="-122"/>
                <a:ea typeface="Microsoft YaHei" panose="020B0503020204020204" pitchFamily="34" charset="-122"/>
              </a:rPr>
              <a:t>[64] </a:t>
            </a:r>
            <a:r>
              <a:rPr lang="zh-CN" altLang="en-US" sz="2000" dirty="0">
                <a:latin typeface="Microsoft YaHei" panose="020B0503020204020204" pitchFamily="34" charset="-122"/>
                <a:ea typeface="Microsoft YaHei" panose="020B0503020204020204" pitchFamily="34" charset="-122"/>
              </a:rPr>
              <a:t>将整个文档</a:t>
            </a:r>
            <a:r>
              <a:rPr lang="en-US" altLang="zh-CN" sz="2000" dirty="0">
                <a:latin typeface="Microsoft YaHei" panose="020B0503020204020204" pitchFamily="34" charset="-122"/>
                <a:ea typeface="Microsoft YaHei" panose="020B0503020204020204" pitchFamily="34" charset="-122"/>
              </a:rPr>
              <a:t>D </a:t>
            </a:r>
            <a:r>
              <a:rPr lang="zh-CN" altLang="en-US" sz="2000" dirty="0">
                <a:latin typeface="Microsoft YaHei" panose="020B0503020204020204" pitchFamily="34" charset="-122"/>
                <a:ea typeface="Microsoft YaHei" panose="020B0503020204020204" pitchFamily="34" charset="-122"/>
              </a:rPr>
              <a:t>转换为一个超长的字符串序列</a:t>
            </a:r>
            <a:r>
              <a:rPr lang="en-US" altLang="zh-CN" sz="2000" dirty="0">
                <a:latin typeface="Microsoft YaHei" panose="020B0503020204020204" pitchFamily="34" charset="-122"/>
                <a:ea typeface="Microsoft YaHei" panose="020B0503020204020204" pitchFamily="34" charset="-122"/>
              </a:rPr>
              <a:t>S</a:t>
            </a:r>
            <a:r>
              <a:rPr lang="zh-CN" altLang="en-US" sz="2000" dirty="0">
                <a:latin typeface="Microsoft YaHei" panose="020B0503020204020204" pitchFamily="34" charset="-122"/>
                <a:ea typeface="Microsoft YaHei" panose="020B0503020204020204" pitchFamily="34" charset="-122"/>
              </a:rPr>
              <a:t>，之后构造序列</a:t>
            </a:r>
            <a:r>
              <a:rPr lang="en-US" altLang="zh-CN" sz="2000" dirty="0">
                <a:latin typeface="Microsoft YaHei" panose="020B0503020204020204" pitchFamily="34" charset="-122"/>
                <a:ea typeface="Microsoft YaHei" panose="020B0503020204020204" pitchFamily="34" charset="-122"/>
              </a:rPr>
              <a:t>S</a:t>
            </a:r>
            <a:r>
              <a:rPr lang="zh-CN" altLang="en-US" sz="2000" dirty="0">
                <a:latin typeface="Microsoft YaHei" panose="020B0503020204020204" pitchFamily="34" charset="-122"/>
                <a:ea typeface="Microsoft YaHei" panose="020B0503020204020204" pitchFamily="34" charset="-122"/>
              </a:rPr>
              <a:t>的</a:t>
            </a:r>
            <a:r>
              <a:rPr lang="zh-CN" altLang="en-US" sz="2000" dirty="0">
                <a:solidFill>
                  <a:srgbClr val="0070C0"/>
                </a:solidFill>
                <a:latin typeface="Microsoft YaHei" panose="020B0503020204020204" pitchFamily="34" charset="-122"/>
                <a:ea typeface="Microsoft YaHei" panose="020B0503020204020204" pitchFamily="34" charset="-122"/>
              </a:rPr>
              <a:t>后缀数组（</a:t>
            </a:r>
            <a:r>
              <a:rPr lang="en-US" altLang="zh-CN" sz="2000" dirty="0">
                <a:solidFill>
                  <a:srgbClr val="0070C0"/>
                </a:solidFill>
                <a:latin typeface="Microsoft YaHei" panose="020B0503020204020204" pitchFamily="34" charset="-122"/>
                <a:ea typeface="Microsoft YaHei" panose="020B0503020204020204" pitchFamily="34" charset="-122"/>
              </a:rPr>
              <a:t>Suffix Array</a:t>
            </a:r>
            <a:r>
              <a:rPr lang="zh-CN" altLang="en-US" sz="2000" dirty="0">
                <a:solidFill>
                  <a:srgbClr val="0070C0"/>
                </a:solidFill>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A</a:t>
            </a:r>
            <a:r>
              <a:rPr lang="zh-CN" altLang="en-US" sz="2000" dirty="0">
                <a:latin typeface="Microsoft YaHei" panose="020B0503020204020204" pitchFamily="34" charset="-122"/>
                <a:ea typeface="Microsoft YaHei" panose="020B0503020204020204" pitchFamily="34" charset="-122"/>
              </a:rPr>
              <a:t>。该数组包含在该序列中的所有后缀按字典顺序排列的列表。具体而言，后缀数组</a:t>
            </a:r>
            <a:r>
              <a:rPr lang="en-US" altLang="zh-CN" sz="2000" dirty="0">
                <a:latin typeface="Microsoft YaHei" panose="020B0503020204020204" pitchFamily="34" charset="-122"/>
                <a:ea typeface="Microsoft YaHei" panose="020B0503020204020204" pitchFamily="34" charset="-122"/>
              </a:rPr>
              <a:t>A </a:t>
            </a:r>
            <a:r>
              <a:rPr lang="zh-CN" altLang="en-US" sz="2000" dirty="0">
                <a:latin typeface="Microsoft YaHei" panose="020B0503020204020204" pitchFamily="34" charset="-122"/>
                <a:ea typeface="Microsoft YaHei" panose="020B0503020204020204" pitchFamily="34" charset="-122"/>
              </a:rPr>
              <a:t>是一个整数数组，其中每个元素表示</a:t>
            </a:r>
            <a:r>
              <a:rPr lang="en-US" altLang="zh-CN" sz="2000" dirty="0">
                <a:latin typeface="Microsoft YaHei" panose="020B0503020204020204" pitchFamily="34" charset="-122"/>
                <a:ea typeface="Microsoft YaHei" panose="020B0503020204020204" pitchFamily="34" charset="-122"/>
              </a:rPr>
              <a:t>S </a:t>
            </a:r>
            <a:r>
              <a:rPr lang="zh-CN" altLang="en-US" sz="2000" dirty="0">
                <a:latin typeface="Microsoft YaHei" panose="020B0503020204020204" pitchFamily="34" charset="-122"/>
                <a:ea typeface="Microsoft YaHei" panose="020B0503020204020204" pitchFamily="34" charset="-122"/>
              </a:rPr>
              <a:t>中的一个后缀的起始位置。</a:t>
            </a:r>
            <a:r>
              <a:rPr lang="en-US" altLang="zh-CN" sz="2000" dirty="0">
                <a:latin typeface="Microsoft YaHei" panose="020B0503020204020204" pitchFamily="34" charset="-122"/>
                <a:ea typeface="Microsoft YaHei" panose="020B0503020204020204" pitchFamily="34" charset="-122"/>
              </a:rPr>
              <a:t>A </a:t>
            </a:r>
            <a:r>
              <a:rPr lang="zh-CN" altLang="en-US" sz="2000" dirty="0">
                <a:latin typeface="Microsoft YaHei" panose="020B0503020204020204" pitchFamily="34" charset="-122"/>
                <a:ea typeface="Microsoft YaHei" panose="020B0503020204020204" pitchFamily="34" charset="-122"/>
              </a:rPr>
              <a:t>中的元素按照后缀的字典顺序排列。</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针对</a:t>
            </a:r>
            <a:r>
              <a:rPr lang="en-US" altLang="zh-CN" sz="2000" dirty="0">
                <a:latin typeface="Microsoft YaHei" panose="020B0503020204020204" pitchFamily="34" charset="-122"/>
                <a:ea typeface="Microsoft YaHei" panose="020B0503020204020204" pitchFamily="34" charset="-122"/>
              </a:rPr>
              <a:t>Wiki-40B </a:t>
            </a:r>
            <a:r>
              <a:rPr lang="zh-CN" altLang="en-US" sz="2000" dirty="0">
                <a:latin typeface="Microsoft YaHei" panose="020B0503020204020204" pitchFamily="34" charset="-122"/>
                <a:ea typeface="Microsoft YaHei" panose="020B0503020204020204" pitchFamily="34" charset="-122"/>
              </a:rPr>
              <a:t>训练语料（约包含</a:t>
            </a:r>
            <a:r>
              <a:rPr lang="en-US" altLang="zh-CN" sz="2000" dirty="0">
                <a:latin typeface="Microsoft YaHei" panose="020B0503020204020204" pitchFamily="34" charset="-122"/>
                <a:ea typeface="Microsoft YaHei" panose="020B0503020204020204" pitchFamily="34" charset="-122"/>
              </a:rPr>
              <a:t>4GB </a:t>
            </a:r>
            <a:r>
              <a:rPr lang="zh-CN" altLang="en-US" sz="2000" dirty="0">
                <a:latin typeface="Microsoft YaHei" panose="020B0503020204020204" pitchFamily="34" charset="-122"/>
                <a:ea typeface="Microsoft YaHei" panose="020B0503020204020204" pitchFamily="34" charset="-122"/>
              </a:rPr>
              <a:t>文本内容），使用拥有</a:t>
            </a:r>
            <a:r>
              <a:rPr lang="en-US" altLang="zh-CN" sz="2000" dirty="0">
                <a:latin typeface="Microsoft YaHei" panose="020B0503020204020204" pitchFamily="34" charset="-122"/>
                <a:ea typeface="Microsoft YaHei" panose="020B0503020204020204" pitchFamily="34" charset="-122"/>
              </a:rPr>
              <a:t>96 </a:t>
            </a:r>
            <a:r>
              <a:rPr lang="zh-CN" altLang="en-US" sz="2000" dirty="0">
                <a:latin typeface="Microsoft YaHei" panose="020B0503020204020204" pitchFamily="34" charset="-122"/>
                <a:ea typeface="Microsoft YaHei" panose="020B0503020204020204" pitchFamily="34" charset="-122"/>
              </a:rPr>
              <a:t>核</a:t>
            </a:r>
            <a:r>
              <a:rPr lang="en-US" altLang="zh-CN" sz="2000" dirty="0">
                <a:latin typeface="Microsoft YaHei" panose="020B0503020204020204" pitchFamily="34" charset="-122"/>
                <a:ea typeface="Microsoft YaHei" panose="020B0503020204020204" pitchFamily="34" charset="-122"/>
              </a:rPr>
              <a:t>CPU </a:t>
            </a:r>
            <a:r>
              <a:rPr lang="zh-CN" altLang="en-US" sz="2000" dirty="0">
                <a:latin typeface="Microsoft YaHei" panose="020B0503020204020204" pitchFamily="34" charset="-122"/>
                <a:ea typeface="Microsoft YaHei" panose="020B0503020204020204" pitchFamily="34" charset="-122"/>
              </a:rPr>
              <a:t>以及</a:t>
            </a:r>
            <a:r>
              <a:rPr lang="en-US" altLang="zh-CN" sz="2000" dirty="0">
                <a:latin typeface="Microsoft YaHei" panose="020B0503020204020204" pitchFamily="34" charset="-122"/>
                <a:ea typeface="Microsoft YaHei" panose="020B0503020204020204" pitchFamily="34" charset="-122"/>
              </a:rPr>
              <a:t>768GB </a:t>
            </a:r>
            <a:r>
              <a:rPr lang="zh-CN" altLang="en-US" sz="2000" dirty="0">
                <a:latin typeface="Microsoft YaHei" panose="020B0503020204020204" pitchFamily="34" charset="-122"/>
                <a:ea typeface="Microsoft YaHei" panose="020B0503020204020204" pitchFamily="34" charset="-122"/>
              </a:rPr>
              <a:t>内存的服务器，可以在</a:t>
            </a:r>
            <a:r>
              <a:rPr lang="en-US" altLang="zh-CN" sz="2000" dirty="0">
                <a:latin typeface="Microsoft YaHei" panose="020B0503020204020204" pitchFamily="34" charset="-122"/>
                <a:ea typeface="Microsoft YaHei" panose="020B0503020204020204" pitchFamily="34" charset="-122"/>
              </a:rPr>
              <a:t>140 </a:t>
            </a:r>
            <a:r>
              <a:rPr lang="zh-CN" altLang="en-US" sz="2000" dirty="0">
                <a:latin typeface="Microsoft YaHei" panose="020B0503020204020204" pitchFamily="34" charset="-122"/>
                <a:ea typeface="Microsoft YaHei" panose="020B0503020204020204" pitchFamily="34" charset="-122"/>
              </a:rPr>
              <a:t>秒内完成计算。对于包含</a:t>
            </a:r>
            <a:r>
              <a:rPr lang="en-US" altLang="zh-CN" sz="2000" dirty="0">
                <a:latin typeface="Microsoft YaHei" panose="020B0503020204020204" pitchFamily="34" charset="-122"/>
                <a:ea typeface="Microsoft YaHei" panose="020B0503020204020204" pitchFamily="34" charset="-122"/>
              </a:rPr>
              <a:t>350GB </a:t>
            </a:r>
            <a:r>
              <a:rPr lang="zh-CN" altLang="en-US" sz="2000" dirty="0">
                <a:latin typeface="Microsoft YaHei" panose="020B0503020204020204" pitchFamily="34" charset="-122"/>
                <a:ea typeface="Microsoft YaHei" panose="020B0503020204020204" pitchFamily="34" charset="-122"/>
              </a:rPr>
              <a:t>文本的</a:t>
            </a:r>
            <a:r>
              <a:rPr lang="en-US" altLang="zh-CN" sz="2000" dirty="0">
                <a:latin typeface="Microsoft YaHei" panose="020B0503020204020204" pitchFamily="34" charset="-122"/>
                <a:ea typeface="Microsoft YaHei" panose="020B0503020204020204" pitchFamily="34" charset="-122"/>
              </a:rPr>
              <a:t>C4 </a:t>
            </a:r>
            <a:r>
              <a:rPr lang="zh-CN" altLang="en-US" sz="2000" dirty="0">
                <a:latin typeface="Microsoft YaHei" panose="020B0503020204020204" pitchFamily="34" charset="-122"/>
                <a:ea typeface="Microsoft YaHei" panose="020B0503020204020204" pitchFamily="34" charset="-122"/>
              </a:rPr>
              <a:t>数据集，仅需要</a:t>
            </a:r>
            <a:r>
              <a:rPr lang="en-US" altLang="zh-CN" sz="2000" dirty="0">
                <a:latin typeface="Microsoft YaHei" panose="020B0503020204020204" pitchFamily="34" charset="-122"/>
                <a:ea typeface="Microsoft YaHei" panose="020B0503020204020204" pitchFamily="34" charset="-122"/>
              </a:rPr>
              <a:t>12 </a:t>
            </a:r>
            <a:r>
              <a:rPr lang="zh-CN" altLang="en-US" sz="2000" dirty="0">
                <a:latin typeface="Microsoft YaHei" panose="020B0503020204020204" pitchFamily="34" charset="-122"/>
                <a:ea typeface="Microsoft YaHei" panose="020B0503020204020204" pitchFamily="34" charset="-122"/>
              </a:rPr>
              <a:t>小时就可以完成后缀数组构造。</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冗余去除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71389996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981283"/>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在文档级别上，大部分大语言模型依靠文档之间的表面特征相似度（例如</a:t>
            </a:r>
            <a:r>
              <a:rPr lang="en-US" altLang="zh-CN" sz="2400" dirty="0">
                <a:latin typeface="Microsoft YaHei" panose="020B0503020204020204" pitchFamily="34" charset="-122"/>
                <a:ea typeface="Microsoft YaHei" panose="020B0503020204020204" pitchFamily="34" charset="-122"/>
              </a:rPr>
              <a:t>n-gram </a:t>
            </a:r>
            <a:r>
              <a:rPr lang="zh-CN" altLang="en-US" sz="2400" dirty="0">
                <a:latin typeface="Microsoft YaHei" panose="020B0503020204020204" pitchFamily="34" charset="-122"/>
                <a:ea typeface="Microsoft YaHei" panose="020B0503020204020204" pitchFamily="34" charset="-122"/>
              </a:rPr>
              <a:t>重叠比例）进行检测并删除重复文档</a:t>
            </a:r>
            <a:r>
              <a:rPr lang="en-US" altLang="zh-CN" sz="2400" dirty="0">
                <a:latin typeface="Microsoft YaHei" panose="020B0503020204020204" pitchFamily="34" charset="-122"/>
                <a:ea typeface="Microsoft YaHei" panose="020B0503020204020204" pitchFamily="34" charset="-122"/>
              </a:rPr>
              <a:t>[33, 37, 64, 98]</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en-US" altLang="zh-CN" sz="2000" dirty="0" err="1">
                <a:latin typeface="Microsoft YaHei" panose="020B0503020204020204" pitchFamily="34" charset="-122"/>
                <a:ea typeface="Microsoft YaHei" panose="020B0503020204020204" pitchFamily="34" charset="-122"/>
              </a:rPr>
              <a:t>LLaMA</a:t>
            </a:r>
            <a:r>
              <a:rPr lang="en-US" altLang="zh-CN" sz="2000" dirty="0">
                <a:latin typeface="Microsoft YaHei" panose="020B0503020204020204" pitchFamily="34" charset="-122"/>
                <a:ea typeface="Microsoft YaHei" panose="020B0503020204020204" pitchFamily="34" charset="-122"/>
              </a:rPr>
              <a:t>[37] </a:t>
            </a:r>
            <a:r>
              <a:rPr lang="zh-CN" altLang="en-US" sz="2000" dirty="0">
                <a:latin typeface="Microsoft YaHei" panose="020B0503020204020204" pitchFamily="34" charset="-122"/>
                <a:ea typeface="Microsoft YaHei" panose="020B0503020204020204" pitchFamily="34" charset="-122"/>
              </a:rPr>
              <a:t>采用</a:t>
            </a:r>
            <a:r>
              <a:rPr lang="en-US" altLang="zh-CN" sz="2000" dirty="0" err="1">
                <a:latin typeface="Microsoft YaHei" panose="020B0503020204020204" pitchFamily="34" charset="-122"/>
                <a:ea typeface="Microsoft YaHei" panose="020B0503020204020204" pitchFamily="34" charset="-122"/>
              </a:rPr>
              <a:t>CCNet</a:t>
            </a:r>
            <a:r>
              <a:rPr lang="en-US" altLang="zh-CN" sz="2000" dirty="0">
                <a:latin typeface="Microsoft YaHei" panose="020B0503020204020204" pitchFamily="34" charset="-122"/>
                <a:ea typeface="Microsoft YaHei" panose="020B0503020204020204" pitchFamily="34" charset="-122"/>
              </a:rPr>
              <a:t>[99] </a:t>
            </a:r>
            <a:r>
              <a:rPr lang="zh-CN" altLang="en-US" sz="2000" dirty="0">
                <a:latin typeface="Microsoft YaHei" panose="020B0503020204020204" pitchFamily="34" charset="-122"/>
                <a:ea typeface="Microsoft YaHei" panose="020B0503020204020204" pitchFamily="34" charset="-122"/>
              </a:rPr>
              <a:t>的处理模式，先将文档拆分为段落，并把所有字符转换为小写字符、将数字替换为占位符，以及删除所有</a:t>
            </a:r>
            <a:r>
              <a:rPr lang="en-US" altLang="zh-CN" sz="2000" dirty="0">
                <a:latin typeface="Microsoft YaHei" panose="020B0503020204020204" pitchFamily="34" charset="-122"/>
                <a:ea typeface="Microsoft YaHei" panose="020B0503020204020204" pitchFamily="34" charset="-122"/>
              </a:rPr>
              <a:t>Unicode</a:t>
            </a:r>
            <a:r>
              <a:rPr lang="zh-CN" altLang="en-US" sz="2000" dirty="0">
                <a:latin typeface="Microsoft YaHei" panose="020B0503020204020204" pitchFamily="34" charset="-122"/>
                <a:ea typeface="Microsoft YaHei" panose="020B0503020204020204" pitchFamily="34" charset="-122"/>
              </a:rPr>
              <a:t>标点符号和重音符号来对每个段落进行规范化处理。然后，</a:t>
            </a:r>
            <a:r>
              <a:rPr lang="zh-CN" altLang="en-US" sz="2000" dirty="0">
                <a:solidFill>
                  <a:srgbClr val="0070C0"/>
                </a:solidFill>
                <a:latin typeface="Microsoft YaHei" panose="020B0503020204020204" pitchFamily="34" charset="-122"/>
                <a:ea typeface="Microsoft YaHei" panose="020B0503020204020204" pitchFamily="34" charset="-122"/>
              </a:rPr>
              <a:t>使用</a:t>
            </a:r>
            <a:r>
              <a:rPr lang="en-US" altLang="zh-CN" sz="2000" dirty="0">
                <a:solidFill>
                  <a:srgbClr val="0070C0"/>
                </a:solidFill>
                <a:latin typeface="Microsoft YaHei" panose="020B0503020204020204" pitchFamily="34" charset="-122"/>
                <a:ea typeface="Microsoft YaHei" panose="020B0503020204020204" pitchFamily="34" charset="-122"/>
              </a:rPr>
              <a:t>SHA-1</a:t>
            </a:r>
            <a:r>
              <a:rPr lang="zh-CN" altLang="en-US" sz="2000" dirty="0">
                <a:solidFill>
                  <a:srgbClr val="0070C0"/>
                </a:solidFill>
                <a:latin typeface="Microsoft YaHei" panose="020B0503020204020204" pitchFamily="34" charset="-122"/>
                <a:ea typeface="Microsoft YaHei" panose="020B0503020204020204" pitchFamily="34" charset="-122"/>
              </a:rPr>
              <a:t>方法</a:t>
            </a:r>
            <a:r>
              <a:rPr lang="zh-CN" altLang="en-US" sz="2000" dirty="0">
                <a:latin typeface="Microsoft YaHei" panose="020B0503020204020204" pitchFamily="34" charset="-122"/>
                <a:ea typeface="Microsoft YaHei" panose="020B0503020204020204" pitchFamily="34" charset="-122"/>
              </a:rPr>
              <a:t>为每个段落计算一个哈希码（</a:t>
            </a:r>
            <a:r>
              <a:rPr lang="en-US" altLang="zh-CN" sz="2000" dirty="0">
                <a:latin typeface="Microsoft YaHei" panose="020B0503020204020204" pitchFamily="34" charset="-122"/>
                <a:ea typeface="Microsoft YaHei" panose="020B0503020204020204" pitchFamily="34" charset="-122"/>
              </a:rPr>
              <a:t>Hash</a:t>
            </a:r>
            <a:r>
              <a:rPr lang="zh-CN" altLang="en-US" sz="2000" dirty="0">
                <a:latin typeface="Microsoft YaHei" panose="020B0503020204020204" pitchFamily="34" charset="-122"/>
                <a:ea typeface="Microsoft YaHei" panose="020B0503020204020204" pitchFamily="34" charset="-122"/>
              </a:rPr>
              <a:t> </a:t>
            </a:r>
            <a:r>
              <a:rPr lang="en-US" altLang="zh-CN" sz="2000" dirty="0">
                <a:latin typeface="Microsoft YaHei" panose="020B0503020204020204" pitchFamily="34" charset="-122"/>
                <a:ea typeface="Microsoft YaHei" panose="020B0503020204020204" pitchFamily="34" charset="-122"/>
              </a:rPr>
              <a:t>Code</a:t>
            </a:r>
            <a:r>
              <a:rPr lang="zh-CN" altLang="en-US" sz="2000" dirty="0">
                <a:latin typeface="Microsoft YaHei" panose="020B0503020204020204" pitchFamily="34" charset="-122"/>
                <a:ea typeface="Microsoft YaHei" panose="020B0503020204020204" pitchFamily="34" charset="-122"/>
              </a:rPr>
              <a:t>），并使用前</a:t>
            </a:r>
            <a:r>
              <a:rPr lang="en-US" altLang="zh-CN" sz="2000" dirty="0">
                <a:latin typeface="Microsoft YaHei" panose="020B0503020204020204" pitchFamily="34" charset="-122"/>
                <a:ea typeface="Microsoft YaHei" panose="020B0503020204020204" pitchFamily="34" charset="-122"/>
              </a:rPr>
              <a:t>64 </a:t>
            </a:r>
            <a:r>
              <a:rPr lang="zh-CN" altLang="en-US" sz="2000" dirty="0">
                <a:latin typeface="Microsoft YaHei" panose="020B0503020204020204" pitchFamily="34" charset="-122"/>
                <a:ea typeface="Microsoft YaHei" panose="020B0503020204020204" pitchFamily="34" charset="-122"/>
              </a:rPr>
              <a:t>位数字作为键。最后，利用每个段落的键进行重复判断。</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en-US" altLang="zh-CN" sz="2000" dirty="0" err="1">
                <a:latin typeface="Microsoft YaHei" panose="020B0503020204020204" pitchFamily="34" charset="-122"/>
                <a:ea typeface="Microsoft YaHei" panose="020B0503020204020204" pitchFamily="34" charset="-122"/>
              </a:rPr>
              <a:t>RefinedWeb</a:t>
            </a:r>
            <a:r>
              <a:rPr lang="en-US" altLang="zh-CN" sz="2000" dirty="0">
                <a:latin typeface="Microsoft YaHei" panose="020B0503020204020204" pitchFamily="34" charset="-122"/>
                <a:ea typeface="Microsoft YaHei" panose="020B0503020204020204" pitchFamily="34" charset="-122"/>
              </a:rPr>
              <a:t>[64] </a:t>
            </a:r>
            <a:r>
              <a:rPr lang="zh-CN" altLang="en-US" sz="2000" dirty="0">
                <a:latin typeface="Microsoft YaHei" panose="020B0503020204020204" pitchFamily="34" charset="-122"/>
                <a:ea typeface="Microsoft YaHei" panose="020B0503020204020204" pitchFamily="34" charset="-122"/>
              </a:rPr>
              <a:t>先去除页面中菜单、标题、页脚、广告等内容，仅抽取页面中的主要内容。在此基础上，在文档级别进行过滤，采用与文献</a:t>
            </a:r>
            <a:r>
              <a:rPr lang="en-US" altLang="zh-CN" sz="2000" dirty="0">
                <a:latin typeface="Microsoft YaHei" panose="020B0503020204020204" pitchFamily="34" charset="-122"/>
                <a:ea typeface="Microsoft YaHei" panose="020B0503020204020204" pitchFamily="34" charset="-122"/>
              </a:rPr>
              <a:t>[89] </a:t>
            </a:r>
            <a:r>
              <a:rPr lang="zh-CN" altLang="en-US" sz="2000" dirty="0">
                <a:latin typeface="Microsoft YaHei" panose="020B0503020204020204" pitchFamily="34" charset="-122"/>
                <a:ea typeface="Microsoft YaHei" panose="020B0503020204020204" pitchFamily="34" charset="-122"/>
              </a:rPr>
              <a:t>类似的方法，</a:t>
            </a:r>
            <a:r>
              <a:rPr lang="zh-CN" altLang="en-US" sz="2000" dirty="0">
                <a:solidFill>
                  <a:srgbClr val="0070C0"/>
                </a:solidFill>
                <a:latin typeface="Microsoft YaHei" panose="020B0503020204020204" pitchFamily="34" charset="-122"/>
                <a:ea typeface="Microsoft YaHei" panose="020B0503020204020204" pitchFamily="34" charset="-122"/>
              </a:rPr>
              <a:t>使用</a:t>
            </a:r>
            <a:r>
              <a:rPr lang="en-US" altLang="zh-CN" sz="2000" dirty="0">
                <a:solidFill>
                  <a:srgbClr val="0070C0"/>
                </a:solidFill>
                <a:latin typeface="Microsoft YaHei" panose="020B0503020204020204" pitchFamily="34" charset="-122"/>
                <a:ea typeface="Microsoft YaHei" panose="020B0503020204020204" pitchFamily="34" charset="-122"/>
              </a:rPr>
              <a:t>n-gram </a:t>
            </a:r>
            <a:r>
              <a:rPr lang="zh-CN" altLang="en-US" sz="2000" dirty="0">
                <a:solidFill>
                  <a:srgbClr val="0070C0"/>
                </a:solidFill>
                <a:latin typeface="Microsoft YaHei" panose="020B0503020204020204" pitchFamily="34" charset="-122"/>
                <a:ea typeface="Microsoft YaHei" panose="020B0503020204020204" pitchFamily="34" charset="-122"/>
              </a:rPr>
              <a:t>重叠程度来衡量句子、段落及文档的相似度</a:t>
            </a:r>
            <a:r>
              <a:rPr lang="zh-CN" altLang="en-US" sz="2000" dirty="0">
                <a:latin typeface="Microsoft YaHei" panose="020B0503020204020204" pitchFamily="34" charset="-122"/>
                <a:ea typeface="Microsoft YaHei" panose="020B0503020204020204" pitchFamily="34" charset="-122"/>
              </a:rPr>
              <a:t>。如果重复程度超过预先设定的阈值，则会过滤重复段落或文档。</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冗余去除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84499328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由于绝大多数预训练数据源于互联网，因此不可避免地会包含涉及敏感或个人信息（</a:t>
            </a:r>
            <a:r>
              <a:rPr lang="en-US" altLang="zh-CN" sz="2400" dirty="0">
                <a:latin typeface="Microsoft YaHei" panose="020B0503020204020204" pitchFamily="34" charset="-122"/>
                <a:ea typeface="Microsoft YaHei" panose="020B0503020204020204" pitchFamily="34" charset="-122"/>
              </a:rPr>
              <a:t>Personally</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Identifiable Information</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PII</a:t>
            </a:r>
            <a:r>
              <a:rPr lang="zh-CN" altLang="en-US" sz="2400" dirty="0">
                <a:latin typeface="Microsoft YaHei" panose="020B0503020204020204" pitchFamily="34" charset="-122"/>
                <a:ea typeface="Microsoft YaHei" panose="020B0503020204020204" pitchFamily="34" charset="-122"/>
              </a:rPr>
              <a:t>）的用户生成内容，这可能会增加隐私泄露的风险</a:t>
            </a:r>
            <a:r>
              <a:rPr lang="en-US" altLang="zh-CN" sz="2400" dirty="0">
                <a:latin typeface="Microsoft YaHei" panose="020B0503020204020204" pitchFamily="34" charset="-122"/>
                <a:ea typeface="Microsoft YaHei" panose="020B0503020204020204" pitchFamily="34" charset="-122"/>
              </a:rPr>
              <a:t>[101]</a:t>
            </a:r>
            <a:r>
              <a:rPr lang="zh-CN" altLang="en-US" sz="2400" dirty="0">
                <a:latin typeface="Microsoft YaHei" panose="020B0503020204020204" pitchFamily="34" charset="-122"/>
                <a:ea typeface="Microsoft YaHei" panose="020B0503020204020204" pitchFamily="34" charset="-122"/>
              </a:rPr>
              <a:t>。</a:t>
            </a:r>
            <a:endParaRPr lang="zh-CN" altLang="en-US"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隐私消除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E44ACA66-F810-A8AD-D968-1FE5E69DAC74}"/>
              </a:ext>
            </a:extLst>
          </p:cNvPr>
          <p:cNvSpPr txBox="1"/>
          <p:nvPr/>
        </p:nvSpPr>
        <p:spPr>
          <a:xfrm>
            <a:off x="5142016" y="2974711"/>
            <a:ext cx="6618183" cy="1450397"/>
          </a:xfrm>
          <a:prstGeom prst="rect">
            <a:avLst/>
          </a:prstGeom>
          <a:noFill/>
        </p:spPr>
        <p:txBody>
          <a:bodyPr wrap="square">
            <a:spAutoFit/>
          </a:bodyPr>
          <a:lstStyle/>
          <a:p>
            <a:pPr>
              <a:lnSpc>
                <a:spcPct val="125000"/>
              </a:lnSpc>
            </a:pPr>
            <a:r>
              <a:rPr lang="zh-CN" altLang="en-US" sz="1800" dirty="0">
                <a:latin typeface="Microsoft YaHei" panose="020B0503020204020204" pitchFamily="34" charset="-122"/>
                <a:ea typeface="Microsoft YaHei" panose="020B0503020204020204" pitchFamily="34" charset="-122"/>
              </a:rPr>
              <a:t>如左图所示，输入前缀词“</a:t>
            </a:r>
            <a:r>
              <a:rPr lang="en-US" altLang="zh-CN" sz="1800" dirty="0">
                <a:latin typeface="Microsoft YaHei" panose="020B0503020204020204" pitchFamily="34" charset="-122"/>
                <a:ea typeface="Microsoft YaHei" panose="020B0503020204020204" pitchFamily="34" charset="-122"/>
              </a:rPr>
              <a:t>East Stroudsburg Stroudsburg”</a:t>
            </a:r>
            <a:r>
              <a:rPr lang="zh-CN" altLang="en-US" sz="1800" dirty="0">
                <a:latin typeface="Microsoft YaHei" panose="020B0503020204020204" pitchFamily="34" charset="-122"/>
                <a:ea typeface="Microsoft YaHei" panose="020B0503020204020204" pitchFamily="34" charset="-122"/>
              </a:rPr>
              <a:t>，语言模型在此基础上补全了姓名、电子邮 件地址、电话号码、传真号码及实际地址。这些信息都是模型从预训练语料中学习得到的。</a:t>
            </a:r>
            <a:endParaRPr lang="en-CN" dirty="0"/>
          </a:p>
        </p:txBody>
      </p:sp>
      <p:pic>
        <p:nvPicPr>
          <p:cNvPr id="14" name="Picture 13">
            <a:extLst>
              <a:ext uri="{FF2B5EF4-FFF2-40B4-BE49-F238E27FC236}">
                <a16:creationId xmlns:a16="http://schemas.microsoft.com/office/drawing/2014/main" id="{0C75C897-E116-61FF-C652-B89EAE645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578141"/>
            <a:ext cx="3893210" cy="3960771"/>
          </a:xfrm>
          <a:prstGeom prst="rect">
            <a:avLst/>
          </a:prstGeom>
        </p:spPr>
      </p:pic>
      <p:sp>
        <p:nvSpPr>
          <p:cNvPr id="16" name="TextBox 15">
            <a:extLst>
              <a:ext uri="{FF2B5EF4-FFF2-40B4-BE49-F238E27FC236}">
                <a16:creationId xmlns:a16="http://schemas.microsoft.com/office/drawing/2014/main" id="{21DF0584-515B-66CE-BF2C-F90052147DE2}"/>
              </a:ext>
            </a:extLst>
          </p:cNvPr>
          <p:cNvSpPr txBox="1"/>
          <p:nvPr/>
        </p:nvSpPr>
        <p:spPr>
          <a:xfrm>
            <a:off x="5142016" y="4865742"/>
            <a:ext cx="6618182"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因此，非常有必要从预训练语料库中删除包含个人身份信息的内容。</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049714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2512354"/>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删除隐私数据最直接的方法是采用基于规则的算法，</a:t>
            </a:r>
            <a:r>
              <a:rPr lang="en-US" altLang="zh-CN" sz="2400" dirty="0" err="1">
                <a:latin typeface="Microsoft YaHei" panose="020B0503020204020204" pitchFamily="34" charset="-122"/>
                <a:ea typeface="Microsoft YaHei" panose="020B0503020204020204" pitchFamily="34" charset="-122"/>
              </a:rPr>
              <a:t>BigScience</a:t>
            </a:r>
            <a:r>
              <a:rPr lang="en-US" altLang="zh-CN" sz="2400" dirty="0">
                <a:latin typeface="Microsoft YaHei" panose="020B0503020204020204" pitchFamily="34" charset="-122"/>
                <a:ea typeface="Microsoft YaHei" panose="020B0503020204020204" pitchFamily="34" charset="-122"/>
              </a:rPr>
              <a:t> ROOTS Corpus[102] </a:t>
            </a:r>
            <a:r>
              <a:rPr lang="zh-CN" altLang="en-US" sz="2400" dirty="0">
                <a:latin typeface="Microsoft YaHei" panose="020B0503020204020204" pitchFamily="34" charset="-122"/>
                <a:ea typeface="Microsoft YaHei" panose="020B0503020204020204" pitchFamily="34" charset="-122"/>
              </a:rPr>
              <a:t>在构建过程中就采用了</a:t>
            </a:r>
            <a:r>
              <a:rPr lang="zh-CN" altLang="en-US" sz="2400" dirty="0">
                <a:solidFill>
                  <a:srgbClr val="0070C0"/>
                </a:solidFill>
                <a:latin typeface="Microsoft YaHei" panose="020B0503020204020204" pitchFamily="34" charset="-122"/>
                <a:ea typeface="Microsoft YaHei" panose="020B0503020204020204" pitchFamily="34" charset="-122"/>
              </a:rPr>
              <a:t>基于命名实体识别的方法</a:t>
            </a:r>
            <a:r>
              <a:rPr lang="zh-CN" altLang="en-US" sz="2400" dirty="0">
                <a:latin typeface="Microsoft YaHei" panose="020B0503020204020204" pitchFamily="34" charset="-122"/>
                <a:ea typeface="Microsoft YaHei" panose="020B0503020204020204" pitchFamily="34" charset="-122"/>
              </a:rPr>
              <a:t>，利用命名实体识别算法检测姓名、地址、电话号码等个人信息内容并进行删除或者替换。</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该方法使用了基于</a:t>
            </a:r>
            <a:r>
              <a:rPr lang="en-US" altLang="zh-CN" sz="2400" dirty="0">
                <a:latin typeface="Microsoft YaHei" panose="020B0503020204020204" pitchFamily="34" charset="-122"/>
                <a:ea typeface="Microsoft YaHei" panose="020B0503020204020204" pitchFamily="34" charset="-122"/>
              </a:rPr>
              <a:t>Transformer </a:t>
            </a:r>
            <a:r>
              <a:rPr lang="zh-CN" altLang="en-US" sz="2400" dirty="0">
                <a:latin typeface="Microsoft YaHei" panose="020B0503020204020204" pitchFamily="34" charset="-122"/>
                <a:ea typeface="Microsoft YaHei" panose="020B0503020204020204" pitchFamily="34" charset="-122"/>
              </a:rPr>
              <a:t>的模型，并结合机器翻译技术，可以处理超过</a:t>
            </a:r>
            <a:r>
              <a:rPr lang="en-US" altLang="zh-CN" sz="2400" dirty="0">
                <a:latin typeface="Microsoft YaHei" panose="020B0503020204020204" pitchFamily="34" charset="-122"/>
                <a:ea typeface="Microsoft YaHei" panose="020B0503020204020204" pitchFamily="34" charset="-122"/>
              </a:rPr>
              <a:t>100 </a:t>
            </a:r>
            <a:r>
              <a:rPr lang="zh-CN" altLang="en-US" sz="2400" dirty="0">
                <a:latin typeface="Microsoft YaHei" panose="020B0503020204020204" pitchFamily="34" charset="-122"/>
                <a:ea typeface="Microsoft YaHei" panose="020B0503020204020204" pitchFamily="34" charset="-122"/>
              </a:rPr>
              <a:t>种语言的文本，消除其中的隐私信息。该方法被集成在</a:t>
            </a:r>
            <a:r>
              <a:rPr lang="en-US" altLang="zh-CN" sz="2400" dirty="0" err="1">
                <a:latin typeface="Microsoft YaHei" panose="020B0503020204020204" pitchFamily="34" charset="-122"/>
                <a:ea typeface="Microsoft YaHei" panose="020B0503020204020204" pitchFamily="34" charset="-122"/>
              </a:rPr>
              <a:t>muliwai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类库中。</a:t>
            </a:r>
            <a:endParaRPr lang="zh-CN" altLang="en-US"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隐私消除</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201692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89734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传统的自然语言处理通常以单词为基本处理单元，模型都依赖预先确定的词表</a:t>
            </a:r>
            <a:r>
              <a:rPr lang="en-US" altLang="zh-CN" sz="2400" dirty="0">
                <a:latin typeface="Microsoft YaHei" panose="020B0503020204020204" pitchFamily="34" charset="-122"/>
                <a:ea typeface="Microsoft YaHei" panose="020B0503020204020204" pitchFamily="34" charset="-122"/>
              </a:rPr>
              <a:t>V</a:t>
            </a:r>
            <a:r>
              <a:rPr lang="zh-CN" altLang="en-US" sz="2400" dirty="0">
                <a:latin typeface="Microsoft YaHei" panose="020B0503020204020204" pitchFamily="34" charset="-122"/>
                <a:ea typeface="Microsoft YaHei" panose="020B0503020204020204" pitchFamily="34" charset="-122"/>
              </a:rPr>
              <a:t>，在编码输入词序列时，这些词表示模型只能处理词表中存在的词。因此，在使用中，如果遇到不在词表中的未登录词，模型无法为其生成对应的表示，只能给予这些</a:t>
            </a:r>
            <a:r>
              <a:rPr lang="zh-CN" altLang="en-US" sz="2400" b="1" dirty="0">
                <a:solidFill>
                  <a:srgbClr val="0070C0"/>
                </a:solidFill>
                <a:latin typeface="Microsoft YaHei" panose="020B0503020204020204" pitchFamily="34" charset="-122"/>
                <a:ea typeface="Microsoft YaHei" panose="020B0503020204020204" pitchFamily="34" charset="-122"/>
              </a:rPr>
              <a:t>未登录词（</a:t>
            </a:r>
            <a:r>
              <a:rPr lang="en-US" altLang="zh-CN" sz="2400" b="1" dirty="0">
                <a:solidFill>
                  <a:srgbClr val="0070C0"/>
                </a:solidFill>
                <a:latin typeface="Microsoft YaHei" panose="020B0503020204020204" pitchFamily="34" charset="-122"/>
                <a:ea typeface="Microsoft YaHei" panose="020B0503020204020204" pitchFamily="34" charset="-122"/>
              </a:rPr>
              <a:t>Out-of-Vocabulary</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OOV</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一个默认的通用表示。</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在深度学习模型中，词表示模型会预先在词表中加入一个</a:t>
            </a:r>
            <a:r>
              <a:rPr lang="zh-CN" altLang="en-US" sz="2400" b="1" dirty="0">
                <a:solidFill>
                  <a:srgbClr val="0070C0"/>
                </a:solidFill>
                <a:latin typeface="Microsoft YaHei" panose="020B0503020204020204" pitchFamily="34" charset="-122"/>
                <a:ea typeface="Microsoft YaHei" panose="020B0503020204020204" pitchFamily="34" charset="-122"/>
              </a:rPr>
              <a:t>默认的“</a:t>
            </a:r>
            <a:r>
              <a:rPr lang="en-US" altLang="zh-CN" sz="2400" b="1" dirty="0">
                <a:solidFill>
                  <a:srgbClr val="0070C0"/>
                </a:solidFill>
                <a:latin typeface="Microsoft YaHei" panose="020B0503020204020204" pitchFamily="34" charset="-122"/>
                <a:ea typeface="Microsoft YaHei" panose="020B0503020204020204" pitchFamily="34" charset="-122"/>
              </a:rPr>
              <a:t>[UNK]”</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unknown</a:t>
            </a:r>
            <a:r>
              <a:rPr lang="zh-CN" altLang="en-US" sz="2400" b="1" dirty="0">
                <a:solidFill>
                  <a:srgbClr val="0070C0"/>
                </a:solidFill>
                <a:latin typeface="Microsoft YaHei" panose="020B0503020204020204" pitchFamily="34" charset="-122"/>
                <a:ea typeface="Microsoft YaHei" panose="020B0503020204020204" pitchFamily="34" charset="-122"/>
              </a:rPr>
              <a:t>）标识</a:t>
            </a:r>
            <a:r>
              <a:rPr lang="zh-CN" altLang="en-US" sz="2400" dirty="0">
                <a:latin typeface="Microsoft YaHei" panose="020B0503020204020204" pitchFamily="34" charset="-122"/>
                <a:ea typeface="Microsoft YaHei" panose="020B0503020204020204" pitchFamily="34" charset="-122"/>
              </a:rPr>
              <a:t>，表示未知词，并在训练的过程中将</a:t>
            </a:r>
            <a:r>
              <a:rPr lang="en-US" altLang="zh-CN" sz="2400" dirty="0">
                <a:latin typeface="Microsoft YaHei" panose="020B0503020204020204" pitchFamily="34" charset="-122"/>
                <a:ea typeface="Microsoft YaHei" panose="020B0503020204020204" pitchFamily="34" charset="-122"/>
              </a:rPr>
              <a:t>[UNK] </a:t>
            </a:r>
            <a:r>
              <a:rPr lang="zh-CN" altLang="en-US" sz="2400" dirty="0">
                <a:latin typeface="Microsoft YaHei" panose="020B0503020204020204" pitchFamily="34" charset="-122"/>
                <a:ea typeface="Microsoft YaHei" panose="020B0503020204020204" pitchFamily="34" charset="-122"/>
              </a:rPr>
              <a:t>的向量作为词表示矩阵的一部分一起训练，通过引入某些相应机制来更新</a:t>
            </a:r>
            <a:r>
              <a:rPr lang="en-US" altLang="zh-CN" sz="2400" dirty="0">
                <a:latin typeface="Microsoft YaHei" panose="020B0503020204020204" pitchFamily="34" charset="-122"/>
                <a:ea typeface="Microsoft YaHei" panose="020B0503020204020204" pitchFamily="34" charset="-122"/>
              </a:rPr>
              <a:t>[UNK] </a:t>
            </a:r>
            <a:r>
              <a:rPr lang="zh-CN" altLang="en-US" sz="2400" dirty="0">
                <a:latin typeface="Microsoft YaHei" panose="020B0503020204020204" pitchFamily="34" charset="-122"/>
                <a:ea typeface="Microsoft YaHei" panose="020B0503020204020204" pitchFamily="34" charset="-122"/>
              </a:rPr>
              <a:t>向量的参数。在使用时，对于全部的未登录词，都使用</a:t>
            </a:r>
            <a:r>
              <a:rPr lang="en-US" altLang="zh-CN" sz="2400" dirty="0">
                <a:latin typeface="Microsoft YaHei" panose="020B0503020204020204" pitchFamily="34" charset="-122"/>
                <a:ea typeface="Microsoft YaHei" panose="020B0503020204020204" pitchFamily="34" charset="-122"/>
              </a:rPr>
              <a:t>[UNK] </a:t>
            </a:r>
            <a:r>
              <a:rPr lang="zh-CN" altLang="en-US" sz="2400" dirty="0">
                <a:latin typeface="Microsoft YaHei" panose="020B0503020204020204" pitchFamily="34" charset="-122"/>
                <a:ea typeface="Microsoft YaHei" panose="020B0503020204020204" pitchFamily="34" charset="-122"/>
              </a:rPr>
              <a:t>的向量作为这些词的表示向量。</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55958445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282070"/>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基于固定词表的词表示模型对词表大小的选择比较敏感。</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当词表大小</a:t>
            </a:r>
            <a:r>
              <a:rPr lang="zh-CN" altLang="en-US" sz="2000" b="1" dirty="0">
                <a:solidFill>
                  <a:srgbClr val="0070C0"/>
                </a:solidFill>
                <a:latin typeface="Microsoft YaHei" panose="020B0503020204020204" pitchFamily="34" charset="-122"/>
                <a:ea typeface="Microsoft YaHei" panose="020B0503020204020204" pitchFamily="34" charset="-122"/>
              </a:rPr>
              <a:t>过小时</a:t>
            </a:r>
            <a:r>
              <a:rPr lang="zh-CN" altLang="en-US" sz="2000" dirty="0">
                <a:latin typeface="Microsoft YaHei" panose="020B0503020204020204" pitchFamily="34" charset="-122"/>
                <a:ea typeface="Microsoft YaHei" panose="020B0503020204020204" pitchFamily="34" charset="-122"/>
              </a:rPr>
              <a:t>，未登录词的比例较高，影响模型性能。</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当词表大小</a:t>
            </a:r>
            <a:r>
              <a:rPr lang="zh-CN" altLang="en-US" sz="2000" b="1" dirty="0">
                <a:solidFill>
                  <a:srgbClr val="0070C0"/>
                </a:solidFill>
                <a:latin typeface="Microsoft YaHei" panose="020B0503020204020204" pitchFamily="34" charset="-122"/>
                <a:ea typeface="Microsoft YaHei" panose="020B0503020204020204" pitchFamily="34" charset="-122"/>
              </a:rPr>
              <a:t>过大时</a:t>
            </a:r>
            <a:r>
              <a:rPr lang="zh-CN" altLang="en-US" sz="2000" dirty="0">
                <a:latin typeface="Microsoft YaHei" panose="020B0503020204020204" pitchFamily="34" charset="-122"/>
                <a:ea typeface="Microsoft YaHei" panose="020B0503020204020204" pitchFamily="34" charset="-122"/>
              </a:rPr>
              <a:t>，大量低频词出现在词表中，而这些词的词向量很难得到充分学习。</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理想模式下，词表示模型应能覆盖绝大部分的输入词，并避免词表过大所造成的数据稀疏问题。</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为了缓解未登录词问题，一些工作通过利用</a:t>
            </a:r>
            <a:r>
              <a:rPr lang="zh-CN" altLang="en-US" sz="2400" b="1" dirty="0">
                <a:solidFill>
                  <a:srgbClr val="0070C0"/>
                </a:solidFill>
                <a:latin typeface="Microsoft YaHei" panose="020B0503020204020204" pitchFamily="34" charset="-122"/>
                <a:ea typeface="Microsoft YaHei" panose="020B0503020204020204" pitchFamily="34" charset="-122"/>
              </a:rPr>
              <a:t>亚词级别的信息构造词表示向量</a:t>
            </a:r>
            <a:r>
              <a:rPr lang="zh-CN" altLang="en-US" sz="2400" dirty="0">
                <a:latin typeface="Microsoft YaHei" panose="020B0503020204020204" pitchFamily="34" charset="-122"/>
                <a:ea typeface="Microsoft YaHei" panose="020B0503020204020204" pitchFamily="34" charset="-122"/>
              </a:rPr>
              <a:t>。一种直接的解决思路是为输入建立</a:t>
            </a:r>
            <a:r>
              <a:rPr lang="zh-CN" altLang="en-US" sz="2400" dirty="0">
                <a:solidFill>
                  <a:srgbClr val="0070C0"/>
                </a:solidFill>
                <a:latin typeface="Microsoft YaHei" panose="020B0503020204020204" pitchFamily="34" charset="-122"/>
                <a:ea typeface="Microsoft YaHei" panose="020B0503020204020204" pitchFamily="34" charset="-122"/>
              </a:rPr>
              <a:t>字符级别表示</a:t>
            </a:r>
            <a:r>
              <a:rPr lang="zh-CN" altLang="en-US" sz="2400" dirty="0">
                <a:latin typeface="Microsoft YaHei" panose="020B0503020204020204" pitchFamily="34" charset="-122"/>
                <a:ea typeface="Microsoft YaHei" panose="020B0503020204020204" pitchFamily="34" charset="-122"/>
              </a:rPr>
              <a:t>，并通过字符向量的组合来获得每个单词的表示，以解决数据稀疏问题。然而，单词中的词根、词缀等构词模式往往跨越多个字符，</a:t>
            </a:r>
            <a:r>
              <a:rPr lang="zh-CN" altLang="en-US" sz="2400" dirty="0">
                <a:solidFill>
                  <a:srgbClr val="0070C0"/>
                </a:solidFill>
                <a:latin typeface="Microsoft YaHei" panose="020B0503020204020204" pitchFamily="34" charset="-122"/>
                <a:ea typeface="Microsoft YaHei" panose="020B0503020204020204" pitchFamily="34" charset="-122"/>
              </a:rPr>
              <a:t>基于字符表示的方法很难学习跨度较大的模式</a:t>
            </a:r>
            <a:r>
              <a:rPr lang="zh-CN" altLang="en-US" sz="2400" dirty="0">
                <a:latin typeface="Microsoft YaHei" panose="020B0503020204020204" pitchFamily="34" charset="-122"/>
                <a:ea typeface="Microsoft YaHei" panose="020B0503020204020204" pitchFamily="34" charset="-122"/>
              </a:rPr>
              <a:t>。</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97001011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82067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为了充分学习这些构词模式，研究人员们提出了</a:t>
            </a:r>
            <a:r>
              <a:rPr lang="zh-CN" altLang="en-US" sz="2400" b="1" dirty="0">
                <a:solidFill>
                  <a:srgbClr val="0070C0"/>
                </a:solidFill>
                <a:latin typeface="Microsoft YaHei" panose="020B0503020204020204" pitchFamily="34" charset="-122"/>
                <a:ea typeface="Microsoft YaHei" panose="020B0503020204020204" pitchFamily="34" charset="-122"/>
              </a:rPr>
              <a:t>子词词元化（</a:t>
            </a:r>
            <a:r>
              <a:rPr lang="en-US" altLang="zh-CN" sz="2400" b="1" dirty="0" err="1">
                <a:solidFill>
                  <a:srgbClr val="0070C0"/>
                </a:solidFill>
                <a:latin typeface="Microsoft YaHei" panose="020B0503020204020204" pitchFamily="34" charset="-122"/>
                <a:ea typeface="Microsoft YaHei" panose="020B0503020204020204" pitchFamily="34" charset="-122"/>
              </a:rPr>
              <a:t>Subword</a:t>
            </a:r>
            <a:r>
              <a:rPr lang="en-US" altLang="zh-CN" sz="2400" b="1" dirty="0">
                <a:solidFill>
                  <a:srgbClr val="0070C0"/>
                </a:solidFill>
                <a:latin typeface="Microsoft YaHei" panose="020B0503020204020204" pitchFamily="34" charset="-122"/>
                <a:ea typeface="Microsoft YaHei" panose="020B0503020204020204" pitchFamily="34" charset="-122"/>
              </a:rPr>
              <a:t> Tokenization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方法，试图缓解上文介绍的未登录词问题。</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词元表示模型会维护一个词元词表，其中既存在完整的单词，也存在形如“</a:t>
            </a:r>
            <a:r>
              <a:rPr lang="en-US" altLang="zh-CN" sz="2400" dirty="0">
                <a:latin typeface="Microsoft YaHei" panose="020B0503020204020204" pitchFamily="34" charset="-122"/>
                <a:ea typeface="Microsoft YaHei" panose="020B0503020204020204" pitchFamily="34" charset="-122"/>
              </a:rPr>
              <a:t>c”, “re”, “</a:t>
            </a:r>
            <a:r>
              <a:rPr lang="en-US" altLang="zh-CN" sz="2400" dirty="0" err="1">
                <a:latin typeface="Microsoft YaHei" panose="020B0503020204020204" pitchFamily="34" charset="-122"/>
                <a:ea typeface="Microsoft YaHei" panose="020B0503020204020204" pitchFamily="34" charset="-122"/>
              </a:rPr>
              <a:t>ing</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等单词部分信息，称为</a:t>
            </a:r>
            <a:r>
              <a:rPr lang="zh-CN" altLang="en-US" sz="2400" b="1" dirty="0">
                <a:solidFill>
                  <a:srgbClr val="0070C0"/>
                </a:solidFill>
                <a:latin typeface="Microsoft YaHei" panose="020B0503020204020204" pitchFamily="34" charset="-122"/>
                <a:ea typeface="Microsoft YaHei" panose="020B0503020204020204" pitchFamily="34" charset="-122"/>
              </a:rPr>
              <a:t>子词（</a:t>
            </a:r>
            <a:r>
              <a:rPr lang="en-US" altLang="zh-CN" sz="2400" b="1" dirty="0" err="1">
                <a:solidFill>
                  <a:srgbClr val="0070C0"/>
                </a:solidFill>
                <a:latin typeface="Microsoft YaHei" panose="020B0503020204020204" pitchFamily="34" charset="-122"/>
                <a:ea typeface="Microsoft YaHei" panose="020B0503020204020204" pitchFamily="34" charset="-122"/>
              </a:rPr>
              <a:t>Subword</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词元表示模型对词表中的每个词元计算一个定长向量表示，供下游模型使用。对于输入的词序列，词元表示模型将每个词拆分为词表内的词元。</a:t>
            </a:r>
            <a:endParaRPr lang="en-US" altLang="zh-CN" sz="2400" dirty="0">
              <a:latin typeface="Microsoft YaHei" panose="020B0503020204020204" pitchFamily="34" charset="-122"/>
              <a:ea typeface="Microsoft YaHei" panose="020B0503020204020204" pitchFamily="34" charset="-122"/>
            </a:endParaRPr>
          </a:p>
          <a:p>
            <a:pPr lvl="1" algn="just">
              <a:lnSpc>
                <a:spcPct val="125000"/>
              </a:lnSpc>
              <a:spcBef>
                <a:spcPts val="1200"/>
              </a:spcBef>
            </a:pPr>
            <a:r>
              <a:rPr lang="zh-CN" altLang="en-US" sz="2400" dirty="0">
                <a:latin typeface="KaiTi_GB2312" panose="02010609030101010101" pitchFamily="49" charset="-122"/>
                <a:ea typeface="KaiTi_GB2312" panose="02010609030101010101" pitchFamily="49" charset="-122"/>
              </a:rPr>
              <a:t>例如，将单词“</a:t>
            </a:r>
            <a:r>
              <a:rPr lang="en-US" altLang="zh-CN" sz="2400" dirty="0">
                <a:latin typeface="KaiTi_GB2312" panose="02010609030101010101" pitchFamily="49" charset="-122"/>
                <a:ea typeface="KaiTi_GB2312" panose="02010609030101010101" pitchFamily="49" charset="-122"/>
              </a:rPr>
              <a:t>reborn”</a:t>
            </a:r>
            <a:r>
              <a:rPr lang="zh-CN" altLang="en-US" sz="2400" dirty="0">
                <a:latin typeface="KaiTi_GB2312" panose="02010609030101010101" pitchFamily="49" charset="-122"/>
                <a:ea typeface="KaiTi_GB2312" panose="02010609030101010101" pitchFamily="49" charset="-122"/>
              </a:rPr>
              <a:t>拆分为“</a:t>
            </a:r>
            <a:r>
              <a:rPr lang="en-US" altLang="zh-CN" sz="2400" dirty="0">
                <a:latin typeface="KaiTi_GB2312" panose="02010609030101010101" pitchFamily="49" charset="-122"/>
                <a:ea typeface="KaiTi_GB2312" panose="02010609030101010101" pitchFamily="49" charset="-122"/>
              </a:rPr>
              <a:t>re”</a:t>
            </a:r>
            <a:r>
              <a:rPr lang="zh-CN" altLang="en-US" sz="2400" dirty="0">
                <a:latin typeface="KaiTi_GB2312" panose="02010609030101010101" pitchFamily="49" charset="-122"/>
                <a:ea typeface="KaiTi_GB2312" panose="02010609030101010101" pitchFamily="49" charset="-122"/>
              </a:rPr>
              <a:t>和“</a:t>
            </a:r>
            <a:r>
              <a:rPr lang="en-US" altLang="zh-CN" sz="2400" dirty="0">
                <a:latin typeface="KaiTi_GB2312" panose="02010609030101010101" pitchFamily="49" charset="-122"/>
                <a:ea typeface="KaiTi_GB2312" panose="02010609030101010101" pitchFamily="49" charset="-122"/>
              </a:rPr>
              <a:t>born”</a:t>
            </a:r>
            <a:r>
              <a:rPr lang="zh-CN" altLang="en-US" sz="2400" dirty="0">
                <a:latin typeface="KaiTi_GB2312" panose="02010609030101010101" pitchFamily="49" charset="-122"/>
                <a:ea typeface="KaiTi_GB2312" panose="02010609030101010101" pitchFamily="49" charset="-122"/>
              </a:rPr>
              <a:t>。 </a:t>
            </a:r>
            <a:endParaRPr lang="en-US" altLang="zh-CN" sz="2400" dirty="0">
              <a:latin typeface="KaiTi_GB2312" panose="02010609030101010101" pitchFamily="49" charset="-122"/>
              <a:ea typeface="KaiTi_GB2312" panose="02010609030101010101" pitchFamily="49"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模型随后查询每个词元的表示，将输入重新组成为词元表示序列。当下游模型需要计算一个单词或词组的表示时，可以将对应范围内的词元表示合成为需要的表示。</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9657465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666790"/>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词元表示模型能够较好地解决自然语言处理系统中未登录词的问题。</a:t>
            </a:r>
            <a:r>
              <a:rPr lang="zh-CN" altLang="en-US" sz="2400" b="1" dirty="0">
                <a:solidFill>
                  <a:srgbClr val="0070C0"/>
                </a:solidFill>
                <a:latin typeface="Microsoft YaHei" panose="020B0503020204020204" pitchFamily="34" charset="-122"/>
                <a:ea typeface="Microsoft YaHei" panose="020B0503020204020204" pitchFamily="34" charset="-122"/>
              </a:rPr>
              <a:t>词元分析（</a:t>
            </a:r>
            <a:r>
              <a:rPr lang="en-US" altLang="zh-CN" sz="2400" b="1" dirty="0">
                <a:solidFill>
                  <a:srgbClr val="0070C0"/>
                </a:solidFill>
                <a:latin typeface="Microsoft YaHei" panose="020B0503020204020204" pitchFamily="34" charset="-122"/>
                <a:ea typeface="Microsoft YaHei" panose="020B0503020204020204" pitchFamily="34" charset="-122"/>
              </a:rPr>
              <a:t>Tokenization</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目标是将原始文本分割成由词元（</a:t>
            </a:r>
            <a:r>
              <a:rPr lang="en-US" altLang="zh-CN" sz="2400" dirty="0">
                <a:latin typeface="Microsoft YaHei" panose="020B0503020204020204" pitchFamily="34" charset="-122"/>
                <a:ea typeface="Microsoft YaHei" panose="020B0503020204020204" pitchFamily="34" charset="-122"/>
              </a:rPr>
              <a:t>Token</a:t>
            </a:r>
            <a:r>
              <a:rPr lang="zh-CN" altLang="en-US" sz="2400" dirty="0">
                <a:latin typeface="Microsoft YaHei" panose="020B0503020204020204" pitchFamily="34" charset="-122"/>
                <a:ea typeface="Microsoft YaHei" panose="020B0503020204020204" pitchFamily="34" charset="-122"/>
              </a:rPr>
              <a:t>）序列的过程。词元切分也是数据预处理中至关重要的一步。</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字节对编码（</a:t>
            </a:r>
            <a:r>
              <a:rPr lang="en-US" altLang="zh-CN" sz="2400" b="1" dirty="0">
                <a:solidFill>
                  <a:srgbClr val="0070C0"/>
                </a:solidFill>
                <a:latin typeface="Microsoft YaHei" panose="020B0503020204020204" pitchFamily="34" charset="-122"/>
                <a:ea typeface="Microsoft YaHei" panose="020B0503020204020204" pitchFamily="34" charset="-122"/>
              </a:rPr>
              <a:t>Byte Pair Encoding</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BPE</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模型</a:t>
            </a:r>
            <a:r>
              <a:rPr lang="en-US" altLang="zh-CN" sz="2400" dirty="0">
                <a:latin typeface="Microsoft YaHei" panose="020B0503020204020204" pitchFamily="34" charset="-122"/>
                <a:ea typeface="Microsoft YaHei" panose="020B0503020204020204" pitchFamily="34" charset="-122"/>
              </a:rPr>
              <a:t>[103] </a:t>
            </a:r>
            <a:r>
              <a:rPr lang="zh-CN" altLang="en-US" sz="2400" dirty="0">
                <a:latin typeface="Microsoft YaHei" panose="020B0503020204020204" pitchFamily="34" charset="-122"/>
                <a:ea typeface="Microsoft YaHei" panose="020B0503020204020204" pitchFamily="34" charset="-122"/>
              </a:rPr>
              <a:t>是一种常见的子词词元模型。该模型采用的词表包含最常见的单词及高频出现的子词。在使用时，常见词通常本身位于</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词表中，而罕见词通常能被分解为若干个包含在</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词表中的词元，从而大幅降低未登录词的比例。</a:t>
            </a:r>
            <a:r>
              <a:rPr lang="en-US" altLang="zh-CN" sz="2400" dirty="0">
                <a:latin typeface="Microsoft YaHei" panose="020B0503020204020204" pitchFamily="34" charset="-122"/>
                <a:ea typeface="Microsoft YaHei" panose="020B0503020204020204" pitchFamily="34" charset="-122"/>
              </a:rPr>
              <a:t>BPE</a:t>
            </a:r>
            <a:r>
              <a:rPr lang="zh-CN" altLang="en-US" sz="2400" dirty="0">
                <a:latin typeface="Microsoft YaHei" panose="020B0503020204020204" pitchFamily="34" charset="-122"/>
                <a:ea typeface="Microsoft YaHei" panose="020B0503020204020204" pitchFamily="34" charset="-122"/>
              </a:rPr>
              <a:t>算法包括两个部分：</a:t>
            </a: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）词元词表的确定。</a:t>
            </a: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）全词切分为词元以及词元合并为全词的方法。</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73678855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11807"/>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模型中词元词表的计算过程</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EB74D956-5B97-51A0-108D-33912D1BE8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1989828"/>
            <a:ext cx="8058264" cy="3941224"/>
          </a:xfrm>
          <a:prstGeom prst="rect">
            <a:avLst/>
          </a:prstGeom>
        </p:spPr>
      </p:pic>
      <p:sp>
        <p:nvSpPr>
          <p:cNvPr id="14" name="TextBox 13">
            <a:extLst>
              <a:ext uri="{FF2B5EF4-FFF2-40B4-BE49-F238E27FC236}">
                <a16:creationId xmlns:a16="http://schemas.microsoft.com/office/drawing/2014/main" id="{83F12CA4-CC51-96DD-8C34-08A59AF4F75A}"/>
              </a:ext>
            </a:extLst>
          </p:cNvPr>
          <p:cNvSpPr txBox="1"/>
          <p:nvPr/>
        </p:nvSpPr>
        <p:spPr>
          <a:xfrm>
            <a:off x="8215312" y="2154475"/>
            <a:ext cx="3871913" cy="3970318"/>
          </a:xfrm>
          <a:prstGeom prst="rect">
            <a:avLst/>
          </a:prstGeom>
          <a:noFill/>
        </p:spPr>
        <p:txBody>
          <a:bodyPr wrap="square">
            <a:spAutoFit/>
          </a:bodyPr>
          <a:lstStyle/>
          <a:p>
            <a:r>
              <a:rPr lang="zh-CN" altLang="en-US" b="1" dirty="0">
                <a:solidFill>
                  <a:srgbClr val="0070C0"/>
                </a:solidFill>
                <a:effectLst/>
                <a:latin typeface="Helvetica" pitchFamily="2" charset="0"/>
              </a:rPr>
              <a:t>首先，</a:t>
            </a:r>
            <a:r>
              <a:rPr lang="zh-CN" altLang="en-US" dirty="0">
                <a:effectLst/>
                <a:latin typeface="Helvetica" pitchFamily="2" charset="0"/>
              </a:rPr>
              <a:t>确定语料库中全词的词表和词频，</a:t>
            </a:r>
            <a:r>
              <a:rPr lang="zh-CN" altLang="en-US" b="1" dirty="0">
                <a:solidFill>
                  <a:srgbClr val="0070C0"/>
                </a:solidFill>
                <a:effectLst/>
                <a:latin typeface="Helvetica" pitchFamily="2" charset="0"/>
              </a:rPr>
              <a:t>然后</a:t>
            </a:r>
            <a:r>
              <a:rPr lang="zh-CN" altLang="en-US" dirty="0">
                <a:effectLst/>
                <a:latin typeface="Helvetica" pitchFamily="2" charset="0"/>
              </a:rPr>
              <a:t>将每个单词切分为单个字符的序列，并在序列最后添加符号“</a:t>
            </a:r>
            <a:r>
              <a:rPr lang="en-US" altLang="zh-CN" dirty="0">
                <a:effectLst/>
                <a:latin typeface="Helvetica" pitchFamily="2" charset="0"/>
              </a:rPr>
              <a:t>&lt;/</a:t>
            </a:r>
            <a:r>
              <a:rPr lang="en-US" dirty="0">
                <a:effectLst/>
                <a:latin typeface="Helvetica" pitchFamily="2" charset="0"/>
              </a:rPr>
              <a:t>w&gt;”</a:t>
            </a:r>
            <a:r>
              <a:rPr lang="zh-CN" altLang="en-US" dirty="0">
                <a:effectLst/>
                <a:latin typeface="Helvetica" pitchFamily="2" charset="0"/>
              </a:rPr>
              <a:t>作为单词结尾的标识。所切分出的序列元素称为字节，即每个单词都切分为字节的序列。</a:t>
            </a:r>
            <a:r>
              <a:rPr lang="zh-CN" altLang="en-US" b="1" dirty="0">
                <a:solidFill>
                  <a:srgbClr val="0070C0"/>
                </a:solidFill>
                <a:effectLst/>
                <a:latin typeface="Helvetica" pitchFamily="2" charset="0"/>
              </a:rPr>
              <a:t>之后</a:t>
            </a:r>
            <a:r>
              <a:rPr lang="zh-CN" altLang="en-US" dirty="0">
                <a:effectLst/>
                <a:latin typeface="Helvetica" pitchFamily="2" charset="0"/>
              </a:rPr>
              <a:t>，按照每个字节序列的相邻字节对和单词的词频，统计每个相邻字节对的出现频率，合并出现频率最高的字节对，将其作为新的词元加入词表，并将全部单词中的该字节对合并为新的单一字节。</a:t>
            </a:r>
            <a:r>
              <a:rPr lang="zh-CN" altLang="en-US" b="1" dirty="0">
                <a:solidFill>
                  <a:srgbClr val="0070C0"/>
                </a:solidFill>
                <a:effectLst/>
                <a:latin typeface="Helvetica" pitchFamily="2" charset="0"/>
              </a:rPr>
              <a:t>重复这一步骤</a:t>
            </a:r>
            <a:r>
              <a:rPr lang="zh-CN" altLang="en-US" dirty="0">
                <a:effectLst/>
                <a:latin typeface="Helvetica" pitchFamily="2" charset="0"/>
              </a:rPr>
              <a:t>，直至</a:t>
            </a:r>
            <a:r>
              <a:rPr lang="en-US" altLang="zh-CN" dirty="0">
                <a:effectLst/>
                <a:latin typeface="Helvetica" pitchFamily="2" charset="0"/>
              </a:rPr>
              <a:t>BPE </a:t>
            </a:r>
            <a:r>
              <a:rPr lang="zh-CN" altLang="en-US" dirty="0">
                <a:effectLst/>
                <a:latin typeface="Helvetica" pitchFamily="2" charset="0"/>
              </a:rPr>
              <a:t>词元词表的大小达到指定的预设值，或</a:t>
            </a:r>
          </a:p>
          <a:p>
            <a:r>
              <a:rPr lang="zh-CN" altLang="en-US" dirty="0">
                <a:effectLst/>
                <a:latin typeface="Helvetica" pitchFamily="2" charset="0"/>
              </a:rPr>
              <a:t>没有可合并的字节对为止。</a:t>
            </a:r>
          </a:p>
        </p:txBody>
      </p:sp>
    </p:spTree>
    <p:extLst>
      <p:ext uri="{BB962C8B-B14F-4D97-AF65-F5344CB8AC3E}">
        <p14:creationId xmlns:p14="http://schemas.microsoft.com/office/powerpoint/2010/main" val="375552426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491614"/>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在词元词表确定之后，对输入词序列中</a:t>
            </a:r>
            <a:r>
              <a:rPr lang="zh-CN" altLang="en-US" sz="2400" dirty="0">
                <a:solidFill>
                  <a:srgbClr val="0070C0"/>
                </a:solidFill>
                <a:latin typeface="Microsoft YaHei" panose="020B0503020204020204" pitchFamily="34" charset="-122"/>
                <a:ea typeface="Microsoft YaHei" panose="020B0503020204020204" pitchFamily="34" charset="-122"/>
              </a:rPr>
              <a:t>未在词表中的全词进行切分</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方法对词表中的词元</a:t>
            </a:r>
            <a:r>
              <a:rPr lang="zh-CN" altLang="en-US" sz="2400" b="1" dirty="0">
                <a:solidFill>
                  <a:srgbClr val="0070C0"/>
                </a:solidFill>
                <a:latin typeface="Microsoft YaHei" panose="020B0503020204020204" pitchFamily="34" charset="-122"/>
                <a:ea typeface="Microsoft YaHei" panose="020B0503020204020204" pitchFamily="34" charset="-122"/>
              </a:rPr>
              <a:t>按从长到短</a:t>
            </a:r>
            <a:r>
              <a:rPr lang="zh-CN" altLang="en-US" sz="2400" dirty="0">
                <a:latin typeface="Microsoft YaHei" panose="020B0503020204020204" pitchFamily="34" charset="-122"/>
                <a:ea typeface="Microsoft YaHei" panose="020B0503020204020204" pitchFamily="34" charset="-122"/>
              </a:rPr>
              <a:t>的顺序进行遍历，用每一个词元和当前序列中的全词或未完全切分为词元的部分进行匹配，将其切分为该词元和剩余部分的序列。</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KaiTi_GB2312" panose="02010609030101010101" pitchFamily="49" charset="-122"/>
                <a:ea typeface="KaiTi_GB2312" panose="02010609030101010101" pitchFamily="49" charset="-122"/>
              </a:rPr>
              <a:t>例如，对于单词“</a:t>
            </a:r>
            <a:r>
              <a:rPr lang="en-US" altLang="zh-CN" sz="2400" dirty="0">
                <a:latin typeface="KaiTi_GB2312" panose="02010609030101010101" pitchFamily="49" charset="-122"/>
                <a:ea typeface="KaiTi_GB2312" panose="02010609030101010101" pitchFamily="49" charset="-122"/>
              </a:rPr>
              <a:t>lowest&lt;/w&gt;”</a:t>
            </a:r>
          </a:p>
          <a:p>
            <a:pPr marL="800100" lvl="1" indent="-342900" algn="just">
              <a:lnSpc>
                <a:spcPct val="125000"/>
              </a:lnSpc>
              <a:spcBef>
                <a:spcPts val="1200"/>
              </a:spcBef>
              <a:buFont typeface="Arial" panose="020B0604020202020204" pitchFamily="34" charset="0"/>
              <a:buChar char="•"/>
            </a:pPr>
            <a:r>
              <a:rPr lang="zh-CN" altLang="en-US" sz="2400" dirty="0">
                <a:latin typeface="KaiTi_GB2312" panose="02010609030101010101" pitchFamily="49" charset="-122"/>
                <a:ea typeface="KaiTi_GB2312" panose="02010609030101010101" pitchFamily="49" charset="-122"/>
              </a:rPr>
              <a:t>首先通过匹配词元“</a:t>
            </a:r>
            <a:r>
              <a:rPr lang="en-US" altLang="zh-CN" sz="2400" dirty="0" err="1">
                <a:latin typeface="KaiTi_GB2312" panose="02010609030101010101" pitchFamily="49" charset="-122"/>
                <a:ea typeface="KaiTi_GB2312" panose="02010609030101010101" pitchFamily="49" charset="-122"/>
              </a:rPr>
              <a:t>est</a:t>
            </a:r>
            <a:r>
              <a:rPr lang="en-US" altLang="zh-CN" sz="2400" dirty="0">
                <a:latin typeface="KaiTi_GB2312" panose="02010609030101010101" pitchFamily="49" charset="-122"/>
                <a:ea typeface="KaiTi_GB2312" panose="02010609030101010101" pitchFamily="49" charset="-122"/>
              </a:rPr>
              <a:t>&lt;/w&gt;”</a:t>
            </a:r>
            <a:r>
              <a:rPr lang="zh-CN" altLang="en-US" sz="2400" dirty="0">
                <a:latin typeface="KaiTi_GB2312" panose="02010609030101010101" pitchFamily="49" charset="-122"/>
                <a:ea typeface="KaiTi_GB2312" panose="02010609030101010101" pitchFamily="49" charset="-122"/>
              </a:rPr>
              <a:t>将其切分为“</a:t>
            </a:r>
            <a:r>
              <a:rPr lang="en-US" altLang="zh-CN" sz="2400" dirty="0">
                <a:latin typeface="KaiTi_GB2312" panose="02010609030101010101" pitchFamily="49" charset="-122"/>
                <a:ea typeface="KaiTi_GB2312" panose="02010609030101010101" pitchFamily="49" charset="-122"/>
              </a:rPr>
              <a:t>low”“</a:t>
            </a:r>
            <a:r>
              <a:rPr lang="en-US" altLang="zh-CN" sz="2400" dirty="0" err="1">
                <a:latin typeface="KaiTi_GB2312" panose="02010609030101010101" pitchFamily="49" charset="-122"/>
                <a:ea typeface="KaiTi_GB2312" panose="02010609030101010101" pitchFamily="49" charset="-122"/>
              </a:rPr>
              <a:t>est</a:t>
            </a:r>
            <a:r>
              <a:rPr lang="en-US" altLang="zh-CN" sz="2400" dirty="0">
                <a:latin typeface="KaiTi_GB2312" panose="02010609030101010101" pitchFamily="49" charset="-122"/>
                <a:ea typeface="KaiTi_GB2312" panose="02010609030101010101" pitchFamily="49" charset="-122"/>
              </a:rPr>
              <a:t>&lt;/w&gt;”</a:t>
            </a:r>
            <a:r>
              <a:rPr lang="zh-CN" altLang="en-US" sz="2400" dirty="0">
                <a:latin typeface="KaiTi_GB2312" panose="02010609030101010101" pitchFamily="49" charset="-122"/>
                <a:ea typeface="KaiTi_GB2312" panose="02010609030101010101" pitchFamily="49" charset="-122"/>
              </a:rPr>
              <a:t>的序列</a:t>
            </a:r>
            <a:endParaRPr lang="en-US" altLang="zh-CN" sz="2400" dirty="0">
              <a:latin typeface="KaiTi_GB2312" panose="02010609030101010101" pitchFamily="49" charset="-122"/>
              <a:ea typeface="KaiTi_GB2312" panose="02010609030101010101" pitchFamily="49" charset="-122"/>
            </a:endParaRPr>
          </a:p>
          <a:p>
            <a:pPr marL="800100" lvl="1" indent="-342900" algn="just">
              <a:lnSpc>
                <a:spcPct val="125000"/>
              </a:lnSpc>
              <a:spcBef>
                <a:spcPts val="1200"/>
              </a:spcBef>
              <a:buFont typeface="Arial" panose="020B0604020202020204" pitchFamily="34" charset="0"/>
              <a:buChar char="•"/>
            </a:pPr>
            <a:r>
              <a:rPr lang="zh-CN" altLang="en-US" sz="2400" dirty="0">
                <a:latin typeface="KaiTi_GB2312" panose="02010609030101010101" pitchFamily="49" charset="-122"/>
                <a:ea typeface="KaiTi_GB2312" panose="02010609030101010101" pitchFamily="49" charset="-122"/>
              </a:rPr>
              <a:t>再通过匹配词元“</a:t>
            </a:r>
            <a:r>
              <a:rPr lang="en-US" altLang="zh-CN" sz="2400" dirty="0">
                <a:latin typeface="KaiTi_GB2312" panose="02010609030101010101" pitchFamily="49" charset="-122"/>
                <a:ea typeface="KaiTi_GB2312" panose="02010609030101010101" pitchFamily="49" charset="-122"/>
              </a:rPr>
              <a:t>low”</a:t>
            </a:r>
          </a:p>
          <a:p>
            <a:pPr marL="800100" lvl="1" indent="-342900" algn="just">
              <a:lnSpc>
                <a:spcPct val="125000"/>
              </a:lnSpc>
              <a:spcBef>
                <a:spcPts val="1200"/>
              </a:spcBef>
              <a:buFont typeface="Arial" panose="020B0604020202020204" pitchFamily="34" charset="0"/>
              <a:buChar char="•"/>
            </a:pPr>
            <a:r>
              <a:rPr lang="zh-CN" altLang="en-US" sz="2400" dirty="0">
                <a:latin typeface="KaiTi_GB2312" panose="02010609030101010101" pitchFamily="49" charset="-122"/>
                <a:ea typeface="KaiTi_GB2312" panose="02010609030101010101" pitchFamily="49" charset="-122"/>
              </a:rPr>
              <a:t>确定其最终切分结果为“</a:t>
            </a:r>
            <a:r>
              <a:rPr lang="en-US" altLang="zh-CN" sz="2400" dirty="0">
                <a:latin typeface="KaiTi_GB2312" panose="02010609030101010101" pitchFamily="49" charset="-122"/>
                <a:ea typeface="KaiTi_GB2312" panose="02010609030101010101" pitchFamily="49" charset="-122"/>
              </a:rPr>
              <a:t>low”“</a:t>
            </a:r>
            <a:r>
              <a:rPr lang="en-US" altLang="zh-CN" sz="2400" dirty="0" err="1">
                <a:latin typeface="KaiTi_GB2312" panose="02010609030101010101" pitchFamily="49" charset="-122"/>
                <a:ea typeface="KaiTi_GB2312" panose="02010609030101010101" pitchFamily="49" charset="-122"/>
              </a:rPr>
              <a:t>est</a:t>
            </a:r>
            <a:r>
              <a:rPr lang="en-US" altLang="zh-CN" sz="2400" dirty="0">
                <a:latin typeface="KaiTi_GB2312" panose="02010609030101010101" pitchFamily="49" charset="-122"/>
                <a:ea typeface="KaiTi_GB2312" panose="02010609030101010101" pitchFamily="49" charset="-122"/>
              </a:rPr>
              <a:t>&lt;/w&gt;”</a:t>
            </a:r>
            <a:r>
              <a:rPr lang="zh-CN" altLang="en-US" sz="2400" dirty="0">
                <a:latin typeface="KaiTi_GB2312" panose="02010609030101010101" pitchFamily="49" charset="-122"/>
                <a:ea typeface="KaiTi_GB2312" panose="02010609030101010101" pitchFamily="49" charset="-122"/>
              </a:rPr>
              <a:t>的序列。</a:t>
            </a:r>
            <a:endParaRPr lang="en-US" altLang="zh-CN" sz="2400" dirty="0">
              <a:latin typeface="KaiTi_GB2312" panose="02010609030101010101" pitchFamily="49" charset="-122"/>
              <a:ea typeface="KaiTi_GB2312" panose="02010609030101010101" pitchFamily="49" charset="-122"/>
            </a:endParaRPr>
          </a:p>
          <a:p>
            <a:pPr lvl="1" algn="just">
              <a:lnSpc>
                <a:spcPct val="125000"/>
              </a:lnSpc>
              <a:spcBef>
                <a:spcPts val="1200"/>
              </a:spcBef>
            </a:pPr>
            <a:r>
              <a:rPr lang="zh-CN" altLang="en-US" sz="2400" dirty="0">
                <a:latin typeface="KaiTi_GB2312" panose="02010609030101010101" pitchFamily="49" charset="-122"/>
                <a:ea typeface="KaiTi_GB2312" panose="02010609030101010101" pitchFamily="49" charset="-122"/>
              </a:rPr>
              <a:t>通过这样的过程，使用</a:t>
            </a:r>
            <a:r>
              <a:rPr lang="en-US" altLang="zh-CN" sz="2400" dirty="0">
                <a:latin typeface="KaiTi_GB2312" panose="02010609030101010101" pitchFamily="49" charset="-122"/>
                <a:ea typeface="KaiTi_GB2312" panose="02010609030101010101" pitchFamily="49" charset="-122"/>
              </a:rPr>
              <a:t>BPE </a:t>
            </a:r>
            <a:r>
              <a:rPr lang="zh-CN" altLang="en-US" sz="2400" dirty="0">
                <a:latin typeface="KaiTi_GB2312" panose="02010609030101010101" pitchFamily="49" charset="-122"/>
                <a:ea typeface="KaiTi_GB2312" panose="02010609030101010101" pitchFamily="49" charset="-122"/>
              </a:rPr>
              <a:t>尽量将词序列中的词切分成已知的词元。</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7465380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43623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在遍历词元词表后，对于切分得到的词元序列，为每个词元查询词元表示，构成词元表示序列。若出现未登录词元，即未出现在</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词表中的词元，则采取和未登录词类似的方式，为其赋予相同的表示，最终获得输入的词元表示序列。</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字节级（</a:t>
            </a:r>
            <a:r>
              <a:rPr lang="en-US" altLang="zh-CN" sz="2400" b="1" dirty="0">
                <a:solidFill>
                  <a:srgbClr val="0070C0"/>
                </a:solidFill>
                <a:latin typeface="Microsoft YaHei" panose="020B0503020204020204" pitchFamily="34" charset="-122"/>
                <a:ea typeface="Microsoft YaHei" panose="020B0503020204020204" pitchFamily="34" charset="-122"/>
              </a:rPr>
              <a:t>Byte-level</a:t>
            </a:r>
            <a:r>
              <a:rPr lang="zh-CN" altLang="en-US" sz="2400" b="1" dirty="0">
                <a:solidFill>
                  <a:srgbClr val="0070C0"/>
                </a:solidFill>
                <a:latin typeface="Microsoft YaHei" panose="020B0503020204020204" pitchFamily="34" charset="-122"/>
                <a:ea typeface="Microsoft YaHei" panose="020B0503020204020204" pitchFamily="34" charset="-122"/>
              </a:rPr>
              <a:t>）</a:t>
            </a:r>
            <a:r>
              <a:rPr lang="en-US" altLang="zh-CN" sz="2400" b="1" dirty="0">
                <a:solidFill>
                  <a:srgbClr val="0070C0"/>
                </a:solidFill>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通过将字节视为合并的基本符号，改善多语言语料库（例如包含非</a:t>
            </a:r>
            <a:r>
              <a:rPr lang="en-US" altLang="zh-CN" sz="2400" dirty="0">
                <a:latin typeface="Microsoft YaHei" panose="020B0503020204020204" pitchFamily="34" charset="-122"/>
                <a:ea typeface="Microsoft YaHei" panose="020B0503020204020204" pitchFamily="34" charset="-122"/>
              </a:rPr>
              <a:t>ASCII </a:t>
            </a:r>
            <a:r>
              <a:rPr lang="zh-CN" altLang="en-US" sz="2400" dirty="0">
                <a:latin typeface="Microsoft YaHei" panose="020B0503020204020204" pitchFamily="34" charset="-122"/>
                <a:ea typeface="Microsoft YaHei" panose="020B0503020204020204" pitchFamily="34" charset="-122"/>
              </a:rPr>
              <a:t>字符的文本）的分词质量。</a:t>
            </a:r>
            <a:r>
              <a:rPr lang="en-US" altLang="zh-CN" sz="2400" dirty="0">
                <a:latin typeface="Microsoft YaHei" panose="020B0503020204020204" pitchFamily="34" charset="-122"/>
                <a:ea typeface="Microsoft YaHei" panose="020B0503020204020204" pitchFamily="34" charset="-122"/>
              </a:rPr>
              <a:t>GPT-2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BART</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等大语言模型都采用了这种分词方法。原始</a:t>
            </a: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的词表大小是</a:t>
            </a:r>
            <a:r>
              <a:rPr lang="en-US" altLang="zh-CN" sz="2400" dirty="0">
                <a:latin typeface="Microsoft YaHei" panose="020B0503020204020204" pitchFamily="34" charset="-122"/>
                <a:ea typeface="Microsoft YaHei" panose="020B0503020204020204" pitchFamily="34" charset="-122"/>
              </a:rPr>
              <a:t>32K</a:t>
            </a:r>
            <a:r>
              <a:rPr lang="zh-CN" altLang="en-US" sz="2400" dirty="0">
                <a:latin typeface="Microsoft YaHei" panose="020B0503020204020204" pitchFamily="34" charset="-122"/>
                <a:ea typeface="Microsoft YaHei" panose="020B0503020204020204" pitchFamily="34" charset="-122"/>
              </a:rPr>
              <a:t>，并且主要根据英文进行训练，因此，很多汉字都没有直接出现在词表中，需要</a:t>
            </a:r>
            <a:r>
              <a:rPr lang="zh-CN" altLang="en-US" sz="2400" b="1" dirty="0">
                <a:solidFill>
                  <a:srgbClr val="0070C0"/>
                </a:solidFill>
                <a:latin typeface="Microsoft YaHei" panose="020B0503020204020204" pitchFamily="34" charset="-122"/>
                <a:ea typeface="Microsoft YaHei" panose="020B0503020204020204" pitchFamily="34" charset="-122"/>
              </a:rPr>
              <a:t>字节来支持所有的中文字符</a:t>
            </a:r>
            <a:r>
              <a:rPr lang="zh-CN" altLang="en-US" sz="2400" dirty="0">
                <a:latin typeface="Microsoft YaHei" panose="020B0503020204020204" pitchFamily="34" charset="-122"/>
                <a:ea typeface="Microsoft YaHei" panose="020B0503020204020204" pitchFamily="34" charset="-122"/>
              </a:rPr>
              <a:t>，由</a:t>
            </a:r>
            <a:r>
              <a:rPr lang="en-US" altLang="zh-CN" sz="2400" dirty="0">
                <a:latin typeface="Microsoft YaHei" panose="020B0503020204020204" pitchFamily="34" charset="-122"/>
                <a:ea typeface="Microsoft YaHei" panose="020B0503020204020204" pitchFamily="34" charset="-122"/>
              </a:rPr>
              <a:t>2 </a:t>
            </a:r>
            <a:r>
              <a:rPr lang="zh-CN" altLang="en-US" sz="2400" dirty="0">
                <a:latin typeface="Microsoft YaHei" panose="020B0503020204020204" pitchFamily="34" charset="-122"/>
                <a:ea typeface="Microsoft YaHei" panose="020B0503020204020204" pitchFamily="34" charset="-122"/>
              </a:rPr>
              <a:t>个或者</a:t>
            </a:r>
            <a:r>
              <a:rPr lang="en-US" altLang="zh-CN" sz="2400" dirty="0">
                <a:latin typeface="Microsoft YaHei" panose="020B0503020204020204" pitchFamily="34" charset="-122"/>
                <a:ea typeface="Microsoft YaHei" panose="020B0503020204020204" pitchFamily="34" charset="-122"/>
              </a:rPr>
              <a:t>3 </a:t>
            </a:r>
            <a:r>
              <a:rPr lang="zh-CN" altLang="en-US" sz="2400" dirty="0">
                <a:latin typeface="Microsoft YaHei" panose="020B0503020204020204" pitchFamily="34" charset="-122"/>
                <a:ea typeface="Microsoft YaHei" panose="020B0503020204020204" pitchFamily="34" charset="-122"/>
              </a:rPr>
              <a:t>个</a:t>
            </a:r>
            <a:r>
              <a:rPr lang="en-US" altLang="zh-CN" sz="2400" dirty="0">
                <a:latin typeface="Microsoft YaHei" panose="020B0503020204020204" pitchFamily="34" charset="-122"/>
                <a:ea typeface="Microsoft YaHei" panose="020B0503020204020204" pitchFamily="34" charset="-122"/>
              </a:rPr>
              <a:t>Byte Token </a:t>
            </a:r>
            <a:r>
              <a:rPr lang="zh-CN" altLang="en-US" sz="2400" dirty="0">
                <a:latin typeface="Microsoft YaHei" panose="020B0503020204020204" pitchFamily="34" charset="-122"/>
                <a:ea typeface="Microsoft YaHei" panose="020B0503020204020204" pitchFamily="34" charset="-122"/>
              </a:rPr>
              <a:t>才能拼成一个完整的汉字。</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对于使用了</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的大语言模型，其</a:t>
            </a:r>
            <a:r>
              <a:rPr lang="zh-CN" altLang="en-US" sz="2400" b="1" dirty="0">
                <a:solidFill>
                  <a:srgbClr val="0070C0"/>
                </a:solidFill>
                <a:latin typeface="Microsoft YaHei" panose="020B0503020204020204" pitchFamily="34" charset="-122"/>
                <a:ea typeface="Microsoft YaHei" panose="020B0503020204020204" pitchFamily="34" charset="-122"/>
              </a:rPr>
              <a:t>输出序列也是词元序列</a:t>
            </a:r>
            <a:r>
              <a:rPr lang="zh-CN" altLang="en-US" sz="2400" dirty="0">
                <a:latin typeface="Microsoft YaHei" panose="020B0503020204020204" pitchFamily="34" charset="-122"/>
                <a:ea typeface="Microsoft YaHei" panose="020B0503020204020204" pitchFamily="34" charset="-122"/>
              </a:rPr>
              <a:t>。对于原始输出，根据终结符</a:t>
            </a:r>
            <a:r>
              <a:rPr lang="en-US" altLang="zh-CN" sz="2400" dirty="0">
                <a:latin typeface="Microsoft YaHei" panose="020B0503020204020204" pitchFamily="34" charset="-122"/>
                <a:ea typeface="Microsoft YaHei" panose="020B0503020204020204" pitchFamily="34" charset="-122"/>
              </a:rPr>
              <a:t>&lt;/w&gt;</a:t>
            </a:r>
            <a:r>
              <a:rPr lang="zh-CN" altLang="en-US" sz="2400" dirty="0">
                <a:latin typeface="Microsoft YaHei" panose="020B0503020204020204" pitchFamily="34" charset="-122"/>
                <a:ea typeface="Microsoft YaHei" panose="020B0503020204020204" pitchFamily="34" charset="-122"/>
              </a:rPr>
              <a:t>的位置确定每个单词的范围，合并范围内的词元，将输出重新组合为词序列，作为最终的结果。</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398505055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512902"/>
          </a:xfrm>
          <a:prstGeom prst="rect">
            <a:avLst/>
          </a:prstGeom>
          <a:noFill/>
        </p:spPr>
        <p:txBody>
          <a:bodyPr wrap="square">
            <a:spAutoFit/>
          </a:bodyPr>
          <a:lstStyle/>
          <a:p>
            <a:pPr algn="just">
              <a:lnSpc>
                <a:spcPct val="125000"/>
              </a:lnSpc>
              <a:spcBef>
                <a:spcPts val="1200"/>
              </a:spcBef>
            </a:pPr>
            <a:r>
              <a:rPr lang="en-US" altLang="zh-CN" sz="2400" b="1" dirty="0" err="1">
                <a:solidFill>
                  <a:srgbClr val="0070C0"/>
                </a:solidFill>
                <a:latin typeface="Microsoft YaHei" panose="020B0503020204020204" pitchFamily="34" charset="-122"/>
                <a:ea typeface="Microsoft YaHei" panose="020B0503020204020204" pitchFamily="34" charset="-122"/>
              </a:rPr>
              <a:t>WordPiece</a:t>
            </a:r>
            <a:r>
              <a:rPr lang="en-US" altLang="zh-CN" sz="2400" dirty="0">
                <a:latin typeface="Microsoft YaHei" panose="020B0503020204020204" pitchFamily="34" charset="-122"/>
                <a:ea typeface="Microsoft YaHei" panose="020B0503020204020204" pitchFamily="34" charset="-122"/>
              </a:rPr>
              <a:t>[104]</a:t>
            </a:r>
            <a:r>
              <a:rPr lang="zh-CN" altLang="en-US" sz="2400" dirty="0">
                <a:latin typeface="Microsoft YaHei" panose="020B0503020204020204" pitchFamily="34" charset="-122"/>
                <a:ea typeface="Microsoft YaHei" panose="020B0503020204020204" pitchFamily="34" charset="-122"/>
              </a:rPr>
              <a:t>也是一种常见的词元分析算法，最初应用于语音搜索系统。此后，该算法做为</a:t>
            </a:r>
            <a:r>
              <a:rPr lang="en-US" altLang="zh-CN" sz="2400" dirty="0">
                <a:latin typeface="Microsoft YaHei" panose="020B0503020204020204" pitchFamily="34" charset="-122"/>
                <a:ea typeface="Microsoft YaHei" panose="020B0503020204020204" pitchFamily="34" charset="-122"/>
              </a:rPr>
              <a:t>BERT</a:t>
            </a:r>
            <a:r>
              <a:rPr lang="zh-CN" altLang="en-US" sz="2400" dirty="0">
                <a:latin typeface="Microsoft YaHei" panose="020B0503020204020204" pitchFamily="34" charset="-122"/>
                <a:ea typeface="Microsoft YaHei" panose="020B0503020204020204" pitchFamily="34" charset="-122"/>
              </a:rPr>
              <a:t>的分词器。</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WordPiece</a:t>
            </a:r>
            <a:r>
              <a:rPr lang="zh-CN" altLang="en-US" sz="2400" dirty="0">
                <a:latin typeface="Microsoft YaHei" panose="020B0503020204020204" pitchFamily="34" charset="-122"/>
                <a:ea typeface="Microsoft YaHei" panose="020B0503020204020204" pitchFamily="34" charset="-122"/>
              </a:rPr>
              <a:t>与</a:t>
            </a:r>
            <a:r>
              <a:rPr lang="en-US" altLang="zh-CN" sz="2400" dirty="0">
                <a:latin typeface="Microsoft YaHei" panose="020B0503020204020204" pitchFamily="34" charset="-122"/>
                <a:ea typeface="Microsoft YaHei" panose="020B0503020204020204" pitchFamily="34" charset="-122"/>
              </a:rPr>
              <a:t>BPE</a:t>
            </a:r>
            <a:r>
              <a:rPr lang="zh-CN" altLang="en-US" sz="2400" dirty="0">
                <a:latin typeface="Microsoft YaHei" panose="020B0503020204020204" pitchFamily="34" charset="-122"/>
                <a:ea typeface="Microsoft YaHei" panose="020B0503020204020204" pitchFamily="34" charset="-122"/>
              </a:rPr>
              <a:t>有非常相似的思想，都是通过迭代地合并连续的词元，但在合并的选择标准上略有不同。为了进行合并，</a:t>
            </a:r>
            <a:r>
              <a:rPr lang="en-US" altLang="zh-CN" sz="2400" dirty="0" err="1">
                <a:latin typeface="Microsoft YaHei" panose="020B0503020204020204" pitchFamily="34" charset="-122"/>
                <a:ea typeface="Microsoft YaHei" panose="020B0503020204020204" pitchFamily="34" charset="-122"/>
              </a:rPr>
              <a:t>WordPiece</a:t>
            </a:r>
            <a:r>
              <a:rPr lang="zh-CN" altLang="en-US" sz="2400" dirty="0">
                <a:latin typeface="Microsoft YaHei" panose="020B0503020204020204" pitchFamily="34" charset="-122"/>
                <a:ea typeface="Microsoft YaHei" panose="020B0503020204020204" pitchFamily="34" charset="-122"/>
              </a:rPr>
              <a:t>需要首先训练一个语言模型，并用该语言模型对所有可能的词元对进行评分。在每次合并时，选择使得训练数据似然概率增加最多的词元对。</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由于</a:t>
            </a:r>
            <a:r>
              <a:rPr lang="en-US" altLang="zh-CN" sz="2400" dirty="0">
                <a:latin typeface="Microsoft YaHei" panose="020B0503020204020204" pitchFamily="34" charset="-122"/>
                <a:ea typeface="Microsoft YaHei" panose="020B0503020204020204" pitchFamily="34" charset="-122"/>
              </a:rPr>
              <a:t>Google</a:t>
            </a:r>
            <a:r>
              <a:rPr lang="zh-CN" altLang="en-US" sz="2400" dirty="0">
                <a:latin typeface="Microsoft YaHei" panose="020B0503020204020204" pitchFamily="34" charset="-122"/>
                <a:ea typeface="Microsoft YaHei" panose="020B0503020204020204" pitchFamily="34" charset="-122"/>
              </a:rPr>
              <a:t>并没有发布其</a:t>
            </a:r>
            <a:r>
              <a:rPr lang="en-US" altLang="zh-CN" sz="2400" dirty="0" err="1">
                <a:latin typeface="Microsoft YaHei" panose="020B0503020204020204" pitchFamily="34" charset="-122"/>
                <a:ea typeface="Microsoft YaHei" panose="020B0503020204020204" pitchFamily="34" charset="-122"/>
              </a:rPr>
              <a:t>WordPiece</a:t>
            </a:r>
            <a:r>
              <a:rPr lang="zh-CN" altLang="en-US" sz="2400" dirty="0">
                <a:latin typeface="Microsoft YaHei" panose="020B0503020204020204" pitchFamily="34" charset="-122"/>
                <a:ea typeface="Microsoft YaHei" panose="020B0503020204020204" pitchFamily="34" charset="-122"/>
              </a:rPr>
              <a:t>算法的官方实现，</a:t>
            </a:r>
            <a:r>
              <a:rPr lang="en-US" altLang="zh-CN" sz="2400" dirty="0" err="1">
                <a:latin typeface="Microsoft YaHei" panose="020B0503020204020204" pitchFamily="34" charset="-122"/>
                <a:ea typeface="Microsoft YaHei" panose="020B0503020204020204" pitchFamily="34" charset="-122"/>
              </a:rPr>
              <a:t>HuggingFace</a:t>
            </a:r>
            <a:r>
              <a:rPr lang="zh-CN" altLang="en-US" sz="2400" dirty="0">
                <a:latin typeface="Microsoft YaHei" panose="020B0503020204020204" pitchFamily="34" charset="-122"/>
                <a:ea typeface="Microsoft YaHei" panose="020B0503020204020204" pitchFamily="34" charset="-122"/>
              </a:rPr>
              <a:t>在其在线</a:t>
            </a:r>
            <a:r>
              <a:rPr lang="en-US" altLang="zh-CN" sz="2400" dirty="0">
                <a:latin typeface="Microsoft YaHei" panose="020B0503020204020204" pitchFamily="34" charset="-122"/>
                <a:ea typeface="Microsoft YaHei" panose="020B0503020204020204" pitchFamily="34" charset="-122"/>
              </a:rPr>
              <a:t>NLP</a:t>
            </a:r>
            <a:r>
              <a:rPr lang="zh-CN" altLang="en-US" sz="2400" dirty="0">
                <a:latin typeface="Microsoft YaHei" panose="020B0503020204020204" pitchFamily="34" charset="-122"/>
                <a:ea typeface="Microsoft YaHei" panose="020B0503020204020204" pitchFamily="34" charset="-122"/>
              </a:rPr>
              <a:t>课程中提供了一种更直观的选择度量方法：一个词元对的评分是根据训练语料库中两个词元的共现计数除以它们各自的出现计数的乘积。计算公式如下所示：</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2D649909-C207-B7A9-FAE0-C83AF491C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4784" y="5636074"/>
            <a:ext cx="7130653" cy="1076325"/>
          </a:xfrm>
          <a:prstGeom prst="rect">
            <a:avLst/>
          </a:prstGeom>
        </p:spPr>
      </p:pic>
    </p:spTree>
    <p:extLst>
      <p:ext uri="{BB962C8B-B14F-4D97-AF65-F5344CB8AC3E}">
        <p14:creationId xmlns:p14="http://schemas.microsoft.com/office/powerpoint/2010/main" val="149531047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590120"/>
          </a:xfrm>
          <a:prstGeom prst="rect">
            <a:avLst/>
          </a:prstGeom>
          <a:noFill/>
        </p:spPr>
        <p:txBody>
          <a:bodyPr wrap="square">
            <a:spAutoFit/>
          </a:bodyPr>
          <a:lstStyle/>
          <a:p>
            <a:pPr algn="just">
              <a:lnSpc>
                <a:spcPct val="125000"/>
              </a:lnSpc>
              <a:spcBef>
                <a:spcPts val="1200"/>
              </a:spcBef>
            </a:pPr>
            <a:r>
              <a:rPr lang="en-US" altLang="zh-CN" sz="2400" b="1" dirty="0">
                <a:solidFill>
                  <a:srgbClr val="0070C0"/>
                </a:solidFill>
                <a:latin typeface="Microsoft YaHei" panose="020B0503020204020204" pitchFamily="34" charset="-122"/>
                <a:ea typeface="Microsoft YaHei" panose="020B0503020204020204" pitchFamily="34" charset="-122"/>
              </a:rPr>
              <a:t>Unigram</a:t>
            </a:r>
            <a:r>
              <a:rPr lang="zh-CN" altLang="en-US" sz="2400" b="1" dirty="0">
                <a:solidFill>
                  <a:srgbClr val="0070C0"/>
                </a:solidFill>
                <a:latin typeface="Microsoft YaHei" panose="020B0503020204020204" pitchFamily="34" charset="-122"/>
                <a:ea typeface="Microsoft YaHei" panose="020B0503020204020204" pitchFamily="34" charset="-122"/>
              </a:rPr>
              <a:t>词元分析</a:t>
            </a:r>
            <a:r>
              <a:rPr lang="en-US" altLang="zh-CN" sz="2400" b="1" dirty="0">
                <a:latin typeface="Microsoft YaHei" panose="020B0503020204020204" pitchFamily="34" charset="-122"/>
                <a:ea typeface="Microsoft YaHei" panose="020B0503020204020204" pitchFamily="34" charset="-122"/>
              </a:rPr>
              <a:t>[105]</a:t>
            </a:r>
            <a:r>
              <a:rPr lang="zh-CN" altLang="en-US" sz="2400" dirty="0">
                <a:latin typeface="Microsoft YaHei" panose="020B0503020204020204" pitchFamily="34" charset="-122"/>
                <a:ea typeface="Microsoft YaHei" panose="020B0503020204020204" pitchFamily="34" charset="-122"/>
              </a:rPr>
              <a:t>是另外一种应用于大语言模型的词元分析方法，</a:t>
            </a:r>
            <a:r>
              <a:rPr lang="en-US" altLang="zh-CN" sz="2400" dirty="0">
                <a:latin typeface="Microsoft YaHei" panose="020B0503020204020204" pitchFamily="34" charset="-122"/>
                <a:ea typeface="Microsoft YaHei" panose="020B0503020204020204" pitchFamily="34" charset="-122"/>
              </a:rPr>
              <a:t>T5</a:t>
            </a:r>
            <a:r>
              <a:rPr lang="zh-CN" altLang="en-US" sz="2400" dirty="0">
                <a:latin typeface="Microsoft YaHei" panose="020B0503020204020204" pitchFamily="34" charset="-122"/>
                <a:ea typeface="Microsoft YaHei" panose="020B0503020204020204" pitchFamily="34" charset="-122"/>
              </a:rPr>
              <a:t>和</a:t>
            </a:r>
            <a:r>
              <a:rPr lang="en-US" altLang="zh-CN" sz="2400" dirty="0" err="1">
                <a:latin typeface="Microsoft YaHei" panose="020B0503020204020204" pitchFamily="34" charset="-122"/>
                <a:ea typeface="Microsoft YaHei" panose="020B0503020204020204" pitchFamily="34" charset="-122"/>
              </a:rPr>
              <a:t>mBART</a:t>
            </a:r>
            <a:r>
              <a:rPr lang="zh-CN" altLang="en-US" sz="2400" dirty="0">
                <a:latin typeface="Microsoft YaHei" panose="020B0503020204020204" pitchFamily="34" charset="-122"/>
                <a:ea typeface="Microsoft YaHei" panose="020B0503020204020204" pitchFamily="34" charset="-122"/>
              </a:rPr>
              <a:t>采用该方法构建词元分析器。</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不同于</a:t>
            </a:r>
            <a:r>
              <a:rPr lang="en-US" altLang="zh-CN" sz="2400" dirty="0">
                <a:latin typeface="Microsoft YaHei" panose="020B0503020204020204" pitchFamily="34" charset="-122"/>
                <a:ea typeface="Microsoft YaHei" panose="020B0503020204020204" pitchFamily="34" charset="-122"/>
              </a:rPr>
              <a:t>BPE</a:t>
            </a:r>
            <a:r>
              <a:rPr lang="zh-CN" altLang="en-US" sz="2400" dirty="0">
                <a:latin typeface="Microsoft YaHei" panose="020B0503020204020204" pitchFamily="34" charset="-122"/>
                <a:ea typeface="Microsoft YaHei" panose="020B0503020204020204" pitchFamily="34" charset="-122"/>
              </a:rPr>
              <a:t>和</a:t>
            </a:r>
            <a:r>
              <a:rPr lang="en-US" altLang="zh-CN" sz="2400" dirty="0" err="1">
                <a:latin typeface="Microsoft YaHei" panose="020B0503020204020204" pitchFamily="34" charset="-122"/>
                <a:ea typeface="Microsoft YaHei" panose="020B0503020204020204" pitchFamily="34" charset="-122"/>
              </a:rPr>
              <a:t>WordPiece</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Unigram</a:t>
            </a:r>
            <a:r>
              <a:rPr lang="zh-CN" altLang="en-US" sz="2400" dirty="0">
                <a:latin typeface="Microsoft YaHei" panose="020B0503020204020204" pitchFamily="34" charset="-122"/>
                <a:ea typeface="Microsoft YaHei" panose="020B0503020204020204" pitchFamily="34" charset="-122"/>
              </a:rPr>
              <a:t>词元分析从一个足够大的可能词元集合开始，然后迭代地从当前列表中删除词元，直到达到预期的词汇表大小为止。基于训练好的</a:t>
            </a:r>
            <a:r>
              <a:rPr lang="en-US" altLang="zh-CN" sz="2400" dirty="0">
                <a:latin typeface="Microsoft YaHei" panose="020B0503020204020204" pitchFamily="34" charset="-122"/>
                <a:ea typeface="Microsoft YaHei" panose="020B0503020204020204" pitchFamily="34" charset="-122"/>
              </a:rPr>
              <a:t>Unigram</a:t>
            </a:r>
            <a:r>
              <a:rPr lang="zh-CN" altLang="en-US" sz="2400" dirty="0">
                <a:latin typeface="Microsoft YaHei" panose="020B0503020204020204" pitchFamily="34" charset="-122"/>
                <a:ea typeface="Microsoft YaHei" panose="020B0503020204020204" pitchFamily="34" charset="-122"/>
              </a:rPr>
              <a:t>语言模型，使用从当前词汇表中删除某个字词后，训练语料库似然性的增加量作为选择标准。</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为了估计一元语言（</a:t>
            </a:r>
            <a:r>
              <a:rPr lang="en-US" altLang="zh-CN" sz="2400" dirty="0">
                <a:latin typeface="Microsoft YaHei" panose="020B0503020204020204" pitchFamily="34" charset="-122"/>
                <a:ea typeface="Microsoft YaHei" panose="020B0503020204020204" pitchFamily="34" charset="-122"/>
              </a:rPr>
              <a:t>Unigram</a:t>
            </a:r>
            <a:r>
              <a:rPr lang="zh-CN" altLang="en-US" sz="2400" dirty="0">
                <a:latin typeface="Microsoft YaHei" panose="020B0503020204020204" pitchFamily="34" charset="-122"/>
                <a:ea typeface="Microsoft YaHei" panose="020B0503020204020204" pitchFamily="34" charset="-122"/>
              </a:rPr>
              <a:t>）模型，</a:t>
            </a:r>
            <a:r>
              <a:rPr lang="zh-CN" altLang="en-US" sz="2400" dirty="0">
                <a:solidFill>
                  <a:srgbClr val="0070C0"/>
                </a:solidFill>
                <a:latin typeface="Microsoft YaHei" panose="020B0503020204020204" pitchFamily="34" charset="-122"/>
                <a:ea typeface="Microsoft YaHei" panose="020B0503020204020204" pitchFamily="34" charset="-122"/>
              </a:rPr>
              <a:t>采用了期望最大化（</a:t>
            </a:r>
            <a:r>
              <a:rPr lang="en-US" altLang="zh-CN" sz="2400" dirty="0">
                <a:solidFill>
                  <a:srgbClr val="0070C0"/>
                </a:solidFill>
                <a:latin typeface="Microsoft YaHei" panose="020B0503020204020204" pitchFamily="34" charset="-122"/>
                <a:ea typeface="Microsoft YaHei" panose="020B0503020204020204" pitchFamily="34" charset="-122"/>
              </a:rPr>
              <a:t>Expectation–Maximization</a:t>
            </a:r>
            <a:r>
              <a:rPr lang="zh-CN" altLang="en-US" sz="2400" dirty="0">
                <a:solidFill>
                  <a:srgbClr val="0070C0"/>
                </a:solidFill>
                <a:latin typeface="Microsoft YaHei" panose="020B0503020204020204" pitchFamily="34" charset="-122"/>
                <a:ea typeface="Microsoft YaHei" panose="020B0503020204020204" pitchFamily="34" charset="-122"/>
              </a:rPr>
              <a:t>，</a:t>
            </a:r>
            <a:r>
              <a:rPr lang="en-US" altLang="zh-CN" sz="2400" dirty="0">
                <a:solidFill>
                  <a:srgbClr val="0070C0"/>
                </a:solidFill>
                <a:latin typeface="Microsoft YaHei" panose="020B0503020204020204" pitchFamily="34" charset="-122"/>
                <a:ea typeface="Microsoft YaHei" panose="020B0503020204020204" pitchFamily="34" charset="-122"/>
              </a:rPr>
              <a:t>EM</a:t>
            </a:r>
            <a:r>
              <a:rPr lang="zh-CN" altLang="en-US" sz="2400" dirty="0">
                <a:solidFill>
                  <a:srgbClr val="0070C0"/>
                </a:solidFill>
                <a:latin typeface="Microsoft YaHei" panose="020B0503020204020204" pitchFamily="34" charset="-122"/>
                <a:ea typeface="Microsoft YaHei" panose="020B0503020204020204" pitchFamily="34" charset="-122"/>
              </a:rPr>
              <a:t>）算法</a:t>
            </a:r>
            <a:r>
              <a:rPr lang="zh-CN" altLang="en-US" sz="2400" dirty="0">
                <a:latin typeface="Microsoft YaHei" panose="020B0503020204020204" pitchFamily="34" charset="-122"/>
                <a:ea typeface="Microsoft YaHei" panose="020B0503020204020204" pitchFamily="34" charset="-122"/>
              </a:rPr>
              <a:t>：每次迭代中，首先根据旧的语言模型找到当前最佳的单词切分方式，然后重新估计一元语言单元概率以更新语言模型。在这个过程中，使用动态规划算法（如维特比算法）来高效地找到给定语言模型时单词的最佳分解方式。</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40589083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8" y="1018786"/>
            <a:ext cx="5829304"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以</a:t>
            </a:r>
            <a:r>
              <a:rPr lang="en-US" altLang="zh-CN" sz="2400" dirty="0" err="1">
                <a:latin typeface="Microsoft YaHei" panose="020B0503020204020204" pitchFamily="34" charset="-122"/>
                <a:ea typeface="Microsoft YaHei" panose="020B0503020204020204" pitchFamily="34" charset="-122"/>
              </a:rPr>
              <a:t>HuggingFace</a:t>
            </a:r>
            <a:r>
              <a:rPr lang="en-US" altLang="zh-CN" sz="2400" dirty="0">
                <a:latin typeface="Microsoft YaHei" panose="020B0503020204020204" pitchFamily="34" charset="-122"/>
                <a:ea typeface="Microsoft YaHei" panose="020B0503020204020204" pitchFamily="34" charset="-122"/>
              </a:rPr>
              <a:t> NLP </a:t>
            </a:r>
            <a:r>
              <a:rPr lang="zh-CN" altLang="en-US" sz="2400" dirty="0">
                <a:latin typeface="Microsoft YaHei" panose="020B0503020204020204" pitchFamily="34" charset="-122"/>
                <a:ea typeface="Microsoft YaHei" panose="020B0503020204020204" pitchFamily="34" charset="-122"/>
              </a:rPr>
              <a:t>课程中介绍的</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代码为例，介绍</a:t>
            </a:r>
            <a:r>
              <a:rPr lang="en-US" altLang="zh-CN" sz="2400" dirty="0">
                <a:latin typeface="Microsoft YaHei" panose="020B0503020204020204" pitchFamily="34" charset="-122"/>
                <a:ea typeface="Microsoft YaHei" panose="020B0503020204020204" pitchFamily="34" charset="-122"/>
              </a:rPr>
              <a:t>BPE </a:t>
            </a:r>
            <a:r>
              <a:rPr lang="zh-CN" altLang="en-US" sz="2400" dirty="0">
                <a:latin typeface="Microsoft YaHei" panose="020B0503020204020204" pitchFamily="34" charset="-122"/>
                <a:ea typeface="Microsoft YaHei" panose="020B0503020204020204" pitchFamily="34" charset="-122"/>
              </a:rPr>
              <a:t>方法的构建和使用，代码实现如下所示：</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C843C0D9-B62D-0344-9B09-32AB24F11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603" y="3238653"/>
            <a:ext cx="5497512" cy="3173290"/>
          </a:xfrm>
          <a:prstGeom prst="rect">
            <a:avLst/>
          </a:prstGeom>
        </p:spPr>
      </p:pic>
      <p:pic>
        <p:nvPicPr>
          <p:cNvPr id="14" name="Picture 13">
            <a:extLst>
              <a:ext uri="{FF2B5EF4-FFF2-40B4-BE49-F238E27FC236}">
                <a16:creationId xmlns:a16="http://schemas.microsoft.com/office/drawing/2014/main" id="{FA1B0142-A870-0903-3245-8994452A98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9128" y="70635"/>
            <a:ext cx="5280284" cy="6787365"/>
          </a:xfrm>
          <a:prstGeom prst="rect">
            <a:avLst/>
          </a:prstGeom>
        </p:spPr>
      </p:pic>
    </p:spTree>
    <p:extLst>
      <p:ext uri="{BB962C8B-B14F-4D97-AF65-F5344CB8AC3E}">
        <p14:creationId xmlns:p14="http://schemas.microsoft.com/office/powerpoint/2010/main" val="4042306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142</a:t>
            </a:fld>
            <a:endParaRPr lang="zh-CN" altLang="en-US"/>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词元切分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35490401-146D-4E4E-559A-ADEF19461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6" y="910927"/>
            <a:ext cx="5834708" cy="5810548"/>
          </a:xfrm>
          <a:prstGeom prst="rect">
            <a:avLst/>
          </a:prstGeom>
        </p:spPr>
      </p:pic>
      <p:pic>
        <p:nvPicPr>
          <p:cNvPr id="16" name="Picture 15">
            <a:extLst>
              <a:ext uri="{FF2B5EF4-FFF2-40B4-BE49-F238E27FC236}">
                <a16:creationId xmlns:a16="http://schemas.microsoft.com/office/drawing/2014/main" id="{20370534-9E40-A28A-0E9F-AD74276952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5550" y="2435225"/>
            <a:ext cx="5932404" cy="1589884"/>
          </a:xfrm>
          <a:prstGeom prst="rect">
            <a:avLst/>
          </a:prstGeom>
        </p:spPr>
      </p:pic>
    </p:spTree>
    <p:extLst>
      <p:ext uri="{BB962C8B-B14F-4D97-AF65-F5344CB8AC3E}">
        <p14:creationId xmlns:p14="http://schemas.microsoft.com/office/powerpoint/2010/main" val="204437568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9">
            <a:extLst>
              <a:ext uri="{FF2B5EF4-FFF2-40B4-BE49-F238E27FC236}">
                <a16:creationId xmlns:a16="http://schemas.microsoft.com/office/drawing/2014/main" id="{06CB93E2-1C67-7FE5-DFB7-2C646DE3829A}"/>
              </a:ext>
            </a:extLst>
          </p:cNvPr>
          <p:cNvSpPr>
            <a:spLocks noChangeArrowheads="1"/>
          </p:cNvSpPr>
          <p:nvPr/>
        </p:nvSpPr>
        <p:spPr bwMode="auto">
          <a:xfrm>
            <a:off x="638172" y="4060919"/>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数据来源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数据处理</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数据影响分析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143</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开源数据集合</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9" name="组合 21">
            <a:extLst>
              <a:ext uri="{FF2B5EF4-FFF2-40B4-BE49-F238E27FC236}">
                <a16:creationId xmlns:a16="http://schemas.microsoft.com/office/drawing/2014/main" id="{78AB4BFA-8DD2-F510-DD76-6106AC348844}"/>
              </a:ext>
            </a:extLst>
          </p:cNvPr>
          <p:cNvGrpSpPr>
            <a:grpSpLocks/>
          </p:cNvGrpSpPr>
          <p:nvPr/>
        </p:nvGrpSpPr>
        <p:grpSpPr bwMode="auto">
          <a:xfrm>
            <a:off x="2368552" y="5531643"/>
            <a:ext cx="3733800" cy="488950"/>
            <a:chOff x="1129" y="0"/>
            <a:chExt cx="5402789" cy="489600"/>
          </a:xfrm>
        </p:grpSpPr>
        <p:sp>
          <p:nvSpPr>
            <p:cNvPr id="10" name="矩形 25">
              <a:extLst>
                <a:ext uri="{FF2B5EF4-FFF2-40B4-BE49-F238E27FC236}">
                  <a16:creationId xmlns:a16="http://schemas.microsoft.com/office/drawing/2014/main" id="{DC326F3D-2B37-9CC2-FCE3-927B7D91D26D}"/>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1" name="Rectangle 6">
              <a:extLst>
                <a:ext uri="{FF2B5EF4-FFF2-40B4-BE49-F238E27FC236}">
                  <a16:creationId xmlns:a16="http://schemas.microsoft.com/office/drawing/2014/main" id="{7A6D0578-9028-9444-1698-94580BDC4380}"/>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2" name="组合 22">
            <a:extLst>
              <a:ext uri="{FF2B5EF4-FFF2-40B4-BE49-F238E27FC236}">
                <a16:creationId xmlns:a16="http://schemas.microsoft.com/office/drawing/2014/main" id="{C35294D8-D0A4-396E-2123-E08F621B26BE}"/>
              </a:ext>
            </a:extLst>
          </p:cNvPr>
          <p:cNvGrpSpPr>
            <a:grpSpLocks/>
          </p:cNvGrpSpPr>
          <p:nvPr/>
        </p:nvGrpSpPr>
        <p:grpSpPr bwMode="auto">
          <a:xfrm>
            <a:off x="854077" y="5531643"/>
            <a:ext cx="1328550" cy="488950"/>
            <a:chOff x="0" y="0"/>
            <a:chExt cx="1328685" cy="489600"/>
          </a:xfrm>
        </p:grpSpPr>
        <p:sp>
          <p:nvSpPr>
            <p:cNvPr id="13" name="矩形 23">
              <a:extLst>
                <a:ext uri="{FF2B5EF4-FFF2-40B4-BE49-F238E27FC236}">
                  <a16:creationId xmlns:a16="http://schemas.microsoft.com/office/drawing/2014/main" id="{AB4897E4-4024-51CC-227A-7C7C4FF5099B}"/>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4" name="文本框 24">
              <a:extLst>
                <a:ext uri="{FF2B5EF4-FFF2-40B4-BE49-F238E27FC236}">
                  <a16:creationId xmlns:a16="http://schemas.microsoft.com/office/drawing/2014/main" id="{E41593EF-BD2B-D351-F46A-179026B6B89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90377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51290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大语言模型的训练需要巨大的计算资源，通常不可能多次迭代大语言模型预训练。千亿级参数量的大语言模型每次预训练的计算需要花费数百万元。因此，在训练大语言模型之前，构建一个准备充分的预训练语料库尤为重要。</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本节将从</a:t>
            </a:r>
            <a:r>
              <a:rPr lang="zh-CN" altLang="en-US" sz="2400" b="1" dirty="0">
                <a:solidFill>
                  <a:srgbClr val="0070C0"/>
                </a:solidFill>
                <a:latin typeface="Microsoft YaHei" panose="020B0503020204020204" pitchFamily="34" charset="-122"/>
                <a:ea typeface="Microsoft YaHei" panose="020B0503020204020204" pitchFamily="34" charset="-122"/>
              </a:rPr>
              <a:t>数据规模、数据质量和数据多样性</a:t>
            </a:r>
            <a:r>
              <a:rPr lang="zh-CN" altLang="en-US" sz="2400" dirty="0">
                <a:latin typeface="Microsoft YaHei" panose="020B0503020204020204" pitchFamily="34" charset="-122"/>
                <a:ea typeface="Microsoft YaHei" panose="020B0503020204020204" pitchFamily="34" charset="-122"/>
              </a:rPr>
              <a:t>三个方面分析数据对大语言模型的性能影响。</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需要特别说明的是</a:t>
            </a:r>
            <a:r>
              <a:rPr lang="zh-CN" altLang="en-US" sz="2400" dirty="0">
                <a:latin typeface="Microsoft YaHei" panose="020B0503020204020204" pitchFamily="34" charset="-122"/>
                <a:ea typeface="Microsoft YaHei" panose="020B0503020204020204" pitchFamily="34" charset="-122"/>
              </a:rPr>
              <a:t>，截止本书成稿时，由于在千亿参数规模的大语言模型上进行实验的成本非常高，很多结论是在</a:t>
            </a:r>
            <a:r>
              <a:rPr lang="en-US" altLang="zh-CN" sz="2400" dirty="0">
                <a:latin typeface="Microsoft YaHei" panose="020B0503020204020204" pitchFamily="34" charset="-122"/>
                <a:ea typeface="Microsoft YaHei" panose="020B0503020204020204" pitchFamily="34" charset="-122"/>
              </a:rPr>
              <a:t>100</a:t>
            </a:r>
            <a:r>
              <a:rPr lang="zh-CN" altLang="en-US" sz="2400" dirty="0">
                <a:latin typeface="Microsoft YaHei" panose="020B0503020204020204" pitchFamily="34" charset="-122"/>
                <a:ea typeface="Microsoft YaHei" panose="020B0503020204020204" pitchFamily="34" charset="-122"/>
              </a:rPr>
              <a:t>亿甚至是</a:t>
            </a:r>
            <a:r>
              <a:rPr lang="en-US" altLang="zh-CN" sz="2400" dirty="0">
                <a:latin typeface="Microsoft YaHei" panose="020B0503020204020204" pitchFamily="34" charset="-122"/>
                <a:ea typeface="Microsoft YaHei" panose="020B0503020204020204" pitchFamily="34" charset="-122"/>
              </a:rPr>
              <a:t>10</a:t>
            </a:r>
            <a:r>
              <a:rPr lang="zh-CN" altLang="en-US" sz="2400" dirty="0">
                <a:latin typeface="Microsoft YaHei" panose="020B0503020204020204" pitchFamily="34" charset="-122"/>
                <a:ea typeface="Microsoft YaHei" panose="020B0503020204020204" pitchFamily="34" charset="-122"/>
              </a:rPr>
              <a:t>亿规模的语言模型上进行的实验，其结果并不能完整地反映数据对大语言模型的影响。此外，一些观点仍处于猜想阶段，需要进一步验证。需要各位读者甄别判断。</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数据影响分析</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44399614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89680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随着大语言模型参数规模的增加，为了有效地训练模型，需要收集足够数量的高质量数据</a:t>
            </a:r>
            <a:r>
              <a:rPr lang="en-US" altLang="zh-CN" sz="2400" dirty="0">
                <a:latin typeface="Microsoft YaHei" panose="020B0503020204020204" pitchFamily="34" charset="-122"/>
                <a:ea typeface="Microsoft YaHei" panose="020B0503020204020204" pitchFamily="34" charset="-122"/>
              </a:rPr>
              <a:t>[37, 106]</a:t>
            </a:r>
            <a:r>
              <a:rPr lang="zh-CN" altLang="en-US" sz="2400" dirty="0">
                <a:latin typeface="Microsoft YaHei" panose="020B0503020204020204" pitchFamily="34" charset="-122"/>
                <a:ea typeface="Microsoft YaHei" panose="020B0503020204020204" pitchFamily="34" charset="-122"/>
              </a:rPr>
              <a:t>。在文献</a:t>
            </a:r>
            <a:r>
              <a:rPr lang="en-US" altLang="zh-CN" sz="2400" dirty="0">
                <a:latin typeface="Microsoft YaHei" panose="020B0503020204020204" pitchFamily="34" charset="-122"/>
                <a:ea typeface="Microsoft YaHei" panose="020B0503020204020204" pitchFamily="34" charset="-122"/>
              </a:rPr>
              <a:t>[106] </a:t>
            </a:r>
            <a:r>
              <a:rPr lang="zh-CN" altLang="en-US" sz="2400" dirty="0">
                <a:latin typeface="Microsoft YaHei" panose="020B0503020204020204" pitchFamily="34" charset="-122"/>
                <a:ea typeface="Microsoft YaHei" panose="020B0503020204020204" pitchFamily="34" charset="-122"/>
              </a:rPr>
              <a:t>针对模型参数规模、训练数据量及总计算量与模型效果之间关系的研究之前，大部分大语言模型训练所采用的训练数据量相较于</a:t>
            </a: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等最新的大语言模型都少很多。</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数据规模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14" name="Picture 13">
            <a:extLst>
              <a:ext uri="{FF2B5EF4-FFF2-40B4-BE49-F238E27FC236}">
                <a16:creationId xmlns:a16="http://schemas.microsoft.com/office/drawing/2014/main" id="{612A4FAC-FE8D-2DCA-11FC-8AFF313F70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3911" y="2927376"/>
            <a:ext cx="7772400" cy="3611536"/>
          </a:xfrm>
          <a:prstGeom prst="rect">
            <a:avLst/>
          </a:prstGeom>
        </p:spPr>
      </p:pic>
    </p:spTree>
    <p:extLst>
      <p:ext uri="{BB962C8B-B14F-4D97-AF65-F5344CB8AC3E}">
        <p14:creationId xmlns:p14="http://schemas.microsoft.com/office/powerpoint/2010/main" val="140742187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135171"/>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DeepMind </a:t>
            </a:r>
            <a:r>
              <a:rPr lang="zh-CN" altLang="en-US" sz="2400" dirty="0">
                <a:latin typeface="Microsoft YaHei" panose="020B0503020204020204" pitchFamily="34" charset="-122"/>
                <a:ea typeface="Microsoft YaHei" panose="020B0503020204020204" pitchFamily="34" charset="-122"/>
              </a:rPr>
              <a:t>的研究人员在文献</a:t>
            </a:r>
            <a:r>
              <a:rPr lang="en-US" altLang="zh-CN" sz="2400" dirty="0">
                <a:latin typeface="Microsoft YaHei" panose="020B0503020204020204" pitchFamily="34" charset="-122"/>
                <a:ea typeface="Microsoft YaHei" panose="020B0503020204020204" pitchFamily="34" charset="-122"/>
              </a:rPr>
              <a:t>[106] </a:t>
            </a:r>
            <a:r>
              <a:rPr lang="zh-CN" altLang="en-US" sz="2400" dirty="0">
                <a:latin typeface="Microsoft YaHei" panose="020B0503020204020204" pitchFamily="34" charset="-122"/>
                <a:ea typeface="Microsoft YaHei" panose="020B0503020204020204" pitchFamily="34" charset="-122"/>
              </a:rPr>
              <a:t>中给出了他们通过训练参数范围从</a:t>
            </a:r>
            <a:r>
              <a:rPr lang="en-US" altLang="zh-CN" sz="2400" u="sng" dirty="0">
                <a:latin typeface="Microsoft YaHei" panose="020B0503020204020204" pitchFamily="34" charset="-122"/>
                <a:ea typeface="Microsoft YaHei" panose="020B0503020204020204" pitchFamily="34" charset="-122"/>
              </a:rPr>
              <a:t>7000</a:t>
            </a:r>
            <a:r>
              <a:rPr lang="zh-CN" altLang="en-US" sz="2400" u="sng" dirty="0">
                <a:latin typeface="Microsoft YaHei" panose="020B0503020204020204" pitchFamily="34" charset="-122"/>
                <a:ea typeface="Microsoft YaHei" panose="020B0503020204020204" pitchFamily="34" charset="-122"/>
              </a:rPr>
              <a:t>万到</a:t>
            </a:r>
            <a:r>
              <a:rPr lang="en-US" altLang="zh-CN" sz="2400" u="sng" dirty="0">
                <a:latin typeface="Microsoft YaHei" panose="020B0503020204020204" pitchFamily="34" charset="-122"/>
                <a:ea typeface="Microsoft YaHei" panose="020B0503020204020204" pitchFamily="34" charset="-122"/>
              </a:rPr>
              <a:t>160</a:t>
            </a:r>
            <a:r>
              <a:rPr lang="zh-CN" altLang="en-US" sz="2400" u="sng" dirty="0">
                <a:latin typeface="Microsoft YaHei" panose="020B0503020204020204" pitchFamily="34" charset="-122"/>
                <a:ea typeface="Microsoft YaHei" panose="020B0503020204020204" pitchFamily="34" charset="-122"/>
              </a:rPr>
              <a:t>亿，训练词元数量从</a:t>
            </a:r>
            <a:r>
              <a:rPr lang="en-US" altLang="zh-CN" sz="2400" u="sng" dirty="0">
                <a:latin typeface="Microsoft YaHei" panose="020B0503020204020204" pitchFamily="34" charset="-122"/>
                <a:ea typeface="Microsoft YaHei" panose="020B0503020204020204" pitchFamily="34" charset="-122"/>
              </a:rPr>
              <a:t>5</a:t>
            </a:r>
            <a:r>
              <a:rPr lang="zh-CN" altLang="en-US" sz="2400" u="sng" dirty="0">
                <a:latin typeface="Microsoft YaHei" panose="020B0503020204020204" pitchFamily="34" charset="-122"/>
                <a:ea typeface="Microsoft YaHei" panose="020B0503020204020204" pitchFamily="34" charset="-122"/>
              </a:rPr>
              <a:t>亿到</a:t>
            </a:r>
            <a:r>
              <a:rPr lang="en-US" altLang="zh-CN" sz="2400" u="sng" dirty="0">
                <a:latin typeface="Microsoft YaHei" panose="020B0503020204020204" pitchFamily="34" charset="-122"/>
                <a:ea typeface="Microsoft YaHei" panose="020B0503020204020204" pitchFamily="34" charset="-122"/>
              </a:rPr>
              <a:t>5000</a:t>
            </a:r>
            <a:r>
              <a:rPr lang="zh-CN" altLang="en-US" sz="2400" u="sng" dirty="0">
                <a:latin typeface="Microsoft YaHei" panose="020B0503020204020204" pitchFamily="34" charset="-122"/>
                <a:ea typeface="Microsoft YaHei" panose="020B0503020204020204" pitchFamily="34" charset="-122"/>
              </a:rPr>
              <a:t>亿不等的</a:t>
            </a:r>
            <a:r>
              <a:rPr lang="en-US" altLang="zh-CN" sz="2400" b="1" dirty="0">
                <a:solidFill>
                  <a:srgbClr val="0070C0"/>
                </a:solidFill>
                <a:latin typeface="Microsoft YaHei" panose="020B0503020204020204" pitchFamily="34" charset="-122"/>
                <a:ea typeface="Microsoft YaHei" panose="020B0503020204020204" pitchFamily="34" charset="-122"/>
              </a:rPr>
              <a:t>400</a:t>
            </a:r>
            <a:r>
              <a:rPr lang="zh-CN" altLang="en-US" sz="2400" b="1" dirty="0">
                <a:solidFill>
                  <a:srgbClr val="0070C0"/>
                </a:solidFill>
                <a:latin typeface="Microsoft YaHei" panose="020B0503020204020204" pitchFamily="34" charset="-122"/>
                <a:ea typeface="Microsoft YaHei" panose="020B0503020204020204" pitchFamily="34" charset="-122"/>
              </a:rPr>
              <a:t>多个语言模型</a:t>
            </a:r>
            <a:r>
              <a:rPr lang="zh-CN" altLang="en-US" sz="2400" dirty="0">
                <a:latin typeface="Microsoft YaHei" panose="020B0503020204020204" pitchFamily="34" charset="-122"/>
                <a:ea typeface="Microsoft YaHei" panose="020B0503020204020204" pitchFamily="34" charset="-122"/>
              </a:rPr>
              <a:t>所得出的分析结果。</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研究发现，如果希望模型训练达到计算最优（</a:t>
            </a:r>
            <a:r>
              <a:rPr lang="en-US" altLang="zh-CN" sz="2000" dirty="0">
                <a:latin typeface="Microsoft YaHei" panose="020B0503020204020204" pitchFamily="34" charset="-122"/>
                <a:ea typeface="Microsoft YaHei" panose="020B0503020204020204" pitchFamily="34" charset="-122"/>
              </a:rPr>
              <a:t>Compute-optimal</a:t>
            </a:r>
            <a:r>
              <a:rPr lang="zh-CN" altLang="en-US" sz="2000" dirty="0">
                <a:latin typeface="Microsoft YaHei" panose="020B0503020204020204" pitchFamily="34" charset="-122"/>
                <a:ea typeface="Microsoft YaHei" panose="020B0503020204020204" pitchFamily="34" charset="-122"/>
              </a:rPr>
              <a:t>），则</a:t>
            </a:r>
            <a:r>
              <a:rPr lang="zh-CN" altLang="en-US" sz="2000" b="1" dirty="0">
                <a:solidFill>
                  <a:srgbClr val="0070C0"/>
                </a:solidFill>
                <a:latin typeface="Microsoft YaHei" panose="020B0503020204020204" pitchFamily="34" charset="-122"/>
                <a:ea typeface="Microsoft YaHei" panose="020B0503020204020204" pitchFamily="34" charset="-122"/>
              </a:rPr>
              <a:t>模型大小和训练词元数量应该等比例缩放</a:t>
            </a:r>
            <a:r>
              <a:rPr lang="zh-CN" altLang="en-US" sz="2000" dirty="0">
                <a:latin typeface="Microsoft YaHei" panose="020B0503020204020204" pitchFamily="34" charset="-122"/>
                <a:ea typeface="Microsoft YaHei" panose="020B0503020204020204" pitchFamily="34" charset="-122"/>
              </a:rPr>
              <a:t>，</a:t>
            </a:r>
            <a:r>
              <a:rPr lang="zh-CN" altLang="en-US" sz="2000" u="sng" dirty="0">
                <a:latin typeface="Microsoft YaHei" panose="020B0503020204020204" pitchFamily="34" charset="-122"/>
                <a:ea typeface="Microsoft YaHei" panose="020B0503020204020204" pitchFamily="34" charset="-122"/>
              </a:rPr>
              <a:t>即模型大小加倍则训练词元数量也应该加倍</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为了验证该分析结果，他们使用与</a:t>
            </a:r>
            <a:r>
              <a:rPr lang="en-US" altLang="zh-CN" sz="2000" dirty="0">
                <a:latin typeface="Microsoft YaHei" panose="020B0503020204020204" pitchFamily="34" charset="-122"/>
                <a:ea typeface="Microsoft YaHei" panose="020B0503020204020204" pitchFamily="34" charset="-122"/>
              </a:rPr>
              <a:t>Gopher </a:t>
            </a:r>
            <a:r>
              <a:rPr lang="zh-CN" altLang="en-US" sz="2000" dirty="0">
                <a:latin typeface="Microsoft YaHei" panose="020B0503020204020204" pitchFamily="34" charset="-122"/>
                <a:ea typeface="Microsoft YaHei" panose="020B0503020204020204" pitchFamily="34" charset="-122"/>
              </a:rPr>
              <a:t>语言模型训练相同的计算资源，根据上述理论预测了</a:t>
            </a:r>
            <a:r>
              <a:rPr lang="en-US" altLang="zh-CN" sz="2000" dirty="0">
                <a:latin typeface="Microsoft YaHei" panose="020B0503020204020204" pitchFamily="34" charset="-122"/>
                <a:ea typeface="Microsoft YaHei" panose="020B0503020204020204" pitchFamily="34" charset="-122"/>
              </a:rPr>
              <a:t>Chinchilla </a:t>
            </a:r>
            <a:r>
              <a:rPr lang="zh-CN" altLang="en-US" sz="2000" dirty="0">
                <a:latin typeface="Microsoft YaHei" panose="020B0503020204020204" pitchFamily="34" charset="-122"/>
                <a:ea typeface="Microsoft YaHei" panose="020B0503020204020204" pitchFamily="34" charset="-122"/>
              </a:rPr>
              <a:t>语言模型的最优参数量与词元数量组合。最终确定</a:t>
            </a:r>
            <a:r>
              <a:rPr lang="en-US" altLang="zh-CN" sz="2000" dirty="0">
                <a:latin typeface="Microsoft YaHei" panose="020B0503020204020204" pitchFamily="34" charset="-122"/>
                <a:ea typeface="Microsoft YaHei" panose="020B0503020204020204" pitchFamily="34" charset="-122"/>
              </a:rPr>
              <a:t>Chinchilla </a:t>
            </a:r>
            <a:r>
              <a:rPr lang="zh-CN" altLang="en-US" sz="2000" dirty="0">
                <a:latin typeface="Microsoft YaHei" panose="020B0503020204020204" pitchFamily="34" charset="-122"/>
                <a:ea typeface="Microsoft YaHei" panose="020B0503020204020204" pitchFamily="34" charset="-122"/>
              </a:rPr>
              <a:t>语言模型为</a:t>
            </a:r>
            <a:r>
              <a:rPr lang="en-US" altLang="zh-CN" sz="2000" dirty="0">
                <a:latin typeface="Microsoft YaHei" panose="020B0503020204020204" pitchFamily="34" charset="-122"/>
                <a:ea typeface="Microsoft YaHei" panose="020B0503020204020204" pitchFamily="34" charset="-122"/>
              </a:rPr>
              <a:t>700 </a:t>
            </a:r>
            <a:r>
              <a:rPr lang="zh-CN" altLang="en-US" sz="2000" dirty="0">
                <a:latin typeface="Microsoft YaHei" panose="020B0503020204020204" pitchFamily="34" charset="-122"/>
                <a:ea typeface="Microsoft YaHei" panose="020B0503020204020204" pitchFamily="34" charset="-122"/>
              </a:rPr>
              <a:t>亿参数，使用了</a:t>
            </a:r>
            <a:r>
              <a:rPr lang="en-US" altLang="zh-CN" sz="2000" dirty="0">
                <a:latin typeface="Microsoft YaHei" panose="020B0503020204020204" pitchFamily="34" charset="-122"/>
                <a:ea typeface="Microsoft YaHei" panose="020B0503020204020204" pitchFamily="34" charset="-122"/>
              </a:rPr>
              <a:t>1.4 </a:t>
            </a:r>
            <a:r>
              <a:rPr lang="zh-CN" altLang="en-US" sz="2000" dirty="0">
                <a:latin typeface="Microsoft YaHei" panose="020B0503020204020204" pitchFamily="34" charset="-122"/>
                <a:ea typeface="Microsoft YaHei" panose="020B0503020204020204" pitchFamily="34" charset="-122"/>
              </a:rPr>
              <a:t>万亿词元进行训练。</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通过实验发现，</a:t>
            </a:r>
            <a:r>
              <a:rPr lang="en-US" altLang="zh-CN" sz="2000" dirty="0">
                <a:latin typeface="Microsoft YaHei" panose="020B0503020204020204" pitchFamily="34" charset="-122"/>
                <a:ea typeface="Microsoft YaHei" panose="020B0503020204020204" pitchFamily="34" charset="-122"/>
              </a:rPr>
              <a:t>Chinchilla</a:t>
            </a:r>
            <a:r>
              <a:rPr lang="zh-CN" altLang="en-US" sz="2000" dirty="0">
                <a:latin typeface="Microsoft YaHei" panose="020B0503020204020204" pitchFamily="34" charset="-122"/>
                <a:ea typeface="Microsoft YaHei" panose="020B0503020204020204" pitchFamily="34" charset="-122"/>
              </a:rPr>
              <a:t>在很多下游评估任务中都显著地优于</a:t>
            </a:r>
            <a:r>
              <a:rPr lang="en-US" altLang="zh-CN" sz="2000" dirty="0">
                <a:latin typeface="Microsoft YaHei" panose="020B0503020204020204" pitchFamily="34" charset="-122"/>
                <a:ea typeface="Microsoft YaHei" panose="020B0503020204020204" pitchFamily="34" charset="-122"/>
              </a:rPr>
              <a:t>Gopher</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280B</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GPT-3</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175B</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Jurassic-1</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178B</a:t>
            </a:r>
            <a:r>
              <a:rPr lang="zh-CN" altLang="en-US" sz="2000" dirty="0">
                <a:latin typeface="Microsoft YaHei" panose="020B0503020204020204" pitchFamily="34" charset="-122"/>
                <a:ea typeface="Microsoft YaHei" panose="020B0503020204020204" pitchFamily="34" charset="-122"/>
              </a:rPr>
              <a:t>）以及</a:t>
            </a:r>
            <a:r>
              <a:rPr lang="en-US" altLang="zh-CN" sz="2000" dirty="0">
                <a:latin typeface="Microsoft YaHei" panose="020B0503020204020204" pitchFamily="34" charset="-122"/>
                <a:ea typeface="Microsoft YaHei" panose="020B0503020204020204" pitchFamily="34" charset="-122"/>
              </a:rPr>
              <a:t>Megatron-Turing NLG</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530B</a:t>
            </a:r>
            <a:r>
              <a:rPr lang="zh-CN" altLang="en-US" sz="2000" dirty="0">
                <a:latin typeface="Microsoft YaHei" panose="020B0503020204020204" pitchFamily="34" charset="-122"/>
                <a:ea typeface="Microsoft YaHei" panose="020B0503020204020204" pitchFamily="34" charset="-122"/>
              </a:rPr>
              <a:t>）。</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数据规模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881D133-D0D7-D4F6-6F86-2E3F239ABD57}"/>
              </a:ext>
            </a:extLst>
          </p:cNvPr>
          <p:cNvSpPr txBox="1"/>
          <p:nvPr/>
        </p:nvSpPr>
        <p:spPr>
          <a:xfrm>
            <a:off x="3046810" y="3244334"/>
            <a:ext cx="6093618" cy="369332"/>
          </a:xfrm>
          <a:prstGeom prst="rect">
            <a:avLst/>
          </a:prstGeom>
          <a:noFill/>
        </p:spPr>
        <p:txBody>
          <a:bodyPr wrap="square">
            <a:spAutoFit/>
          </a:bodyPr>
          <a:lstStyle/>
          <a:p>
            <a:endParaRPr lang="en-CN" dirty="0"/>
          </a:p>
        </p:txBody>
      </p:sp>
    </p:spTree>
    <p:extLst>
      <p:ext uri="{BB962C8B-B14F-4D97-AF65-F5344CB8AC3E}">
        <p14:creationId xmlns:p14="http://schemas.microsoft.com/office/powerpoint/2010/main" val="324590648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297401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图</a:t>
            </a:r>
            <a:r>
              <a:rPr lang="en-US" altLang="zh-CN" sz="2400" dirty="0">
                <a:latin typeface="Microsoft YaHei" panose="020B0503020204020204" pitchFamily="34" charset="-122"/>
                <a:ea typeface="Microsoft YaHei" panose="020B0503020204020204" pitchFamily="34" charset="-122"/>
              </a:rPr>
              <a:t>3.5 </a:t>
            </a:r>
            <a:r>
              <a:rPr lang="zh-CN" altLang="en-US" sz="2400" dirty="0">
                <a:latin typeface="Microsoft YaHei" panose="020B0503020204020204" pitchFamily="34" charset="-122"/>
                <a:ea typeface="Microsoft YaHei" panose="020B0503020204020204" pitchFamily="34" charset="-122"/>
              </a:rPr>
              <a:t>给出了在同等计算量情况下，训练损失随参数量的变化情况。针对</a:t>
            </a:r>
            <a:r>
              <a:rPr lang="en-US" altLang="zh-CN" sz="2400" dirty="0">
                <a:latin typeface="Microsoft YaHei" panose="020B0503020204020204" pitchFamily="34" charset="-122"/>
                <a:ea typeface="Microsoft YaHei" panose="020B0503020204020204" pitchFamily="34" charset="-122"/>
              </a:rPr>
              <a:t>9</a:t>
            </a:r>
            <a:r>
              <a:rPr lang="zh-CN" altLang="en-US" sz="2400" dirty="0">
                <a:latin typeface="Microsoft YaHei" panose="020B0503020204020204" pitchFamily="34" charset="-122"/>
                <a:ea typeface="Microsoft YaHei" panose="020B0503020204020204" pitchFamily="34" charset="-122"/>
              </a:rPr>
              <a:t>种不同的训练参数量设置，使用不同词元数量的训练语料，训练不同大小的模型参数量，使得最终训练所需浮点运算数达到预定目标。</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图中</a:t>
            </a:r>
            <a:r>
              <a:rPr lang="zh-CN" altLang="en-US" sz="2400" b="1" dirty="0">
                <a:solidFill>
                  <a:srgbClr val="0070C0"/>
                </a:solidFill>
                <a:latin typeface="Microsoft YaHei" panose="020B0503020204020204" pitchFamily="34" charset="-122"/>
                <a:ea typeface="Microsoft YaHei" panose="020B0503020204020204" pitchFamily="34" charset="-122"/>
              </a:rPr>
              <a:t>绿色线表示使用</a:t>
            </a:r>
            <a:r>
              <a:rPr lang="en-US" altLang="zh-CN" sz="2400" b="1" dirty="0">
                <a:solidFill>
                  <a:srgbClr val="0070C0"/>
                </a:solidFill>
                <a:latin typeface="Microsoft YaHei" panose="020B0503020204020204" pitchFamily="34" charset="-122"/>
                <a:ea typeface="Microsoft YaHei" panose="020B0503020204020204" pitchFamily="34" charset="-122"/>
              </a:rPr>
              <a:t>Gopher</a:t>
            </a:r>
            <a:r>
              <a:rPr lang="zh-CN" altLang="en-US" sz="2400" b="1" dirty="0">
                <a:solidFill>
                  <a:srgbClr val="0070C0"/>
                </a:solidFill>
                <a:latin typeface="Microsoft YaHei" panose="020B0503020204020204" pitchFamily="34" charset="-122"/>
                <a:ea typeface="Microsoft YaHei" panose="020B0503020204020204" pitchFamily="34" charset="-122"/>
              </a:rPr>
              <a:t>训练计算量所预测的最佳模型参数量和训练数据词元数量</a:t>
            </a:r>
            <a:r>
              <a:rPr lang="zh-CN" altLang="en-US" sz="2400" dirty="0">
                <a:latin typeface="Microsoft YaHei" panose="020B0503020204020204" pitchFamily="34" charset="-122"/>
                <a:ea typeface="Microsoft YaHei" panose="020B0503020204020204" pitchFamily="34" charset="-122"/>
              </a:rPr>
              <a:t>。还可以使用幂律（</a:t>
            </a:r>
            <a:r>
              <a:rPr lang="en-US" altLang="zh-CN" sz="2400" dirty="0" err="1">
                <a:latin typeface="Microsoft YaHei" panose="020B0503020204020204" pitchFamily="34" charset="-122"/>
                <a:ea typeface="Microsoft YaHei" panose="020B0503020204020204" pitchFamily="34" charset="-122"/>
              </a:rPr>
              <a:t>PowerLaw</a:t>
            </a:r>
            <a:r>
              <a:rPr lang="zh-CN" altLang="en-US" sz="2400" dirty="0">
                <a:latin typeface="Microsoft YaHei" panose="020B0503020204020204" pitchFamily="34" charset="-122"/>
                <a:ea typeface="Microsoft YaHei" panose="020B0503020204020204" pitchFamily="34" charset="-122"/>
              </a:rPr>
              <a:t>）对计算量限制、损失最优模型参数量大小及训练词元数之间的关系进行建模</a:t>
            </a:r>
            <a:r>
              <a:rPr lang="zh-CN" altLang="en-US" sz="2000" dirty="0">
                <a:latin typeface="Microsoft YaHei" panose="020B0503020204020204" pitchFamily="34" charset="-122"/>
                <a:ea typeface="Microsoft YaHei" panose="020B0503020204020204" pitchFamily="34" charset="-122"/>
              </a:rPr>
              <a:t>。</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数据规模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881D133-D0D7-D4F6-6F86-2E3F239ABD57}"/>
              </a:ext>
            </a:extLst>
          </p:cNvPr>
          <p:cNvSpPr txBox="1"/>
          <p:nvPr/>
        </p:nvSpPr>
        <p:spPr>
          <a:xfrm>
            <a:off x="3046810" y="3244334"/>
            <a:ext cx="6093618" cy="369332"/>
          </a:xfrm>
          <a:prstGeom prst="rect">
            <a:avLst/>
          </a:prstGeom>
          <a:noFill/>
        </p:spPr>
        <p:txBody>
          <a:bodyPr wrap="square">
            <a:spAutoFit/>
          </a:bodyPr>
          <a:lstStyle/>
          <a:p>
            <a:endParaRPr lang="en-CN" dirty="0"/>
          </a:p>
        </p:txBody>
      </p:sp>
      <p:pic>
        <p:nvPicPr>
          <p:cNvPr id="5" name="Picture 4">
            <a:extLst>
              <a:ext uri="{FF2B5EF4-FFF2-40B4-BE49-F238E27FC236}">
                <a16:creationId xmlns:a16="http://schemas.microsoft.com/office/drawing/2014/main" id="{AAB47503-998C-40B8-9CB5-D9CB19BC7C4B}"/>
              </a:ext>
            </a:extLst>
          </p:cNvPr>
          <p:cNvPicPr>
            <a:picLocks noChangeAspect="1"/>
          </p:cNvPicPr>
          <p:nvPr/>
        </p:nvPicPr>
        <p:blipFill>
          <a:blip r:embed="rId3"/>
          <a:stretch>
            <a:fillRect/>
          </a:stretch>
        </p:blipFill>
        <p:spPr>
          <a:xfrm>
            <a:off x="2334919" y="4168726"/>
            <a:ext cx="7290384" cy="2552749"/>
          </a:xfrm>
          <a:prstGeom prst="rect">
            <a:avLst/>
          </a:prstGeom>
        </p:spPr>
      </p:pic>
    </p:spTree>
    <p:extLst>
      <p:ext uri="{BB962C8B-B14F-4D97-AF65-F5344CB8AC3E}">
        <p14:creationId xmlns:p14="http://schemas.microsoft.com/office/powerpoint/2010/main" val="372162058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897349"/>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[37] </a:t>
            </a:r>
            <a:r>
              <a:rPr lang="zh-CN" altLang="en-US" sz="2400" dirty="0">
                <a:latin typeface="Microsoft YaHei" panose="020B0503020204020204" pitchFamily="34" charset="-122"/>
                <a:ea typeface="Microsoft YaHei" panose="020B0503020204020204" pitchFamily="34" charset="-122"/>
              </a:rPr>
              <a:t>模型在训练时采用了与文献</a:t>
            </a:r>
            <a:r>
              <a:rPr lang="en-US" altLang="zh-CN" sz="2400" dirty="0">
                <a:latin typeface="Microsoft YaHei" panose="020B0503020204020204" pitchFamily="34" charset="-122"/>
                <a:ea typeface="Microsoft YaHei" panose="020B0503020204020204" pitchFamily="34" charset="-122"/>
              </a:rPr>
              <a:t>[106] </a:t>
            </a:r>
            <a:r>
              <a:rPr lang="zh-CN" altLang="en-US" sz="2400" dirty="0">
                <a:latin typeface="Microsoft YaHei" panose="020B0503020204020204" pitchFamily="34" charset="-122"/>
                <a:ea typeface="Microsoft YaHei" panose="020B0503020204020204" pitchFamily="34" charset="-122"/>
              </a:rPr>
              <a:t>相符的训练策略。研究发现，</a:t>
            </a:r>
            <a:r>
              <a:rPr lang="en-US" altLang="zh-CN" sz="2400" dirty="0">
                <a:latin typeface="Microsoft YaHei" panose="020B0503020204020204" pitchFamily="34" charset="-122"/>
                <a:ea typeface="Microsoft YaHei" panose="020B0503020204020204" pitchFamily="34" charset="-122"/>
              </a:rPr>
              <a:t>70 </a:t>
            </a:r>
            <a:r>
              <a:rPr lang="zh-CN" altLang="en-US" sz="2400" dirty="0">
                <a:latin typeface="Microsoft YaHei" panose="020B0503020204020204" pitchFamily="34" charset="-122"/>
                <a:ea typeface="Microsoft YaHei" panose="020B0503020204020204" pitchFamily="34" charset="-122"/>
              </a:rPr>
              <a:t>亿参数的语言模型在训练超过</a:t>
            </a:r>
            <a:r>
              <a:rPr lang="en-US" altLang="zh-CN"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万亿个词元（</a:t>
            </a:r>
            <a:r>
              <a:rPr lang="en-US" altLang="zh-CN" sz="2400" dirty="0">
                <a:latin typeface="Microsoft YaHei" panose="020B0503020204020204" pitchFamily="34" charset="-122"/>
                <a:ea typeface="Microsoft YaHei" panose="020B0503020204020204" pitchFamily="34" charset="-122"/>
              </a:rPr>
              <a:t>1T Tokens</a:t>
            </a:r>
            <a:r>
              <a:rPr lang="zh-CN" altLang="en-US" sz="2400" dirty="0">
                <a:latin typeface="Microsoft YaHei" panose="020B0503020204020204" pitchFamily="34" charset="-122"/>
                <a:ea typeface="Microsoft YaHei" panose="020B0503020204020204" pitchFamily="34" charset="-122"/>
              </a:rPr>
              <a:t>）后，性能仍在持续增长。因此，</a:t>
            </a:r>
            <a:r>
              <a:rPr lang="en-US" altLang="zh-CN" sz="2400" dirty="0">
                <a:latin typeface="Microsoft YaHei" panose="020B0503020204020204" pitchFamily="34" charset="-122"/>
                <a:ea typeface="Microsoft YaHei" panose="020B0503020204020204" pitchFamily="34" charset="-122"/>
              </a:rPr>
              <a:t>Meta </a:t>
            </a:r>
            <a:r>
              <a:rPr lang="zh-CN" altLang="en-US" sz="2400" dirty="0">
                <a:latin typeface="Microsoft YaHei" panose="020B0503020204020204" pitchFamily="34" charset="-122"/>
                <a:ea typeface="Microsoft YaHei" panose="020B0503020204020204" pitchFamily="34" charset="-122"/>
              </a:rPr>
              <a:t>的研究人员在</a:t>
            </a:r>
            <a:r>
              <a:rPr lang="en-US" altLang="zh-CN" sz="2400" b="1" dirty="0">
                <a:solidFill>
                  <a:srgbClr val="0070C0"/>
                </a:solidFill>
                <a:latin typeface="Microsoft YaHei" panose="020B0503020204020204" pitchFamily="34" charset="-122"/>
                <a:ea typeface="Microsoft YaHei" panose="020B0503020204020204" pitchFamily="34" charset="-122"/>
              </a:rPr>
              <a:t>LLaMA-2[109] </a:t>
            </a:r>
            <a:r>
              <a:rPr lang="zh-CN" altLang="en-US" sz="2400" dirty="0">
                <a:latin typeface="Microsoft YaHei" panose="020B0503020204020204" pitchFamily="34" charset="-122"/>
                <a:ea typeface="Microsoft YaHei" panose="020B0503020204020204" pitchFamily="34" charset="-122"/>
              </a:rPr>
              <a:t>模型训练中，进一步增大了训练数据量，训练数据量达到</a:t>
            </a:r>
            <a:r>
              <a:rPr lang="en-US" altLang="zh-CN" sz="2400" b="1" dirty="0">
                <a:solidFill>
                  <a:srgbClr val="0070C0"/>
                </a:solidFill>
                <a:latin typeface="Microsoft YaHei" panose="020B0503020204020204" pitchFamily="34" charset="-122"/>
                <a:ea typeface="Microsoft YaHei" panose="020B0503020204020204" pitchFamily="34" charset="-122"/>
              </a:rPr>
              <a:t>2</a:t>
            </a:r>
            <a:r>
              <a:rPr lang="zh-CN" altLang="en-US" sz="2400" b="1" dirty="0">
                <a:solidFill>
                  <a:srgbClr val="0070C0"/>
                </a:solidFill>
                <a:latin typeface="Microsoft YaHei" panose="020B0503020204020204" pitchFamily="34" charset="-122"/>
                <a:ea typeface="Microsoft YaHei" panose="020B0503020204020204" pitchFamily="34" charset="-122"/>
              </a:rPr>
              <a:t>万亿词元</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[106]</a:t>
            </a:r>
            <a:r>
              <a:rPr lang="zh-CN" altLang="en-US" sz="2400" dirty="0">
                <a:latin typeface="Microsoft YaHei" panose="020B0503020204020204" pitchFamily="34" charset="-122"/>
                <a:ea typeface="Microsoft YaHei" panose="020B0503020204020204" pitchFamily="34" charset="-122"/>
              </a:rPr>
              <a:t> 给出了不同参数量模型在训练期间，随着训练数据量的增加，模型在问答和常识推理任务上的效果演变过程，如图</a:t>
            </a:r>
            <a:r>
              <a:rPr lang="en-US" altLang="zh-CN" sz="2400" dirty="0">
                <a:latin typeface="Microsoft YaHei" panose="020B0503020204020204" pitchFamily="34" charset="-122"/>
                <a:ea typeface="Microsoft YaHei" panose="020B0503020204020204" pitchFamily="34" charset="-122"/>
              </a:rPr>
              <a:t>3.6 </a:t>
            </a:r>
            <a:r>
              <a:rPr lang="zh-CN" altLang="en-US" sz="2400" dirty="0">
                <a:latin typeface="Microsoft YaHei" panose="020B0503020204020204" pitchFamily="34" charset="-122"/>
                <a:ea typeface="Microsoft YaHei" panose="020B0503020204020204" pitchFamily="34" charset="-122"/>
              </a:rPr>
              <a:t>所示。研究人员分别在</a:t>
            </a:r>
            <a:r>
              <a:rPr lang="en-US" altLang="zh-CN" sz="2400" dirty="0" err="1">
                <a:latin typeface="Microsoft YaHei" panose="020B0503020204020204" pitchFamily="34" charset="-122"/>
                <a:ea typeface="Microsoft YaHei" panose="020B0503020204020204" pitchFamily="34" charset="-122"/>
              </a:rPr>
              <a:t>TriviaQA</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HellaSwag</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NaturalQuestions</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SIQA</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WinoGrande</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PIQA </a:t>
            </a:r>
            <a:r>
              <a:rPr lang="zh-CN" altLang="en-US" sz="2400" dirty="0">
                <a:latin typeface="Microsoft YaHei" panose="020B0503020204020204" pitchFamily="34" charset="-122"/>
                <a:ea typeface="Microsoft YaHei" panose="020B0503020204020204" pitchFamily="34" charset="-122"/>
              </a:rPr>
              <a:t>这</a:t>
            </a:r>
            <a:r>
              <a:rPr lang="en-US" altLang="zh-CN" sz="2400" dirty="0">
                <a:latin typeface="Microsoft YaHei" panose="020B0503020204020204" pitchFamily="34" charset="-122"/>
                <a:ea typeface="Microsoft YaHei" panose="020B0503020204020204" pitchFamily="34" charset="-122"/>
              </a:rPr>
              <a:t>6 </a:t>
            </a:r>
            <a:r>
              <a:rPr lang="zh-CN" altLang="en-US" sz="2400" dirty="0">
                <a:latin typeface="Microsoft YaHei" panose="020B0503020204020204" pitchFamily="34" charset="-122"/>
                <a:ea typeface="Microsoft YaHei" panose="020B0503020204020204" pitchFamily="34" charset="-122"/>
              </a:rPr>
              <a:t>个数据集上进行了测试。</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数据规模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881D133-D0D7-D4F6-6F86-2E3F239ABD57}"/>
              </a:ext>
            </a:extLst>
          </p:cNvPr>
          <p:cNvSpPr txBox="1"/>
          <p:nvPr/>
        </p:nvSpPr>
        <p:spPr>
          <a:xfrm>
            <a:off x="3046810" y="3244334"/>
            <a:ext cx="6093618" cy="369332"/>
          </a:xfrm>
          <a:prstGeom prst="rect">
            <a:avLst/>
          </a:prstGeom>
          <a:noFill/>
        </p:spPr>
        <p:txBody>
          <a:bodyPr wrap="square">
            <a:spAutoFit/>
          </a:bodyPr>
          <a:lstStyle/>
          <a:p>
            <a:endParaRPr lang="en-CN" dirty="0"/>
          </a:p>
        </p:txBody>
      </p:sp>
    </p:spTree>
    <p:extLst>
      <p:ext uri="{BB962C8B-B14F-4D97-AF65-F5344CB8AC3E}">
        <p14:creationId xmlns:p14="http://schemas.microsoft.com/office/powerpoint/2010/main" val="302484549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可以看到，随着训练数据量的不断增加，模型在分属两类任务的</a:t>
            </a:r>
            <a:r>
              <a:rPr lang="en-US" altLang="zh-CN" sz="2400" dirty="0">
                <a:latin typeface="Microsoft YaHei" panose="020B0503020204020204" pitchFamily="34" charset="-122"/>
                <a:ea typeface="Microsoft YaHei" panose="020B0503020204020204" pitchFamily="34" charset="-122"/>
              </a:rPr>
              <a:t>6 </a:t>
            </a:r>
            <a:r>
              <a:rPr lang="zh-CN" altLang="en-US" sz="2400" dirty="0">
                <a:latin typeface="Microsoft YaHei" panose="020B0503020204020204" pitchFamily="34" charset="-122"/>
                <a:ea typeface="Microsoft YaHei" panose="020B0503020204020204" pitchFamily="34" charset="-122"/>
              </a:rPr>
              <a:t>个数据集上的性能都在稳步提高。通过使用更多的数据和更长的训练时间，较小的模型也可以实现良好的性能。</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数据规模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881D133-D0D7-D4F6-6F86-2E3F239ABD57}"/>
              </a:ext>
            </a:extLst>
          </p:cNvPr>
          <p:cNvSpPr txBox="1"/>
          <p:nvPr/>
        </p:nvSpPr>
        <p:spPr>
          <a:xfrm>
            <a:off x="3046810" y="3244334"/>
            <a:ext cx="6093618" cy="369332"/>
          </a:xfrm>
          <a:prstGeom prst="rect">
            <a:avLst/>
          </a:prstGeom>
          <a:noFill/>
        </p:spPr>
        <p:txBody>
          <a:bodyPr wrap="square">
            <a:spAutoFit/>
          </a:bodyPr>
          <a:lstStyle/>
          <a:p>
            <a:endParaRPr lang="en-CN" dirty="0"/>
          </a:p>
        </p:txBody>
      </p:sp>
      <p:pic>
        <p:nvPicPr>
          <p:cNvPr id="3" name="Picture 2">
            <a:extLst>
              <a:ext uri="{FF2B5EF4-FFF2-40B4-BE49-F238E27FC236}">
                <a16:creationId xmlns:a16="http://schemas.microsoft.com/office/drawing/2014/main" id="{86C675CA-E423-1277-6AE1-644DA4B73382}"/>
              </a:ext>
            </a:extLst>
          </p:cNvPr>
          <p:cNvPicPr>
            <a:picLocks noChangeAspect="1"/>
          </p:cNvPicPr>
          <p:nvPr/>
        </p:nvPicPr>
        <p:blipFill>
          <a:blip r:embed="rId3"/>
          <a:stretch>
            <a:fillRect/>
          </a:stretch>
        </p:blipFill>
        <p:spPr>
          <a:xfrm>
            <a:off x="2886074" y="2325893"/>
            <a:ext cx="6696075" cy="4395582"/>
          </a:xfrm>
          <a:prstGeom prst="rect">
            <a:avLst/>
          </a:prstGeom>
        </p:spPr>
      </p:pic>
    </p:spTree>
    <p:extLst>
      <p:ext uri="{BB962C8B-B14F-4D97-AF65-F5344CB8AC3E}">
        <p14:creationId xmlns:p14="http://schemas.microsoft.com/office/powerpoint/2010/main" val="19400081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974567"/>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[110] </a:t>
            </a:r>
            <a:r>
              <a:rPr lang="zh-CN" altLang="en-US" sz="2400" dirty="0">
                <a:latin typeface="Microsoft YaHei" panose="020B0503020204020204" pitchFamily="34" charset="-122"/>
                <a:ea typeface="Microsoft YaHei" panose="020B0503020204020204" pitchFamily="34" charset="-122"/>
              </a:rPr>
              <a:t>对不同任务类型所依赖的语言模型训练数量进行了分析。针对分类探查（</a:t>
            </a:r>
            <a:r>
              <a:rPr lang="en-US" altLang="zh-CN" sz="2400" dirty="0">
                <a:latin typeface="Microsoft YaHei" panose="020B0503020204020204" pitchFamily="34" charset="-122"/>
                <a:ea typeface="Microsoft YaHei" panose="020B0503020204020204" pitchFamily="34" charset="-122"/>
              </a:rPr>
              <a:t>Classifier</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Probing</a:t>
            </a:r>
            <a:r>
              <a:rPr lang="zh-CN" altLang="en-US" sz="2400" dirty="0">
                <a:latin typeface="Microsoft YaHei" panose="020B0503020204020204" pitchFamily="34" charset="-122"/>
                <a:ea typeface="Microsoft YaHei" panose="020B0503020204020204" pitchFamily="34" charset="-122"/>
              </a:rPr>
              <a:t>）、信息论探查（</a:t>
            </a:r>
            <a:r>
              <a:rPr lang="en-US" altLang="zh-CN" sz="2400" dirty="0">
                <a:latin typeface="Microsoft YaHei" panose="020B0503020204020204" pitchFamily="34" charset="-122"/>
                <a:ea typeface="Microsoft YaHei" panose="020B0503020204020204" pitchFamily="34" charset="-122"/>
              </a:rPr>
              <a:t>Info-theoretic Probing</a:t>
            </a:r>
            <a:r>
              <a:rPr lang="zh-CN" altLang="en-US" sz="2400" dirty="0">
                <a:latin typeface="Microsoft YaHei" panose="020B0503020204020204" pitchFamily="34" charset="-122"/>
                <a:ea typeface="Microsoft YaHei" panose="020B0503020204020204" pitchFamily="34" charset="-122"/>
              </a:rPr>
              <a:t>）、无监督相对可接受性判断（</a:t>
            </a:r>
            <a:r>
              <a:rPr lang="en-US" altLang="zh-CN" sz="2400" dirty="0">
                <a:latin typeface="Microsoft YaHei" panose="020B0503020204020204" pitchFamily="34" charset="-122"/>
                <a:ea typeface="Microsoft YaHei" panose="020B0503020204020204" pitchFamily="34" charset="-122"/>
              </a:rPr>
              <a:t>Unsupervised Relative</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Acceptability Judgment</a:t>
            </a:r>
            <a:r>
              <a:rPr lang="zh-CN" altLang="en-US" sz="2400" dirty="0">
                <a:latin typeface="Microsoft YaHei" panose="020B0503020204020204" pitchFamily="34" charset="-122"/>
                <a:ea typeface="Microsoft YaHei" panose="020B0503020204020204" pitchFamily="34" charset="-122"/>
              </a:rPr>
              <a:t>）以及应用于自然语言理解任务的微调（</a:t>
            </a:r>
            <a:r>
              <a:rPr lang="en-US" altLang="zh-CN" sz="2400" dirty="0">
                <a:latin typeface="Microsoft YaHei" panose="020B0503020204020204" pitchFamily="34" charset="-122"/>
                <a:ea typeface="Microsoft YaHei" panose="020B0503020204020204" pitchFamily="34" charset="-122"/>
              </a:rPr>
              <a:t>Fine-tuning on NLU Tasks</a:t>
            </a:r>
            <a:r>
              <a:rPr lang="zh-CN" altLang="en-US" sz="2400" dirty="0">
                <a:latin typeface="Microsoft YaHei" panose="020B0503020204020204" pitchFamily="34" charset="-122"/>
                <a:ea typeface="Microsoft YaHei" panose="020B0503020204020204" pitchFamily="34" charset="-122"/>
              </a:rPr>
              <a:t>） 这四类任务。</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基于不同量级预训练数据的</a:t>
            </a:r>
            <a:r>
              <a:rPr lang="en-US" altLang="zh-CN" sz="2400" dirty="0" err="1">
                <a:latin typeface="Microsoft YaHei" panose="020B0503020204020204" pitchFamily="34" charset="-122"/>
                <a:ea typeface="Microsoft YaHei" panose="020B0503020204020204" pitchFamily="34" charset="-122"/>
              </a:rPr>
              <a:t>RoBERTa</a:t>
            </a:r>
            <a:r>
              <a:rPr lang="en-US" altLang="zh-CN" sz="2400" dirty="0">
                <a:latin typeface="Microsoft YaHei" panose="020B0503020204020204" pitchFamily="34" charset="-122"/>
                <a:ea typeface="Microsoft YaHei" panose="020B0503020204020204" pitchFamily="34" charset="-122"/>
              </a:rPr>
              <a:t>[71] </a:t>
            </a:r>
            <a:r>
              <a:rPr lang="zh-CN" altLang="en-US" sz="2400" dirty="0">
                <a:latin typeface="Microsoft YaHei" panose="020B0503020204020204" pitchFamily="34" charset="-122"/>
                <a:ea typeface="Microsoft YaHei" panose="020B0503020204020204" pitchFamily="34" charset="-122"/>
              </a:rPr>
              <a:t>模型在不同类型任务上的效果进行了实验验证和分析。分别针对预训练了</a:t>
            </a:r>
            <a:r>
              <a:rPr lang="en-US" altLang="zh-CN" sz="2400" dirty="0">
                <a:latin typeface="Microsoft YaHei" panose="020B0503020204020204" pitchFamily="34" charset="-122"/>
                <a:ea typeface="Microsoft YaHei" panose="020B0503020204020204" pitchFamily="34" charset="-122"/>
              </a:rPr>
              <a:t>1M</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10M</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100M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1B </a:t>
            </a:r>
            <a:r>
              <a:rPr lang="zh-CN" altLang="en-US" sz="2400" dirty="0">
                <a:latin typeface="Microsoft YaHei" panose="020B0503020204020204" pitchFamily="34" charset="-122"/>
                <a:ea typeface="Microsoft YaHei" panose="020B0503020204020204" pitchFamily="34" charset="-122"/>
              </a:rPr>
              <a:t>个单词的</a:t>
            </a:r>
            <a:r>
              <a:rPr lang="en-US" altLang="zh-CN" sz="2400" dirty="0" err="1">
                <a:latin typeface="Microsoft YaHei" panose="020B0503020204020204" pitchFamily="34" charset="-122"/>
                <a:ea typeface="Microsoft YaHei" panose="020B0503020204020204" pitchFamily="34" charset="-122"/>
              </a:rPr>
              <a:t>RoBERTa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模型进行了能力分析。</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研究发现，</a:t>
            </a:r>
            <a:r>
              <a:rPr lang="zh-CN" altLang="en-US" sz="2400" u="sng" dirty="0">
                <a:latin typeface="Microsoft YaHei" panose="020B0503020204020204" pitchFamily="34" charset="-122"/>
                <a:ea typeface="Microsoft YaHei" panose="020B0503020204020204" pitchFamily="34" charset="-122"/>
              </a:rPr>
              <a:t>模型只需要</a:t>
            </a:r>
            <a:r>
              <a:rPr lang="en-US" altLang="zh-CN" sz="2400" u="sng" dirty="0">
                <a:latin typeface="Microsoft YaHei" panose="020B0503020204020204" pitchFamily="34" charset="-122"/>
                <a:ea typeface="Microsoft YaHei" panose="020B0503020204020204" pitchFamily="34" charset="-122"/>
              </a:rPr>
              <a:t>10M∼100M</a:t>
            </a:r>
            <a:r>
              <a:rPr lang="zh-CN" altLang="en-US" sz="2400" u="sng" dirty="0">
                <a:latin typeface="Microsoft YaHei" panose="020B0503020204020204" pitchFamily="34" charset="-122"/>
                <a:ea typeface="Microsoft YaHei" panose="020B0503020204020204" pitchFamily="34" charset="-122"/>
              </a:rPr>
              <a:t>个单词的训练，就可以可靠地获得</a:t>
            </a:r>
            <a:r>
              <a:rPr lang="zh-CN" altLang="en-US" sz="2400" b="1" dirty="0">
                <a:solidFill>
                  <a:srgbClr val="0070C0"/>
                </a:solidFill>
                <a:latin typeface="Microsoft YaHei" panose="020B0503020204020204" pitchFamily="34" charset="-122"/>
                <a:ea typeface="Microsoft YaHei" panose="020B0503020204020204" pitchFamily="34" charset="-122"/>
              </a:rPr>
              <a:t>语法和语义特征</a:t>
            </a:r>
            <a:r>
              <a:rPr lang="zh-CN" altLang="en-US" sz="2400" dirty="0">
                <a:latin typeface="Microsoft YaHei" panose="020B0503020204020204" pitchFamily="34" charset="-122"/>
                <a:ea typeface="Microsoft YaHei" panose="020B0503020204020204" pitchFamily="34" charset="-122"/>
              </a:rPr>
              <a:t>。但是需要</a:t>
            </a:r>
            <a:r>
              <a:rPr lang="zh-CN" altLang="en-US" sz="2400" u="sng" dirty="0">
                <a:latin typeface="Microsoft YaHei" panose="020B0503020204020204" pitchFamily="34" charset="-122"/>
                <a:ea typeface="Microsoft YaHei" panose="020B0503020204020204" pitchFamily="34" charset="-122"/>
              </a:rPr>
              <a:t>更多的数据量训练</a:t>
            </a:r>
            <a:r>
              <a:rPr lang="zh-CN" altLang="en-US" sz="2400" dirty="0">
                <a:latin typeface="Microsoft YaHei" panose="020B0503020204020204" pitchFamily="34" charset="-122"/>
                <a:ea typeface="Microsoft YaHei" panose="020B0503020204020204" pitchFamily="34" charset="-122"/>
              </a:rPr>
              <a:t>才能获得足够的</a:t>
            </a:r>
            <a:r>
              <a:rPr lang="zh-CN" altLang="en-US" sz="2400" b="1" dirty="0">
                <a:solidFill>
                  <a:srgbClr val="0070C0"/>
                </a:solidFill>
                <a:latin typeface="Microsoft YaHei" panose="020B0503020204020204" pitchFamily="34" charset="-122"/>
                <a:ea typeface="Microsoft YaHei" panose="020B0503020204020204" pitchFamily="34" charset="-122"/>
              </a:rPr>
              <a:t>常识知识和其他技能</a:t>
            </a:r>
            <a:r>
              <a:rPr lang="zh-CN" altLang="en-US" sz="2400" dirty="0">
                <a:latin typeface="Microsoft YaHei" panose="020B0503020204020204" pitchFamily="34" charset="-122"/>
                <a:ea typeface="Microsoft YaHei" panose="020B0503020204020204" pitchFamily="34" charset="-122"/>
              </a:rPr>
              <a:t>，并在典型下游自然语言理解任务中取得较好的结果。</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数据规模</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881D133-D0D7-D4F6-6F86-2E3F239ABD57}"/>
              </a:ext>
            </a:extLst>
          </p:cNvPr>
          <p:cNvSpPr txBox="1"/>
          <p:nvPr/>
        </p:nvSpPr>
        <p:spPr>
          <a:xfrm>
            <a:off x="3046810" y="3244334"/>
            <a:ext cx="6093618" cy="369332"/>
          </a:xfrm>
          <a:prstGeom prst="rect">
            <a:avLst/>
          </a:prstGeom>
          <a:noFill/>
        </p:spPr>
        <p:txBody>
          <a:bodyPr wrap="square">
            <a:spAutoFit/>
          </a:bodyPr>
          <a:lstStyle/>
          <a:p>
            <a:endParaRPr lang="en-CN" dirty="0"/>
          </a:p>
        </p:txBody>
      </p:sp>
    </p:spTree>
    <p:extLst>
      <p:ext uri="{BB962C8B-B14F-4D97-AF65-F5344CB8AC3E}">
        <p14:creationId xmlns:p14="http://schemas.microsoft.com/office/powerpoint/2010/main" val="74218465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512902"/>
          </a:xfrm>
          <a:prstGeom prst="rect">
            <a:avLst/>
          </a:prstGeom>
          <a:noFill/>
        </p:spPr>
        <p:txBody>
          <a:bodyPr wrap="square">
            <a:spAutoFit/>
          </a:bodyPr>
          <a:lstStyle/>
          <a:p>
            <a:pPr algn="just">
              <a:lnSpc>
                <a:spcPct val="125000"/>
              </a:lnSpc>
              <a:spcBef>
                <a:spcPts val="1200"/>
              </a:spcBef>
            </a:pPr>
            <a:r>
              <a:rPr lang="zh-CN" altLang="en-US" sz="2400" b="1" dirty="0">
                <a:solidFill>
                  <a:srgbClr val="0070C0"/>
                </a:solidFill>
                <a:latin typeface="Microsoft YaHei" panose="020B0503020204020204" pitchFamily="34" charset="-122"/>
                <a:ea typeface="Microsoft YaHei" panose="020B0503020204020204" pitchFamily="34" charset="-122"/>
              </a:rPr>
              <a:t>数据质量</a:t>
            </a:r>
            <a:r>
              <a:rPr lang="zh-CN" altLang="en-US" sz="2400" dirty="0">
                <a:latin typeface="Microsoft YaHei" panose="020B0503020204020204" pitchFamily="34" charset="-122"/>
                <a:ea typeface="Microsoft YaHei" panose="020B0503020204020204" pitchFamily="34" charset="-122"/>
              </a:rPr>
              <a:t>通常被认为是影响大语言模型训练效果的</a:t>
            </a:r>
            <a:r>
              <a:rPr lang="zh-CN" altLang="en-US" sz="2400" u="sng" dirty="0">
                <a:latin typeface="Microsoft YaHei" panose="020B0503020204020204" pitchFamily="34" charset="-122"/>
                <a:ea typeface="Microsoft YaHei" panose="020B0503020204020204" pitchFamily="34" charset="-122"/>
              </a:rPr>
              <a:t>关键因素之一</a:t>
            </a:r>
            <a:r>
              <a:rPr lang="zh-CN" altLang="en-US" sz="2400" dirty="0">
                <a:latin typeface="Microsoft YaHei" panose="020B0503020204020204" pitchFamily="34" charset="-122"/>
                <a:ea typeface="Microsoft YaHei" panose="020B0503020204020204" pitchFamily="34" charset="-122"/>
              </a:rPr>
              <a:t>。包含大量重复的低质量数据甚至导致训练过程不稳定，造成模型训练不收敛</a:t>
            </a:r>
            <a:r>
              <a:rPr lang="en-US" altLang="zh-CN" sz="2400" dirty="0">
                <a:latin typeface="Microsoft YaHei" panose="020B0503020204020204" pitchFamily="34" charset="-122"/>
                <a:ea typeface="Microsoft YaHei" panose="020B0503020204020204" pitchFamily="34" charset="-122"/>
              </a:rPr>
              <a:t>[96, 111]</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现有的研究表明，训练数据的构建时间、包含噪声或有害信息情况、数据重复率等因素，都对语言模型性能存在较大影响</a:t>
            </a:r>
            <a:r>
              <a:rPr lang="en-US" altLang="zh-CN" sz="2400" dirty="0">
                <a:latin typeface="Microsoft YaHei" panose="020B0503020204020204" pitchFamily="34" charset="-122"/>
                <a:ea typeface="Microsoft YaHei" panose="020B0503020204020204" pitchFamily="34" charset="-122"/>
              </a:rPr>
              <a:t>[89, 96, 98, 112]</a:t>
            </a:r>
            <a:r>
              <a:rPr lang="zh-CN" altLang="en-US" sz="2400" dirty="0">
                <a:latin typeface="Microsoft YaHei" panose="020B0503020204020204" pitchFamily="34" charset="-122"/>
                <a:ea typeface="Microsoft YaHei" panose="020B0503020204020204" pitchFamily="34" charset="-122"/>
              </a:rPr>
              <a:t>。截至</a:t>
            </a:r>
            <a:r>
              <a:rPr lang="en-US" altLang="zh-CN" sz="2400" dirty="0">
                <a:latin typeface="Microsoft YaHei" panose="020B0503020204020204" pitchFamily="34" charset="-122"/>
                <a:ea typeface="Microsoft YaHei" panose="020B0503020204020204" pitchFamily="34" charset="-122"/>
              </a:rPr>
              <a:t>2023 </a:t>
            </a:r>
            <a:r>
              <a:rPr lang="zh-CN" altLang="en-US" sz="2400" dirty="0">
                <a:latin typeface="Microsoft YaHei" panose="020B0503020204020204" pitchFamily="34" charset="-122"/>
                <a:ea typeface="Microsoft YaHei" panose="020B0503020204020204" pitchFamily="34" charset="-122"/>
              </a:rPr>
              <a:t>年</a:t>
            </a:r>
            <a:r>
              <a:rPr lang="en-US" altLang="zh-CN" sz="2400" dirty="0">
                <a:latin typeface="Microsoft YaHei" panose="020B0503020204020204" pitchFamily="34" charset="-122"/>
                <a:ea typeface="Microsoft YaHei" panose="020B0503020204020204" pitchFamily="34" charset="-122"/>
              </a:rPr>
              <a:t>9 </a:t>
            </a:r>
            <a:r>
              <a:rPr lang="zh-CN" altLang="en-US" sz="2400" dirty="0">
                <a:latin typeface="Microsoft YaHei" panose="020B0503020204020204" pitchFamily="34" charset="-122"/>
                <a:ea typeface="Microsoft YaHei" panose="020B0503020204020204" pitchFamily="34" charset="-122"/>
              </a:rPr>
              <a:t>月的研究都得出了相同的结论，即语言模型在经过清洗的高质量数据上训练数据可以得到更高的性能。</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[89]</a:t>
            </a:r>
            <a:r>
              <a:rPr lang="zh-CN" altLang="en-US" sz="2400" dirty="0">
                <a:latin typeface="Microsoft YaHei" panose="020B0503020204020204" pitchFamily="34" charset="-122"/>
                <a:ea typeface="Microsoft YaHei" panose="020B0503020204020204" pitchFamily="34" charset="-122"/>
              </a:rPr>
              <a:t>介绍了</a:t>
            </a:r>
            <a:r>
              <a:rPr lang="en-US" altLang="zh-CN" sz="2400" dirty="0">
                <a:latin typeface="Microsoft YaHei" panose="020B0503020204020204" pitchFamily="34" charset="-122"/>
                <a:ea typeface="Microsoft YaHei" panose="020B0503020204020204" pitchFamily="34" charset="-122"/>
              </a:rPr>
              <a:t>Gopher </a:t>
            </a:r>
            <a:r>
              <a:rPr lang="zh-CN" altLang="en-US" sz="2400" dirty="0">
                <a:latin typeface="Microsoft YaHei" panose="020B0503020204020204" pitchFamily="34" charset="-122"/>
                <a:ea typeface="Microsoft YaHei" panose="020B0503020204020204" pitchFamily="34" charset="-122"/>
              </a:rPr>
              <a:t>语言模型在训练时针对文本质量进行的相关实验。如图</a:t>
            </a:r>
            <a:r>
              <a:rPr lang="en-US" altLang="zh-CN" sz="2400" dirty="0">
                <a:latin typeface="Microsoft YaHei" panose="020B0503020204020204" pitchFamily="34" charset="-122"/>
                <a:ea typeface="Microsoft YaHei" panose="020B0503020204020204" pitchFamily="34" charset="-122"/>
              </a:rPr>
              <a:t>3.7 </a:t>
            </a:r>
            <a:r>
              <a:rPr lang="zh-CN" altLang="en-US" sz="2400" dirty="0">
                <a:latin typeface="Microsoft YaHei" panose="020B0503020204020204" pitchFamily="34" charset="-122"/>
                <a:ea typeface="Microsoft YaHei" panose="020B0503020204020204" pitchFamily="34" charset="-122"/>
              </a:rPr>
              <a:t>所示，具有</a:t>
            </a:r>
            <a:r>
              <a:rPr lang="en-US" altLang="zh-CN" sz="2400" dirty="0">
                <a:latin typeface="Microsoft YaHei" panose="020B0503020204020204" pitchFamily="34" charset="-122"/>
                <a:ea typeface="Microsoft YaHei" panose="020B0503020204020204" pitchFamily="34" charset="-122"/>
              </a:rPr>
              <a:t>140 </a:t>
            </a:r>
            <a:r>
              <a:rPr lang="zh-CN" altLang="en-US" sz="2400" dirty="0">
                <a:latin typeface="Microsoft YaHei" panose="020B0503020204020204" pitchFamily="34" charset="-122"/>
                <a:ea typeface="Microsoft YaHei" panose="020B0503020204020204" pitchFamily="34" charset="-122"/>
              </a:rPr>
              <a:t>亿参数的模型在</a:t>
            </a:r>
            <a:r>
              <a:rPr lang="en-US" altLang="zh-CN" sz="2400" dirty="0" err="1">
                <a:latin typeface="Microsoft YaHei" panose="020B0503020204020204" pitchFamily="34" charset="-122"/>
                <a:ea typeface="Microsoft YaHei" panose="020B0503020204020204" pitchFamily="34" charset="-122"/>
              </a:rPr>
              <a:t>OpenWebText</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C4 </a:t>
            </a:r>
            <a:r>
              <a:rPr lang="zh-CN" altLang="en-US" sz="2400" dirty="0">
                <a:latin typeface="Microsoft YaHei" panose="020B0503020204020204" pitchFamily="34" charset="-122"/>
                <a:ea typeface="Microsoft YaHei" panose="020B0503020204020204" pitchFamily="34" charset="-122"/>
              </a:rPr>
              <a:t>及不同版本的</a:t>
            </a:r>
            <a:r>
              <a:rPr lang="en-US" altLang="zh-CN" sz="2400" dirty="0" err="1">
                <a:latin typeface="Microsoft YaHei" panose="020B0503020204020204" pitchFamily="34" charset="-122"/>
                <a:ea typeface="Microsoft YaHei" panose="020B0503020204020204" pitchFamily="34" charset="-122"/>
              </a:rPr>
              <a:t>MassiveWeb</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数据集上训练得到的模型效果对比。</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881D133-D0D7-D4F6-6F86-2E3F239ABD57}"/>
              </a:ext>
            </a:extLst>
          </p:cNvPr>
          <p:cNvSpPr txBox="1"/>
          <p:nvPr/>
        </p:nvSpPr>
        <p:spPr>
          <a:xfrm>
            <a:off x="3046810" y="3244334"/>
            <a:ext cx="6093618" cy="369332"/>
          </a:xfrm>
          <a:prstGeom prst="rect">
            <a:avLst/>
          </a:prstGeom>
          <a:noFill/>
        </p:spPr>
        <p:txBody>
          <a:bodyPr wrap="square">
            <a:spAutoFit/>
          </a:bodyPr>
          <a:lstStyle/>
          <a:p>
            <a:endParaRPr lang="en-CN" dirty="0"/>
          </a:p>
        </p:txBody>
      </p:sp>
    </p:spTree>
    <p:extLst>
      <p:ext uri="{BB962C8B-B14F-4D97-AF65-F5344CB8AC3E}">
        <p14:creationId xmlns:p14="http://schemas.microsoft.com/office/powerpoint/2010/main" val="429170562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89680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使用</a:t>
            </a:r>
            <a:r>
              <a:rPr lang="zh-CN" altLang="en-US" sz="2400" dirty="0">
                <a:solidFill>
                  <a:srgbClr val="0070C0"/>
                </a:solidFill>
                <a:latin typeface="Microsoft YaHei" panose="020B0503020204020204" pitchFamily="34" charset="-122"/>
                <a:ea typeface="Microsoft YaHei" panose="020B0503020204020204" pitchFamily="34" charset="-122"/>
              </a:rPr>
              <a:t>经过过滤和去重的</a:t>
            </a:r>
            <a:r>
              <a:rPr lang="en-US" altLang="zh-CN" sz="2400" dirty="0" err="1">
                <a:solidFill>
                  <a:srgbClr val="0070C0"/>
                </a:solidFill>
                <a:latin typeface="Microsoft YaHei" panose="020B0503020204020204" pitchFamily="34" charset="-122"/>
                <a:ea typeface="Microsoft YaHei" panose="020B0503020204020204" pitchFamily="34" charset="-122"/>
              </a:rPr>
              <a:t>MassiveWeb</a:t>
            </a:r>
            <a:r>
              <a:rPr lang="en-US" altLang="zh-CN" sz="2400" dirty="0">
                <a:solidFill>
                  <a:srgbClr val="0070C0"/>
                </a:solidFill>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数据训练得到的语言模型在三个任务上</a:t>
            </a:r>
            <a:r>
              <a:rPr lang="zh-CN" altLang="en-US" sz="2400" dirty="0">
                <a:solidFill>
                  <a:srgbClr val="0070C0"/>
                </a:solidFill>
                <a:latin typeface="Microsoft YaHei" panose="020B0503020204020204" pitchFamily="34" charset="-122"/>
                <a:ea typeface="Microsoft YaHei" panose="020B0503020204020204" pitchFamily="34" charset="-122"/>
              </a:rPr>
              <a:t>都远好于使用未经处理的数据训练得到的模型</a:t>
            </a:r>
            <a:r>
              <a:rPr lang="zh-CN" altLang="en-US" sz="2400" dirty="0">
                <a:latin typeface="Microsoft YaHei" panose="020B0503020204020204" pitchFamily="34" charset="-122"/>
                <a:ea typeface="Microsoft YaHei" panose="020B0503020204020204" pitchFamily="34" charset="-122"/>
              </a:rPr>
              <a:t>。使用经过处理的</a:t>
            </a:r>
            <a:r>
              <a:rPr lang="en-US" altLang="zh-CN" sz="2400" dirty="0" err="1">
                <a:latin typeface="Microsoft YaHei" panose="020B0503020204020204" pitchFamily="34" charset="-122"/>
                <a:ea typeface="Microsoft YaHei" panose="020B0503020204020204" pitchFamily="34" charset="-122"/>
              </a:rPr>
              <a:t>MassiveWeb</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数据训练得到的语言模型在下游任务上的表现也远好于使用</a:t>
            </a:r>
            <a:r>
              <a:rPr lang="en-US" altLang="zh-CN" sz="2400" dirty="0" err="1">
                <a:latin typeface="Microsoft YaHei" panose="020B0503020204020204" pitchFamily="34" charset="-122"/>
                <a:ea typeface="Microsoft YaHei" panose="020B0503020204020204" pitchFamily="34" charset="-122"/>
              </a:rPr>
              <a:t>OpenWebText</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C4 </a:t>
            </a:r>
            <a:r>
              <a:rPr lang="zh-CN" altLang="en-US" sz="2400" dirty="0">
                <a:latin typeface="Microsoft YaHei" panose="020B0503020204020204" pitchFamily="34" charset="-122"/>
                <a:ea typeface="Microsoft YaHei" panose="020B0503020204020204" pitchFamily="34" charset="-122"/>
              </a:rPr>
              <a:t>数据集训练得到的结果。</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ED18452B-C2A3-AF6A-D1C2-3BC734A2FA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6340" y="3293475"/>
            <a:ext cx="9859320" cy="2769129"/>
          </a:xfrm>
          <a:prstGeom prst="rect">
            <a:avLst/>
          </a:prstGeom>
        </p:spPr>
      </p:pic>
    </p:spTree>
    <p:extLst>
      <p:ext uri="{BB962C8B-B14F-4D97-AF65-F5344CB8AC3E}">
        <p14:creationId xmlns:p14="http://schemas.microsoft.com/office/powerpoint/2010/main" val="309993555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896801"/>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构建</a:t>
            </a:r>
            <a:r>
              <a:rPr lang="en-US" altLang="zh-CN" sz="2400" dirty="0" err="1">
                <a:latin typeface="Microsoft YaHei" panose="020B0503020204020204" pitchFamily="34" charset="-122"/>
                <a:ea typeface="Microsoft YaHei" panose="020B0503020204020204" pitchFamily="34" charset="-122"/>
              </a:rPr>
              <a:t>GLaM</a:t>
            </a:r>
            <a:r>
              <a:rPr lang="en-US" altLang="zh-CN" sz="2400" dirty="0">
                <a:latin typeface="Microsoft YaHei" panose="020B0503020204020204" pitchFamily="34" charset="-122"/>
                <a:ea typeface="Microsoft YaHei" panose="020B0503020204020204" pitchFamily="34" charset="-122"/>
              </a:rPr>
              <a:t>[90] </a:t>
            </a:r>
            <a:r>
              <a:rPr lang="zh-CN" altLang="en-US" sz="2400" dirty="0">
                <a:latin typeface="Microsoft YaHei" panose="020B0503020204020204" pitchFamily="34" charset="-122"/>
                <a:ea typeface="Microsoft YaHei" panose="020B0503020204020204" pitchFamily="34" charset="-122"/>
              </a:rPr>
              <a:t>语言模型时，也对训练数据质量的影响进行了分析。该项分析同样使用包含</a:t>
            </a:r>
            <a:r>
              <a:rPr lang="en-US" altLang="zh-CN" sz="2400" dirty="0">
                <a:latin typeface="Microsoft YaHei" panose="020B0503020204020204" pitchFamily="34" charset="-122"/>
                <a:ea typeface="Microsoft YaHei" panose="020B0503020204020204" pitchFamily="34" charset="-122"/>
              </a:rPr>
              <a:t>17</a:t>
            </a:r>
            <a:r>
              <a:rPr lang="zh-CN" altLang="en-US" sz="2400" dirty="0">
                <a:latin typeface="Microsoft YaHei" panose="020B0503020204020204" pitchFamily="34" charset="-122"/>
                <a:ea typeface="Microsoft YaHei" panose="020B0503020204020204" pitchFamily="34" charset="-122"/>
              </a:rPr>
              <a:t>亿参数的模型，针对下游少样本任务性能进行了分析。使用相同超参数，对通过原始数据集和经过质量筛选后的数据训练得到的模型效果进行了对比，实验结果如图</a:t>
            </a:r>
            <a:r>
              <a:rPr lang="en-US" altLang="zh-CN" sz="2400" dirty="0">
                <a:latin typeface="Microsoft YaHei" panose="020B0503020204020204" pitchFamily="34" charset="-122"/>
                <a:ea typeface="Microsoft YaHei" panose="020B0503020204020204" pitchFamily="34" charset="-122"/>
              </a:rPr>
              <a:t>3.8 </a:t>
            </a:r>
            <a:r>
              <a:rPr lang="zh-CN" altLang="en-US" sz="2400" dirty="0">
                <a:latin typeface="Microsoft YaHei" panose="020B0503020204020204" pitchFamily="34" charset="-122"/>
                <a:ea typeface="Microsoft YaHei" panose="020B0503020204020204" pitchFamily="34" charset="-122"/>
              </a:rPr>
              <a:t>所示。</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DCD25143-4C90-4898-1F47-E6E2664F9E8B}"/>
              </a:ext>
            </a:extLst>
          </p:cNvPr>
          <p:cNvSpPr txBox="1"/>
          <p:nvPr/>
        </p:nvSpPr>
        <p:spPr>
          <a:xfrm>
            <a:off x="6298408" y="3215177"/>
            <a:ext cx="5182392" cy="2835392"/>
          </a:xfrm>
          <a:prstGeom prst="rect">
            <a:avLst/>
          </a:prstGeom>
          <a:noFill/>
        </p:spPr>
        <p:txBody>
          <a:bodyPr wrap="square">
            <a:spAutoFit/>
          </a:bodyPr>
          <a:lstStyle/>
          <a:p>
            <a:pPr>
              <a:lnSpc>
                <a:spcPct val="125000"/>
              </a:lnSpc>
            </a:pPr>
            <a:r>
              <a:rPr lang="zh-CN" altLang="en-US" sz="1800" dirty="0">
                <a:latin typeface="Microsoft YaHei" panose="020B0503020204020204" pitchFamily="34" charset="-122"/>
                <a:ea typeface="Microsoft YaHei" panose="020B0503020204020204" pitchFamily="34" charset="-122"/>
              </a:rPr>
              <a:t>可以看到，使用高质量数据训练的模型在自然语言生成和自然语言理解的任务上表现更好。特别是，高质量数据对自然语言生成任务上的影响大于自然语言理解任务。这可能是因为自然语言生成任务通常需要生成高质量的语言，过滤预训练语料库对于语言模型的生成能力至关重要。文献</a:t>
            </a:r>
            <a:r>
              <a:rPr lang="en-US" altLang="zh-CN" sz="1800" dirty="0">
                <a:latin typeface="Microsoft YaHei" panose="020B0503020204020204" pitchFamily="34" charset="-122"/>
                <a:ea typeface="Microsoft YaHei" panose="020B0503020204020204" pitchFamily="34" charset="-122"/>
              </a:rPr>
              <a:t>[90] </a:t>
            </a:r>
            <a:r>
              <a:rPr lang="zh-CN" altLang="en-US" sz="1800" dirty="0">
                <a:latin typeface="Microsoft YaHei" panose="020B0503020204020204" pitchFamily="34" charset="-122"/>
                <a:ea typeface="Microsoft YaHei" panose="020B0503020204020204" pitchFamily="34" charset="-122"/>
              </a:rPr>
              <a:t>的研究强调了预训练数据的质量在下游任务的性能中也扮演着关键角色。</a:t>
            </a:r>
            <a:endParaRPr lang="en-CN" dirty="0"/>
          </a:p>
        </p:txBody>
      </p:sp>
      <p:pic>
        <p:nvPicPr>
          <p:cNvPr id="15" name="Picture 14">
            <a:extLst>
              <a:ext uri="{FF2B5EF4-FFF2-40B4-BE49-F238E27FC236}">
                <a16:creationId xmlns:a16="http://schemas.microsoft.com/office/drawing/2014/main" id="{FDCD1013-069F-FBDB-8A9B-746260155C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611" y="3019973"/>
            <a:ext cx="5651500" cy="3225800"/>
          </a:xfrm>
          <a:prstGeom prst="rect">
            <a:avLst/>
          </a:prstGeom>
        </p:spPr>
      </p:pic>
    </p:spTree>
    <p:extLst>
      <p:ext uri="{BB962C8B-B14F-4D97-AF65-F5344CB8AC3E}">
        <p14:creationId xmlns:p14="http://schemas.microsoft.com/office/powerpoint/2010/main" val="388974958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974567"/>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Google Research </a:t>
            </a:r>
            <a:r>
              <a:rPr lang="zh-CN" altLang="en-US" sz="2400" dirty="0">
                <a:latin typeface="Microsoft YaHei" panose="020B0503020204020204" pitchFamily="34" charset="-122"/>
                <a:ea typeface="Microsoft YaHei" panose="020B0503020204020204" pitchFamily="34" charset="-122"/>
              </a:rPr>
              <a:t>的研究人员针对数据构建时间、文本质量、是否包含有害信息开展了系统的研究</a:t>
            </a:r>
            <a:r>
              <a:rPr lang="en-US" altLang="zh-CN" sz="2400" dirty="0">
                <a:latin typeface="Microsoft YaHei" panose="020B0503020204020204" pitchFamily="34" charset="-122"/>
                <a:ea typeface="Microsoft YaHei" panose="020B0503020204020204" pitchFamily="34" charset="-122"/>
              </a:rPr>
              <a:t>[113]</a:t>
            </a:r>
            <a:r>
              <a:rPr lang="zh-CN" altLang="en-US" sz="2400" dirty="0">
                <a:latin typeface="Microsoft YaHei" panose="020B0503020204020204" pitchFamily="34" charset="-122"/>
                <a:ea typeface="Microsoft YaHei" panose="020B0503020204020204" pitchFamily="34" charset="-122"/>
              </a:rPr>
              <a:t>。使用具有不同时间、毒性和质量及领域组成的数据，训练了</a:t>
            </a:r>
            <a:r>
              <a:rPr lang="en-US" altLang="zh-CN" sz="2400" dirty="0">
                <a:latin typeface="Microsoft YaHei" panose="020B0503020204020204" pitchFamily="34" charset="-122"/>
                <a:ea typeface="Microsoft YaHei" panose="020B0503020204020204" pitchFamily="34" charset="-122"/>
              </a:rPr>
              <a:t>28</a:t>
            </a:r>
            <a:r>
              <a:rPr lang="zh-CN" altLang="en-US" sz="2400" dirty="0">
                <a:latin typeface="Microsoft YaHei" panose="020B0503020204020204" pitchFamily="34" charset="-122"/>
                <a:ea typeface="Microsoft YaHei" panose="020B0503020204020204" pitchFamily="34" charset="-122"/>
              </a:rPr>
              <a:t>个</a:t>
            </a:r>
            <a:r>
              <a:rPr lang="en-US" altLang="zh-CN" sz="2400" dirty="0">
                <a:latin typeface="Microsoft YaHei" panose="020B0503020204020204" pitchFamily="34" charset="-122"/>
                <a:ea typeface="Microsoft YaHei" panose="020B0503020204020204" pitchFamily="34" charset="-122"/>
              </a:rPr>
              <a:t>15 </a:t>
            </a:r>
            <a:r>
              <a:rPr lang="zh-CN" altLang="en-US" sz="2400" dirty="0">
                <a:latin typeface="Microsoft YaHei" panose="020B0503020204020204" pitchFamily="34" charset="-122"/>
                <a:ea typeface="Microsoft YaHei" panose="020B0503020204020204" pitchFamily="34" charset="-122"/>
              </a:rPr>
              <a:t>亿参数的仅有解码器（</a:t>
            </a:r>
            <a:r>
              <a:rPr lang="en-US" altLang="zh-CN" sz="2400" dirty="0">
                <a:latin typeface="Microsoft YaHei" panose="020B0503020204020204" pitchFamily="34" charset="-122"/>
                <a:ea typeface="Microsoft YaHei" panose="020B0503020204020204" pitchFamily="34" charset="-122"/>
              </a:rPr>
              <a:t>Decoder-only</a:t>
            </a:r>
            <a:r>
              <a:rPr lang="zh-CN" altLang="en-US" sz="2400" dirty="0">
                <a:latin typeface="Microsoft YaHei" panose="020B0503020204020204" pitchFamily="34" charset="-122"/>
                <a:ea typeface="Microsoft YaHei" panose="020B0503020204020204" pitchFamily="34" charset="-122"/>
              </a:rPr>
              <a:t>）结构语言模型。研究结果表明，</a:t>
            </a:r>
            <a:r>
              <a:rPr lang="zh-CN" altLang="en-US" sz="2400" b="1" dirty="0">
                <a:solidFill>
                  <a:srgbClr val="0070C0"/>
                </a:solidFill>
                <a:latin typeface="Microsoft YaHei" panose="020B0503020204020204" pitchFamily="34" charset="-122"/>
                <a:ea typeface="Microsoft YaHei" panose="020B0503020204020204" pitchFamily="34" charset="-122"/>
              </a:rPr>
              <a:t>大语言模型训练数据的时间、内容过滤方法及数据源对下游模型行为具有显著影响。</a:t>
            </a:r>
            <a:endParaRPr lang="en-US" altLang="zh-CN" sz="2400" b="1" dirty="0">
              <a:solidFill>
                <a:srgbClr val="0070C0"/>
              </a:solidFill>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针对数据时效性对于模型效果的影响问题，研究人员在</a:t>
            </a:r>
            <a:r>
              <a:rPr lang="en-US" altLang="zh-CN" sz="2400" dirty="0">
                <a:latin typeface="Microsoft YaHei" panose="020B0503020204020204" pitchFamily="34" charset="-122"/>
                <a:ea typeface="Microsoft YaHei" panose="020B0503020204020204" pitchFamily="34" charset="-122"/>
              </a:rPr>
              <a:t>C4</a:t>
            </a:r>
            <a:r>
              <a:rPr lang="zh-CN" altLang="en-US" sz="2400" dirty="0">
                <a:latin typeface="Microsoft YaHei" panose="020B0503020204020204" pitchFamily="34" charset="-122"/>
                <a:ea typeface="Microsoft YaHei" panose="020B0503020204020204" pitchFamily="34" charset="-122"/>
              </a:rPr>
              <a:t>语料集的</a:t>
            </a:r>
            <a:r>
              <a:rPr lang="en-US" altLang="zh-CN" sz="2400" dirty="0">
                <a:latin typeface="Microsoft YaHei" panose="020B0503020204020204" pitchFamily="34" charset="-122"/>
                <a:ea typeface="Microsoft YaHei" panose="020B0503020204020204" pitchFamily="34" charset="-122"/>
              </a:rPr>
              <a:t>2013</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2016</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2019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2022 </a:t>
            </a:r>
            <a:r>
              <a:rPr lang="zh-CN" altLang="en-US" sz="2400" dirty="0">
                <a:latin typeface="Microsoft YaHei" panose="020B0503020204020204" pitchFamily="34" charset="-122"/>
                <a:ea typeface="Microsoft YaHei" panose="020B0503020204020204" pitchFamily="34" charset="-122"/>
              </a:rPr>
              <a:t>版本上训练了</a:t>
            </a:r>
            <a:r>
              <a:rPr lang="en-US" altLang="zh-CN" sz="2400" dirty="0">
                <a:latin typeface="Microsoft YaHei" panose="020B0503020204020204" pitchFamily="34" charset="-122"/>
                <a:ea typeface="Microsoft YaHei" panose="020B0503020204020204" pitchFamily="34" charset="-122"/>
              </a:rPr>
              <a:t>4</a:t>
            </a:r>
            <a:r>
              <a:rPr lang="zh-CN" altLang="en-US" sz="2400" dirty="0">
                <a:latin typeface="Microsoft YaHei" panose="020B0503020204020204" pitchFamily="34" charset="-122"/>
                <a:ea typeface="Microsoft YaHei" panose="020B0503020204020204" pitchFamily="34" charset="-122"/>
              </a:rPr>
              <a:t>个自回归语言模型。对于每个版本，从</a:t>
            </a:r>
            <a:r>
              <a:rPr lang="en-US" altLang="zh-CN" sz="2400" dirty="0" err="1">
                <a:latin typeface="Microsoft YaHei" panose="020B0503020204020204" pitchFamily="34" charset="-122"/>
                <a:ea typeface="Microsoft YaHei" panose="020B0503020204020204" pitchFamily="34" charset="-122"/>
              </a:rPr>
              <a:t>CommonCrawl</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数据集上删除了截止年份之后爬取的所有数据。使用新闻、</a:t>
            </a:r>
            <a:r>
              <a:rPr lang="en-US" altLang="zh-CN" sz="2400" dirty="0">
                <a:latin typeface="Microsoft YaHei" panose="020B0503020204020204" pitchFamily="34" charset="-122"/>
                <a:ea typeface="Microsoft YaHei" panose="020B0503020204020204" pitchFamily="34" charset="-122"/>
              </a:rPr>
              <a:t>Twitter </a:t>
            </a:r>
            <a:r>
              <a:rPr lang="zh-CN" altLang="en-US" sz="2400" dirty="0">
                <a:latin typeface="Microsoft YaHei" panose="020B0503020204020204" pitchFamily="34" charset="-122"/>
                <a:ea typeface="Microsoft YaHei" panose="020B0503020204020204" pitchFamily="34" charset="-122"/>
              </a:rPr>
              <a:t>和科学领域的评估任务来衡量时间错位的影响。</a:t>
            </a: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这些评估任务的训练集和测试集按年份划分，分别在每个按年份划分的数据集上微调模型，然后在所有年份划分的测试集上进行评估。</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272016590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图</a:t>
            </a:r>
            <a:r>
              <a:rPr lang="en-US" altLang="zh-CN" sz="2400" dirty="0">
                <a:latin typeface="Microsoft YaHei" panose="020B0503020204020204" pitchFamily="34" charset="-122"/>
                <a:ea typeface="Microsoft YaHei" panose="020B0503020204020204" pitchFamily="34" charset="-122"/>
              </a:rPr>
              <a:t>3.9 </a:t>
            </a:r>
            <a:r>
              <a:rPr lang="zh-CN" altLang="en-US" sz="2400" dirty="0">
                <a:latin typeface="Microsoft YaHei" panose="020B0503020204020204" pitchFamily="34" charset="-122"/>
                <a:ea typeface="Microsoft YaHei" panose="020B0503020204020204" pitchFamily="34" charset="-122"/>
              </a:rPr>
              <a:t>给出了使用</a:t>
            </a:r>
            <a:r>
              <a:rPr lang="en-US" altLang="zh-CN" sz="2400" dirty="0">
                <a:latin typeface="Microsoft YaHei" panose="020B0503020204020204" pitchFamily="34" charset="-122"/>
                <a:ea typeface="Microsoft YaHei" panose="020B0503020204020204" pitchFamily="34" charset="-122"/>
              </a:rPr>
              <a:t>4 </a:t>
            </a:r>
            <a:r>
              <a:rPr lang="zh-CN" altLang="en-US" sz="2400" dirty="0">
                <a:latin typeface="Microsoft YaHei" panose="020B0503020204020204" pitchFamily="34" charset="-122"/>
                <a:ea typeface="Microsoft YaHei" panose="020B0503020204020204" pitchFamily="34" charset="-122"/>
              </a:rPr>
              <a:t>个不同版本的数据集训练得到的模型在</a:t>
            </a:r>
            <a:r>
              <a:rPr lang="en-US" altLang="zh-CN" sz="2400" dirty="0">
                <a:latin typeface="Microsoft YaHei" panose="020B0503020204020204" pitchFamily="34" charset="-122"/>
                <a:ea typeface="Microsoft YaHei" panose="020B0503020204020204" pitchFamily="34" charset="-122"/>
              </a:rPr>
              <a:t>5</a:t>
            </a:r>
            <a:r>
              <a:rPr lang="zh-CN" altLang="en-US" sz="2400" dirty="0">
                <a:latin typeface="Microsoft YaHei" panose="020B0503020204020204" pitchFamily="34" charset="-122"/>
                <a:ea typeface="Microsoft YaHei" panose="020B0503020204020204" pitchFamily="34" charset="-122"/>
              </a:rPr>
              <a:t>个不同任务上的评测结果。热力图颜色（</a:t>
            </a:r>
            <a:r>
              <a:rPr lang="en-US" altLang="zh-CN" sz="2400" dirty="0">
                <a:latin typeface="Microsoft YaHei" panose="020B0503020204020204" pitchFamily="34" charset="-122"/>
                <a:ea typeface="Microsoft YaHei" panose="020B0503020204020204" pitchFamily="34" charset="-122"/>
              </a:rPr>
              <a:t>Heatmap Colors</a:t>
            </a:r>
            <a:r>
              <a:rPr lang="zh-CN" altLang="en-US" sz="2400" dirty="0">
                <a:latin typeface="Microsoft YaHei" panose="020B0503020204020204" pitchFamily="34" charset="-122"/>
                <a:ea typeface="Microsoft YaHei" panose="020B0503020204020204" pitchFamily="34" charset="-122"/>
              </a:rPr>
              <a:t>）根据每一列进行归一化得到。从图中可以看到，</a:t>
            </a:r>
            <a:r>
              <a:rPr lang="zh-CN" altLang="en-US" sz="2400" b="1" dirty="0">
                <a:solidFill>
                  <a:srgbClr val="0070C0"/>
                </a:solidFill>
                <a:latin typeface="Microsoft YaHei" panose="020B0503020204020204" pitchFamily="34" charset="-122"/>
                <a:ea typeface="Microsoft YaHei" panose="020B0503020204020204" pitchFamily="34" charset="-122"/>
              </a:rPr>
              <a:t>训练数据和测试数据的时间错配会在一定程度上影响模型的效果。</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4" name="Picture 3">
            <a:extLst>
              <a:ext uri="{FF2B5EF4-FFF2-40B4-BE49-F238E27FC236}">
                <a16:creationId xmlns:a16="http://schemas.microsoft.com/office/drawing/2014/main" id="{1F225F6C-ADCE-710D-19CD-12B8D3839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9724" y="2558308"/>
            <a:ext cx="8472551" cy="4299692"/>
          </a:xfrm>
          <a:prstGeom prst="rect">
            <a:avLst/>
          </a:prstGeom>
        </p:spPr>
      </p:pic>
    </p:spTree>
    <p:extLst>
      <p:ext uri="{BB962C8B-B14F-4D97-AF65-F5344CB8AC3E}">
        <p14:creationId xmlns:p14="http://schemas.microsoft.com/office/powerpoint/2010/main" val="194019085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359014"/>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Anthropic </a:t>
            </a:r>
            <a:r>
              <a:rPr lang="zh-CN" altLang="en-US" sz="2400" dirty="0">
                <a:latin typeface="Microsoft YaHei" panose="020B0503020204020204" pitchFamily="34" charset="-122"/>
                <a:ea typeface="Microsoft YaHei" panose="020B0503020204020204" pitchFamily="34" charset="-122"/>
              </a:rPr>
              <a:t>的研究人员针对数据集中的重复问题开展了系统研究</a:t>
            </a:r>
            <a:r>
              <a:rPr lang="en-US" altLang="zh-CN" sz="2400" dirty="0">
                <a:latin typeface="Microsoft YaHei" panose="020B0503020204020204" pitchFamily="34" charset="-122"/>
                <a:ea typeface="Microsoft YaHei" panose="020B0503020204020204" pitchFamily="34" charset="-122"/>
              </a:rPr>
              <a:t>[96]</a:t>
            </a:r>
            <a:r>
              <a:rPr lang="zh-CN" altLang="en-US" sz="2400" dirty="0">
                <a:latin typeface="Microsoft YaHei" panose="020B0503020204020204" pitchFamily="34" charset="-122"/>
                <a:ea typeface="Microsoft YaHei" panose="020B0503020204020204" pitchFamily="34" charset="-122"/>
              </a:rPr>
              <a:t>。为了研究数据重复对大语言模型的影响，研究人员构建了特定的数据集，其中大部分数据是唯一的，只有一小部分数据被重复多次，并使用这个数据集训练了一组模型。研究发现了一个强烈的双峰下降现象，即重复数据可能会导致训练损失在中间阶段增加。</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例如，</a:t>
            </a:r>
            <a:r>
              <a:rPr lang="zh-CN" altLang="en-US" sz="2400" b="1" dirty="0">
                <a:solidFill>
                  <a:srgbClr val="0070C0"/>
                </a:solidFill>
                <a:latin typeface="Microsoft YaHei" panose="020B0503020204020204" pitchFamily="34" charset="-122"/>
                <a:ea typeface="Microsoft YaHei" panose="020B0503020204020204" pitchFamily="34" charset="-122"/>
              </a:rPr>
              <a:t>通过将</a:t>
            </a:r>
            <a:r>
              <a:rPr lang="en-US" altLang="zh-CN" sz="2400" b="1" dirty="0">
                <a:solidFill>
                  <a:srgbClr val="0070C0"/>
                </a:solidFill>
                <a:latin typeface="Microsoft YaHei" panose="020B0503020204020204" pitchFamily="34" charset="-122"/>
                <a:ea typeface="Microsoft YaHei" panose="020B0503020204020204" pitchFamily="34" charset="-122"/>
              </a:rPr>
              <a:t>0.1%</a:t>
            </a:r>
            <a:r>
              <a:rPr lang="zh-CN" altLang="en-US" sz="2400" b="1" dirty="0">
                <a:solidFill>
                  <a:srgbClr val="0070C0"/>
                </a:solidFill>
                <a:latin typeface="Microsoft YaHei" panose="020B0503020204020204" pitchFamily="34" charset="-122"/>
                <a:ea typeface="Microsoft YaHei" panose="020B0503020204020204" pitchFamily="34" charset="-122"/>
              </a:rPr>
              <a:t>的数据重复</a:t>
            </a:r>
            <a:r>
              <a:rPr lang="en-US" altLang="zh-CN" sz="2400" b="1" dirty="0">
                <a:solidFill>
                  <a:srgbClr val="0070C0"/>
                </a:solidFill>
                <a:latin typeface="Microsoft YaHei" panose="020B0503020204020204" pitchFamily="34" charset="-122"/>
                <a:ea typeface="Microsoft YaHei" panose="020B0503020204020204" pitchFamily="34" charset="-122"/>
              </a:rPr>
              <a:t>100</a:t>
            </a:r>
            <a:r>
              <a:rPr lang="zh-CN" altLang="en-US" sz="2400" b="1" dirty="0">
                <a:solidFill>
                  <a:srgbClr val="0070C0"/>
                </a:solidFill>
                <a:latin typeface="Microsoft YaHei" panose="020B0503020204020204" pitchFamily="34" charset="-122"/>
                <a:ea typeface="Microsoft YaHei" panose="020B0503020204020204" pitchFamily="34" charset="-122"/>
              </a:rPr>
              <a:t>次</a:t>
            </a:r>
            <a:r>
              <a:rPr lang="zh-CN" altLang="en-US" sz="2400" dirty="0">
                <a:latin typeface="Microsoft YaHei" panose="020B0503020204020204" pitchFamily="34" charset="-122"/>
                <a:ea typeface="Microsoft YaHei" panose="020B0503020204020204" pitchFamily="34" charset="-122"/>
              </a:rPr>
              <a:t>，即使其余</a:t>
            </a:r>
            <a:r>
              <a:rPr lang="en-US" altLang="zh-CN" sz="2400" dirty="0">
                <a:latin typeface="Microsoft YaHei" panose="020B0503020204020204" pitchFamily="34" charset="-122"/>
                <a:ea typeface="Microsoft YaHei" panose="020B0503020204020204" pitchFamily="34" charset="-122"/>
              </a:rPr>
              <a:t>90%</a:t>
            </a:r>
            <a:r>
              <a:rPr lang="zh-CN" altLang="en-US" sz="2400" dirty="0">
                <a:latin typeface="Microsoft YaHei" panose="020B0503020204020204" pitchFamily="34" charset="-122"/>
                <a:ea typeface="Microsoft YaHei" panose="020B0503020204020204" pitchFamily="34" charset="-122"/>
              </a:rPr>
              <a:t>的训练数据保持不变，一个</a:t>
            </a:r>
            <a:r>
              <a:rPr lang="en-US" altLang="zh-CN" sz="2400" dirty="0">
                <a:latin typeface="Microsoft YaHei" panose="020B0503020204020204" pitchFamily="34" charset="-122"/>
                <a:ea typeface="Microsoft YaHei" panose="020B0503020204020204" pitchFamily="34" charset="-122"/>
              </a:rPr>
              <a:t>800M </a:t>
            </a:r>
            <a:r>
              <a:rPr lang="zh-CN" altLang="en-US" sz="2400" dirty="0">
                <a:latin typeface="Microsoft YaHei" panose="020B0503020204020204" pitchFamily="34" charset="-122"/>
                <a:ea typeface="Microsoft YaHei" panose="020B0503020204020204" pitchFamily="34" charset="-122"/>
              </a:rPr>
              <a:t>参数的模型的性能也可能降低到与</a:t>
            </a:r>
            <a:r>
              <a:rPr lang="en-US" altLang="zh-CN" sz="2400" dirty="0">
                <a:latin typeface="Microsoft YaHei" panose="020B0503020204020204" pitchFamily="34" charset="-122"/>
                <a:ea typeface="Microsoft YaHei" panose="020B0503020204020204" pitchFamily="34" charset="-122"/>
              </a:rPr>
              <a:t>400M </a:t>
            </a:r>
            <a:r>
              <a:rPr lang="zh-CN" altLang="en-US" sz="2400" dirty="0">
                <a:latin typeface="Microsoft YaHei" panose="020B0503020204020204" pitchFamily="34" charset="-122"/>
                <a:ea typeface="Microsoft YaHei" panose="020B0503020204020204" pitchFamily="34" charset="-122"/>
              </a:rPr>
              <a:t>参数的模型相同。此外，研究人员还设计了一个简单的复制评估，</a:t>
            </a:r>
            <a:r>
              <a:rPr lang="zh-CN" altLang="en-US" sz="2400" dirty="0">
                <a:solidFill>
                  <a:srgbClr val="0070C0"/>
                </a:solidFill>
                <a:latin typeface="Microsoft YaHei" panose="020B0503020204020204" pitchFamily="34" charset="-122"/>
                <a:ea typeface="Microsoft YaHei" panose="020B0503020204020204" pitchFamily="34" charset="-122"/>
              </a:rPr>
              <a:t>即将哈利</a:t>
            </a:r>
            <a:r>
              <a:rPr lang="en-US" altLang="zh-CN" sz="2400" dirty="0">
                <a:solidFill>
                  <a:srgbClr val="0070C0"/>
                </a:solidFill>
                <a:latin typeface="Microsoft YaHei" panose="020B0503020204020204" pitchFamily="34" charset="-122"/>
                <a:ea typeface="Microsoft YaHei" panose="020B0503020204020204" pitchFamily="34" charset="-122"/>
              </a:rPr>
              <a:t>·</a:t>
            </a:r>
            <a:r>
              <a:rPr lang="zh-CN" altLang="en-US" sz="2400" dirty="0">
                <a:solidFill>
                  <a:srgbClr val="0070C0"/>
                </a:solidFill>
                <a:latin typeface="Microsoft YaHei" panose="020B0503020204020204" pitchFamily="34" charset="-122"/>
                <a:ea typeface="Microsoft YaHei" panose="020B0503020204020204" pitchFamily="34" charset="-122"/>
              </a:rPr>
              <a:t>波特（</a:t>
            </a:r>
            <a:r>
              <a:rPr lang="en-US" altLang="zh-CN" sz="2400" dirty="0">
                <a:solidFill>
                  <a:srgbClr val="0070C0"/>
                </a:solidFill>
                <a:latin typeface="Microsoft YaHei" panose="020B0503020204020204" pitchFamily="34" charset="-122"/>
                <a:ea typeface="Microsoft YaHei" panose="020B0503020204020204" pitchFamily="34" charset="-122"/>
              </a:rPr>
              <a:t>Harry Potter</a:t>
            </a:r>
            <a:r>
              <a:rPr lang="zh-CN" altLang="en-US" sz="2400" dirty="0">
                <a:solidFill>
                  <a:srgbClr val="0070C0"/>
                </a:solidFill>
                <a:latin typeface="Microsoft YaHei" panose="020B0503020204020204" pitchFamily="34" charset="-122"/>
                <a:ea typeface="Microsoft YaHei" panose="020B0503020204020204" pitchFamily="34" charset="-122"/>
              </a:rPr>
              <a:t>）的文字复制</a:t>
            </a:r>
            <a:r>
              <a:rPr lang="en-US" altLang="zh-CN" sz="2400" dirty="0">
                <a:solidFill>
                  <a:srgbClr val="0070C0"/>
                </a:solidFill>
                <a:latin typeface="Microsoft YaHei" panose="020B0503020204020204" pitchFamily="34" charset="-122"/>
                <a:ea typeface="Microsoft YaHei" panose="020B0503020204020204" pitchFamily="34" charset="-122"/>
              </a:rPr>
              <a:t>11 </a:t>
            </a:r>
            <a:r>
              <a:rPr lang="zh-CN" altLang="en-US" sz="2400" dirty="0">
                <a:solidFill>
                  <a:srgbClr val="0070C0"/>
                </a:solidFill>
                <a:latin typeface="Microsoft YaHei" panose="020B0503020204020204" pitchFamily="34" charset="-122"/>
                <a:ea typeface="Microsoft YaHei" panose="020B0503020204020204" pitchFamily="34" charset="-122"/>
              </a:rPr>
              <a:t>次</a:t>
            </a:r>
            <a:r>
              <a:rPr lang="zh-CN" altLang="en-US" sz="2400" dirty="0">
                <a:latin typeface="Microsoft YaHei" panose="020B0503020204020204" pitchFamily="34" charset="-122"/>
                <a:ea typeface="Microsoft YaHei" panose="020B0503020204020204" pitchFamily="34" charset="-122"/>
              </a:rPr>
              <a:t>，计算模型在该段上的损失。</a:t>
            </a:r>
            <a:r>
              <a:rPr lang="zh-CN" altLang="en-US" sz="2400" dirty="0">
                <a:solidFill>
                  <a:srgbClr val="0070C0"/>
                </a:solidFill>
                <a:latin typeface="Microsoft YaHei" panose="020B0503020204020204" pitchFamily="34" charset="-122"/>
                <a:ea typeface="Microsoft YaHei" panose="020B0503020204020204" pitchFamily="34" charset="-122"/>
              </a:rPr>
              <a:t>在仅有</a:t>
            </a:r>
            <a:r>
              <a:rPr lang="en-US" altLang="zh-CN" sz="2400" dirty="0">
                <a:solidFill>
                  <a:srgbClr val="0070C0"/>
                </a:solidFill>
                <a:latin typeface="Microsoft YaHei" panose="020B0503020204020204" pitchFamily="34" charset="-122"/>
                <a:ea typeface="Microsoft YaHei" panose="020B0503020204020204" pitchFamily="34" charset="-122"/>
              </a:rPr>
              <a:t>3%</a:t>
            </a:r>
            <a:r>
              <a:rPr lang="zh-CN" altLang="en-US" sz="2400" dirty="0">
                <a:solidFill>
                  <a:srgbClr val="0070C0"/>
                </a:solidFill>
                <a:latin typeface="Microsoft YaHei" panose="020B0503020204020204" pitchFamily="34" charset="-122"/>
                <a:ea typeface="Microsoft YaHei" panose="020B0503020204020204" pitchFamily="34" charset="-122"/>
              </a:rPr>
              <a:t>的重复数据的情况下</a:t>
            </a:r>
            <a:r>
              <a:rPr lang="zh-CN" altLang="en-US" sz="2400" dirty="0">
                <a:latin typeface="Microsoft YaHei" panose="020B0503020204020204" pitchFamily="34" charset="-122"/>
                <a:ea typeface="Microsoft YaHei" panose="020B0503020204020204" pitchFamily="34" charset="-122"/>
              </a:rPr>
              <a:t>，训练过程中性能最差的轮次仅能达到参数量为</a:t>
            </a:r>
            <a:r>
              <a:rPr lang="en-US" altLang="zh-CN" sz="2400" dirty="0">
                <a:latin typeface="Microsoft YaHei" panose="020B0503020204020204" pitchFamily="34" charset="-122"/>
                <a:ea typeface="Microsoft YaHei" panose="020B0503020204020204" pitchFamily="34" charset="-122"/>
              </a:rPr>
              <a:t>1/3</a:t>
            </a:r>
            <a:r>
              <a:rPr lang="zh-CN" altLang="en-US" sz="2400" dirty="0">
                <a:latin typeface="Microsoft YaHei" panose="020B0503020204020204" pitchFamily="34" charset="-122"/>
                <a:ea typeface="Microsoft YaHei" panose="020B0503020204020204" pitchFamily="34" charset="-122"/>
              </a:rPr>
              <a:t>的模型的效果。</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60169782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97347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[14] </a:t>
            </a:r>
            <a:r>
              <a:rPr lang="zh-CN" altLang="en-US" sz="2400" dirty="0">
                <a:latin typeface="Microsoft YaHei" panose="020B0503020204020204" pitchFamily="34" charset="-122"/>
                <a:ea typeface="Microsoft YaHei" panose="020B0503020204020204" pitchFamily="34" charset="-122"/>
              </a:rPr>
              <a:t>对大语言模型的记忆能力进行分析，根据训练样例在训练数据中出现的次数，显示了记忆率的变化情况，如图</a:t>
            </a:r>
            <a:r>
              <a:rPr lang="en-US" altLang="zh-CN" sz="2400" dirty="0">
                <a:latin typeface="Microsoft YaHei" panose="020B0503020204020204" pitchFamily="34" charset="-122"/>
                <a:ea typeface="Microsoft YaHei" panose="020B0503020204020204" pitchFamily="34" charset="-122"/>
              </a:rPr>
              <a:t>3.10 </a:t>
            </a:r>
            <a:r>
              <a:rPr lang="zh-CN" altLang="en-US" sz="2400" dirty="0">
                <a:latin typeface="Microsoft YaHei" panose="020B0503020204020204" pitchFamily="34" charset="-122"/>
                <a:ea typeface="Microsoft YaHei" panose="020B0503020204020204" pitchFamily="34" charset="-122"/>
              </a:rPr>
              <a:t>所示。</a:t>
            </a:r>
            <a:endParaRPr lang="zh-CN" altLang="en-US" sz="2400" b="1"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数据质量</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4" name="TextBox 3">
            <a:extLst>
              <a:ext uri="{FF2B5EF4-FFF2-40B4-BE49-F238E27FC236}">
                <a16:creationId xmlns:a16="http://schemas.microsoft.com/office/drawing/2014/main" id="{A3060EC0-C19C-F091-5750-65D0AF9372A1}"/>
              </a:ext>
            </a:extLst>
          </p:cNvPr>
          <p:cNvSpPr txBox="1"/>
          <p:nvPr/>
        </p:nvSpPr>
        <p:spPr>
          <a:xfrm>
            <a:off x="5575299" y="2421458"/>
            <a:ext cx="6093618" cy="2755434"/>
          </a:xfrm>
          <a:prstGeom prst="rect">
            <a:avLst/>
          </a:prstGeom>
          <a:noFill/>
        </p:spPr>
        <p:txBody>
          <a:bodyPr wrap="square">
            <a:spAutoFit/>
          </a:bodyPr>
          <a:lstStyle/>
          <a:p>
            <a:pPr>
              <a:lnSpc>
                <a:spcPct val="125000"/>
              </a:lnSpc>
            </a:pPr>
            <a:r>
              <a:rPr lang="zh-CN" altLang="en-US" sz="2000" dirty="0">
                <a:latin typeface="Microsoft YaHei" panose="020B0503020204020204" pitchFamily="34" charset="-122"/>
                <a:ea typeface="Microsoft YaHei" panose="020B0503020204020204" pitchFamily="34" charset="-122"/>
              </a:rPr>
              <a:t>可以看到，对于在训练中只见过一次的样例，</a:t>
            </a:r>
            <a:r>
              <a:rPr lang="en-US" altLang="zh-CN" sz="2000" dirty="0" err="1">
                <a:latin typeface="Microsoft YaHei" panose="020B0503020204020204" pitchFamily="34" charset="-122"/>
                <a:ea typeface="Microsoft YaHei" panose="020B0503020204020204" pitchFamily="34" charset="-122"/>
              </a:rPr>
              <a:t>PaLM</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模型的记忆率为</a:t>
            </a:r>
            <a:r>
              <a:rPr lang="en-US" altLang="zh-CN" sz="2000" dirty="0">
                <a:latin typeface="Microsoft YaHei" panose="020B0503020204020204" pitchFamily="34" charset="-122"/>
                <a:ea typeface="Microsoft YaHei" panose="020B0503020204020204" pitchFamily="34" charset="-122"/>
              </a:rPr>
              <a:t>0.75%</a:t>
            </a:r>
            <a:r>
              <a:rPr lang="zh-CN" altLang="en-US" sz="2000" dirty="0">
                <a:latin typeface="Microsoft YaHei" panose="020B0503020204020204" pitchFamily="34" charset="-122"/>
                <a:ea typeface="Microsoft YaHei" panose="020B0503020204020204" pitchFamily="34" charset="-122"/>
              </a:rPr>
              <a:t>，</a:t>
            </a:r>
            <a:r>
              <a:rPr lang="zh-CN" altLang="en-US" sz="2000" b="1" dirty="0">
                <a:solidFill>
                  <a:srgbClr val="0070C0"/>
                </a:solidFill>
                <a:latin typeface="Microsoft YaHei" panose="020B0503020204020204" pitchFamily="34" charset="-122"/>
                <a:ea typeface="Microsoft YaHei" panose="020B0503020204020204" pitchFamily="34" charset="-122"/>
              </a:rPr>
              <a:t>而对见过</a:t>
            </a:r>
            <a:r>
              <a:rPr lang="en-US" altLang="zh-CN" sz="2000" b="1" dirty="0">
                <a:solidFill>
                  <a:srgbClr val="0070C0"/>
                </a:solidFill>
                <a:latin typeface="Microsoft YaHei" panose="020B0503020204020204" pitchFamily="34" charset="-122"/>
                <a:ea typeface="Microsoft YaHei" panose="020B0503020204020204" pitchFamily="34" charset="-122"/>
              </a:rPr>
              <a:t>500 </a:t>
            </a:r>
            <a:r>
              <a:rPr lang="zh-CN" altLang="en-US" sz="2000" b="1" dirty="0">
                <a:solidFill>
                  <a:srgbClr val="0070C0"/>
                </a:solidFill>
                <a:latin typeface="Microsoft YaHei" panose="020B0503020204020204" pitchFamily="34" charset="-122"/>
                <a:ea typeface="Microsoft YaHei" panose="020B0503020204020204" pitchFamily="34" charset="-122"/>
              </a:rPr>
              <a:t>次以上的样例的记忆率超过</a:t>
            </a:r>
            <a:r>
              <a:rPr lang="en-US" altLang="zh-CN" sz="2000" b="1" dirty="0">
                <a:solidFill>
                  <a:srgbClr val="0070C0"/>
                </a:solidFill>
                <a:latin typeface="Microsoft YaHei" panose="020B0503020204020204" pitchFamily="34" charset="-122"/>
                <a:ea typeface="Microsoft YaHei" panose="020B0503020204020204" pitchFamily="34" charset="-122"/>
              </a:rPr>
              <a:t>40%</a:t>
            </a:r>
            <a:r>
              <a:rPr lang="zh-CN" altLang="en-US" sz="2000" b="1" dirty="0">
                <a:solidFill>
                  <a:srgbClr val="0070C0"/>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这也在一定程度上说明重复数据对于语言模型建模具有重要影响。这也可能进一步影响使用上下文学习的大语言模型的泛化能力。由于</a:t>
            </a:r>
            <a:r>
              <a:rPr lang="en-US" altLang="zh-CN" sz="2000" dirty="0" err="1">
                <a:latin typeface="Microsoft YaHei" panose="020B0503020204020204" pitchFamily="34" charset="-122"/>
                <a:ea typeface="Microsoft YaHei" panose="020B0503020204020204" pitchFamily="34" charset="-122"/>
              </a:rPr>
              <a:t>PaLM</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模型仅使用了文档级别过滤，因此片段级别（</a:t>
            </a:r>
            <a:r>
              <a:rPr lang="en-US" altLang="zh-CN" sz="2000" dirty="0">
                <a:latin typeface="Microsoft YaHei" panose="020B0503020204020204" pitchFamily="34" charset="-122"/>
                <a:ea typeface="Microsoft YaHei" panose="020B0503020204020204" pitchFamily="34" charset="-122"/>
              </a:rPr>
              <a:t>100 </a:t>
            </a:r>
            <a:r>
              <a:rPr lang="zh-CN" altLang="en-US" sz="2000" dirty="0">
                <a:latin typeface="Microsoft YaHei" panose="020B0503020204020204" pitchFamily="34" charset="-122"/>
                <a:ea typeface="Microsoft YaHei" panose="020B0503020204020204" pitchFamily="34" charset="-122"/>
              </a:rPr>
              <a:t>个以上</a:t>
            </a:r>
            <a:r>
              <a:rPr lang="en-US" altLang="zh-CN" sz="2000" dirty="0">
                <a:latin typeface="Microsoft YaHei" panose="020B0503020204020204" pitchFamily="34" charset="-122"/>
                <a:ea typeface="Microsoft YaHei" panose="020B0503020204020204" pitchFamily="34" charset="-122"/>
              </a:rPr>
              <a:t>Token</a:t>
            </a:r>
            <a:r>
              <a:rPr lang="zh-CN" altLang="en-US" sz="2000" dirty="0">
                <a:latin typeface="Microsoft YaHei" panose="020B0503020204020204" pitchFamily="34" charset="-122"/>
                <a:ea typeface="Microsoft YaHei" panose="020B0503020204020204" pitchFamily="34" charset="-122"/>
              </a:rPr>
              <a:t>）可能出现非常高的重复次数。</a:t>
            </a:r>
            <a:endParaRPr lang="en-CN" sz="2000" dirty="0"/>
          </a:p>
        </p:txBody>
      </p:sp>
      <p:pic>
        <p:nvPicPr>
          <p:cNvPr id="14" name="Picture 13">
            <a:extLst>
              <a:ext uri="{FF2B5EF4-FFF2-40B4-BE49-F238E27FC236}">
                <a16:creationId xmlns:a16="http://schemas.microsoft.com/office/drawing/2014/main" id="{2E042135-CC2E-89C7-6962-26D151C781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6" y="2284751"/>
            <a:ext cx="5280187" cy="3771562"/>
          </a:xfrm>
          <a:prstGeom prst="rect">
            <a:avLst/>
          </a:prstGeom>
        </p:spPr>
      </p:pic>
    </p:spTree>
    <p:extLst>
      <p:ext uri="{BB962C8B-B14F-4D97-AF65-F5344CB8AC3E}">
        <p14:creationId xmlns:p14="http://schemas.microsoft.com/office/powerpoint/2010/main" val="8113911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435136"/>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来自不同领域、使用不同语言、应用于不同场景的训练数据具有不同的语言特征，包含不同语义知识。通过使用不同来源的数据进行训练，大语言模型可以获得广泛的知识。</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dirty="0">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pic>
        <p:nvPicPr>
          <p:cNvPr id="5" name="Picture 4">
            <a:extLst>
              <a:ext uri="{FF2B5EF4-FFF2-40B4-BE49-F238E27FC236}">
                <a16:creationId xmlns:a16="http://schemas.microsoft.com/office/drawing/2014/main" id="{727454AD-7540-5713-EF78-2C016F10DB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2372" y="2547159"/>
            <a:ext cx="10027256" cy="3795712"/>
          </a:xfrm>
          <a:prstGeom prst="rect">
            <a:avLst/>
          </a:prstGeom>
        </p:spPr>
      </p:pic>
      <p:sp>
        <p:nvSpPr>
          <p:cNvPr id="15" name="矩形 8">
            <a:extLst>
              <a:ext uri="{FF2B5EF4-FFF2-40B4-BE49-F238E27FC236}">
                <a16:creationId xmlns:a16="http://schemas.microsoft.com/office/drawing/2014/main" id="{36F91AB5-6A7E-066C-AE68-B694A2E80AD9}"/>
              </a:ext>
            </a:extLst>
          </p:cNvPr>
          <p:cNvSpPr>
            <a:spLocks noChangeArrowheads="1"/>
          </p:cNvSpPr>
          <p:nvPr/>
        </p:nvSpPr>
        <p:spPr bwMode="auto">
          <a:xfrm>
            <a:off x="1211281"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数据多样性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600691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897349"/>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Gopher </a:t>
            </a:r>
            <a:r>
              <a:rPr lang="zh-CN" altLang="en-US" sz="2400" dirty="0">
                <a:latin typeface="Microsoft YaHei" panose="020B0503020204020204" pitchFamily="34" charset="-122"/>
                <a:ea typeface="Microsoft YaHei" panose="020B0503020204020204" pitchFamily="34" charset="-122"/>
              </a:rPr>
              <a:t>模型</a:t>
            </a:r>
            <a:r>
              <a:rPr lang="en-US" altLang="zh-CN" sz="2400" dirty="0">
                <a:latin typeface="Microsoft YaHei" panose="020B0503020204020204" pitchFamily="34" charset="-122"/>
                <a:ea typeface="Microsoft YaHei" panose="020B0503020204020204" pitchFamily="34" charset="-122"/>
              </a:rPr>
              <a:t>[89] </a:t>
            </a:r>
            <a:r>
              <a:rPr lang="zh-CN" altLang="en-US" sz="2400" dirty="0">
                <a:latin typeface="Microsoft YaHei" panose="020B0503020204020204" pitchFamily="34" charset="-122"/>
                <a:ea typeface="Microsoft YaHei" panose="020B0503020204020204" pitchFamily="34" charset="-122"/>
              </a:rPr>
              <a:t>的训练过程对数据分布进行了消融实验，验证混合来源对下游任务的影响情况。针对</a:t>
            </a:r>
            <a:r>
              <a:rPr lang="en-US" altLang="zh-CN" sz="2400" dirty="0" err="1">
                <a:latin typeface="Microsoft YaHei" panose="020B0503020204020204" pitchFamily="34" charset="-122"/>
                <a:ea typeface="Microsoft YaHei" panose="020B0503020204020204" pitchFamily="34" charset="-122"/>
              </a:rPr>
              <a:t>MassiveText</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子集设置了不同权重的数据组合，并用于训练语言模型。利用</a:t>
            </a:r>
            <a:r>
              <a:rPr lang="en-US" altLang="zh-CN" sz="2400" dirty="0">
                <a:latin typeface="Microsoft YaHei" panose="020B0503020204020204" pitchFamily="34" charset="-122"/>
                <a:ea typeface="Microsoft YaHei" panose="020B0503020204020204" pitchFamily="34" charset="-122"/>
              </a:rPr>
              <a:t>Wikitext103</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Lambada</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C4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Curation Corpus </a:t>
            </a:r>
            <a:r>
              <a:rPr lang="zh-CN" altLang="en-US" sz="2400" dirty="0">
                <a:latin typeface="Microsoft YaHei" panose="020B0503020204020204" pitchFamily="34" charset="-122"/>
                <a:ea typeface="Microsoft YaHei" panose="020B0503020204020204" pitchFamily="34" charset="-122"/>
              </a:rPr>
              <a:t>测试不同权重组合训练得到的语言模型在下游任务上的性能。</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为了限制数据组合分布范围，实验中固定了</a:t>
            </a:r>
            <a:r>
              <a:rPr lang="en-US" altLang="zh-CN" sz="2400" dirty="0">
                <a:latin typeface="Microsoft YaHei" panose="020B0503020204020204" pitchFamily="34" charset="-122"/>
                <a:ea typeface="Microsoft YaHei" panose="020B0503020204020204" pitchFamily="34" charset="-122"/>
              </a:rPr>
              <a:t>Wikipedia </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GitHub </a:t>
            </a:r>
            <a:r>
              <a:rPr lang="zh-CN" altLang="en-US" sz="2400" dirty="0">
                <a:latin typeface="Microsoft YaHei" panose="020B0503020204020204" pitchFamily="34" charset="-122"/>
                <a:ea typeface="Microsoft YaHei" panose="020B0503020204020204" pitchFamily="34" charset="-122"/>
              </a:rPr>
              <a:t>两个数据集的采样权重。对于</a:t>
            </a:r>
            <a:r>
              <a:rPr lang="en-US" altLang="zh-CN" sz="2400" dirty="0">
                <a:latin typeface="Microsoft YaHei" panose="020B0503020204020204" pitchFamily="34" charset="-122"/>
                <a:ea typeface="Microsoft YaHei" panose="020B0503020204020204" pitchFamily="34" charset="-122"/>
              </a:rPr>
              <a:t>Wikipedia</a:t>
            </a:r>
            <a:r>
              <a:rPr lang="zh-CN" altLang="en-US" sz="2400" dirty="0">
                <a:latin typeface="Microsoft YaHei" panose="020B0503020204020204" pitchFamily="34" charset="-122"/>
                <a:ea typeface="Microsoft YaHei" panose="020B0503020204020204" pitchFamily="34" charset="-122"/>
              </a:rPr>
              <a:t>，要求对训练数据进行完整的学习，因此将采样权重固定为</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；对于</a:t>
            </a:r>
            <a:r>
              <a:rPr lang="en-US" altLang="zh-CN" sz="2400" dirty="0">
                <a:latin typeface="Microsoft YaHei" panose="020B0503020204020204" pitchFamily="34" charset="-122"/>
                <a:ea typeface="Microsoft YaHei" panose="020B0503020204020204" pitchFamily="34" charset="-122"/>
              </a:rPr>
              <a:t>GitHub</a:t>
            </a:r>
            <a:r>
              <a:rPr lang="zh-CN" altLang="en-US" sz="2400" dirty="0">
                <a:latin typeface="Microsoft YaHei" panose="020B0503020204020204" pitchFamily="34" charset="-122"/>
                <a:ea typeface="Microsoft YaHei" panose="020B0503020204020204" pitchFamily="34" charset="-122"/>
              </a:rPr>
              <a:t>，采样权重设置为</a:t>
            </a:r>
            <a:r>
              <a:rPr lang="en-US" altLang="zh-CN" sz="2400" dirty="0">
                <a:latin typeface="Microsoft YaHei" panose="020B0503020204020204" pitchFamily="34" charset="-122"/>
                <a:ea typeface="Microsoft YaHei" panose="020B0503020204020204" pitchFamily="34" charset="-122"/>
              </a:rPr>
              <a:t>3%</a:t>
            </a:r>
            <a:r>
              <a:rPr lang="zh-CN" altLang="en-US" sz="2400" dirty="0">
                <a:latin typeface="Microsoft YaHei" panose="020B0503020204020204" pitchFamily="34" charset="-122"/>
                <a:ea typeface="Microsoft YaHei" panose="020B0503020204020204" pitchFamily="34" charset="-122"/>
              </a:rPr>
              <a:t>。</a:t>
            </a:r>
            <a:r>
              <a:rPr lang="zh-CN" altLang="en-US" sz="2400" dirty="0">
                <a:solidFill>
                  <a:srgbClr val="0070C0"/>
                </a:solidFill>
                <a:latin typeface="Microsoft YaHei" panose="020B0503020204020204" pitchFamily="34" charset="-122"/>
                <a:ea typeface="Microsoft YaHei" panose="020B0503020204020204" pitchFamily="34" charset="-122"/>
              </a:rPr>
              <a:t>对于剩余的</a:t>
            </a:r>
            <a:r>
              <a:rPr lang="en-US" altLang="zh-CN" sz="2400" dirty="0">
                <a:solidFill>
                  <a:srgbClr val="0070C0"/>
                </a:solidFill>
                <a:latin typeface="Microsoft YaHei" panose="020B0503020204020204" pitchFamily="34" charset="-122"/>
                <a:ea typeface="Microsoft YaHei" panose="020B0503020204020204" pitchFamily="34" charset="-122"/>
              </a:rPr>
              <a:t>4 </a:t>
            </a:r>
            <a:r>
              <a:rPr lang="zh-CN" altLang="en-US" sz="2400" dirty="0">
                <a:solidFill>
                  <a:srgbClr val="0070C0"/>
                </a:solidFill>
                <a:latin typeface="Microsoft YaHei" panose="020B0503020204020204" pitchFamily="34" charset="-122"/>
                <a:ea typeface="Microsoft YaHei" panose="020B0503020204020204" pitchFamily="34" charset="-122"/>
              </a:rPr>
              <a:t>个子集（</a:t>
            </a:r>
            <a:r>
              <a:rPr lang="en-US" altLang="zh-CN" sz="2400" dirty="0" err="1">
                <a:solidFill>
                  <a:srgbClr val="0070C0"/>
                </a:solidFill>
                <a:latin typeface="Microsoft YaHei" panose="020B0503020204020204" pitchFamily="34" charset="-122"/>
                <a:ea typeface="Microsoft YaHei" panose="020B0503020204020204" pitchFamily="34" charset="-122"/>
              </a:rPr>
              <a:t>MassiveWeb</a:t>
            </a:r>
            <a:r>
              <a:rPr lang="zh-CN" altLang="en-US" sz="2400" dirty="0">
                <a:solidFill>
                  <a:srgbClr val="0070C0"/>
                </a:solidFill>
                <a:latin typeface="Microsoft YaHei" panose="020B0503020204020204" pitchFamily="34" charset="-122"/>
                <a:ea typeface="Microsoft YaHei" panose="020B0503020204020204" pitchFamily="34" charset="-122"/>
              </a:rPr>
              <a:t>、</a:t>
            </a:r>
            <a:r>
              <a:rPr lang="en-US" altLang="zh-CN" sz="2400" dirty="0">
                <a:solidFill>
                  <a:srgbClr val="0070C0"/>
                </a:solidFill>
                <a:latin typeface="Microsoft YaHei" panose="020B0503020204020204" pitchFamily="34" charset="-122"/>
                <a:ea typeface="Microsoft YaHei" panose="020B0503020204020204" pitchFamily="34" charset="-122"/>
              </a:rPr>
              <a:t>News</a:t>
            </a:r>
            <a:r>
              <a:rPr lang="zh-CN" altLang="en-US" sz="2400" dirty="0">
                <a:solidFill>
                  <a:srgbClr val="0070C0"/>
                </a:solidFill>
                <a:latin typeface="Microsoft YaHei" panose="020B0503020204020204" pitchFamily="34" charset="-122"/>
                <a:ea typeface="Microsoft YaHei" panose="020B0503020204020204" pitchFamily="34" charset="-122"/>
              </a:rPr>
              <a:t>、</a:t>
            </a:r>
            <a:r>
              <a:rPr lang="en-US" altLang="zh-CN" sz="2400" dirty="0">
                <a:solidFill>
                  <a:srgbClr val="0070C0"/>
                </a:solidFill>
                <a:latin typeface="Microsoft YaHei" panose="020B0503020204020204" pitchFamily="34" charset="-122"/>
                <a:ea typeface="Microsoft YaHei" panose="020B0503020204020204" pitchFamily="34" charset="-122"/>
              </a:rPr>
              <a:t>Books </a:t>
            </a:r>
            <a:r>
              <a:rPr lang="zh-CN" altLang="en-US" sz="2400" dirty="0">
                <a:solidFill>
                  <a:srgbClr val="0070C0"/>
                </a:solidFill>
                <a:latin typeface="Microsoft YaHei" panose="020B0503020204020204" pitchFamily="34" charset="-122"/>
                <a:ea typeface="Microsoft YaHei" panose="020B0503020204020204" pitchFamily="34" charset="-122"/>
              </a:rPr>
              <a:t>和</a:t>
            </a:r>
            <a:r>
              <a:rPr lang="en-US" altLang="zh-CN" sz="2400" dirty="0">
                <a:solidFill>
                  <a:srgbClr val="0070C0"/>
                </a:solidFill>
                <a:latin typeface="Microsoft YaHei" panose="020B0503020204020204" pitchFamily="34" charset="-122"/>
                <a:ea typeface="Microsoft YaHei" panose="020B0503020204020204" pitchFamily="34" charset="-122"/>
              </a:rPr>
              <a:t>C4</a:t>
            </a:r>
            <a:r>
              <a:rPr lang="zh-CN" altLang="en-US" sz="2400" dirty="0">
                <a:solidFill>
                  <a:srgbClr val="0070C0"/>
                </a:solidFill>
                <a:latin typeface="Microsoft YaHei" panose="020B0503020204020204" pitchFamily="34" charset="-122"/>
                <a:ea typeface="Microsoft YaHei" panose="020B0503020204020204" pitchFamily="34" charset="-122"/>
              </a:rPr>
              <a:t>）设置了</a:t>
            </a:r>
            <a:r>
              <a:rPr lang="en-US" altLang="zh-CN" sz="2400" dirty="0">
                <a:solidFill>
                  <a:srgbClr val="0070C0"/>
                </a:solidFill>
                <a:latin typeface="Microsoft YaHei" panose="020B0503020204020204" pitchFamily="34" charset="-122"/>
                <a:ea typeface="Microsoft YaHei" panose="020B0503020204020204" pitchFamily="34" charset="-122"/>
              </a:rPr>
              <a:t>7 </a:t>
            </a:r>
            <a:r>
              <a:rPr lang="zh-CN" altLang="en-US" sz="2400" dirty="0">
                <a:solidFill>
                  <a:srgbClr val="0070C0"/>
                </a:solidFill>
                <a:latin typeface="Microsoft YaHei" panose="020B0503020204020204" pitchFamily="34" charset="-122"/>
                <a:ea typeface="Microsoft YaHei" panose="020B0503020204020204" pitchFamily="34" charset="-122"/>
              </a:rPr>
              <a:t>种不同的组合。</a:t>
            </a:r>
            <a:endParaRPr lang="en-US" altLang="zh-CN" sz="2400"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数据多样性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64694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2519344"/>
          </a:xfrm>
          <a:prstGeom prst="rect">
            <a:avLst/>
          </a:prstGeom>
          <a:noFill/>
        </p:spPr>
        <p:txBody>
          <a:bodyPr wrap="square">
            <a:spAutoFit/>
          </a:bodyPr>
          <a:lstStyle/>
          <a:p>
            <a:pPr algn="just">
              <a:lnSpc>
                <a:spcPct val="125000"/>
              </a:lnSpc>
              <a:spcBef>
                <a:spcPts val="1200"/>
              </a:spcBef>
            </a:pPr>
            <a:r>
              <a:rPr lang="zh-CN" altLang="en-US" sz="2000" dirty="0">
                <a:latin typeface="Microsoft YaHei" panose="020B0503020204020204" pitchFamily="34" charset="-122"/>
                <a:ea typeface="Microsoft YaHei" panose="020B0503020204020204" pitchFamily="34" charset="-122"/>
              </a:rPr>
              <a:t>图</a:t>
            </a:r>
            <a:r>
              <a:rPr lang="en-US" altLang="zh-CN" sz="2000" dirty="0">
                <a:latin typeface="Microsoft YaHei" panose="020B0503020204020204" pitchFamily="34" charset="-122"/>
                <a:ea typeface="Microsoft YaHei" panose="020B0503020204020204" pitchFamily="34" charset="-122"/>
              </a:rPr>
              <a:t>3.11 </a:t>
            </a:r>
            <a:r>
              <a:rPr lang="zh-CN" altLang="en-US" sz="2000" dirty="0">
                <a:latin typeface="Microsoft YaHei" panose="020B0503020204020204" pitchFamily="34" charset="-122"/>
                <a:ea typeface="Microsoft YaHei" panose="020B0503020204020204" pitchFamily="34" charset="-122"/>
              </a:rPr>
              <a:t>给出了</a:t>
            </a:r>
            <a:r>
              <a:rPr lang="en-US" altLang="zh-CN" sz="2000" dirty="0">
                <a:latin typeface="Microsoft YaHei" panose="020B0503020204020204" pitchFamily="34" charset="-122"/>
                <a:ea typeface="Microsoft YaHei" panose="020B0503020204020204" pitchFamily="34" charset="-122"/>
              </a:rPr>
              <a:t>7 </a:t>
            </a:r>
            <a:r>
              <a:rPr lang="zh-CN" altLang="en-US" sz="2000" dirty="0">
                <a:latin typeface="Microsoft YaHei" panose="020B0503020204020204" pitchFamily="34" charset="-122"/>
                <a:ea typeface="Microsoft YaHei" panose="020B0503020204020204" pitchFamily="34" charset="-122"/>
              </a:rPr>
              <a:t>种不同子集采样权重训练得到</a:t>
            </a:r>
            <a:r>
              <a:rPr lang="en-US" altLang="zh-CN" sz="2000" dirty="0">
                <a:latin typeface="Microsoft YaHei" panose="020B0503020204020204" pitchFamily="34" charset="-122"/>
                <a:ea typeface="Microsoft YaHei" panose="020B0503020204020204" pitchFamily="34" charset="-122"/>
              </a:rPr>
              <a:t>Gopher </a:t>
            </a:r>
            <a:r>
              <a:rPr lang="zh-CN" altLang="en-US" sz="2000" dirty="0">
                <a:latin typeface="Microsoft YaHei" panose="020B0503020204020204" pitchFamily="34" charset="-122"/>
                <a:ea typeface="Microsoft YaHei" panose="020B0503020204020204" pitchFamily="34" charset="-122"/>
              </a:rPr>
              <a:t>模型在下游任务上的性能。可以看到，使用不同数量子集采样权重训练，所获得的模型效果差别很大。</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在所有任务中表现良好且在</a:t>
            </a:r>
            <a:r>
              <a:rPr lang="en-US" altLang="zh-CN" sz="2000" dirty="0">
                <a:latin typeface="Microsoft YaHei" panose="020B0503020204020204" pitchFamily="34" charset="-122"/>
                <a:ea typeface="Microsoft YaHei" panose="020B0503020204020204" pitchFamily="34" charset="-122"/>
              </a:rPr>
              <a:t>Curation Corpus </a:t>
            </a:r>
            <a:r>
              <a:rPr lang="zh-CN" altLang="en-US" sz="2000" dirty="0">
                <a:latin typeface="Microsoft YaHei" panose="020B0503020204020204" pitchFamily="34" charset="-122"/>
                <a:ea typeface="Microsoft YaHei" panose="020B0503020204020204" pitchFamily="34" charset="-122"/>
              </a:rPr>
              <a:t>上取得最佳表现的绿色配置是</a:t>
            </a:r>
            <a:r>
              <a:rPr lang="en-US" altLang="zh-CN" sz="2000" dirty="0">
                <a:latin typeface="Microsoft YaHei" panose="020B0503020204020204" pitchFamily="34" charset="-122"/>
                <a:ea typeface="Microsoft YaHei" panose="020B0503020204020204" pitchFamily="34" charset="-122"/>
              </a:rPr>
              <a:t>10% </a:t>
            </a:r>
            <a:r>
              <a:rPr lang="zh-CN" altLang="en-US" sz="2000" dirty="0">
                <a:latin typeface="Microsoft YaHei" panose="020B0503020204020204" pitchFamily="34" charset="-122"/>
                <a:ea typeface="Microsoft YaHei" panose="020B0503020204020204" pitchFamily="34" charset="-122"/>
              </a:rPr>
              <a:t>的</a:t>
            </a:r>
            <a:r>
              <a:rPr lang="en-US" altLang="zh-CN" sz="2000" dirty="0">
                <a:latin typeface="Microsoft YaHei" panose="020B0503020204020204" pitchFamily="34" charset="-122"/>
                <a:ea typeface="Microsoft YaHei" panose="020B0503020204020204" pitchFamily="34" charset="-122"/>
              </a:rPr>
              <a:t>C4</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50% </a:t>
            </a:r>
            <a:r>
              <a:rPr lang="zh-CN" altLang="en-US" sz="2000" dirty="0">
                <a:latin typeface="Microsoft YaHei" panose="020B0503020204020204" pitchFamily="34" charset="-122"/>
                <a:ea typeface="Microsoft YaHei" panose="020B0503020204020204" pitchFamily="34" charset="-122"/>
              </a:rPr>
              <a:t>的</a:t>
            </a:r>
            <a:r>
              <a:rPr lang="en-US" altLang="zh-CN" sz="2000" dirty="0" err="1">
                <a:latin typeface="Microsoft YaHei" panose="020B0503020204020204" pitchFamily="34" charset="-122"/>
                <a:ea typeface="Microsoft YaHei" panose="020B0503020204020204" pitchFamily="34" charset="-122"/>
              </a:rPr>
              <a:t>MassiveWeb</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30% </a:t>
            </a:r>
            <a:r>
              <a:rPr lang="zh-CN" altLang="en-US" sz="2000" dirty="0">
                <a:latin typeface="Microsoft YaHei" panose="020B0503020204020204" pitchFamily="34" charset="-122"/>
                <a:ea typeface="Microsoft YaHei" panose="020B0503020204020204" pitchFamily="34" charset="-122"/>
              </a:rPr>
              <a:t>的</a:t>
            </a:r>
            <a:r>
              <a:rPr lang="en-US" altLang="zh-CN" sz="2000" dirty="0">
                <a:latin typeface="Microsoft YaHei" panose="020B0503020204020204" pitchFamily="34" charset="-122"/>
                <a:ea typeface="Microsoft YaHei" panose="020B0503020204020204" pitchFamily="34" charset="-122"/>
              </a:rPr>
              <a:t>Books </a:t>
            </a:r>
            <a:r>
              <a:rPr lang="zh-CN" altLang="en-US" sz="2000" dirty="0">
                <a:latin typeface="Microsoft YaHei" panose="020B0503020204020204" pitchFamily="34" charset="-122"/>
                <a:ea typeface="Microsoft YaHei" panose="020B0503020204020204" pitchFamily="34" charset="-122"/>
              </a:rPr>
              <a:t>和</a:t>
            </a:r>
            <a:r>
              <a:rPr lang="en-US" altLang="zh-CN" sz="2000" dirty="0">
                <a:latin typeface="Microsoft YaHei" panose="020B0503020204020204" pitchFamily="34" charset="-122"/>
                <a:ea typeface="Microsoft YaHei" panose="020B0503020204020204" pitchFamily="34" charset="-122"/>
              </a:rPr>
              <a:t>10% </a:t>
            </a:r>
            <a:r>
              <a:rPr lang="zh-CN" altLang="en-US" sz="2000" dirty="0">
                <a:latin typeface="Microsoft YaHei" panose="020B0503020204020204" pitchFamily="34" charset="-122"/>
                <a:ea typeface="Microsoft YaHei" panose="020B0503020204020204" pitchFamily="34" charset="-122"/>
              </a:rPr>
              <a:t>的</a:t>
            </a:r>
            <a:r>
              <a:rPr lang="en-US" altLang="zh-CN" sz="2000" dirty="0">
                <a:latin typeface="Microsoft YaHei" panose="020B0503020204020204" pitchFamily="34" charset="-122"/>
                <a:ea typeface="Microsoft YaHei" panose="020B0503020204020204" pitchFamily="34" charset="-122"/>
              </a:rPr>
              <a:t>News</a:t>
            </a:r>
            <a:r>
              <a:rPr lang="zh-CN" altLang="en-US" sz="2000" dirty="0">
                <a:latin typeface="Microsoft YaHei" panose="020B0503020204020204" pitchFamily="34" charset="-122"/>
                <a:ea typeface="Microsoft YaHei" panose="020B0503020204020204" pitchFamily="34" charset="-122"/>
              </a:rPr>
              <a:t>。增加书籍数据的比例可以提高模型从文本中捕获长期依赖关系的能力，因此可以降低</a:t>
            </a:r>
            <a:r>
              <a:rPr lang="en-US" altLang="zh-CN" sz="2000" dirty="0">
                <a:latin typeface="Microsoft YaHei" panose="020B0503020204020204" pitchFamily="34" charset="-122"/>
                <a:ea typeface="Microsoft YaHei" panose="020B0503020204020204" pitchFamily="34" charset="-122"/>
              </a:rPr>
              <a:t>Lambada </a:t>
            </a:r>
            <a:r>
              <a:rPr lang="zh-CN" altLang="en-US" sz="2000" dirty="0">
                <a:latin typeface="Microsoft YaHei" panose="020B0503020204020204" pitchFamily="34" charset="-122"/>
                <a:ea typeface="Microsoft YaHei" panose="020B0503020204020204" pitchFamily="34" charset="-122"/>
              </a:rPr>
              <a:t>语料集</a:t>
            </a:r>
            <a:r>
              <a:rPr lang="en-US" altLang="zh-CN" sz="2000" dirty="0">
                <a:latin typeface="Microsoft YaHei" panose="020B0503020204020204" pitchFamily="34" charset="-122"/>
                <a:ea typeface="Microsoft YaHei" panose="020B0503020204020204" pitchFamily="34" charset="-122"/>
              </a:rPr>
              <a:t>[114] </a:t>
            </a:r>
            <a:r>
              <a:rPr lang="zh-CN" altLang="en-US" sz="2000" dirty="0">
                <a:latin typeface="Microsoft YaHei" panose="020B0503020204020204" pitchFamily="34" charset="-122"/>
                <a:ea typeface="Microsoft YaHei" panose="020B0503020204020204" pitchFamily="34" charset="-122"/>
              </a:rPr>
              <a:t>上的损失。而使用更高比例的</a:t>
            </a:r>
            <a:r>
              <a:rPr lang="en-US" altLang="zh-CN" sz="2000" dirty="0">
                <a:latin typeface="Microsoft YaHei" panose="020B0503020204020204" pitchFamily="34" charset="-122"/>
                <a:ea typeface="Microsoft YaHei" panose="020B0503020204020204" pitchFamily="34" charset="-122"/>
              </a:rPr>
              <a:t>C4 </a:t>
            </a:r>
            <a:r>
              <a:rPr lang="zh-CN" altLang="en-US" sz="2000" dirty="0">
                <a:latin typeface="Microsoft YaHei" panose="020B0503020204020204" pitchFamily="34" charset="-122"/>
                <a:ea typeface="Microsoft YaHei" panose="020B0503020204020204" pitchFamily="34" charset="-122"/>
              </a:rPr>
              <a:t>数据集</a:t>
            </a:r>
            <a:r>
              <a:rPr lang="en-US" altLang="zh-CN" sz="2000" dirty="0">
                <a:latin typeface="Microsoft YaHei" panose="020B0503020204020204" pitchFamily="34" charset="-122"/>
                <a:ea typeface="Microsoft YaHei" panose="020B0503020204020204" pitchFamily="34" charset="-122"/>
              </a:rPr>
              <a:t>[19] </a:t>
            </a:r>
            <a:r>
              <a:rPr lang="zh-CN" altLang="en-US" sz="2000" dirty="0">
                <a:latin typeface="Microsoft YaHei" panose="020B0503020204020204" pitchFamily="34" charset="-122"/>
                <a:ea typeface="Microsoft YaHei" panose="020B0503020204020204" pitchFamily="34" charset="-122"/>
              </a:rPr>
              <a:t>则有助于在</a:t>
            </a:r>
            <a:r>
              <a:rPr lang="en-US" altLang="zh-CN" sz="2000" dirty="0">
                <a:latin typeface="Microsoft YaHei" panose="020B0503020204020204" pitchFamily="34" charset="-122"/>
                <a:ea typeface="Microsoft YaHei" panose="020B0503020204020204" pitchFamily="34" charset="-122"/>
              </a:rPr>
              <a:t>C4</a:t>
            </a:r>
            <a:r>
              <a:rPr lang="zh-CN" altLang="en-US" sz="2000" dirty="0">
                <a:latin typeface="Microsoft YaHei" panose="020B0503020204020204" pitchFamily="34" charset="-122"/>
                <a:ea typeface="Microsoft YaHei" panose="020B0503020204020204" pitchFamily="34" charset="-122"/>
              </a:rPr>
              <a:t>验证集</a:t>
            </a:r>
            <a:r>
              <a:rPr lang="en-US" altLang="zh-CN" sz="2000" dirty="0">
                <a:latin typeface="Microsoft YaHei" panose="020B0503020204020204" pitchFamily="34" charset="-122"/>
                <a:ea typeface="Microsoft YaHei" panose="020B0503020204020204" pitchFamily="34" charset="-122"/>
              </a:rPr>
              <a:t>[89] </a:t>
            </a:r>
            <a:r>
              <a:rPr lang="zh-CN" altLang="en-US" sz="2000" dirty="0">
                <a:latin typeface="Microsoft YaHei" panose="020B0503020204020204" pitchFamily="34" charset="-122"/>
                <a:ea typeface="Microsoft YaHei" panose="020B0503020204020204" pitchFamily="34" charset="-122"/>
              </a:rPr>
              <a:t>上获得更好的表现。</a:t>
            </a:r>
            <a:endParaRPr lang="en-US" altLang="zh-CN" sz="2400"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数据多样性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64250A4B-731B-7FEC-033A-D021DBA217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3692018"/>
            <a:ext cx="8089626" cy="3149396"/>
          </a:xfrm>
          <a:prstGeom prst="rect">
            <a:avLst/>
          </a:prstGeom>
        </p:spPr>
      </p:pic>
    </p:spTree>
    <p:extLst>
      <p:ext uri="{BB962C8B-B14F-4D97-AF65-F5344CB8AC3E}">
        <p14:creationId xmlns:p14="http://schemas.microsoft.com/office/powerpoint/2010/main" val="225381241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9">
            <a:extLst>
              <a:ext uri="{FF2B5EF4-FFF2-40B4-BE49-F238E27FC236}">
                <a16:creationId xmlns:a16="http://schemas.microsoft.com/office/drawing/2014/main" id="{06CB93E2-1C67-7FE5-DFB7-2C646DE3829A}"/>
              </a:ext>
            </a:extLst>
          </p:cNvPr>
          <p:cNvSpPr>
            <a:spLocks noChangeArrowheads="1"/>
          </p:cNvSpPr>
          <p:nvPr/>
        </p:nvSpPr>
        <p:spPr bwMode="auto">
          <a:xfrm>
            <a:off x="610868" y="4733782"/>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数据来源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数据处理</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数据影响分析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161</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开源数据集合</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9" name="组合 21">
            <a:extLst>
              <a:ext uri="{FF2B5EF4-FFF2-40B4-BE49-F238E27FC236}">
                <a16:creationId xmlns:a16="http://schemas.microsoft.com/office/drawing/2014/main" id="{78AB4BFA-8DD2-F510-DD76-6106AC348844}"/>
              </a:ext>
            </a:extLst>
          </p:cNvPr>
          <p:cNvGrpSpPr>
            <a:grpSpLocks/>
          </p:cNvGrpSpPr>
          <p:nvPr/>
        </p:nvGrpSpPr>
        <p:grpSpPr bwMode="auto">
          <a:xfrm>
            <a:off x="2368552" y="5531643"/>
            <a:ext cx="3733800" cy="488950"/>
            <a:chOff x="1129" y="0"/>
            <a:chExt cx="5402789" cy="489600"/>
          </a:xfrm>
        </p:grpSpPr>
        <p:sp>
          <p:nvSpPr>
            <p:cNvPr id="10" name="矩形 25">
              <a:extLst>
                <a:ext uri="{FF2B5EF4-FFF2-40B4-BE49-F238E27FC236}">
                  <a16:creationId xmlns:a16="http://schemas.microsoft.com/office/drawing/2014/main" id="{DC326F3D-2B37-9CC2-FCE3-927B7D91D26D}"/>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1" name="Rectangle 6">
              <a:extLst>
                <a:ext uri="{FF2B5EF4-FFF2-40B4-BE49-F238E27FC236}">
                  <a16:creationId xmlns:a16="http://schemas.microsoft.com/office/drawing/2014/main" id="{7A6D0578-9028-9444-1698-94580BDC4380}"/>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2" name="组合 22">
            <a:extLst>
              <a:ext uri="{FF2B5EF4-FFF2-40B4-BE49-F238E27FC236}">
                <a16:creationId xmlns:a16="http://schemas.microsoft.com/office/drawing/2014/main" id="{C35294D8-D0A4-396E-2123-E08F621B26BE}"/>
              </a:ext>
            </a:extLst>
          </p:cNvPr>
          <p:cNvGrpSpPr>
            <a:grpSpLocks/>
          </p:cNvGrpSpPr>
          <p:nvPr/>
        </p:nvGrpSpPr>
        <p:grpSpPr bwMode="auto">
          <a:xfrm>
            <a:off x="854077" y="5531643"/>
            <a:ext cx="1328550" cy="488950"/>
            <a:chOff x="0" y="0"/>
            <a:chExt cx="1328685" cy="489600"/>
          </a:xfrm>
        </p:grpSpPr>
        <p:sp>
          <p:nvSpPr>
            <p:cNvPr id="13" name="矩形 23">
              <a:extLst>
                <a:ext uri="{FF2B5EF4-FFF2-40B4-BE49-F238E27FC236}">
                  <a16:creationId xmlns:a16="http://schemas.microsoft.com/office/drawing/2014/main" id="{AB4897E4-4024-51CC-227A-7C7C4FF5099B}"/>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4" name="文本框 24">
              <a:extLst>
                <a:ext uri="{FF2B5EF4-FFF2-40B4-BE49-F238E27FC236}">
                  <a16:creationId xmlns:a16="http://schemas.microsoft.com/office/drawing/2014/main" id="{E41593EF-BD2B-D351-F46A-179026B6B89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95089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297401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随着基于统计机器学习的自然语言处理算法的发展，以及信息检索研究的需求，特别是近年来深度学习和预训练语言模型的研究，研究人员构建了多种大规模开源数据集，涵盖了</a:t>
            </a:r>
            <a:r>
              <a:rPr lang="zh-CN" altLang="en-US" sz="2400" dirty="0">
                <a:solidFill>
                  <a:srgbClr val="0070C0"/>
                </a:solidFill>
                <a:latin typeface="Microsoft YaHei" panose="020B0503020204020204" pitchFamily="34" charset="-122"/>
                <a:ea typeface="Microsoft YaHei" panose="020B0503020204020204" pitchFamily="34" charset="-122"/>
              </a:rPr>
              <a:t>网页、图书、论文、百科</a:t>
            </a:r>
            <a:r>
              <a:rPr lang="zh-CN" altLang="en-US" sz="2400" dirty="0">
                <a:latin typeface="Microsoft YaHei" panose="020B0503020204020204" pitchFamily="34" charset="-122"/>
                <a:ea typeface="Microsoft YaHei" panose="020B0503020204020204" pitchFamily="34" charset="-122"/>
              </a:rPr>
              <a:t>等多个领域。</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在构建大语言模型时，数据的质量和多样性对于提高模型的性能至关重要。同时，为了推动大语言模型的研究和应用，学术界和工业界也开放了多个针对大语言模型的开源数据集。</a:t>
            </a:r>
            <a:endParaRPr lang="en-US" altLang="zh-CN" sz="2400"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开源数据集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841839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896801"/>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Pile </a:t>
            </a:r>
            <a:r>
              <a:rPr lang="zh-CN" altLang="en-US" sz="2400" dirty="0">
                <a:latin typeface="Microsoft YaHei" panose="020B0503020204020204" pitchFamily="34" charset="-122"/>
                <a:ea typeface="Microsoft YaHei" panose="020B0503020204020204" pitchFamily="34" charset="-122"/>
              </a:rPr>
              <a:t>数据集</a:t>
            </a:r>
            <a:r>
              <a:rPr lang="en-US" altLang="zh-CN" sz="2400" dirty="0">
                <a:latin typeface="Microsoft YaHei" panose="020B0503020204020204" pitchFamily="34" charset="-122"/>
                <a:ea typeface="Microsoft YaHei" panose="020B0503020204020204" pitchFamily="34" charset="-122"/>
              </a:rPr>
              <a:t>[72] </a:t>
            </a:r>
            <a:r>
              <a:rPr lang="zh-CN" altLang="en-US" sz="2400" dirty="0">
                <a:latin typeface="Microsoft YaHei" panose="020B0503020204020204" pitchFamily="34" charset="-122"/>
                <a:ea typeface="Microsoft YaHei" panose="020B0503020204020204" pitchFamily="34" charset="-122"/>
              </a:rPr>
              <a:t>是一个用于大语言模型训练的多样性大规模文本语料库，由</a:t>
            </a:r>
            <a:r>
              <a:rPr lang="en-US" altLang="zh-CN" sz="2400" dirty="0">
                <a:latin typeface="Microsoft YaHei" panose="020B0503020204020204" pitchFamily="34" charset="-122"/>
                <a:ea typeface="Microsoft YaHei" panose="020B0503020204020204" pitchFamily="34" charset="-122"/>
              </a:rPr>
              <a:t>22 </a:t>
            </a:r>
            <a:r>
              <a:rPr lang="zh-CN" altLang="en-US" sz="2400" dirty="0">
                <a:latin typeface="Microsoft YaHei" panose="020B0503020204020204" pitchFamily="34" charset="-122"/>
                <a:ea typeface="Microsoft YaHei" panose="020B0503020204020204" pitchFamily="34" charset="-122"/>
              </a:rPr>
              <a:t>个不同的高质量子集构成，包括现有的和新构建的，许多来自学术或专业领域。这些子集包括</a:t>
            </a:r>
            <a:r>
              <a:rPr lang="en-US" altLang="zh-CN" sz="2400" dirty="0">
                <a:latin typeface="Microsoft YaHei" panose="020B0503020204020204" pitchFamily="34" charset="-122"/>
                <a:ea typeface="Microsoft YaHei" panose="020B0503020204020204" pitchFamily="34" charset="-122"/>
              </a:rPr>
              <a:t>Pile-CC</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CommonCrawl</a:t>
            </a:r>
            <a:r>
              <a:rPr lang="zh-CN" altLang="en-US" sz="2400" dirty="0">
                <a:latin typeface="Microsoft YaHei" panose="020B0503020204020204" pitchFamily="34" charset="-122"/>
                <a:ea typeface="Microsoft YaHei" panose="020B0503020204020204" pitchFamily="34" charset="-122"/>
              </a:rPr>
              <a:t>子集）、</a:t>
            </a:r>
            <a:r>
              <a:rPr lang="en-US" altLang="zh-CN" sz="2400" dirty="0">
                <a:latin typeface="Microsoft YaHei" panose="020B0503020204020204" pitchFamily="34" charset="-122"/>
                <a:ea typeface="Microsoft YaHei" panose="020B0503020204020204" pitchFamily="34" charset="-122"/>
              </a:rPr>
              <a:t>Wikipedia</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OpenWebText2</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ArXiv</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PubMed Central </a:t>
            </a:r>
            <a:r>
              <a:rPr lang="zh-CN" altLang="en-US" sz="2400" dirty="0">
                <a:latin typeface="Microsoft YaHei" panose="020B0503020204020204" pitchFamily="34" charset="-122"/>
                <a:ea typeface="Microsoft YaHei" panose="020B0503020204020204" pitchFamily="34" charset="-122"/>
              </a:rPr>
              <a:t>等。</a:t>
            </a:r>
            <a:endParaRPr lang="en-US" altLang="zh-CN" sz="2400"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7489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Pile</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97D9CE47-06CF-B471-789A-E2B0435A49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0596" y="3019973"/>
            <a:ext cx="5551404" cy="3547889"/>
          </a:xfrm>
          <a:prstGeom prst="rect">
            <a:avLst/>
          </a:prstGeom>
        </p:spPr>
      </p:pic>
      <p:sp>
        <p:nvSpPr>
          <p:cNvPr id="14" name="TextBox 13">
            <a:extLst>
              <a:ext uri="{FF2B5EF4-FFF2-40B4-BE49-F238E27FC236}">
                <a16:creationId xmlns:a16="http://schemas.microsoft.com/office/drawing/2014/main" id="{C1EB26BD-2F94-2706-9CA9-5A15CB7F13C2}"/>
              </a:ext>
            </a:extLst>
          </p:cNvPr>
          <p:cNvSpPr txBox="1"/>
          <p:nvPr/>
        </p:nvSpPr>
        <p:spPr>
          <a:xfrm>
            <a:off x="382587" y="3019973"/>
            <a:ext cx="6093618" cy="2820131"/>
          </a:xfrm>
          <a:prstGeom prst="rect">
            <a:avLst/>
          </a:prstGeom>
          <a:noFill/>
        </p:spPr>
        <p:txBody>
          <a:bodyPr wrap="square">
            <a:spAutoFit/>
          </a:bodyPr>
          <a:lstStyle/>
          <a:p>
            <a:pPr algn="just">
              <a:lnSpc>
                <a:spcPct val="125000"/>
              </a:lnSpc>
              <a:spcBef>
                <a:spcPts val="1200"/>
              </a:spcBef>
            </a:pPr>
            <a:r>
              <a:rPr lang="en-US" sz="2400" dirty="0">
                <a:latin typeface="Microsoft YaHei" panose="020B0503020204020204" pitchFamily="34" charset="-122"/>
                <a:ea typeface="Microsoft YaHei" panose="020B0503020204020204" pitchFamily="34" charset="-122"/>
              </a:rPr>
              <a:t>Pile </a:t>
            </a:r>
            <a:r>
              <a:rPr lang="zh-CN" altLang="en-US" sz="2400" dirty="0">
                <a:latin typeface="Microsoft YaHei" panose="020B0503020204020204" pitchFamily="34" charset="-122"/>
                <a:ea typeface="Microsoft YaHei" panose="020B0503020204020204" pitchFamily="34" charset="-122"/>
              </a:rPr>
              <a:t>的特点是包含了大量多样化的文本，涵盖了不同领域和主题，从而提高了训练数据集的多样性和丰富性。</a:t>
            </a:r>
            <a:r>
              <a:rPr lang="en-US" sz="2400" dirty="0">
                <a:latin typeface="Microsoft YaHei" panose="020B0503020204020204" pitchFamily="34" charset="-122"/>
                <a:ea typeface="Microsoft YaHei" panose="020B0503020204020204" pitchFamily="34" charset="-122"/>
              </a:rPr>
              <a:t>Pile</a:t>
            </a:r>
            <a:r>
              <a:rPr lang="zh-CN" altLang="en-US" sz="2400" dirty="0">
                <a:latin typeface="Microsoft YaHei" panose="020B0503020204020204" pitchFamily="34" charset="-122"/>
                <a:ea typeface="Microsoft YaHei" panose="020B0503020204020204" pitchFamily="34" charset="-122"/>
              </a:rPr>
              <a:t>数据集包含</a:t>
            </a:r>
            <a:r>
              <a:rPr lang="en-US" altLang="zh-CN" sz="2400" dirty="0">
                <a:latin typeface="Microsoft YaHei" panose="020B0503020204020204" pitchFamily="34" charset="-122"/>
                <a:ea typeface="Microsoft YaHei" panose="020B0503020204020204" pitchFamily="34" charset="-122"/>
              </a:rPr>
              <a:t>825</a:t>
            </a:r>
            <a:r>
              <a:rPr lang="en-US" sz="2400" dirty="0">
                <a:latin typeface="Microsoft YaHei" panose="020B0503020204020204" pitchFamily="34" charset="-122"/>
                <a:ea typeface="Microsoft YaHei" panose="020B0503020204020204" pitchFamily="34" charset="-122"/>
              </a:rPr>
              <a:t>GB </a:t>
            </a:r>
            <a:r>
              <a:rPr lang="zh-CN" altLang="en-US" sz="2400" dirty="0">
                <a:latin typeface="Microsoft YaHei" panose="020B0503020204020204" pitchFamily="34" charset="-122"/>
                <a:ea typeface="Microsoft YaHei" panose="020B0503020204020204" pitchFamily="34" charset="-122"/>
              </a:rPr>
              <a:t>英文文本，其数据类型组成如图</a:t>
            </a:r>
            <a:r>
              <a:rPr lang="en-US" altLang="zh-CN" sz="2400" dirty="0">
                <a:latin typeface="Microsoft YaHei" panose="020B0503020204020204" pitchFamily="34" charset="-122"/>
                <a:ea typeface="Microsoft YaHei" panose="020B0503020204020204" pitchFamily="34" charset="-122"/>
              </a:rPr>
              <a:t>3.12 </a:t>
            </a:r>
            <a:r>
              <a:rPr lang="zh-CN" altLang="en-US" sz="2400" dirty="0">
                <a:latin typeface="Microsoft YaHei" panose="020B0503020204020204" pitchFamily="34" charset="-122"/>
                <a:ea typeface="Microsoft YaHei" panose="020B0503020204020204" pitchFamily="34" charset="-122"/>
              </a:rPr>
              <a:t>所示，所占面积大小表示数据在整个数据集中所占的规模。</a:t>
            </a:r>
          </a:p>
        </p:txBody>
      </p:sp>
    </p:spTree>
    <p:extLst>
      <p:ext uri="{BB962C8B-B14F-4D97-AF65-F5344CB8AC3E}">
        <p14:creationId xmlns:p14="http://schemas.microsoft.com/office/powerpoint/2010/main" val="188328218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896801"/>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ROOTS</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Responsible Open-science Open-collaboration Text Sources</a:t>
            </a:r>
            <a:r>
              <a:rPr lang="zh-CN" altLang="en-US" sz="2400" dirty="0">
                <a:latin typeface="Microsoft YaHei" panose="020B0503020204020204" pitchFamily="34" charset="-122"/>
                <a:ea typeface="Microsoft YaHei" panose="020B0503020204020204" pitchFamily="34" charset="-122"/>
              </a:rPr>
              <a:t>）数据集</a:t>
            </a:r>
            <a:r>
              <a:rPr lang="en-US" altLang="zh-CN" sz="2400" dirty="0">
                <a:latin typeface="Microsoft YaHei" panose="020B0503020204020204" pitchFamily="34" charset="-122"/>
                <a:ea typeface="Microsoft YaHei" panose="020B0503020204020204" pitchFamily="34" charset="-122"/>
              </a:rPr>
              <a:t>[102] </a:t>
            </a:r>
            <a:r>
              <a:rPr lang="zh-CN" altLang="en-US" sz="2400" dirty="0">
                <a:latin typeface="Microsoft YaHei" panose="020B0503020204020204" pitchFamily="34" charset="-122"/>
                <a:ea typeface="Microsoft YaHei" panose="020B0503020204020204" pitchFamily="34" charset="-122"/>
              </a:rPr>
              <a:t>是</a:t>
            </a:r>
            <a:r>
              <a:rPr lang="en-US" altLang="zh-CN" sz="2400" dirty="0">
                <a:latin typeface="Microsoft YaHei" panose="020B0503020204020204" pitchFamily="34" charset="-122"/>
                <a:ea typeface="Microsoft YaHei" panose="020B0503020204020204" pitchFamily="34" charset="-122"/>
              </a:rPr>
              <a:t>Big-Science </a:t>
            </a:r>
            <a:r>
              <a:rPr lang="zh-CN" altLang="en-US" sz="2400" dirty="0">
                <a:latin typeface="Microsoft YaHei" panose="020B0503020204020204" pitchFamily="34" charset="-122"/>
                <a:ea typeface="Microsoft YaHei" panose="020B0503020204020204" pitchFamily="34" charset="-122"/>
              </a:rPr>
              <a:t>项目在训练具有</a:t>
            </a:r>
            <a:r>
              <a:rPr lang="en-US" altLang="zh-CN" sz="2400" dirty="0">
                <a:latin typeface="Microsoft YaHei" panose="020B0503020204020204" pitchFamily="34" charset="-122"/>
                <a:ea typeface="Microsoft YaHei" panose="020B0503020204020204" pitchFamily="34" charset="-122"/>
              </a:rPr>
              <a:t>1 760 </a:t>
            </a:r>
            <a:r>
              <a:rPr lang="zh-CN" altLang="en-US" sz="2400" dirty="0">
                <a:latin typeface="Microsoft YaHei" panose="020B0503020204020204" pitchFamily="34" charset="-122"/>
                <a:ea typeface="Microsoft YaHei" panose="020B0503020204020204" pitchFamily="34" charset="-122"/>
              </a:rPr>
              <a:t>亿参数的</a:t>
            </a:r>
            <a:r>
              <a:rPr lang="en-US" altLang="zh-CN" sz="2400" dirty="0">
                <a:latin typeface="Microsoft YaHei" panose="020B0503020204020204" pitchFamily="34" charset="-122"/>
                <a:ea typeface="Microsoft YaHei" panose="020B0503020204020204" pitchFamily="34" charset="-122"/>
              </a:rPr>
              <a:t>BLOOM </a:t>
            </a:r>
            <a:r>
              <a:rPr lang="zh-CN" altLang="en-US" sz="2400" dirty="0">
                <a:latin typeface="Microsoft YaHei" panose="020B0503020204020204" pitchFamily="34" charset="-122"/>
                <a:ea typeface="Microsoft YaHei" panose="020B0503020204020204" pitchFamily="34" charset="-122"/>
              </a:rPr>
              <a:t>大语言模型时使用的数据集。该数据集包含</a:t>
            </a:r>
            <a:r>
              <a:rPr lang="en-US" altLang="zh-CN" sz="2400" dirty="0">
                <a:latin typeface="Microsoft YaHei" panose="020B0503020204020204" pitchFamily="34" charset="-122"/>
                <a:ea typeface="Microsoft YaHei" panose="020B0503020204020204" pitchFamily="34" charset="-122"/>
              </a:rPr>
              <a:t>46</a:t>
            </a:r>
            <a:r>
              <a:rPr lang="zh-CN" altLang="en-US" sz="2400" dirty="0">
                <a:latin typeface="Microsoft YaHei" panose="020B0503020204020204" pitchFamily="34" charset="-122"/>
                <a:ea typeface="Microsoft YaHei" panose="020B0503020204020204" pitchFamily="34" charset="-122"/>
              </a:rPr>
              <a:t>种自然语言和</a:t>
            </a:r>
            <a:r>
              <a:rPr lang="en-US" altLang="zh-CN" sz="2400" dirty="0">
                <a:latin typeface="Microsoft YaHei" panose="020B0503020204020204" pitchFamily="34" charset="-122"/>
                <a:ea typeface="Microsoft YaHei" panose="020B0503020204020204" pitchFamily="34" charset="-122"/>
              </a:rPr>
              <a:t>13 </a:t>
            </a:r>
            <a:r>
              <a:rPr lang="zh-CN" altLang="en-US" sz="2400" dirty="0">
                <a:latin typeface="Microsoft YaHei" panose="020B0503020204020204" pitchFamily="34" charset="-122"/>
                <a:ea typeface="Microsoft YaHei" panose="020B0503020204020204" pitchFamily="34" charset="-122"/>
              </a:rPr>
              <a:t>种编程语言，总计</a:t>
            </a:r>
            <a:r>
              <a:rPr lang="en-US" altLang="zh-CN" sz="2400" dirty="0">
                <a:latin typeface="Microsoft YaHei" panose="020B0503020204020204" pitchFamily="34" charset="-122"/>
                <a:ea typeface="Microsoft YaHei" panose="020B0503020204020204" pitchFamily="34" charset="-122"/>
              </a:rPr>
              <a:t>59 </a:t>
            </a:r>
            <a:r>
              <a:rPr lang="zh-CN" altLang="en-US" sz="2400" dirty="0">
                <a:latin typeface="Microsoft YaHei" panose="020B0503020204020204" pitchFamily="34" charset="-122"/>
                <a:ea typeface="Microsoft YaHei" panose="020B0503020204020204" pitchFamily="34" charset="-122"/>
              </a:rPr>
              <a:t>种语言，整个数据集的大小约</a:t>
            </a:r>
            <a:r>
              <a:rPr lang="en-US" altLang="zh-CN" sz="2400" dirty="0">
                <a:latin typeface="Microsoft YaHei" panose="020B0503020204020204" pitchFamily="34" charset="-122"/>
                <a:ea typeface="Microsoft YaHei" panose="020B0503020204020204" pitchFamily="34" charset="-122"/>
              </a:rPr>
              <a:t>1.6TB</a:t>
            </a:r>
            <a:endParaRPr lang="en-US" altLang="zh-CN" sz="2400" dirty="0">
              <a:solidFill>
                <a:srgbClr val="0070C0"/>
              </a:solidFill>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2642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ROOTS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9" name="Picture 8">
            <a:extLst>
              <a:ext uri="{FF2B5EF4-FFF2-40B4-BE49-F238E27FC236}">
                <a16:creationId xmlns:a16="http://schemas.microsoft.com/office/drawing/2014/main" id="{67D53174-AA98-8E6B-ED1D-A5AB424FD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409" y="3042256"/>
            <a:ext cx="7772400" cy="3509356"/>
          </a:xfrm>
          <a:prstGeom prst="rect">
            <a:avLst/>
          </a:prstGeom>
        </p:spPr>
      </p:pic>
    </p:spTree>
    <p:extLst>
      <p:ext uri="{BB962C8B-B14F-4D97-AF65-F5344CB8AC3E}">
        <p14:creationId xmlns:p14="http://schemas.microsoft.com/office/powerpoint/2010/main" val="57404045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058501"/>
          </a:xfrm>
          <a:prstGeom prst="rect">
            <a:avLst/>
          </a:prstGeom>
          <a:noFill/>
        </p:spPr>
        <p:txBody>
          <a:bodyPr wrap="square">
            <a:spAutoFit/>
          </a:bodyPr>
          <a:lstStyle/>
          <a:p>
            <a:pPr algn="just">
              <a:lnSpc>
                <a:spcPct val="125000"/>
              </a:lnSpc>
              <a:spcBef>
                <a:spcPts val="1200"/>
              </a:spcBef>
            </a:pPr>
            <a:r>
              <a:rPr lang="en-US" altLang="zh-CN" sz="2400" dirty="0">
                <a:latin typeface="Microsoft YaHei" panose="020B0503020204020204" pitchFamily="34" charset="-122"/>
                <a:ea typeface="Microsoft YaHei" panose="020B0503020204020204" pitchFamily="34" charset="-122"/>
              </a:rPr>
              <a:t>ROOTS </a:t>
            </a:r>
            <a:r>
              <a:rPr lang="zh-CN" altLang="en-US" sz="2400" dirty="0">
                <a:latin typeface="Microsoft YaHei" panose="020B0503020204020204" pitchFamily="34" charset="-122"/>
                <a:ea typeface="Microsoft YaHei" panose="020B0503020204020204" pitchFamily="34" charset="-122"/>
              </a:rPr>
              <a:t>数据主要来源于四个方面：公开语料、虚拟抓取、</a:t>
            </a:r>
            <a:r>
              <a:rPr lang="en-US" altLang="zh-CN" sz="2400" dirty="0">
                <a:latin typeface="Microsoft YaHei" panose="020B0503020204020204" pitchFamily="34" charset="-122"/>
                <a:ea typeface="Microsoft YaHei" panose="020B0503020204020204" pitchFamily="34" charset="-122"/>
              </a:rPr>
              <a:t>GitHub </a:t>
            </a:r>
            <a:r>
              <a:rPr lang="zh-CN" altLang="en-US" sz="2400" dirty="0">
                <a:latin typeface="Microsoft YaHei" panose="020B0503020204020204" pitchFamily="34" charset="-122"/>
                <a:ea typeface="Microsoft YaHei" panose="020B0503020204020204" pitchFamily="34" charset="-122"/>
              </a:rPr>
              <a:t>代码、网页数据。</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b="1" dirty="0">
                <a:solidFill>
                  <a:srgbClr val="0070C0"/>
                </a:solidFill>
                <a:latin typeface="Microsoft YaHei" panose="020B0503020204020204" pitchFamily="34" charset="-122"/>
                <a:ea typeface="Microsoft YaHei" panose="020B0503020204020204" pitchFamily="34" charset="-122"/>
              </a:rPr>
              <a:t>在公开语料方面</a:t>
            </a:r>
            <a:r>
              <a:rPr lang="zh-CN" altLang="en-US" sz="2000" dirty="0">
                <a:latin typeface="Microsoft YaHei" panose="020B0503020204020204" pitchFamily="34" charset="-122"/>
                <a:ea typeface="Microsoft YaHei" panose="020B0503020204020204" pitchFamily="34" charset="-122"/>
              </a:rPr>
              <a:t>，</a:t>
            </a:r>
            <a:r>
              <a:rPr lang="en-US" altLang="zh-CN" sz="2000" dirty="0" err="1">
                <a:latin typeface="Microsoft YaHei" panose="020B0503020204020204" pitchFamily="34" charset="-122"/>
                <a:ea typeface="Microsoft YaHei" panose="020B0503020204020204" pitchFamily="34" charset="-122"/>
              </a:rPr>
              <a:t>BigScience</a:t>
            </a:r>
            <a:r>
              <a:rPr lang="en-US" altLang="zh-CN" sz="2000" dirty="0">
                <a:latin typeface="Microsoft YaHei" panose="020B0503020204020204" pitchFamily="34" charset="-122"/>
                <a:ea typeface="Microsoft YaHei" panose="020B0503020204020204" pitchFamily="34" charset="-122"/>
              </a:rPr>
              <a:t> Data Sourcing </a:t>
            </a:r>
            <a:r>
              <a:rPr lang="zh-CN" altLang="en-US" sz="2000" dirty="0">
                <a:latin typeface="Microsoft YaHei" panose="020B0503020204020204" pitchFamily="34" charset="-122"/>
                <a:ea typeface="Microsoft YaHei" panose="020B0503020204020204" pitchFamily="34" charset="-122"/>
              </a:rPr>
              <a:t>工作组的目标是收集尽可能多的各种类型的数据，包括自然语言处理数据集和各类型文档数据集合。</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b="1" dirty="0">
                <a:solidFill>
                  <a:srgbClr val="0070C0"/>
                </a:solidFill>
                <a:latin typeface="Microsoft YaHei" panose="020B0503020204020204" pitchFamily="34" charset="-122"/>
                <a:ea typeface="Microsoft YaHei" panose="020B0503020204020204" pitchFamily="34" charset="-122"/>
              </a:rPr>
              <a:t>在虚拟抓取方面</a:t>
            </a:r>
            <a:r>
              <a:rPr lang="zh-CN" altLang="en-US" sz="2000" dirty="0">
                <a:latin typeface="Microsoft YaHei" panose="020B0503020204020204" pitchFamily="34" charset="-122"/>
                <a:ea typeface="Microsoft YaHei" panose="020B0503020204020204" pitchFamily="34" charset="-122"/>
              </a:rPr>
              <a:t>，采用</a:t>
            </a:r>
            <a:r>
              <a:rPr lang="en-US" altLang="zh-CN" sz="2000" dirty="0" err="1">
                <a:latin typeface="Microsoft YaHei" panose="020B0503020204020204" pitchFamily="34" charset="-122"/>
                <a:ea typeface="Microsoft YaHei" panose="020B0503020204020204" pitchFamily="34" charset="-122"/>
              </a:rPr>
              <a:t>CommonCrawl</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网页镜像，选取了</a:t>
            </a:r>
            <a:r>
              <a:rPr lang="en-US" altLang="zh-CN" sz="2000" dirty="0">
                <a:latin typeface="Microsoft YaHei" panose="020B0503020204020204" pitchFamily="34" charset="-122"/>
                <a:ea typeface="Microsoft YaHei" panose="020B0503020204020204" pitchFamily="34" charset="-122"/>
              </a:rPr>
              <a:t>614 </a:t>
            </a:r>
            <a:r>
              <a:rPr lang="zh-CN" altLang="en-US" sz="2000" dirty="0">
                <a:latin typeface="Microsoft YaHei" panose="020B0503020204020204" pitchFamily="34" charset="-122"/>
                <a:ea typeface="Microsoft YaHei" panose="020B0503020204020204" pitchFamily="34" charset="-122"/>
              </a:rPr>
              <a:t>个域名，从这些域名下的网页中提取文本内容补充到数据集中，以提升语言的多样性。</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b="1" dirty="0">
                <a:solidFill>
                  <a:srgbClr val="0070C0"/>
                </a:solidFill>
                <a:latin typeface="Microsoft YaHei" panose="020B0503020204020204" pitchFamily="34" charset="-122"/>
                <a:ea typeface="Microsoft YaHei" panose="020B0503020204020204" pitchFamily="34" charset="-122"/>
              </a:rPr>
              <a:t>在</a:t>
            </a:r>
            <a:r>
              <a:rPr lang="en-US" altLang="zh-CN" sz="2000" b="1" dirty="0">
                <a:solidFill>
                  <a:srgbClr val="0070C0"/>
                </a:solidFill>
                <a:latin typeface="Microsoft YaHei" panose="020B0503020204020204" pitchFamily="34" charset="-122"/>
                <a:ea typeface="Microsoft YaHei" panose="020B0503020204020204" pitchFamily="34" charset="-122"/>
              </a:rPr>
              <a:t>GitHub </a:t>
            </a:r>
            <a:r>
              <a:rPr lang="zh-CN" altLang="en-US" sz="2000" b="1" dirty="0">
                <a:solidFill>
                  <a:srgbClr val="0070C0"/>
                </a:solidFill>
                <a:latin typeface="Microsoft YaHei" panose="020B0503020204020204" pitchFamily="34" charset="-122"/>
                <a:ea typeface="Microsoft YaHei" panose="020B0503020204020204" pitchFamily="34" charset="-122"/>
              </a:rPr>
              <a:t>代码方面</a:t>
            </a:r>
            <a:r>
              <a:rPr lang="zh-CN" altLang="en-US" sz="2000" dirty="0">
                <a:latin typeface="Microsoft YaHei" panose="020B0503020204020204" pitchFamily="34" charset="-122"/>
                <a:ea typeface="Microsoft YaHei" panose="020B0503020204020204" pitchFamily="34" charset="-122"/>
              </a:rPr>
              <a:t>，针对程序语言，</a:t>
            </a:r>
            <a:r>
              <a:rPr lang="en-US" altLang="zh-CN" sz="2000" dirty="0">
                <a:latin typeface="Microsoft YaHei" panose="020B0503020204020204" pitchFamily="34" charset="-122"/>
                <a:ea typeface="Microsoft YaHei" panose="020B0503020204020204" pitchFamily="34" charset="-122"/>
              </a:rPr>
              <a:t>ROOTS </a:t>
            </a:r>
            <a:r>
              <a:rPr lang="zh-CN" altLang="en-US" sz="2000" dirty="0">
                <a:latin typeface="Microsoft YaHei" panose="020B0503020204020204" pitchFamily="34" charset="-122"/>
                <a:ea typeface="Microsoft YaHei" panose="020B0503020204020204" pitchFamily="34" charset="-122"/>
              </a:rPr>
              <a:t>数据集采用了与</a:t>
            </a:r>
            <a:r>
              <a:rPr lang="en-US" altLang="zh-CN" sz="2000" dirty="0" err="1">
                <a:latin typeface="Microsoft YaHei" panose="020B0503020204020204" pitchFamily="34" charset="-122"/>
                <a:ea typeface="Microsoft YaHei" panose="020B0503020204020204" pitchFamily="34" charset="-122"/>
              </a:rPr>
              <a:t>AlphaCode</a:t>
            </a:r>
            <a:r>
              <a:rPr lang="en-US" altLang="zh-CN" sz="2000" dirty="0">
                <a:latin typeface="Microsoft YaHei" panose="020B0503020204020204" pitchFamily="34" charset="-122"/>
                <a:ea typeface="Microsoft YaHei" panose="020B0503020204020204" pitchFamily="34" charset="-122"/>
              </a:rPr>
              <a:t>[84] </a:t>
            </a:r>
            <a:r>
              <a:rPr lang="zh-CN" altLang="en-US" sz="2000" dirty="0">
                <a:latin typeface="Microsoft YaHei" panose="020B0503020204020204" pitchFamily="34" charset="-122"/>
                <a:ea typeface="Microsoft YaHei" panose="020B0503020204020204" pitchFamily="34" charset="-122"/>
              </a:rPr>
              <a:t>相同的方法从</a:t>
            </a:r>
            <a:r>
              <a:rPr lang="en-US" altLang="zh-CN" sz="2000" dirty="0" err="1">
                <a:latin typeface="Microsoft YaHei" panose="020B0503020204020204" pitchFamily="34" charset="-122"/>
                <a:ea typeface="Microsoft YaHei" panose="020B0503020204020204" pitchFamily="34" charset="-122"/>
              </a:rPr>
              <a:t>BigQuery</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公开数据集中选取文件长度在</a:t>
            </a:r>
            <a:r>
              <a:rPr lang="en-US" altLang="zh-CN" sz="2000" dirty="0">
                <a:latin typeface="Microsoft YaHei" panose="020B0503020204020204" pitchFamily="34" charset="-122"/>
                <a:ea typeface="Microsoft YaHei" panose="020B0503020204020204" pitchFamily="34" charset="-122"/>
              </a:rPr>
              <a:t>100 </a:t>
            </a:r>
            <a:r>
              <a:rPr lang="zh-CN" altLang="en-US" sz="2000" dirty="0">
                <a:latin typeface="Microsoft YaHei" panose="020B0503020204020204" pitchFamily="34" charset="-122"/>
                <a:ea typeface="Microsoft YaHei" panose="020B0503020204020204" pitchFamily="34" charset="-122"/>
              </a:rPr>
              <a:t>到</a:t>
            </a:r>
            <a:r>
              <a:rPr lang="en-US" altLang="zh-CN" sz="2000" dirty="0">
                <a:latin typeface="Microsoft YaHei" panose="020B0503020204020204" pitchFamily="34" charset="-122"/>
                <a:ea typeface="Microsoft YaHei" panose="020B0503020204020204" pitchFamily="34" charset="-122"/>
              </a:rPr>
              <a:t>20 </a:t>
            </a:r>
            <a:r>
              <a:rPr lang="zh-CN" altLang="en-US" sz="2000" dirty="0">
                <a:latin typeface="Microsoft YaHei" panose="020B0503020204020204" pitchFamily="34" charset="-122"/>
                <a:ea typeface="Microsoft YaHei" panose="020B0503020204020204" pitchFamily="34" charset="-122"/>
              </a:rPr>
              <a:t>万字符之间，字母符号占比在</a:t>
            </a:r>
            <a:r>
              <a:rPr lang="en-US" altLang="zh-CN" sz="2000" dirty="0">
                <a:latin typeface="Microsoft YaHei" panose="020B0503020204020204" pitchFamily="34" charset="-122"/>
                <a:ea typeface="Microsoft YaHei" panose="020B0503020204020204" pitchFamily="34" charset="-122"/>
              </a:rPr>
              <a:t>15% </a:t>
            </a:r>
            <a:r>
              <a:rPr lang="zh-CN" altLang="en-US" sz="2000" dirty="0">
                <a:latin typeface="Microsoft YaHei" panose="020B0503020204020204" pitchFamily="34" charset="-122"/>
                <a:ea typeface="Microsoft YaHei" panose="020B0503020204020204" pitchFamily="34" charset="-122"/>
              </a:rPr>
              <a:t>至</a:t>
            </a:r>
            <a:r>
              <a:rPr lang="en-US" altLang="zh-CN" sz="2000" dirty="0">
                <a:latin typeface="Microsoft YaHei" panose="020B0503020204020204" pitchFamily="34" charset="-122"/>
                <a:ea typeface="Microsoft YaHei" panose="020B0503020204020204" pitchFamily="34" charset="-122"/>
              </a:rPr>
              <a:t>65%</a:t>
            </a:r>
            <a:r>
              <a:rPr lang="zh-CN" altLang="en-US" sz="2000" dirty="0">
                <a:latin typeface="Microsoft YaHei" panose="020B0503020204020204" pitchFamily="34" charset="-122"/>
                <a:ea typeface="Microsoft YaHei" panose="020B0503020204020204" pitchFamily="34" charset="-122"/>
              </a:rPr>
              <a:t>，最大行数在</a:t>
            </a:r>
            <a:r>
              <a:rPr lang="en-US" altLang="zh-CN" sz="2000" dirty="0">
                <a:latin typeface="Microsoft YaHei" panose="020B0503020204020204" pitchFamily="34" charset="-122"/>
                <a:ea typeface="Microsoft YaHei" panose="020B0503020204020204" pitchFamily="34" charset="-122"/>
              </a:rPr>
              <a:t>20 </a:t>
            </a:r>
            <a:r>
              <a:rPr lang="zh-CN" altLang="en-US" sz="2000" dirty="0">
                <a:latin typeface="Microsoft YaHei" panose="020B0503020204020204" pitchFamily="34" charset="-122"/>
                <a:ea typeface="Microsoft YaHei" panose="020B0503020204020204" pitchFamily="34" charset="-122"/>
              </a:rPr>
              <a:t>至</a:t>
            </a:r>
            <a:r>
              <a:rPr lang="en-US" altLang="zh-CN" sz="2000" dirty="0">
                <a:latin typeface="Microsoft YaHei" panose="020B0503020204020204" pitchFamily="34" charset="-122"/>
                <a:ea typeface="Microsoft YaHei" panose="020B0503020204020204" pitchFamily="34" charset="-122"/>
              </a:rPr>
              <a:t>1000 </a:t>
            </a:r>
            <a:r>
              <a:rPr lang="zh-CN" altLang="en-US" sz="2000" dirty="0">
                <a:latin typeface="Microsoft YaHei" panose="020B0503020204020204" pitchFamily="34" charset="-122"/>
                <a:ea typeface="Microsoft YaHei" panose="020B0503020204020204" pitchFamily="34" charset="-122"/>
              </a:rPr>
              <a:t>行之间的代码。</a:t>
            </a:r>
            <a:endParaRPr lang="en-US" altLang="zh-CN" sz="20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b="1" dirty="0">
                <a:solidFill>
                  <a:srgbClr val="0070C0"/>
                </a:solidFill>
                <a:latin typeface="Microsoft YaHei" panose="020B0503020204020204" pitchFamily="34" charset="-122"/>
                <a:ea typeface="Microsoft YaHei" panose="020B0503020204020204" pitchFamily="34" charset="-122"/>
              </a:rPr>
              <a:t>在网页数据方面</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ROOTS </a:t>
            </a:r>
            <a:r>
              <a:rPr lang="zh-CN" altLang="en-US" sz="2000" dirty="0">
                <a:latin typeface="Microsoft YaHei" panose="020B0503020204020204" pitchFamily="34" charset="-122"/>
                <a:ea typeface="Microsoft YaHei" panose="020B0503020204020204" pitchFamily="34" charset="-122"/>
              </a:rPr>
              <a:t>数据集中包含了</a:t>
            </a:r>
            <a:r>
              <a:rPr lang="en-US" altLang="zh-CN" sz="2000" dirty="0">
                <a:latin typeface="Microsoft YaHei" panose="020B0503020204020204" pitchFamily="34" charset="-122"/>
                <a:ea typeface="Microsoft YaHei" panose="020B0503020204020204" pitchFamily="34" charset="-122"/>
              </a:rPr>
              <a:t>OSCAR 21.09 </a:t>
            </a:r>
            <a:r>
              <a:rPr lang="zh-CN" altLang="en-US" sz="2000" dirty="0">
                <a:latin typeface="Microsoft YaHei" panose="020B0503020204020204" pitchFamily="34" charset="-122"/>
                <a:ea typeface="Microsoft YaHei" panose="020B0503020204020204" pitchFamily="34" charset="-122"/>
              </a:rPr>
              <a:t>版本，对应的是</a:t>
            </a:r>
            <a:r>
              <a:rPr lang="en-US" altLang="zh-CN" sz="2000" dirty="0" err="1">
                <a:latin typeface="Microsoft YaHei" panose="020B0503020204020204" pitchFamily="34" charset="-122"/>
                <a:ea typeface="Microsoft YaHei" panose="020B0503020204020204" pitchFamily="34" charset="-122"/>
              </a:rPr>
              <a:t>CommonCrawl</a:t>
            </a:r>
            <a:r>
              <a:rPr lang="en-US" altLang="zh-CN" sz="2000" dirty="0">
                <a:latin typeface="Microsoft YaHei" panose="020B0503020204020204" pitchFamily="34" charset="-122"/>
                <a:ea typeface="Microsoft YaHei" panose="020B0503020204020204" pitchFamily="34" charset="-122"/>
              </a:rPr>
              <a:t> 2021 </a:t>
            </a:r>
            <a:r>
              <a:rPr lang="zh-CN" altLang="en-US" sz="2000" dirty="0">
                <a:latin typeface="Microsoft YaHei" panose="020B0503020204020204" pitchFamily="34" charset="-122"/>
                <a:ea typeface="Microsoft YaHei" panose="020B0503020204020204" pitchFamily="34" charset="-122"/>
              </a:rPr>
              <a:t>年</a:t>
            </a:r>
            <a:r>
              <a:rPr lang="en-US" altLang="zh-CN" sz="2000" dirty="0">
                <a:latin typeface="Microsoft YaHei" panose="020B0503020204020204" pitchFamily="34" charset="-122"/>
                <a:ea typeface="Microsoft YaHei" panose="020B0503020204020204" pitchFamily="34" charset="-122"/>
              </a:rPr>
              <a:t>2 </a:t>
            </a:r>
            <a:r>
              <a:rPr lang="zh-CN" altLang="en-US" sz="2000" dirty="0">
                <a:latin typeface="Microsoft YaHei" panose="020B0503020204020204" pitchFamily="34" charset="-122"/>
                <a:ea typeface="Microsoft YaHei" panose="020B0503020204020204" pitchFamily="34" charset="-122"/>
              </a:rPr>
              <a:t>月的快照，占整体</a:t>
            </a:r>
            <a:r>
              <a:rPr lang="en-US" altLang="zh-CN" sz="2000" dirty="0">
                <a:latin typeface="Microsoft YaHei" panose="020B0503020204020204" pitchFamily="34" charset="-122"/>
                <a:ea typeface="Microsoft YaHei" panose="020B0503020204020204" pitchFamily="34" charset="-122"/>
              </a:rPr>
              <a:t>ROOTS </a:t>
            </a:r>
            <a:r>
              <a:rPr lang="zh-CN" altLang="en-US" sz="2000" dirty="0">
                <a:latin typeface="Microsoft YaHei" panose="020B0503020204020204" pitchFamily="34" charset="-122"/>
                <a:ea typeface="Microsoft YaHei" panose="020B0503020204020204" pitchFamily="34" charset="-122"/>
              </a:rPr>
              <a:t>数据集规模的</a:t>
            </a:r>
            <a:r>
              <a:rPr lang="en-US" altLang="zh-CN" sz="2000" dirty="0">
                <a:latin typeface="Microsoft YaHei" panose="020B0503020204020204" pitchFamily="34" charset="-122"/>
                <a:ea typeface="Microsoft YaHei" panose="020B0503020204020204" pitchFamily="34" charset="-122"/>
              </a:rPr>
              <a:t>38%</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2642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ROOTS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58406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511807"/>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在数据准备完成后，还要进行清洗、过滤、去重及隐私信息删除等工作</a:t>
            </a:r>
            <a:endParaRPr lang="en-US" altLang="zh-CN"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26425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ROOTS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59BA3B96-2249-FA98-8094-33F7BC1CE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3911" y="1818640"/>
            <a:ext cx="7772400" cy="4537710"/>
          </a:xfrm>
          <a:prstGeom prst="rect">
            <a:avLst/>
          </a:prstGeom>
        </p:spPr>
      </p:pic>
    </p:spTree>
    <p:extLst>
      <p:ext uri="{BB962C8B-B14F-4D97-AF65-F5344CB8AC3E}">
        <p14:creationId xmlns:p14="http://schemas.microsoft.com/office/powerpoint/2010/main" val="170946266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435136"/>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RefinedWeb</a:t>
            </a:r>
            <a:r>
              <a:rPr lang="en-US" altLang="zh-CN" sz="2400" dirty="0">
                <a:latin typeface="Microsoft YaHei" panose="020B0503020204020204" pitchFamily="34" charset="-122"/>
                <a:ea typeface="Microsoft YaHei" panose="020B0503020204020204" pitchFamily="34" charset="-122"/>
              </a:rPr>
              <a:t>[64] </a:t>
            </a:r>
            <a:r>
              <a:rPr lang="zh-CN" altLang="en-US" sz="2400" dirty="0">
                <a:latin typeface="Microsoft YaHei" panose="020B0503020204020204" pitchFamily="34" charset="-122"/>
                <a:ea typeface="Microsoft YaHei" panose="020B0503020204020204" pitchFamily="34" charset="-122"/>
              </a:rPr>
              <a:t>是由位于阿布扎比的技术创新研究院（</a:t>
            </a:r>
            <a:r>
              <a:rPr lang="en-US" altLang="zh-CN" sz="2400" dirty="0">
                <a:latin typeface="Microsoft YaHei" panose="020B0503020204020204" pitchFamily="34" charset="-122"/>
                <a:ea typeface="Microsoft YaHei" panose="020B0503020204020204" pitchFamily="34" charset="-122"/>
              </a:rPr>
              <a:t>Technology Innovation Institute</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TII</a:t>
            </a:r>
            <a:r>
              <a:rPr lang="zh-CN" altLang="en-US" sz="2400" dirty="0">
                <a:latin typeface="Microsoft YaHei" panose="020B0503020204020204" pitchFamily="34" charset="-122"/>
                <a:ea typeface="Microsoft YaHei" panose="020B0503020204020204" pitchFamily="34" charset="-122"/>
              </a:rPr>
              <a:t>）在开发</a:t>
            </a:r>
            <a:r>
              <a:rPr lang="en-US" altLang="zh-CN" sz="2400" dirty="0">
                <a:latin typeface="Microsoft YaHei" panose="020B0503020204020204" pitchFamily="34" charset="-122"/>
                <a:ea typeface="Microsoft YaHei" panose="020B0503020204020204" pitchFamily="34" charset="-122"/>
              </a:rPr>
              <a:t>Falcon </a:t>
            </a:r>
            <a:r>
              <a:rPr lang="zh-CN" altLang="en-US" sz="2400" dirty="0">
                <a:latin typeface="Microsoft YaHei" panose="020B0503020204020204" pitchFamily="34" charset="-122"/>
                <a:ea typeface="Microsoft YaHei" panose="020B0503020204020204" pitchFamily="34" charset="-122"/>
              </a:rPr>
              <a:t>大语言模型时同步开源的大语言模型预训练集合，其主要由从</a:t>
            </a:r>
            <a:r>
              <a:rPr lang="en-US" altLang="zh-CN" sz="2400" dirty="0" err="1">
                <a:latin typeface="Microsoft YaHei" panose="020B0503020204020204" pitchFamily="34" charset="-122"/>
                <a:ea typeface="Microsoft YaHei" panose="020B0503020204020204" pitchFamily="34" charset="-122"/>
              </a:rPr>
              <a:t>CommonCrawl</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数据集</a:t>
            </a:r>
            <a:r>
              <a:rPr lang="en-US" altLang="zh-CN" sz="2400" dirty="0">
                <a:latin typeface="Microsoft YaHei" panose="020B0503020204020204" pitchFamily="34" charset="-122"/>
                <a:ea typeface="Microsoft YaHei" panose="020B0503020204020204" pitchFamily="34" charset="-122"/>
              </a:rPr>
              <a:t>[128] </a:t>
            </a:r>
            <a:r>
              <a:rPr lang="zh-CN" altLang="en-US" sz="2400" dirty="0">
                <a:latin typeface="Microsoft YaHei" panose="020B0503020204020204" pitchFamily="34" charset="-122"/>
                <a:ea typeface="Microsoft YaHei" panose="020B0503020204020204" pitchFamily="34" charset="-122"/>
              </a:rPr>
              <a:t>过滤的高质量数据组成。</a:t>
            </a:r>
            <a:endParaRPr lang="en-US" altLang="zh-CN"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20783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RefinedWeb</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14" name="Picture 13">
            <a:extLst>
              <a:ext uri="{FF2B5EF4-FFF2-40B4-BE49-F238E27FC236}">
                <a16:creationId xmlns:a16="http://schemas.microsoft.com/office/drawing/2014/main" id="{5CA07E6B-7856-A395-629E-584ED9BE8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5418" y="2428089"/>
            <a:ext cx="6761163" cy="4022608"/>
          </a:xfrm>
          <a:prstGeom prst="rect">
            <a:avLst/>
          </a:prstGeom>
        </p:spPr>
      </p:pic>
      <p:sp>
        <p:nvSpPr>
          <p:cNvPr id="16" name="TextBox 15">
            <a:extLst>
              <a:ext uri="{FF2B5EF4-FFF2-40B4-BE49-F238E27FC236}">
                <a16:creationId xmlns:a16="http://schemas.microsoft.com/office/drawing/2014/main" id="{6DA5B138-82F5-5299-0BBA-55C5EAC345EF}"/>
              </a:ext>
            </a:extLst>
          </p:cNvPr>
          <p:cNvSpPr txBox="1"/>
          <p:nvPr/>
        </p:nvSpPr>
        <p:spPr>
          <a:xfrm>
            <a:off x="2425699" y="6473824"/>
            <a:ext cx="7725965" cy="369332"/>
          </a:xfrm>
          <a:prstGeom prst="rect">
            <a:avLst/>
          </a:prstGeom>
          <a:noFill/>
        </p:spPr>
        <p:txBody>
          <a:bodyPr wrap="square">
            <a:spAutoFit/>
          </a:bodyPr>
          <a:lstStyle/>
          <a:p>
            <a:r>
              <a:rPr lang="en-US" dirty="0" err="1">
                <a:effectLst/>
                <a:latin typeface="Microsoft YaHei" panose="020B0503020204020204" pitchFamily="34" charset="-122"/>
                <a:ea typeface="Microsoft YaHei" panose="020B0503020204020204" pitchFamily="34" charset="-122"/>
              </a:rPr>
              <a:t>RefinedWeb</a:t>
            </a:r>
            <a:r>
              <a:rPr lang="en-US" dirty="0">
                <a:effectLst/>
                <a:latin typeface="Microsoft YaHei" panose="020B0503020204020204" pitchFamily="34" charset="-122"/>
                <a:ea typeface="Microsoft YaHei" panose="020B0503020204020204" pitchFamily="34" charset="-122"/>
              </a:rPr>
              <a:t> </a:t>
            </a:r>
            <a:r>
              <a:rPr lang="zh-CN" altLang="en-US" dirty="0">
                <a:effectLst/>
                <a:latin typeface="Microsoft YaHei" panose="020B0503020204020204" pitchFamily="34" charset="-122"/>
                <a:ea typeface="Microsoft YaHei" panose="020B0503020204020204" pitchFamily="34" charset="-122"/>
              </a:rPr>
              <a:t>中</a:t>
            </a:r>
            <a:r>
              <a:rPr lang="en-US" dirty="0" err="1">
                <a:effectLst/>
                <a:latin typeface="Microsoft YaHei" panose="020B0503020204020204" pitchFamily="34" charset="-122"/>
                <a:ea typeface="Microsoft YaHei" panose="020B0503020204020204" pitchFamily="34" charset="-122"/>
              </a:rPr>
              <a:t>CommonCrawl</a:t>
            </a:r>
            <a:r>
              <a:rPr lang="en-US" dirty="0">
                <a:effectLst/>
                <a:latin typeface="Microsoft YaHei" panose="020B0503020204020204" pitchFamily="34" charset="-122"/>
                <a:ea typeface="Microsoft YaHei" panose="020B0503020204020204" pitchFamily="34" charset="-122"/>
              </a:rPr>
              <a:t> </a:t>
            </a:r>
            <a:r>
              <a:rPr lang="zh-CN" altLang="en-US" dirty="0">
                <a:effectLst/>
                <a:latin typeface="Microsoft YaHei" panose="020B0503020204020204" pitchFamily="34" charset="-122"/>
                <a:ea typeface="Microsoft YaHei" panose="020B0503020204020204" pitchFamily="34" charset="-122"/>
              </a:rPr>
              <a:t>数据集过滤流程和数据过滤百分比</a:t>
            </a:r>
            <a:endParaRPr lang="en-US" altLang="zh-CN" dirty="0">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3021566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89734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文档准备阶段主要是进行</a:t>
            </a:r>
            <a:r>
              <a:rPr lang="en-US" altLang="zh-CN" sz="2400" dirty="0">
                <a:latin typeface="Microsoft YaHei" panose="020B0503020204020204" pitchFamily="34" charset="-122"/>
                <a:ea typeface="Microsoft YaHei" panose="020B0503020204020204" pitchFamily="34" charset="-122"/>
              </a:rPr>
              <a:t>URL </a:t>
            </a:r>
            <a:r>
              <a:rPr lang="zh-CN" altLang="en-US" sz="2400" dirty="0">
                <a:latin typeface="Microsoft YaHei" panose="020B0503020204020204" pitchFamily="34" charset="-122"/>
                <a:ea typeface="Microsoft YaHei" panose="020B0503020204020204" pitchFamily="34" charset="-122"/>
              </a:rPr>
              <a:t>过滤、文本提取和语言识别三个任务</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过滤阶段主要包含重复去除、文档过滤、逐行纠正三个任务</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冗余去除阶段包含模糊冗余去除、严格冗余去除及</a:t>
            </a:r>
            <a:r>
              <a:rPr lang="en-US" altLang="zh-CN" sz="2400" dirty="0">
                <a:latin typeface="Microsoft YaHei" panose="020B0503020204020204" pitchFamily="34" charset="-122"/>
                <a:ea typeface="Microsoft YaHei" panose="020B0503020204020204" pitchFamily="34" charset="-122"/>
              </a:rPr>
              <a:t>URL </a:t>
            </a:r>
            <a:r>
              <a:rPr lang="zh-CN" altLang="en-US" sz="2400" dirty="0">
                <a:latin typeface="Microsoft YaHei" panose="020B0503020204020204" pitchFamily="34" charset="-122"/>
                <a:ea typeface="Microsoft YaHei" panose="020B0503020204020204" pitchFamily="34" charset="-122"/>
              </a:rPr>
              <a:t>冗余去除三个任务</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文献</a:t>
            </a:r>
            <a:r>
              <a:rPr lang="en-US" altLang="zh-CN" sz="2400" dirty="0">
                <a:latin typeface="Microsoft YaHei" panose="020B0503020204020204" pitchFamily="34" charset="-122"/>
                <a:ea typeface="Microsoft YaHei" panose="020B0503020204020204" pitchFamily="34" charset="-122"/>
              </a:rPr>
              <a:t>[64] </a:t>
            </a:r>
            <a:r>
              <a:rPr lang="zh-CN" altLang="en-US" sz="2400" dirty="0">
                <a:latin typeface="Microsoft YaHei" panose="020B0503020204020204" pitchFamily="34" charset="-122"/>
                <a:ea typeface="Microsoft YaHei" panose="020B0503020204020204" pitchFamily="34" charset="-122"/>
              </a:rPr>
              <a:t>还对三个阶段所产生的数据分别训练</a:t>
            </a:r>
            <a:r>
              <a:rPr lang="en-US" altLang="zh-CN" sz="2400" dirty="0">
                <a:latin typeface="Microsoft YaHei" panose="020B0503020204020204" pitchFamily="34" charset="-122"/>
                <a:ea typeface="Microsoft YaHei" panose="020B0503020204020204" pitchFamily="34" charset="-122"/>
              </a:rPr>
              <a:t>10 </a:t>
            </a:r>
            <a:r>
              <a:rPr lang="zh-CN" altLang="en-US" sz="2400" dirty="0">
                <a:latin typeface="Microsoft YaHei" panose="020B0503020204020204" pitchFamily="34" charset="-122"/>
                <a:ea typeface="Microsoft YaHei" panose="020B0503020204020204" pitchFamily="34" charset="-122"/>
              </a:rPr>
              <a:t>亿和</a:t>
            </a:r>
            <a:r>
              <a:rPr lang="en-US" altLang="zh-CN" sz="2400" dirty="0">
                <a:latin typeface="Microsoft YaHei" panose="020B0503020204020204" pitchFamily="34" charset="-122"/>
                <a:ea typeface="Microsoft YaHei" panose="020B0503020204020204" pitchFamily="34" charset="-122"/>
              </a:rPr>
              <a:t>30 </a:t>
            </a:r>
            <a:r>
              <a:rPr lang="zh-CN" altLang="en-US" sz="2400" dirty="0">
                <a:latin typeface="Microsoft YaHei" panose="020B0503020204020204" pitchFamily="34" charset="-122"/>
                <a:ea typeface="Microsoft YaHei" panose="020B0503020204020204" pitchFamily="34" charset="-122"/>
              </a:rPr>
              <a:t>亿模型，并使用零样本泛化能力对模型结果进行评测。发现</a:t>
            </a:r>
            <a:r>
              <a:rPr lang="en-US" sz="2400" dirty="0">
                <a:latin typeface="Microsoft YaHei" panose="020B0503020204020204" pitchFamily="34" charset="-122"/>
                <a:ea typeface="Microsoft YaHei" panose="020B0503020204020204" pitchFamily="34" charset="-122"/>
              </a:rPr>
              <a:t>REFINEDWEB </a:t>
            </a:r>
            <a:r>
              <a:rPr lang="zh-CN" altLang="en-US" sz="2400" dirty="0">
                <a:latin typeface="Microsoft YaHei" panose="020B0503020204020204" pitchFamily="34" charset="-122"/>
                <a:ea typeface="Microsoft YaHei" panose="020B0503020204020204" pitchFamily="34" charset="-122"/>
              </a:rPr>
              <a:t>的效果远好于</a:t>
            </a:r>
            <a:r>
              <a:rPr lang="en-US" sz="2400" dirty="0">
                <a:latin typeface="Microsoft YaHei" panose="020B0503020204020204" pitchFamily="34" charset="-122"/>
                <a:ea typeface="Microsoft YaHei" panose="020B0503020204020204" pitchFamily="34" charset="-122"/>
              </a:rPr>
              <a:t>RW-RAW </a:t>
            </a:r>
            <a:r>
              <a:rPr lang="zh-CN" altLang="en-US" sz="2400" dirty="0">
                <a:latin typeface="Microsoft YaHei" panose="020B0503020204020204" pitchFamily="34" charset="-122"/>
                <a:ea typeface="Microsoft YaHei" panose="020B0503020204020204" pitchFamily="34" charset="-122"/>
              </a:rPr>
              <a:t>和</a:t>
            </a:r>
            <a:r>
              <a:rPr lang="en-US" sz="2400" dirty="0">
                <a:latin typeface="Microsoft YaHei" panose="020B0503020204020204" pitchFamily="34" charset="-122"/>
                <a:ea typeface="Microsoft YaHei" panose="020B0503020204020204" pitchFamily="34" charset="-122"/>
              </a:rPr>
              <a:t>RW-FILTERED。</a:t>
            </a:r>
            <a:r>
              <a:rPr lang="zh-CN" altLang="en-US" sz="2400" dirty="0">
                <a:latin typeface="Microsoft YaHei" panose="020B0503020204020204" pitchFamily="34" charset="-122"/>
                <a:ea typeface="Microsoft YaHei" panose="020B0503020204020204" pitchFamily="34" charset="-122"/>
              </a:rPr>
              <a:t>这也在一定程度上说明</a:t>
            </a:r>
            <a:r>
              <a:rPr lang="zh-CN" altLang="en-US" sz="2400" b="1" dirty="0">
                <a:solidFill>
                  <a:srgbClr val="0070C0"/>
                </a:solidFill>
                <a:latin typeface="Microsoft YaHei" panose="020B0503020204020204" pitchFamily="34" charset="-122"/>
                <a:ea typeface="Microsoft YaHei" panose="020B0503020204020204" pitchFamily="34" charset="-122"/>
              </a:rPr>
              <a:t>高质量数据集对语言模型具有重要的影响</a:t>
            </a:r>
            <a:r>
              <a:rPr lang="zh-CN" altLang="en-US" sz="2400" dirty="0">
                <a:latin typeface="Microsoft YaHei" panose="020B0503020204020204" pitchFamily="34" charset="-122"/>
                <a:ea typeface="Microsoft YaHei" panose="020B0503020204020204" pitchFamily="34" charset="-122"/>
              </a:rPr>
              <a:t>。</a:t>
            </a:r>
          </a:p>
          <a:p>
            <a:pPr algn="just">
              <a:lnSpc>
                <a:spcPct val="125000"/>
              </a:lnSpc>
              <a:spcBef>
                <a:spcPts val="1200"/>
              </a:spcBef>
            </a:pP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20783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RefinedWeb</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C7FE357A-BEF8-6B6D-6C07-57EBA3E30775}"/>
              </a:ext>
            </a:extLst>
          </p:cNvPr>
          <p:cNvSpPr txBox="1"/>
          <p:nvPr/>
        </p:nvSpPr>
        <p:spPr>
          <a:xfrm>
            <a:off x="7272338" y="5329238"/>
            <a:ext cx="184731" cy="369332"/>
          </a:xfrm>
          <a:prstGeom prst="rect">
            <a:avLst/>
          </a:prstGeom>
          <a:noFill/>
        </p:spPr>
        <p:txBody>
          <a:bodyPr wrap="none" rtlCol="0">
            <a:spAutoFit/>
          </a:bodyPr>
          <a:lstStyle/>
          <a:p>
            <a:endParaRPr lang="en-CN" dirty="0"/>
          </a:p>
        </p:txBody>
      </p:sp>
    </p:spTree>
    <p:extLst>
      <p:ext uri="{BB962C8B-B14F-4D97-AF65-F5344CB8AC3E}">
        <p14:creationId xmlns:p14="http://schemas.microsoft.com/office/powerpoint/2010/main" val="94417166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169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897349"/>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SlimPajama</a:t>
            </a:r>
            <a:r>
              <a:rPr lang="en-US" altLang="zh-CN" sz="2400" dirty="0">
                <a:latin typeface="Microsoft YaHei" panose="020B0503020204020204" pitchFamily="34" charset="-122"/>
                <a:ea typeface="Microsoft YaHei" panose="020B0503020204020204" pitchFamily="34" charset="-122"/>
              </a:rPr>
              <a:t>[131] </a:t>
            </a:r>
            <a:r>
              <a:rPr lang="zh-CN" altLang="en-US" sz="2400" dirty="0">
                <a:latin typeface="Microsoft YaHei" panose="020B0503020204020204" pitchFamily="34" charset="-122"/>
                <a:ea typeface="Microsoft YaHei" panose="020B0503020204020204" pitchFamily="34" charset="-122"/>
              </a:rPr>
              <a:t>是由</a:t>
            </a:r>
            <a:r>
              <a:rPr lang="en-US" altLang="zh-CN" sz="2400" dirty="0" err="1">
                <a:latin typeface="Microsoft YaHei" panose="020B0503020204020204" pitchFamily="34" charset="-122"/>
                <a:ea typeface="Microsoft YaHei" panose="020B0503020204020204" pitchFamily="34" charset="-122"/>
              </a:rPr>
              <a:t>CerebrasAI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公司针对</a:t>
            </a:r>
            <a:r>
              <a:rPr lang="en-US" altLang="zh-CN" sz="2400" dirty="0" err="1">
                <a:latin typeface="Microsoft YaHei" panose="020B0503020204020204" pitchFamily="34" charset="-122"/>
                <a:ea typeface="Microsoft YaHei" panose="020B0503020204020204" pitchFamily="34" charset="-122"/>
              </a:rPr>
              <a:t>RedPajama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进行清洗和去重后得到的开源数据集。原始的</a:t>
            </a:r>
            <a:r>
              <a:rPr lang="en-US" altLang="zh-CN" sz="2400" dirty="0" err="1">
                <a:latin typeface="Microsoft YaHei" panose="020B0503020204020204" pitchFamily="34" charset="-122"/>
                <a:ea typeface="Microsoft YaHei" panose="020B0503020204020204" pitchFamily="34" charset="-122"/>
              </a:rPr>
              <a:t>RedPajama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包含</a:t>
            </a:r>
            <a:r>
              <a:rPr lang="en-US" altLang="zh-CN" sz="2400" dirty="0">
                <a:latin typeface="Microsoft YaHei" panose="020B0503020204020204" pitchFamily="34" charset="-122"/>
                <a:ea typeface="Microsoft YaHei" panose="020B0503020204020204" pitchFamily="34" charset="-122"/>
              </a:rPr>
              <a:t>1.21 </a:t>
            </a:r>
            <a:r>
              <a:rPr lang="zh-CN" altLang="en-US" sz="2400" dirty="0">
                <a:latin typeface="Microsoft YaHei" panose="020B0503020204020204" pitchFamily="34" charset="-122"/>
                <a:ea typeface="Microsoft YaHei" panose="020B0503020204020204" pitchFamily="34" charset="-122"/>
              </a:rPr>
              <a:t>万亿词元（</a:t>
            </a:r>
            <a:r>
              <a:rPr lang="en-US" altLang="zh-CN" sz="2400" dirty="0">
                <a:latin typeface="Microsoft YaHei" panose="020B0503020204020204" pitchFamily="34" charset="-122"/>
                <a:ea typeface="Microsoft YaHei" panose="020B0503020204020204" pitchFamily="34" charset="-122"/>
              </a:rPr>
              <a:t>1.21T Token</a:t>
            </a:r>
            <a:r>
              <a:rPr lang="zh-CN" altLang="en-US" sz="2400" dirty="0">
                <a:latin typeface="Microsoft YaHei" panose="020B0503020204020204" pitchFamily="34" charset="-122"/>
                <a:ea typeface="Microsoft YaHei" panose="020B0503020204020204" pitchFamily="34" charset="-122"/>
              </a:rPr>
              <a:t>），经过处理后的</a:t>
            </a:r>
            <a:r>
              <a:rPr lang="en-US" altLang="zh-CN" sz="2400" dirty="0" err="1">
                <a:latin typeface="Microsoft YaHei" panose="020B0503020204020204" pitchFamily="34" charset="-122"/>
                <a:ea typeface="Microsoft YaHei" panose="020B0503020204020204" pitchFamily="34" charset="-122"/>
              </a:rPr>
              <a:t>SlimPajama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数据集包含</a:t>
            </a:r>
            <a:r>
              <a:rPr lang="en-US" altLang="zh-CN" sz="2400" dirty="0">
                <a:latin typeface="Microsoft YaHei" panose="020B0503020204020204" pitchFamily="34" charset="-122"/>
                <a:ea typeface="Microsoft YaHei" panose="020B0503020204020204" pitchFamily="34" charset="-122"/>
              </a:rPr>
              <a:t>670 </a:t>
            </a:r>
            <a:r>
              <a:rPr lang="zh-CN" altLang="en-US" sz="2400" dirty="0">
                <a:latin typeface="Microsoft YaHei" panose="020B0503020204020204" pitchFamily="34" charset="-122"/>
                <a:ea typeface="Microsoft YaHei" panose="020B0503020204020204" pitchFamily="34" charset="-122"/>
              </a:rPr>
              <a:t>亿词元（</a:t>
            </a:r>
            <a:r>
              <a:rPr lang="en-US" altLang="zh-CN" sz="2400" dirty="0">
                <a:latin typeface="Microsoft YaHei" panose="020B0503020204020204" pitchFamily="34" charset="-122"/>
                <a:ea typeface="Microsoft YaHei" panose="020B0503020204020204" pitchFamily="34" charset="-122"/>
              </a:rPr>
              <a:t>627B Token</a:t>
            </a:r>
            <a:r>
              <a:rPr lang="zh-CN"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SlimPajama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还开源了用于对数据集进行端到端预处理的脚本。</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RedPajama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是由</a:t>
            </a:r>
            <a:r>
              <a:rPr lang="en-US" altLang="zh-CN" sz="2400" dirty="0">
                <a:latin typeface="Microsoft YaHei" panose="020B0503020204020204" pitchFamily="34" charset="-122"/>
                <a:ea typeface="Microsoft YaHei" panose="020B0503020204020204" pitchFamily="34" charset="-122"/>
              </a:rPr>
              <a:t>TOGETHER </a:t>
            </a:r>
            <a:r>
              <a:rPr lang="zh-CN" altLang="en-US" sz="2400" dirty="0">
                <a:latin typeface="Microsoft YaHei" panose="020B0503020204020204" pitchFamily="34" charset="-122"/>
                <a:ea typeface="Microsoft YaHei" panose="020B0503020204020204" pitchFamily="34" charset="-122"/>
              </a:rPr>
              <a:t>联合多家公司发起的开源大语言模型项目，试图严格按照</a:t>
            </a:r>
            <a:r>
              <a:rPr lang="en-US" altLang="zh-CN" sz="2400" dirty="0" err="1">
                <a:latin typeface="Microsoft YaHei" panose="020B0503020204020204" pitchFamily="34" charset="-122"/>
                <a:ea typeface="Microsoft YaHei" panose="020B0503020204020204" pitchFamily="34" charset="-122"/>
              </a:rPr>
              <a:t>LLaMA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模型论文中的方法构造大语言模型训练所需数据。虽然</a:t>
            </a:r>
            <a:r>
              <a:rPr lang="en-US" altLang="zh-CN" sz="2400" dirty="0" err="1">
                <a:latin typeface="Microsoft YaHei" panose="020B0503020204020204" pitchFamily="34" charset="-122"/>
                <a:ea typeface="Microsoft YaHei" panose="020B0503020204020204" pitchFamily="34" charset="-122"/>
              </a:rPr>
              <a:t>RedPajama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的数据质量较好，但是</a:t>
            </a:r>
            <a:r>
              <a:rPr lang="en-US" altLang="zh-CN" sz="2400" dirty="0" err="1">
                <a:latin typeface="Microsoft YaHei" panose="020B0503020204020204" pitchFamily="34" charset="-122"/>
                <a:ea typeface="Microsoft YaHei" panose="020B0503020204020204" pitchFamily="34" charset="-122"/>
              </a:rPr>
              <a:t>CerebrasAI</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的研究人员发现</a:t>
            </a:r>
            <a:r>
              <a:rPr lang="en-US" altLang="zh-CN" sz="2400" dirty="0" err="1">
                <a:latin typeface="Microsoft YaHei" panose="020B0503020204020204" pitchFamily="34" charset="-122"/>
                <a:ea typeface="Microsoft YaHei" panose="020B0503020204020204" pitchFamily="34" charset="-122"/>
              </a:rPr>
              <a:t>RedPajama</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数据集还是存在以下两个问题：（</a:t>
            </a:r>
            <a:r>
              <a:rPr lang="en-US" altLang="zh-CN"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）一些语料中缺少数据文件；（</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）数据集中包含大量重复数据。</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9794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SlimPajama</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C7FE357A-BEF8-6B6D-6C07-57EBA3E30775}"/>
              </a:ext>
            </a:extLst>
          </p:cNvPr>
          <p:cNvSpPr txBox="1"/>
          <p:nvPr/>
        </p:nvSpPr>
        <p:spPr>
          <a:xfrm>
            <a:off x="7272338" y="5329238"/>
            <a:ext cx="184731" cy="369332"/>
          </a:xfrm>
          <a:prstGeom prst="rect">
            <a:avLst/>
          </a:prstGeom>
          <a:noFill/>
        </p:spPr>
        <p:txBody>
          <a:bodyPr wrap="none" rtlCol="0">
            <a:spAutoFit/>
          </a:bodyPr>
          <a:lstStyle/>
          <a:p>
            <a:endParaRPr lang="en-CN" dirty="0"/>
          </a:p>
        </p:txBody>
      </p:sp>
    </p:spTree>
    <p:extLst>
      <p:ext uri="{BB962C8B-B14F-4D97-AF65-F5344CB8AC3E}">
        <p14:creationId xmlns:p14="http://schemas.microsoft.com/office/powerpoint/2010/main" val="213317884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170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1435136"/>
          </a:xfrm>
          <a:prstGeom prst="rect">
            <a:avLst/>
          </a:prstGeom>
          <a:noFill/>
        </p:spPr>
        <p:txBody>
          <a:bodyPr wrap="square">
            <a:spAutoFit/>
          </a:bodyPr>
          <a:lstStyle/>
          <a:p>
            <a:pPr algn="just">
              <a:lnSpc>
                <a:spcPct val="125000"/>
              </a:lnSpc>
              <a:spcBef>
                <a:spcPts val="1200"/>
              </a:spcBef>
            </a:pPr>
            <a:r>
              <a:rPr lang="en-US" altLang="zh-CN" sz="2400" dirty="0" err="1">
                <a:latin typeface="Microsoft YaHei" panose="020B0503020204020204" pitchFamily="34" charset="-122"/>
                <a:ea typeface="Microsoft YaHei" panose="020B0503020204020204" pitchFamily="34" charset="-122"/>
              </a:rPr>
              <a:t>SlimPajama</a:t>
            </a:r>
            <a:r>
              <a:rPr lang="zh-CN" altLang="en-US" sz="2400" dirty="0">
                <a:latin typeface="Microsoft YaHei" panose="020B0503020204020204" pitchFamily="34" charset="-122"/>
                <a:ea typeface="Microsoft YaHei" panose="020B0503020204020204" pitchFamily="34" charset="-122"/>
              </a:rPr>
              <a:t>的整体处理过程如下图所示。所有步骤都假定整个数据集无法全部装载到内存中，并分布在多个进程中进行处理。使用</a:t>
            </a:r>
            <a:r>
              <a:rPr lang="en-US" altLang="zh-CN" sz="2400" dirty="0">
                <a:latin typeface="Microsoft YaHei" panose="020B0503020204020204" pitchFamily="34" charset="-122"/>
                <a:ea typeface="Microsoft YaHei" panose="020B0503020204020204" pitchFamily="34" charset="-122"/>
              </a:rPr>
              <a:t>64</a:t>
            </a:r>
            <a:r>
              <a:rPr lang="zh-CN" altLang="en-US" sz="2400" dirty="0">
                <a:latin typeface="Microsoft YaHei" panose="020B0503020204020204" pitchFamily="34" charset="-122"/>
                <a:ea typeface="Microsoft YaHei" panose="020B0503020204020204" pitchFamily="34" charset="-122"/>
              </a:rPr>
              <a:t>个</a:t>
            </a:r>
            <a:r>
              <a:rPr lang="en-US" altLang="zh-CN" sz="2400" dirty="0">
                <a:latin typeface="Microsoft YaHei" panose="020B0503020204020204" pitchFamily="34" charset="-122"/>
                <a:ea typeface="Microsoft YaHei" panose="020B0503020204020204" pitchFamily="34" charset="-122"/>
              </a:rPr>
              <a:t>CPU</a:t>
            </a:r>
            <a:r>
              <a:rPr lang="zh-CN" altLang="en-US" sz="2400" dirty="0">
                <a:latin typeface="Microsoft YaHei" panose="020B0503020204020204" pitchFamily="34" charset="-122"/>
                <a:ea typeface="Microsoft YaHei" panose="020B0503020204020204" pitchFamily="34" charset="-122"/>
              </a:rPr>
              <a:t>，大约花费</a:t>
            </a:r>
            <a:r>
              <a:rPr lang="en-US" altLang="zh-CN" sz="2400" dirty="0">
                <a:latin typeface="Microsoft YaHei" panose="020B0503020204020204" pitchFamily="34" charset="-122"/>
                <a:ea typeface="Microsoft YaHei" panose="020B0503020204020204" pitchFamily="34" charset="-122"/>
              </a:rPr>
              <a:t>60</a:t>
            </a:r>
            <a:r>
              <a:rPr lang="zh-CN" altLang="en-US" sz="2400" dirty="0">
                <a:latin typeface="Microsoft YaHei" panose="020B0503020204020204" pitchFamily="34" charset="-122"/>
                <a:ea typeface="Microsoft YaHei" panose="020B0503020204020204" pitchFamily="34" charset="-122"/>
              </a:rPr>
              <a:t>多个小时就可以完成</a:t>
            </a:r>
            <a:r>
              <a:rPr lang="en-US" altLang="zh-CN" sz="2400" dirty="0">
                <a:latin typeface="Microsoft YaHei" panose="020B0503020204020204" pitchFamily="34" charset="-122"/>
                <a:ea typeface="Microsoft YaHei" panose="020B0503020204020204" pitchFamily="34" charset="-122"/>
              </a:rPr>
              <a:t>1.21</a:t>
            </a:r>
            <a:r>
              <a:rPr lang="zh-CN" altLang="en-US" sz="2400" dirty="0">
                <a:latin typeface="Microsoft YaHei" panose="020B0503020204020204" pitchFamily="34" charset="-122"/>
                <a:ea typeface="Microsoft YaHei" panose="020B0503020204020204" pitchFamily="34" charset="-122"/>
              </a:rPr>
              <a:t>万亿词元处理。在整个处理过程中所需要内存峰值为</a:t>
            </a:r>
            <a:r>
              <a:rPr lang="en-US" altLang="zh-CN" sz="2400" dirty="0">
                <a:latin typeface="Microsoft YaHei" panose="020B0503020204020204" pitchFamily="34" charset="-122"/>
                <a:ea typeface="Microsoft YaHei" panose="020B0503020204020204" pitchFamily="34" charset="-122"/>
              </a:rPr>
              <a:t>1.4TB</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9794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SlimPajama</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C7FE357A-BEF8-6B6D-6C07-57EBA3E30775}"/>
              </a:ext>
            </a:extLst>
          </p:cNvPr>
          <p:cNvSpPr txBox="1"/>
          <p:nvPr/>
        </p:nvSpPr>
        <p:spPr>
          <a:xfrm>
            <a:off x="7272338" y="5329238"/>
            <a:ext cx="184731" cy="369332"/>
          </a:xfrm>
          <a:prstGeom prst="rect">
            <a:avLst/>
          </a:prstGeom>
          <a:noFill/>
        </p:spPr>
        <p:txBody>
          <a:bodyPr wrap="none" rtlCol="0">
            <a:spAutoFit/>
          </a:bodyPr>
          <a:lstStyle/>
          <a:p>
            <a:endParaRPr lang="en-CN" dirty="0"/>
          </a:p>
        </p:txBody>
      </p:sp>
      <p:pic>
        <p:nvPicPr>
          <p:cNvPr id="9" name="Picture 8">
            <a:extLst>
              <a:ext uri="{FF2B5EF4-FFF2-40B4-BE49-F238E27FC236}">
                <a16:creationId xmlns:a16="http://schemas.microsoft.com/office/drawing/2014/main" id="{8180282B-5119-1D5C-22FD-7606721E3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142" y="2757351"/>
            <a:ext cx="10958494" cy="3598999"/>
          </a:xfrm>
          <a:prstGeom prst="rect">
            <a:avLst/>
          </a:prstGeom>
        </p:spPr>
      </p:pic>
    </p:spTree>
    <p:extLst>
      <p:ext uri="{BB962C8B-B14F-4D97-AF65-F5344CB8AC3E}">
        <p14:creationId xmlns:p14="http://schemas.microsoft.com/office/powerpoint/2010/main" val="107442776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9">
            <a:extLst>
              <a:ext uri="{FF2B5EF4-FFF2-40B4-BE49-F238E27FC236}">
                <a16:creationId xmlns:a16="http://schemas.microsoft.com/office/drawing/2014/main" id="{06CB93E2-1C67-7FE5-DFB7-2C646DE3829A}"/>
              </a:ext>
            </a:extLst>
          </p:cNvPr>
          <p:cNvSpPr>
            <a:spLocks noChangeArrowheads="1"/>
          </p:cNvSpPr>
          <p:nvPr/>
        </p:nvSpPr>
        <p:spPr bwMode="auto">
          <a:xfrm>
            <a:off x="610868" y="5360193"/>
            <a:ext cx="5676900" cy="782450"/>
          </a:xfrm>
          <a:prstGeom prst="rect">
            <a:avLst/>
          </a:prstGeom>
          <a:solidFill>
            <a:schemeClr val="accent1">
              <a:lumMod val="20000"/>
              <a:lumOff val="80000"/>
            </a:schemeClr>
          </a:solid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6" name="平行四边形 4">
            <a:extLst>
              <a:ext uri="{FF2B5EF4-FFF2-40B4-BE49-F238E27FC236}">
                <a16:creationId xmlns:a16="http://schemas.microsoft.com/office/drawing/2014/main" id="{92EB2691-B6EC-D14E-A2DB-ECF50B2F7078}"/>
              </a:ext>
            </a:extLst>
          </p:cNvPr>
          <p:cNvSpPr>
            <a:spLocks noChangeArrowheads="1"/>
          </p:cNvSpPr>
          <p:nvPr/>
        </p:nvSpPr>
        <p:spPr bwMode="auto">
          <a:xfrm>
            <a:off x="6762750" y="342900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387" name="平行四边形 5">
            <a:extLst>
              <a:ext uri="{FF2B5EF4-FFF2-40B4-BE49-F238E27FC236}">
                <a16:creationId xmlns:a16="http://schemas.microsoft.com/office/drawing/2014/main" id="{69C5597F-C1FA-A848-A3C4-765A4195368A}"/>
              </a:ext>
            </a:extLst>
          </p:cNvPr>
          <p:cNvSpPr>
            <a:spLocks noChangeArrowheads="1"/>
          </p:cNvSpPr>
          <p:nvPr/>
        </p:nvSpPr>
        <p:spPr bwMode="auto">
          <a:xfrm flipV="1">
            <a:off x="6762750" y="0"/>
            <a:ext cx="5676900" cy="3429000"/>
          </a:xfrm>
          <a:prstGeom prst="parallelogram">
            <a:avLst>
              <a:gd name="adj" fmla="val 7283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nvGrpSpPr>
          <p:cNvPr id="16422" name="组合 7">
            <a:extLst>
              <a:ext uri="{FF2B5EF4-FFF2-40B4-BE49-F238E27FC236}">
                <a16:creationId xmlns:a16="http://schemas.microsoft.com/office/drawing/2014/main" id="{67CF1533-4A1A-6540-8FA3-B8B200AA03CA}"/>
              </a:ext>
            </a:extLst>
          </p:cNvPr>
          <p:cNvGrpSpPr>
            <a:grpSpLocks/>
          </p:cNvGrpSpPr>
          <p:nvPr/>
        </p:nvGrpSpPr>
        <p:grpSpPr bwMode="auto">
          <a:xfrm>
            <a:off x="2365376" y="2883694"/>
            <a:ext cx="3736976" cy="534629"/>
            <a:chOff x="1129" y="-1"/>
            <a:chExt cx="5407385" cy="535340"/>
          </a:xfrm>
        </p:grpSpPr>
        <p:sp>
          <p:nvSpPr>
            <p:cNvPr id="16426" name="矩形 11">
              <a:extLst>
                <a:ext uri="{FF2B5EF4-FFF2-40B4-BE49-F238E27FC236}">
                  <a16:creationId xmlns:a16="http://schemas.microsoft.com/office/drawing/2014/main" id="{5DBF2239-8601-5C4F-AA38-DFE4EFF9185F}"/>
                </a:ext>
              </a:extLst>
            </p:cNvPr>
            <p:cNvSpPr>
              <a:spLocks noChangeArrowheads="1"/>
            </p:cNvSpPr>
            <p:nvPr/>
          </p:nvSpPr>
          <p:spPr bwMode="auto">
            <a:xfrm>
              <a:off x="1129" y="-1"/>
              <a:ext cx="5402788" cy="53534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7" name="Rectangle 6">
              <a:extLst>
                <a:ext uri="{FF2B5EF4-FFF2-40B4-BE49-F238E27FC236}">
                  <a16:creationId xmlns:a16="http://schemas.microsoft.com/office/drawing/2014/main" id="{45E684B2-7F1F-E64A-8F83-34BE825D0068}"/>
                </a:ext>
              </a:extLst>
            </p:cNvPr>
            <p:cNvSpPr>
              <a:spLocks noChangeArrowheads="1"/>
            </p:cNvSpPr>
            <p:nvPr/>
          </p:nvSpPr>
          <p:spPr bwMode="auto">
            <a:xfrm>
              <a:off x="532479" y="45775"/>
              <a:ext cx="487603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数据来源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23" name="组合 8">
            <a:extLst>
              <a:ext uri="{FF2B5EF4-FFF2-40B4-BE49-F238E27FC236}">
                <a16:creationId xmlns:a16="http://schemas.microsoft.com/office/drawing/2014/main" id="{C83199C0-E760-4144-BF3D-34CD7371F0BA}"/>
              </a:ext>
            </a:extLst>
          </p:cNvPr>
          <p:cNvGrpSpPr>
            <a:grpSpLocks/>
          </p:cNvGrpSpPr>
          <p:nvPr/>
        </p:nvGrpSpPr>
        <p:grpSpPr bwMode="auto">
          <a:xfrm>
            <a:off x="850900" y="2883695"/>
            <a:ext cx="1328550" cy="488950"/>
            <a:chOff x="0" y="0"/>
            <a:chExt cx="1328685" cy="489600"/>
          </a:xfrm>
        </p:grpSpPr>
        <p:sp>
          <p:nvSpPr>
            <p:cNvPr id="16424" name="矩形 9">
              <a:extLst>
                <a:ext uri="{FF2B5EF4-FFF2-40B4-BE49-F238E27FC236}">
                  <a16:creationId xmlns:a16="http://schemas.microsoft.com/office/drawing/2014/main" id="{9499DC2E-C3D3-9144-918B-B9D8CA010EF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25" name="文本框 10">
              <a:extLst>
                <a:ext uri="{FF2B5EF4-FFF2-40B4-BE49-F238E27FC236}">
                  <a16:creationId xmlns:a16="http://schemas.microsoft.com/office/drawing/2014/main" id="{2C89C47A-6136-E847-8D2C-3F50A4DD0B0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6" name="组合 14">
            <a:extLst>
              <a:ext uri="{FF2B5EF4-FFF2-40B4-BE49-F238E27FC236}">
                <a16:creationId xmlns:a16="http://schemas.microsoft.com/office/drawing/2014/main" id="{36ED926B-5E03-E14D-A813-15701234E205}"/>
              </a:ext>
            </a:extLst>
          </p:cNvPr>
          <p:cNvGrpSpPr>
            <a:grpSpLocks/>
          </p:cNvGrpSpPr>
          <p:nvPr/>
        </p:nvGrpSpPr>
        <p:grpSpPr bwMode="auto">
          <a:xfrm>
            <a:off x="2365375" y="3544095"/>
            <a:ext cx="3733800" cy="488950"/>
            <a:chOff x="1129" y="0"/>
            <a:chExt cx="5402789" cy="489600"/>
          </a:xfrm>
        </p:grpSpPr>
        <p:sp>
          <p:nvSpPr>
            <p:cNvPr id="16420" name="矩形 18">
              <a:extLst>
                <a:ext uri="{FF2B5EF4-FFF2-40B4-BE49-F238E27FC236}">
                  <a16:creationId xmlns:a16="http://schemas.microsoft.com/office/drawing/2014/main" id="{B6CF01E4-3697-9A49-800C-3C3098DFB36E}"/>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21" name="Rectangle 6">
              <a:extLst>
                <a:ext uri="{FF2B5EF4-FFF2-40B4-BE49-F238E27FC236}">
                  <a16:creationId xmlns:a16="http://schemas.microsoft.com/office/drawing/2014/main" id="{E2534E5F-5035-8143-87DB-8AD505E57DCC}"/>
                </a:ext>
              </a:extLst>
            </p:cNvPr>
            <p:cNvSpPr>
              <a:spLocks noChangeArrowheads="1"/>
            </p:cNvSpPr>
            <p:nvPr/>
          </p:nvSpPr>
          <p:spPr bwMode="auto">
            <a:xfrm>
              <a:off x="532478" y="45775"/>
              <a:ext cx="4866845"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数据处理</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7" name="组合 15">
            <a:extLst>
              <a:ext uri="{FF2B5EF4-FFF2-40B4-BE49-F238E27FC236}">
                <a16:creationId xmlns:a16="http://schemas.microsoft.com/office/drawing/2014/main" id="{214AF0AB-C49A-4A43-97A7-FD94B386DE67}"/>
              </a:ext>
            </a:extLst>
          </p:cNvPr>
          <p:cNvGrpSpPr>
            <a:grpSpLocks/>
          </p:cNvGrpSpPr>
          <p:nvPr/>
        </p:nvGrpSpPr>
        <p:grpSpPr bwMode="auto">
          <a:xfrm>
            <a:off x="850900" y="3544095"/>
            <a:ext cx="1328550" cy="488950"/>
            <a:chOff x="0" y="0"/>
            <a:chExt cx="1328685" cy="489600"/>
          </a:xfrm>
        </p:grpSpPr>
        <p:sp>
          <p:nvSpPr>
            <p:cNvPr id="16418" name="矩形 16">
              <a:extLst>
                <a:ext uri="{FF2B5EF4-FFF2-40B4-BE49-F238E27FC236}">
                  <a16:creationId xmlns:a16="http://schemas.microsoft.com/office/drawing/2014/main" id="{FE8A6A18-6BDD-B54D-BC35-4411AF8627D5}"/>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9" name="文本框 17">
              <a:extLst>
                <a:ext uri="{FF2B5EF4-FFF2-40B4-BE49-F238E27FC236}">
                  <a16:creationId xmlns:a16="http://schemas.microsoft.com/office/drawing/2014/main" id="{DE6F23AA-388A-5B49-8616-FA58BCE8D8FB}"/>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3.2</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410" name="组合 21">
            <a:extLst>
              <a:ext uri="{FF2B5EF4-FFF2-40B4-BE49-F238E27FC236}">
                <a16:creationId xmlns:a16="http://schemas.microsoft.com/office/drawing/2014/main" id="{E92E6559-4A1B-0844-B471-836B2495D595}"/>
              </a:ext>
            </a:extLst>
          </p:cNvPr>
          <p:cNvGrpSpPr>
            <a:grpSpLocks/>
          </p:cNvGrpSpPr>
          <p:nvPr/>
        </p:nvGrpSpPr>
        <p:grpSpPr bwMode="auto">
          <a:xfrm>
            <a:off x="2362200" y="4204495"/>
            <a:ext cx="3733800" cy="488950"/>
            <a:chOff x="1129" y="0"/>
            <a:chExt cx="5402789" cy="489600"/>
          </a:xfrm>
        </p:grpSpPr>
        <p:sp>
          <p:nvSpPr>
            <p:cNvPr id="16414" name="矩形 25">
              <a:extLst>
                <a:ext uri="{FF2B5EF4-FFF2-40B4-BE49-F238E27FC236}">
                  <a16:creationId xmlns:a16="http://schemas.microsoft.com/office/drawing/2014/main" id="{AAD5231E-D228-9442-9BFD-894559D1E336}"/>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6415" name="Rectangle 6">
              <a:extLst>
                <a:ext uri="{FF2B5EF4-FFF2-40B4-BE49-F238E27FC236}">
                  <a16:creationId xmlns:a16="http://schemas.microsoft.com/office/drawing/2014/main" id="{4E6828E1-EED6-6244-B1C3-3C30133F9218}"/>
                </a:ext>
              </a:extLst>
            </p:cNvPr>
            <p:cNvSpPr>
              <a:spLocks noChangeArrowheads="1"/>
            </p:cNvSpPr>
            <p:nvPr/>
          </p:nvSpPr>
          <p:spPr bwMode="auto">
            <a:xfrm>
              <a:off x="532478" y="45775"/>
              <a:ext cx="4465679" cy="40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数据影响分析</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6411" name="组合 22">
            <a:extLst>
              <a:ext uri="{FF2B5EF4-FFF2-40B4-BE49-F238E27FC236}">
                <a16:creationId xmlns:a16="http://schemas.microsoft.com/office/drawing/2014/main" id="{704ECB11-7A6E-E545-9E06-F9F6A07FE291}"/>
              </a:ext>
            </a:extLst>
          </p:cNvPr>
          <p:cNvGrpSpPr>
            <a:grpSpLocks/>
          </p:cNvGrpSpPr>
          <p:nvPr/>
        </p:nvGrpSpPr>
        <p:grpSpPr bwMode="auto">
          <a:xfrm>
            <a:off x="847725" y="4204495"/>
            <a:ext cx="1328550" cy="488950"/>
            <a:chOff x="0" y="0"/>
            <a:chExt cx="1328685" cy="489600"/>
          </a:xfrm>
        </p:grpSpPr>
        <p:sp>
          <p:nvSpPr>
            <p:cNvPr id="16412" name="矩形 23">
              <a:extLst>
                <a:ext uri="{FF2B5EF4-FFF2-40B4-BE49-F238E27FC236}">
                  <a16:creationId xmlns:a16="http://schemas.microsoft.com/office/drawing/2014/main" id="{C2A7B3FF-CD58-CB43-8055-D3116A4F223D}"/>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413" name="文本框 24">
              <a:extLst>
                <a:ext uri="{FF2B5EF4-FFF2-40B4-BE49-F238E27FC236}">
                  <a16:creationId xmlns:a16="http://schemas.microsoft.com/office/drawing/2014/main" id="{27734A7F-3222-2B4F-B94A-4592F39890D8}"/>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3.3</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6392" name="组合 34">
            <a:extLst>
              <a:ext uri="{FF2B5EF4-FFF2-40B4-BE49-F238E27FC236}">
                <a16:creationId xmlns:a16="http://schemas.microsoft.com/office/drawing/2014/main" id="{5B518E4D-4338-8545-A7D0-0BBB76B01B2B}"/>
              </a:ext>
            </a:extLst>
          </p:cNvPr>
          <p:cNvGrpSpPr>
            <a:grpSpLocks/>
          </p:cNvGrpSpPr>
          <p:nvPr/>
        </p:nvGrpSpPr>
        <p:grpSpPr bwMode="auto">
          <a:xfrm>
            <a:off x="460056" y="1264443"/>
            <a:ext cx="2701925" cy="900113"/>
            <a:chOff x="0" y="0"/>
            <a:chExt cx="2702007" cy="899374"/>
          </a:xfrm>
        </p:grpSpPr>
        <p:grpSp>
          <p:nvGrpSpPr>
            <p:cNvPr id="16400" name="组合 35">
              <a:extLst>
                <a:ext uri="{FF2B5EF4-FFF2-40B4-BE49-F238E27FC236}">
                  <a16:creationId xmlns:a16="http://schemas.microsoft.com/office/drawing/2014/main" id="{A6D2B1E2-02FB-864F-A2A6-327B302CF342}"/>
                </a:ext>
              </a:extLst>
            </p:cNvPr>
            <p:cNvGrpSpPr>
              <a:grpSpLocks/>
            </p:cNvGrpSpPr>
            <p:nvPr/>
          </p:nvGrpSpPr>
          <p:grpSpPr bwMode="auto">
            <a:xfrm>
              <a:off x="0" y="0"/>
              <a:ext cx="2702007" cy="849531"/>
              <a:chOff x="0" y="0"/>
              <a:chExt cx="2702007" cy="849531"/>
            </a:xfrm>
          </p:grpSpPr>
          <p:sp>
            <p:nvSpPr>
              <p:cNvPr id="16402" name="文本框 37">
                <a:extLst>
                  <a:ext uri="{FF2B5EF4-FFF2-40B4-BE49-F238E27FC236}">
                    <a16:creationId xmlns:a16="http://schemas.microsoft.com/office/drawing/2014/main" id="{977448FF-CDBB-5D4B-B2D4-39A351B9EBA7}"/>
                  </a:ext>
                </a:extLst>
              </p:cNvPr>
              <p:cNvSpPr txBox="1">
                <a:spLocks noChangeArrowheads="1"/>
              </p:cNvSpPr>
              <p:nvPr/>
            </p:nvSpPr>
            <p:spPr bwMode="auto">
              <a:xfrm>
                <a:off x="0" y="0"/>
                <a:ext cx="14325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CN" sz="3600" b="1">
                    <a:solidFill>
                      <a:srgbClr val="000000"/>
                    </a:solidFill>
                    <a:latin typeface="微软雅黑" panose="020B0503020204020204" pitchFamily="34" charset="-122"/>
                    <a:ea typeface="微软雅黑" panose="020B0503020204020204" pitchFamily="34" charset="-122"/>
                  </a:rPr>
                  <a:t>目</a:t>
                </a:r>
                <a:r>
                  <a:rPr lang="zh-CN" altLang="en-CN" sz="3600" b="1">
                    <a:solidFill>
                      <a:srgbClr val="0070C0"/>
                    </a:solidFill>
                    <a:latin typeface="微软雅黑" panose="020B0503020204020204" pitchFamily="34" charset="-122"/>
                    <a:ea typeface="微软雅黑" panose="020B0503020204020204" pitchFamily="34" charset="-122"/>
                  </a:rPr>
                  <a:t>录</a:t>
                </a:r>
              </a:p>
            </p:txBody>
          </p:sp>
          <p:cxnSp>
            <p:nvCxnSpPr>
              <p:cNvPr id="16403" name="直接连接符 38">
                <a:extLst>
                  <a:ext uri="{FF2B5EF4-FFF2-40B4-BE49-F238E27FC236}">
                    <a16:creationId xmlns:a16="http://schemas.microsoft.com/office/drawing/2014/main" id="{060206D0-153E-D44E-981D-4A014CD12DDF}"/>
                  </a:ext>
                </a:extLst>
              </p:cNvPr>
              <p:cNvCxnSpPr>
                <a:cxnSpLocks noChangeShapeType="1"/>
              </p:cNvCxnSpPr>
              <p:nvPr/>
            </p:nvCxnSpPr>
            <p:spPr bwMode="auto">
              <a:xfrm>
                <a:off x="150817" y="850201"/>
                <a:ext cx="2551190" cy="0"/>
              </a:xfrm>
              <a:prstGeom prst="line">
                <a:avLst/>
              </a:prstGeom>
              <a:noFill/>
              <a:ln w="6350">
                <a:solidFill>
                  <a:srgbClr val="7F7F7F"/>
                </a:solidFill>
                <a:round/>
                <a:headEnd/>
                <a:tailEnd/>
              </a:ln>
              <a:extLst>
                <a:ext uri="{909E8E84-426E-40DD-AFC4-6F175D3DCCD1}">
                  <a14:hiddenFill xmlns:a14="http://schemas.microsoft.com/office/drawing/2010/main">
                    <a:noFill/>
                  </a14:hiddenFill>
                </a:ext>
              </a:extLst>
            </p:spPr>
          </p:cxnSp>
        </p:grpSp>
        <p:sp>
          <p:nvSpPr>
            <p:cNvPr id="16401" name="文本框 36">
              <a:extLst>
                <a:ext uri="{FF2B5EF4-FFF2-40B4-BE49-F238E27FC236}">
                  <a16:creationId xmlns:a16="http://schemas.microsoft.com/office/drawing/2014/main" id="{9830E88F-BD24-9443-A93B-A80BD16C455B}"/>
                </a:ext>
              </a:extLst>
            </p:cNvPr>
            <p:cNvSpPr txBox="1">
              <a:spLocks noChangeArrowheads="1"/>
            </p:cNvSpPr>
            <p:nvPr/>
          </p:nvSpPr>
          <p:spPr bwMode="auto">
            <a:xfrm>
              <a:off x="527947" y="499264"/>
              <a:ext cx="14325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2000" b="1">
                  <a:solidFill>
                    <a:srgbClr val="0070C0"/>
                  </a:solidFill>
                  <a:latin typeface="微软雅黑" panose="020B0503020204020204" pitchFamily="34" charset="-122"/>
                  <a:ea typeface="微软雅黑" panose="020B0503020204020204" pitchFamily="34" charset="-122"/>
                </a:rPr>
                <a:t>Contents</a:t>
              </a:r>
              <a:endParaRPr lang="zh-CN" altLang="en-US" sz="2000" b="1">
                <a:solidFill>
                  <a:srgbClr val="0070C0"/>
                </a:solidFill>
                <a:latin typeface="微软雅黑" panose="020B0503020204020204" pitchFamily="34" charset="-122"/>
                <a:ea typeface="微软雅黑" panose="020B0503020204020204" pitchFamily="34" charset="-122"/>
              </a:endParaRPr>
            </a:p>
          </p:txBody>
        </p:sp>
      </p:grpSp>
      <p:sp>
        <p:nvSpPr>
          <p:cNvPr id="2" name="Slide Number Placeholder 1">
            <a:extLst>
              <a:ext uri="{FF2B5EF4-FFF2-40B4-BE49-F238E27FC236}">
                <a16:creationId xmlns:a16="http://schemas.microsoft.com/office/drawing/2014/main" id="{0647ED66-AA81-9B4A-8298-D55F9FFE230F}"/>
              </a:ext>
            </a:extLst>
          </p:cNvPr>
          <p:cNvSpPr>
            <a:spLocks noGrp="1"/>
          </p:cNvSpPr>
          <p:nvPr>
            <p:ph type="sldNum" sz="quarter" idx="12"/>
          </p:nvPr>
        </p:nvSpPr>
        <p:spPr/>
        <p:txBody>
          <a:bodyPr/>
          <a:lstStyle/>
          <a:p>
            <a:fld id="{465717F2-DE62-A445-9F03-50055757659A}" type="slidenum">
              <a:rPr lang="zh-CN" altLang="en-US" smtClean="0"/>
              <a:pPr/>
              <a:t>171</a:t>
            </a:fld>
            <a:endParaRPr lang="zh-CN" altLang="en-US"/>
          </a:p>
        </p:txBody>
      </p:sp>
      <p:grpSp>
        <p:nvGrpSpPr>
          <p:cNvPr id="3" name="组合 21">
            <a:extLst>
              <a:ext uri="{FF2B5EF4-FFF2-40B4-BE49-F238E27FC236}">
                <a16:creationId xmlns:a16="http://schemas.microsoft.com/office/drawing/2014/main" id="{8849A401-86D8-4AE3-9658-2C2B38D66A73}"/>
              </a:ext>
            </a:extLst>
          </p:cNvPr>
          <p:cNvGrpSpPr>
            <a:grpSpLocks/>
          </p:cNvGrpSpPr>
          <p:nvPr/>
        </p:nvGrpSpPr>
        <p:grpSpPr bwMode="auto">
          <a:xfrm>
            <a:off x="2362200" y="4871243"/>
            <a:ext cx="3733800" cy="488950"/>
            <a:chOff x="1129" y="0"/>
            <a:chExt cx="5402789" cy="489600"/>
          </a:xfrm>
        </p:grpSpPr>
        <p:sp>
          <p:nvSpPr>
            <p:cNvPr id="4" name="矩形 25">
              <a:extLst>
                <a:ext uri="{FF2B5EF4-FFF2-40B4-BE49-F238E27FC236}">
                  <a16:creationId xmlns:a16="http://schemas.microsoft.com/office/drawing/2014/main" id="{408BA91B-3932-A4AA-2DB7-7BF94250EAF1}"/>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5" name="Rectangle 6">
              <a:extLst>
                <a:ext uri="{FF2B5EF4-FFF2-40B4-BE49-F238E27FC236}">
                  <a16:creationId xmlns:a16="http://schemas.microsoft.com/office/drawing/2014/main" id="{440E2176-C2E1-5B0F-CCC5-9869D384D4B5}"/>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开源数据集合</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6" name="组合 22">
            <a:extLst>
              <a:ext uri="{FF2B5EF4-FFF2-40B4-BE49-F238E27FC236}">
                <a16:creationId xmlns:a16="http://schemas.microsoft.com/office/drawing/2014/main" id="{9B38E92C-4111-EE5A-7ECE-3405E3ED4E9A}"/>
              </a:ext>
            </a:extLst>
          </p:cNvPr>
          <p:cNvGrpSpPr>
            <a:grpSpLocks/>
          </p:cNvGrpSpPr>
          <p:nvPr/>
        </p:nvGrpSpPr>
        <p:grpSpPr bwMode="auto">
          <a:xfrm>
            <a:off x="847725" y="4871243"/>
            <a:ext cx="1328550" cy="488950"/>
            <a:chOff x="0" y="0"/>
            <a:chExt cx="1328685" cy="489600"/>
          </a:xfrm>
        </p:grpSpPr>
        <p:sp>
          <p:nvSpPr>
            <p:cNvPr id="7" name="矩形 23">
              <a:extLst>
                <a:ext uri="{FF2B5EF4-FFF2-40B4-BE49-F238E27FC236}">
                  <a16:creationId xmlns:a16="http://schemas.microsoft.com/office/drawing/2014/main" id="{8D99F5EA-66CC-ECA4-F4C1-69CFC8C27268}"/>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24">
              <a:extLst>
                <a:ext uri="{FF2B5EF4-FFF2-40B4-BE49-F238E27FC236}">
                  <a16:creationId xmlns:a16="http://schemas.microsoft.com/office/drawing/2014/main" id="{A9412683-0DC5-39A3-3CE5-AFA951C7D313}"/>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3.4</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grpSp>
        <p:nvGrpSpPr>
          <p:cNvPr id="9" name="组合 21">
            <a:extLst>
              <a:ext uri="{FF2B5EF4-FFF2-40B4-BE49-F238E27FC236}">
                <a16:creationId xmlns:a16="http://schemas.microsoft.com/office/drawing/2014/main" id="{78AB4BFA-8DD2-F510-DD76-6106AC348844}"/>
              </a:ext>
            </a:extLst>
          </p:cNvPr>
          <p:cNvGrpSpPr>
            <a:grpSpLocks/>
          </p:cNvGrpSpPr>
          <p:nvPr/>
        </p:nvGrpSpPr>
        <p:grpSpPr bwMode="auto">
          <a:xfrm>
            <a:off x="2368552" y="5531643"/>
            <a:ext cx="3733800" cy="488950"/>
            <a:chOff x="1129" y="0"/>
            <a:chExt cx="5402789" cy="489600"/>
          </a:xfrm>
        </p:grpSpPr>
        <p:sp>
          <p:nvSpPr>
            <p:cNvPr id="10" name="矩形 25">
              <a:extLst>
                <a:ext uri="{FF2B5EF4-FFF2-40B4-BE49-F238E27FC236}">
                  <a16:creationId xmlns:a16="http://schemas.microsoft.com/office/drawing/2014/main" id="{DC326F3D-2B37-9CC2-FCE3-927B7D91D26D}"/>
                </a:ext>
              </a:extLst>
            </p:cNvPr>
            <p:cNvSpPr>
              <a:spLocks noChangeArrowheads="1"/>
            </p:cNvSpPr>
            <p:nvPr/>
          </p:nvSpPr>
          <p:spPr bwMode="auto">
            <a:xfrm>
              <a:off x="1129" y="0"/>
              <a:ext cx="5402789" cy="489600"/>
            </a:xfrm>
            <a:prstGeom prst="rect">
              <a:avLst/>
            </a:prstGeom>
            <a:noFill/>
            <a:ln w="9525">
              <a:solidFill>
                <a:srgbClr val="40404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spcBef>
                  <a:spcPct val="50000"/>
                </a:spcBef>
                <a:buFont typeface="Arial" panose="020B0604020202020204" pitchFamily="34" charset="0"/>
                <a:buNone/>
              </a:pPr>
              <a:endParaRPr lang="zh-CN" altLang="en-US" sz="1600" b="1">
                <a:solidFill>
                  <a:srgbClr val="000000"/>
                </a:solidFill>
                <a:latin typeface="Arial" panose="020B0604020202020204" pitchFamily="34" charset="0"/>
              </a:endParaRPr>
            </a:p>
          </p:txBody>
        </p:sp>
        <p:sp>
          <p:nvSpPr>
            <p:cNvPr id="11" name="Rectangle 6">
              <a:extLst>
                <a:ext uri="{FF2B5EF4-FFF2-40B4-BE49-F238E27FC236}">
                  <a16:creationId xmlns:a16="http://schemas.microsoft.com/office/drawing/2014/main" id="{7A6D0578-9028-9444-1698-94580BDC4380}"/>
                </a:ext>
              </a:extLst>
            </p:cNvPr>
            <p:cNvSpPr>
              <a:spLocks noChangeArrowheads="1"/>
            </p:cNvSpPr>
            <p:nvPr/>
          </p:nvSpPr>
          <p:spPr bwMode="auto">
            <a:xfrm>
              <a:off x="532478" y="45775"/>
              <a:ext cx="4010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000" b="1" dirty="0">
                  <a:solidFill>
                    <a:srgbClr val="0070C0"/>
                  </a:solidFill>
                  <a:latin typeface="微软雅黑" panose="020B0503020204020204" pitchFamily="34" charset="-122"/>
                  <a:ea typeface="微软雅黑" panose="020B0503020204020204" pitchFamily="34" charset="-122"/>
                </a:rPr>
                <a:t>实践思考</a:t>
              </a:r>
              <a:endParaRPr lang="zh-CN" altLang="en-CN" sz="2000" b="1" dirty="0">
                <a:solidFill>
                  <a:srgbClr val="0070C0"/>
                </a:solidFill>
                <a:latin typeface="微软雅黑" panose="020B0503020204020204" pitchFamily="34" charset="-122"/>
                <a:ea typeface="微软雅黑" panose="020B0503020204020204" pitchFamily="34" charset="-122"/>
              </a:endParaRPr>
            </a:p>
          </p:txBody>
        </p:sp>
      </p:grpSp>
      <p:grpSp>
        <p:nvGrpSpPr>
          <p:cNvPr id="12" name="组合 22">
            <a:extLst>
              <a:ext uri="{FF2B5EF4-FFF2-40B4-BE49-F238E27FC236}">
                <a16:creationId xmlns:a16="http://schemas.microsoft.com/office/drawing/2014/main" id="{C35294D8-D0A4-396E-2123-E08F621B26BE}"/>
              </a:ext>
            </a:extLst>
          </p:cNvPr>
          <p:cNvGrpSpPr>
            <a:grpSpLocks/>
          </p:cNvGrpSpPr>
          <p:nvPr/>
        </p:nvGrpSpPr>
        <p:grpSpPr bwMode="auto">
          <a:xfrm>
            <a:off x="854077" y="5531643"/>
            <a:ext cx="1328550" cy="488950"/>
            <a:chOff x="0" y="0"/>
            <a:chExt cx="1328685" cy="489600"/>
          </a:xfrm>
        </p:grpSpPr>
        <p:sp>
          <p:nvSpPr>
            <p:cNvPr id="13" name="矩形 23">
              <a:extLst>
                <a:ext uri="{FF2B5EF4-FFF2-40B4-BE49-F238E27FC236}">
                  <a16:creationId xmlns:a16="http://schemas.microsoft.com/office/drawing/2014/main" id="{AB4897E4-4024-51CC-227A-7C7C4FF5099B}"/>
                </a:ext>
              </a:extLst>
            </p:cNvPr>
            <p:cNvSpPr>
              <a:spLocks noChangeArrowheads="1"/>
            </p:cNvSpPr>
            <p:nvPr/>
          </p:nvSpPr>
          <p:spPr bwMode="auto">
            <a:xfrm>
              <a:off x="0" y="0"/>
              <a:ext cx="1328873" cy="489600"/>
            </a:xfrm>
            <a:prstGeom prst="rect">
              <a:avLst/>
            </a:prstGeom>
            <a:solidFill>
              <a:srgbClr val="006EC5"/>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4" name="文本框 24">
              <a:extLst>
                <a:ext uri="{FF2B5EF4-FFF2-40B4-BE49-F238E27FC236}">
                  <a16:creationId xmlns:a16="http://schemas.microsoft.com/office/drawing/2014/main" id="{E41593EF-BD2B-D351-F46A-179026B6B899}"/>
                </a:ext>
              </a:extLst>
            </p:cNvPr>
            <p:cNvSpPr txBox="1">
              <a:spLocks noChangeArrowheads="1"/>
            </p:cNvSpPr>
            <p:nvPr/>
          </p:nvSpPr>
          <p:spPr bwMode="auto">
            <a:xfrm>
              <a:off x="176329" y="37029"/>
              <a:ext cx="9620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a:solidFill>
                    <a:srgbClr val="FFFFFF"/>
                  </a:solidFill>
                  <a:latin typeface="微软雅黑" panose="020B0503020204020204" pitchFamily="34" charset="-122"/>
                  <a:ea typeface="微软雅黑" panose="020B0503020204020204" pitchFamily="34" charset="-122"/>
                </a:rPr>
                <a:t>3.5</a:t>
              </a:r>
              <a:endParaRPr lang="zh-CN" altLang="en-CN" sz="2000" b="1"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91370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checkerboard(across)">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172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4820679"/>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在大语言模型预训练过程中，数据准备和处理是工程量最大且花费人力最多的部分。当前模型训练采用的词元数量都很大，</a:t>
            </a:r>
            <a:r>
              <a:rPr lang="en-US" altLang="zh-CN" sz="2400" dirty="0">
                <a:latin typeface="Microsoft YaHei" panose="020B0503020204020204" pitchFamily="34" charset="-122"/>
                <a:ea typeface="Microsoft YaHei" panose="020B0503020204020204" pitchFamily="34" charset="-122"/>
              </a:rPr>
              <a:t>LLaMA-2 </a:t>
            </a:r>
            <a:r>
              <a:rPr lang="zh-CN" altLang="en-US" sz="2400" dirty="0">
                <a:latin typeface="Microsoft YaHei" panose="020B0503020204020204" pitchFamily="34" charset="-122"/>
                <a:ea typeface="Microsoft YaHei" panose="020B0503020204020204" pitchFamily="34" charset="-122"/>
              </a:rPr>
              <a:t>训练使用了</a:t>
            </a:r>
            <a:r>
              <a:rPr lang="en-US" altLang="zh-CN" sz="2400" dirty="0">
                <a:latin typeface="Microsoft YaHei" panose="020B0503020204020204" pitchFamily="34" charset="-122"/>
                <a:ea typeface="Microsoft YaHei" panose="020B0503020204020204" pitchFamily="34" charset="-122"/>
              </a:rPr>
              <a:t>2 </a:t>
            </a:r>
            <a:r>
              <a:rPr lang="zh-CN" altLang="en-US" sz="2400" dirty="0">
                <a:latin typeface="Microsoft YaHei" panose="020B0503020204020204" pitchFamily="34" charset="-122"/>
                <a:ea typeface="Microsoft YaHei" panose="020B0503020204020204" pitchFamily="34" charset="-122"/>
              </a:rPr>
              <a:t>万亿词元，</a:t>
            </a:r>
            <a:r>
              <a:rPr lang="en-US" altLang="zh-CN" sz="2400" dirty="0">
                <a:latin typeface="Microsoft YaHei" panose="020B0503020204020204" pitchFamily="34" charset="-122"/>
                <a:ea typeface="Microsoft YaHei" panose="020B0503020204020204" pitchFamily="34" charset="-122"/>
              </a:rPr>
              <a:t>Baichuan-2 </a:t>
            </a:r>
            <a:r>
              <a:rPr lang="zh-CN" altLang="en-US" sz="2400" dirty="0">
                <a:latin typeface="Microsoft YaHei" panose="020B0503020204020204" pitchFamily="34" charset="-122"/>
                <a:ea typeface="Microsoft YaHei" panose="020B0503020204020204" pitchFamily="34" charset="-122"/>
              </a:rPr>
              <a:t>训练使用了</a:t>
            </a:r>
            <a:r>
              <a:rPr lang="en-US" altLang="zh-CN" sz="2400" dirty="0">
                <a:latin typeface="Microsoft YaHei" panose="020B0503020204020204" pitchFamily="34" charset="-122"/>
                <a:ea typeface="Microsoft YaHei" panose="020B0503020204020204" pitchFamily="34" charset="-122"/>
              </a:rPr>
              <a:t>2.6 </a:t>
            </a:r>
            <a:r>
              <a:rPr lang="zh-CN" altLang="en-US" sz="2400" dirty="0">
                <a:latin typeface="Microsoft YaHei" panose="020B0503020204020204" pitchFamily="34" charset="-122"/>
                <a:ea typeface="Microsoft YaHei" panose="020B0503020204020204" pitchFamily="34" charset="-122"/>
              </a:rPr>
              <a:t>万亿词元，对应的训练文件所需硬盘存储空间近</a:t>
            </a:r>
            <a:r>
              <a:rPr lang="en-US" altLang="zh-CN" sz="2400" dirty="0">
                <a:latin typeface="Microsoft YaHei" panose="020B0503020204020204" pitchFamily="34" charset="-122"/>
                <a:ea typeface="Microsoft YaHei" panose="020B0503020204020204" pitchFamily="34" charset="-122"/>
              </a:rPr>
              <a:t>10TB</a:t>
            </a:r>
            <a:r>
              <a:rPr lang="zh-CN" altLang="en-US" sz="2400" dirty="0">
                <a:latin typeface="Microsoft YaHei" panose="020B0503020204020204" pitchFamily="34" charset="-122"/>
                <a:ea typeface="Microsoft YaHei" panose="020B0503020204020204" pitchFamily="34" charset="-122"/>
              </a:rPr>
              <a:t>。这些数据还是经过过滤的高质量数据，原始数据来源更是可以达到数百</a:t>
            </a:r>
            <a:r>
              <a:rPr lang="en-US" altLang="zh-CN" sz="2400" dirty="0">
                <a:latin typeface="Microsoft YaHei" panose="020B0503020204020204" pitchFamily="34" charset="-122"/>
                <a:ea typeface="Microsoft YaHei" panose="020B0503020204020204" pitchFamily="34" charset="-122"/>
              </a:rPr>
              <a:t>TB</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原始数据获取需要大量网络带宽和存储空间。对原始数据进行分析和处理，产生能够用于模型训练的高质量纯文本内容，则需要花费大量的人力。这其中，看似简单的文本内容提取、质量判断、数据去重等都需要很多精细化处理。例如，大量的图书数据采用</a:t>
            </a:r>
            <a:r>
              <a:rPr lang="en-US" altLang="zh-CN" sz="2400" dirty="0">
                <a:latin typeface="Microsoft YaHei" panose="020B0503020204020204" pitchFamily="34" charset="-122"/>
                <a:ea typeface="Microsoft YaHei" panose="020B0503020204020204" pitchFamily="34" charset="-122"/>
              </a:rPr>
              <a:t>PDF </a:t>
            </a:r>
            <a:r>
              <a:rPr lang="zh-CN" altLang="en-US" sz="2400" dirty="0">
                <a:latin typeface="Microsoft YaHei" panose="020B0503020204020204" pitchFamily="34" charset="-122"/>
                <a:ea typeface="Microsoft YaHei" panose="020B0503020204020204" pitchFamily="34" charset="-122"/>
              </a:rPr>
              <a:t>格式进行存储，虽然很多</a:t>
            </a:r>
            <a:r>
              <a:rPr lang="en-US" altLang="zh-CN" sz="2400" dirty="0">
                <a:latin typeface="Microsoft YaHei" panose="020B0503020204020204" pitchFamily="34" charset="-122"/>
                <a:ea typeface="Microsoft YaHei" panose="020B0503020204020204" pitchFamily="34" charset="-122"/>
              </a:rPr>
              <a:t>PDF </a:t>
            </a:r>
            <a:r>
              <a:rPr lang="zh-CN" altLang="en-US" sz="2400" dirty="0">
                <a:latin typeface="Microsoft YaHei" panose="020B0503020204020204" pitchFamily="34" charset="-122"/>
                <a:ea typeface="Microsoft YaHei" panose="020B0503020204020204" pitchFamily="34" charset="-122"/>
              </a:rPr>
              <a:t>文本并不是扫描件，但是</a:t>
            </a:r>
            <a:r>
              <a:rPr lang="en-US" altLang="zh-CN" sz="2400" dirty="0">
                <a:latin typeface="Microsoft YaHei" panose="020B0503020204020204" pitchFamily="34" charset="-122"/>
                <a:ea typeface="Microsoft YaHei" panose="020B0503020204020204" pitchFamily="34" charset="-122"/>
              </a:rPr>
              <a:t>PDF </a:t>
            </a:r>
            <a:r>
              <a:rPr lang="zh-CN" altLang="en-US" sz="2400" dirty="0">
                <a:latin typeface="Microsoft YaHei" panose="020B0503020204020204" pitchFamily="34" charset="-122"/>
                <a:ea typeface="Microsoft YaHei" panose="020B0503020204020204" pitchFamily="34" charset="-122"/>
              </a:rPr>
              <a:t>文件协议是按照展示排版进行设计的，从中提取纯文本内容并符合人类阅读顺序，并不是直接使用</a:t>
            </a:r>
            <a:r>
              <a:rPr lang="en-US" altLang="zh-CN" sz="2400" dirty="0">
                <a:latin typeface="Microsoft YaHei" panose="020B0503020204020204" pitchFamily="34" charset="-122"/>
                <a:ea typeface="Microsoft YaHei" panose="020B0503020204020204" pitchFamily="34" charset="-122"/>
              </a:rPr>
              <a:t>PyPDF2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Tika </a:t>
            </a:r>
            <a:r>
              <a:rPr lang="zh-CN" altLang="en-US" sz="2400" dirty="0">
                <a:latin typeface="Microsoft YaHei" panose="020B0503020204020204" pitchFamily="34" charset="-122"/>
                <a:ea typeface="Microsoft YaHei" panose="020B0503020204020204" pitchFamily="34" charset="-122"/>
              </a:rPr>
              <a:t>等开源工具就可以高质量完成的。</a:t>
            </a:r>
            <a:endParaRPr lang="en-US" altLang="zh-CN" sz="24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实践思考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C7FE357A-BEF8-6B6D-6C07-57EBA3E30775}"/>
              </a:ext>
            </a:extLst>
          </p:cNvPr>
          <p:cNvSpPr txBox="1"/>
          <p:nvPr/>
        </p:nvSpPr>
        <p:spPr>
          <a:xfrm>
            <a:off x="7272338" y="5329238"/>
            <a:ext cx="184731" cy="369332"/>
          </a:xfrm>
          <a:prstGeom prst="rect">
            <a:avLst/>
          </a:prstGeom>
          <a:noFill/>
        </p:spPr>
        <p:txBody>
          <a:bodyPr wrap="none" rtlCol="0">
            <a:spAutoFit/>
          </a:bodyPr>
          <a:lstStyle/>
          <a:p>
            <a:endParaRPr lang="en-CN" dirty="0"/>
          </a:p>
        </p:txBody>
      </p:sp>
    </p:spTree>
    <p:extLst>
      <p:ext uri="{BB962C8B-B14F-4D97-AF65-F5344CB8AC3E}">
        <p14:creationId xmlns:p14="http://schemas.microsoft.com/office/powerpoint/2010/main" val="292765992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173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18786"/>
            <a:ext cx="11195049" cy="3596562"/>
          </a:xfrm>
          <a:prstGeom prst="rect">
            <a:avLst/>
          </a:prstGeom>
          <a:noFill/>
        </p:spPr>
        <p:txBody>
          <a:bodyPr wrap="square">
            <a:spAutoFit/>
          </a:bodyPr>
          <a:lstStyle/>
          <a:p>
            <a:pPr algn="just">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海量数据处理过程仅靠单服务器需要花费很长时间，因此需要使用多服务器并行处理，需要利用</a:t>
            </a:r>
            <a:r>
              <a:rPr lang="en-US" altLang="zh-CN" sz="2400" dirty="0">
                <a:latin typeface="Microsoft YaHei" panose="020B0503020204020204" pitchFamily="34" charset="-122"/>
                <a:ea typeface="Microsoft YaHei" panose="020B0503020204020204" pitchFamily="34" charset="-122"/>
              </a:rPr>
              <a:t>Hadoop</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Spark </a:t>
            </a:r>
            <a:r>
              <a:rPr lang="zh-CN" altLang="en-US" sz="2400" dirty="0">
                <a:latin typeface="Microsoft YaHei" panose="020B0503020204020204" pitchFamily="34" charset="-122"/>
                <a:ea typeface="Microsoft YaHei" panose="020B0503020204020204" pitchFamily="34" charset="-122"/>
              </a:rPr>
              <a:t>等分布式编程框架完成。此外，很多确定性算法的计算复杂度过高，即便使用大量服务器也没有降低总体计算量，仍然需要大量的时间。为了进一步加速计算，还需要考虑使用概率性算法或概率性数据结构。</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例如，判断一个</a:t>
            </a:r>
            <a:r>
              <a:rPr lang="en-US" altLang="zh-CN" sz="2000" dirty="0">
                <a:latin typeface="Microsoft YaHei" panose="020B0503020204020204" pitchFamily="34" charset="-122"/>
                <a:ea typeface="Microsoft YaHei" panose="020B0503020204020204" pitchFamily="34" charset="-122"/>
              </a:rPr>
              <a:t>URL </a:t>
            </a:r>
            <a:r>
              <a:rPr lang="zh-CN" altLang="en-US" sz="2000" dirty="0">
                <a:latin typeface="Microsoft YaHei" panose="020B0503020204020204" pitchFamily="34" charset="-122"/>
                <a:ea typeface="Microsoft YaHei" panose="020B0503020204020204" pitchFamily="34" charset="-122"/>
              </a:rPr>
              <a:t>是否与已有数据重复，如果可以接受一定程度上的假阳性，那么可以采用布隆过滤器（</a:t>
            </a:r>
            <a:r>
              <a:rPr lang="en-US" altLang="zh-CN" sz="2000" dirty="0">
                <a:latin typeface="Microsoft YaHei" panose="020B0503020204020204" pitchFamily="34" charset="-122"/>
                <a:ea typeface="Microsoft YaHei" panose="020B0503020204020204" pitchFamily="34" charset="-122"/>
              </a:rPr>
              <a:t>Bloom Filter</a:t>
            </a:r>
            <a:r>
              <a:rPr lang="zh-CN" altLang="en-US" sz="2000" dirty="0">
                <a:latin typeface="Microsoft YaHei" panose="020B0503020204020204" pitchFamily="34" charset="-122"/>
                <a:ea typeface="Microsoft YaHei" panose="020B0503020204020204" pitchFamily="34" charset="-122"/>
              </a:rPr>
              <a:t>），其插入和测试操作的时间复杂度都是</a:t>
            </a:r>
            <a:r>
              <a:rPr lang="en-US" altLang="zh-CN" sz="2000" dirty="0">
                <a:latin typeface="Microsoft YaHei" panose="020B0503020204020204" pitchFamily="34" charset="-122"/>
                <a:ea typeface="Microsoft YaHei" panose="020B0503020204020204" pitchFamily="34" charset="-122"/>
              </a:rPr>
              <a:t>O(k)</a:t>
            </a:r>
            <a:r>
              <a:rPr lang="zh-CN" altLang="en-US" sz="2000" dirty="0">
                <a:latin typeface="Microsoft YaHei" panose="020B0503020204020204" pitchFamily="34" charset="-122"/>
                <a:ea typeface="Microsoft YaHei" panose="020B0503020204020204" pitchFamily="34" charset="-122"/>
              </a:rPr>
              <a:t>，与待查找的集合中的</a:t>
            </a:r>
            <a:r>
              <a:rPr lang="en-US" altLang="zh-CN" sz="2000" dirty="0">
                <a:latin typeface="Microsoft YaHei" panose="020B0503020204020204" pitchFamily="34" charset="-122"/>
                <a:ea typeface="Microsoft YaHei" panose="020B0503020204020204" pitchFamily="34" charset="-122"/>
              </a:rPr>
              <a:t>URL </a:t>
            </a:r>
            <a:r>
              <a:rPr lang="zh-CN" altLang="en-US" sz="2000" dirty="0">
                <a:latin typeface="Microsoft YaHei" panose="020B0503020204020204" pitchFamily="34" charset="-122"/>
                <a:ea typeface="Microsoft YaHei" panose="020B0503020204020204" pitchFamily="34" charset="-122"/>
              </a:rPr>
              <a:t>数量无关。虽然其存在一定的假阳性概率，但是对于大语言模型数据准备这个问题，非常少量的数据因误判而丢弃，并不会影响整体的训练过程。</a:t>
            </a:r>
            <a:endParaRPr lang="en-US" altLang="zh-CN" sz="2000" dirty="0">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3" name="矩形 8">
            <a:extLst>
              <a:ext uri="{FF2B5EF4-FFF2-40B4-BE49-F238E27FC236}">
                <a16:creationId xmlns:a16="http://schemas.microsoft.com/office/drawing/2014/main" id="{A68EFFE0-C819-4D00-B54C-D233DE7EF7E8}"/>
              </a:ext>
            </a:extLst>
          </p:cNvPr>
          <p:cNvSpPr>
            <a:spLocks noChangeArrowheads="1"/>
          </p:cNvSpPr>
          <p:nvPr/>
        </p:nvSpPr>
        <p:spPr bwMode="auto">
          <a:xfrm>
            <a:off x="1211281"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实践思考</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C7FE357A-BEF8-6B6D-6C07-57EBA3E30775}"/>
              </a:ext>
            </a:extLst>
          </p:cNvPr>
          <p:cNvSpPr txBox="1"/>
          <p:nvPr/>
        </p:nvSpPr>
        <p:spPr>
          <a:xfrm>
            <a:off x="7272338" y="5329238"/>
            <a:ext cx="184731" cy="369332"/>
          </a:xfrm>
          <a:prstGeom prst="rect">
            <a:avLst/>
          </a:prstGeom>
          <a:noFill/>
        </p:spPr>
        <p:txBody>
          <a:bodyPr wrap="none" rtlCol="0">
            <a:spAutoFit/>
          </a:bodyPr>
          <a:lstStyle/>
          <a:p>
            <a:endParaRPr lang="en-CN" dirty="0"/>
          </a:p>
        </p:txBody>
      </p:sp>
    </p:spTree>
    <p:extLst>
      <p:ext uri="{BB962C8B-B14F-4D97-AF65-F5344CB8AC3E}">
        <p14:creationId xmlns:p14="http://schemas.microsoft.com/office/powerpoint/2010/main" val="188361047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文本框 5">
            <a:extLst>
              <a:ext uri="{FF2B5EF4-FFF2-40B4-BE49-F238E27FC236}">
                <a16:creationId xmlns:a16="http://schemas.microsoft.com/office/drawing/2014/main" id="{614236B1-2003-A14A-AB30-9AA9463EAFB2}"/>
              </a:ext>
            </a:extLst>
          </p:cNvPr>
          <p:cNvSpPr txBox="1">
            <a:spLocks noChangeArrowheads="1"/>
          </p:cNvSpPr>
          <p:nvPr/>
        </p:nvSpPr>
        <p:spPr bwMode="auto">
          <a:xfrm>
            <a:off x="9866313" y="1920875"/>
            <a:ext cx="20701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en-US" altLang="zh-CN" sz="6600" b="1">
                <a:solidFill>
                  <a:srgbClr val="FFFFFF"/>
                </a:solidFill>
                <a:latin typeface="Arial" panose="020B0604020202020204" pitchFamily="34" charset="0"/>
                <a:cs typeface="Arial" panose="020B0604020202020204" pitchFamily="34" charset="0"/>
              </a:rPr>
              <a:t>2015</a:t>
            </a:r>
            <a:endParaRPr lang="zh-CN" altLang="en-US" sz="6600" b="1">
              <a:solidFill>
                <a:srgbClr val="FFFFFF"/>
              </a:solidFill>
              <a:latin typeface="Arial" panose="020B0604020202020204" pitchFamily="34" charset="0"/>
              <a:cs typeface="Arial" panose="020B0604020202020204" pitchFamily="34" charset="0"/>
            </a:endParaRPr>
          </a:p>
        </p:txBody>
      </p:sp>
      <p:sp>
        <p:nvSpPr>
          <p:cNvPr id="45061" name="文本框 8">
            <a:extLst>
              <a:ext uri="{FF2B5EF4-FFF2-40B4-BE49-F238E27FC236}">
                <a16:creationId xmlns:a16="http://schemas.microsoft.com/office/drawing/2014/main" id="{2BF663EC-4C9D-1F4B-8BDF-E8ECAC76C74F}"/>
              </a:ext>
            </a:extLst>
          </p:cNvPr>
          <p:cNvSpPr txBox="1">
            <a:spLocks noChangeArrowheads="1"/>
          </p:cNvSpPr>
          <p:nvPr/>
        </p:nvSpPr>
        <p:spPr bwMode="auto">
          <a:xfrm>
            <a:off x="8945563" y="3876675"/>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2000" b="1">
                <a:solidFill>
                  <a:srgbClr val="FFFFFF"/>
                </a:solidFill>
                <a:latin typeface="微软雅黑" panose="020B0503020204020204" pitchFamily="34" charset="-122"/>
                <a:ea typeface="微软雅黑" panose="020B0503020204020204" pitchFamily="34" charset="-122"/>
              </a:rPr>
              <a:t>哎呀小小草演示设计</a:t>
            </a:r>
          </a:p>
        </p:txBody>
      </p:sp>
      <p:cxnSp>
        <p:nvCxnSpPr>
          <p:cNvPr id="45062" name="直接连接符 27">
            <a:extLst>
              <a:ext uri="{FF2B5EF4-FFF2-40B4-BE49-F238E27FC236}">
                <a16:creationId xmlns:a16="http://schemas.microsoft.com/office/drawing/2014/main" id="{638E0D22-E670-A046-8C5F-278F81A88EBF}"/>
              </a:ext>
            </a:extLst>
          </p:cNvPr>
          <p:cNvCxnSpPr>
            <a:cxnSpLocks noChangeShapeType="1"/>
          </p:cNvCxnSpPr>
          <p:nvPr/>
        </p:nvCxnSpPr>
        <p:spPr bwMode="auto">
          <a:xfrm>
            <a:off x="365125" y="369888"/>
            <a:ext cx="0" cy="31115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cxnSp>
      <p:sp>
        <p:nvSpPr>
          <p:cNvPr id="45063" name="文本框 32">
            <a:extLst>
              <a:ext uri="{FF2B5EF4-FFF2-40B4-BE49-F238E27FC236}">
                <a16:creationId xmlns:a16="http://schemas.microsoft.com/office/drawing/2014/main" id="{FFCF7A53-F853-0F4D-8D98-0D04070EF150}"/>
              </a:ext>
            </a:extLst>
          </p:cNvPr>
          <p:cNvSpPr txBox="1">
            <a:spLocks noChangeArrowheads="1"/>
          </p:cNvSpPr>
          <p:nvPr/>
        </p:nvSpPr>
        <p:spPr bwMode="auto">
          <a:xfrm>
            <a:off x="360363" y="336550"/>
            <a:ext cx="825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pPr>
            <a:r>
              <a:rPr lang="zh-CN" altLang="en-US" sz="1000">
                <a:solidFill>
                  <a:srgbClr val="FFFFFF"/>
                </a:solidFill>
                <a:latin typeface="微软雅黑" panose="020B0503020204020204" pitchFamily="34" charset="-122"/>
                <a:ea typeface="微软雅黑" panose="020B0503020204020204" pitchFamily="34" charset="-122"/>
              </a:rPr>
              <a:t>哎呀小小草</a:t>
            </a:r>
            <a:endParaRPr lang="en-US" altLang="zh-CN" sz="1000">
              <a:solidFill>
                <a:srgbClr val="FFFFFF"/>
              </a:solidFill>
              <a:latin typeface="微软雅黑" panose="020B0503020204020204" pitchFamily="34" charset="-122"/>
              <a:ea typeface="微软雅黑" panose="020B0503020204020204" pitchFamily="34" charset="-122"/>
            </a:endParaRPr>
          </a:p>
          <a:p>
            <a:pPr eaLnBrk="1" hangingPunct="1">
              <a:buFont typeface="Arial" panose="020B0604020202020204" pitchFamily="34" charset="0"/>
              <a:buNone/>
            </a:pPr>
            <a:r>
              <a:rPr lang="zh-CN" altLang="en-US" sz="1000">
                <a:solidFill>
                  <a:srgbClr val="FFFFFF"/>
                </a:solidFill>
                <a:latin typeface="微软雅黑" panose="020B0503020204020204" pitchFamily="34" charset="-122"/>
                <a:ea typeface="微软雅黑" panose="020B0503020204020204" pitchFamily="34" charset="-122"/>
              </a:rPr>
              <a:t>专业设计</a:t>
            </a:r>
          </a:p>
        </p:txBody>
      </p:sp>
      <p:sp>
        <p:nvSpPr>
          <p:cNvPr id="2" name="Slide Number Placeholder 1">
            <a:extLst>
              <a:ext uri="{FF2B5EF4-FFF2-40B4-BE49-F238E27FC236}">
                <a16:creationId xmlns:a16="http://schemas.microsoft.com/office/drawing/2014/main" id="{7DCAD46F-71A4-6C49-8862-534F87558693}"/>
              </a:ext>
            </a:extLst>
          </p:cNvPr>
          <p:cNvSpPr>
            <a:spLocks noGrp="1"/>
          </p:cNvSpPr>
          <p:nvPr>
            <p:ph type="sldNum" sz="quarter" idx="12"/>
          </p:nvPr>
        </p:nvSpPr>
        <p:spPr/>
        <p:txBody>
          <a:bodyPr/>
          <a:lstStyle/>
          <a:p>
            <a:fld id="{9F926C00-9D2D-0342-9BD1-AD5E2A62AA04}" type="slidenum">
              <a:rPr lang="zh-CN" altLang="en-US" smtClean="0"/>
              <a:pPr/>
              <a:t>174</a:t>
            </a:fld>
            <a:endParaRPr lang="zh-CN" altLang="en-US"/>
          </a:p>
        </p:txBody>
      </p:sp>
      <p:sp>
        <p:nvSpPr>
          <p:cNvPr id="3" name="文本框 6">
            <a:extLst>
              <a:ext uri="{FF2B5EF4-FFF2-40B4-BE49-F238E27FC236}">
                <a16:creationId xmlns:a16="http://schemas.microsoft.com/office/drawing/2014/main" id="{06936757-FF34-1B9F-4D2B-C0CAB75F264E}"/>
              </a:ext>
            </a:extLst>
          </p:cNvPr>
          <p:cNvSpPr txBox="1">
            <a:spLocks noChangeArrowheads="1"/>
          </p:cNvSpPr>
          <p:nvPr/>
        </p:nvSpPr>
        <p:spPr bwMode="auto">
          <a:xfrm>
            <a:off x="4373562" y="296317"/>
            <a:ext cx="344487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4400" b="1" dirty="0">
                <a:solidFill>
                  <a:schemeClr val="accent1">
                    <a:lumMod val="75000"/>
                  </a:schemeClr>
                </a:solidFill>
                <a:latin typeface="微软雅黑" panose="020B0503020204020204" pitchFamily="34" charset="-122"/>
                <a:ea typeface="微软雅黑" panose="020B0503020204020204" pitchFamily="34" charset="-122"/>
              </a:rPr>
              <a:t>本章小结</a:t>
            </a:r>
            <a:endParaRPr lang="zh-CN" altLang="en-CN" sz="44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 name="TextBox 4">
            <a:extLst>
              <a:ext uri="{FF2B5EF4-FFF2-40B4-BE49-F238E27FC236}">
                <a16:creationId xmlns:a16="http://schemas.microsoft.com/office/drawing/2014/main" id="{8F24AB09-344C-D9BE-4256-21EF2407E135}"/>
              </a:ext>
            </a:extLst>
          </p:cNvPr>
          <p:cNvSpPr txBox="1"/>
          <p:nvPr/>
        </p:nvSpPr>
        <p:spPr>
          <a:xfrm>
            <a:off x="754062" y="1407293"/>
            <a:ext cx="10795680" cy="4459041"/>
          </a:xfrm>
          <a:prstGeom prst="rect">
            <a:avLst/>
          </a:prstGeom>
          <a:noFill/>
        </p:spPr>
        <p:txBody>
          <a:bodyPr wrap="square">
            <a:spAutoFit/>
          </a:bodyPr>
          <a:lstStyle/>
          <a:p>
            <a:pPr algn="just">
              <a:lnSpc>
                <a:spcPct val="150000"/>
              </a:lnSpc>
            </a:pPr>
            <a:r>
              <a:rPr lang="zh-CN" altLang="en-US" sz="2400" i="0" dirty="0">
                <a:effectLst/>
                <a:latin typeface="Microsoft YaHei" panose="020B0503020204020204" pitchFamily="34" charset="-122"/>
                <a:ea typeface="Microsoft YaHei" panose="020B0503020204020204" pitchFamily="34" charset="-122"/>
              </a:rPr>
              <a:t>大语言模型训练需要数万亿的各类型数据。如何构造海量“高质量”数据对于大语言模型的训练具有至关重要的作用。从此前的研究来看，预训练数据需要涵盖各种类型，包括网络数据、图书、论文、百科和社交媒体等，还需要覆盖尽可能多的领域、语言、文化和视角，从而提高大语言模型的泛化能力和适应性。</a:t>
            </a:r>
            <a:endParaRPr lang="en-US" altLang="zh-CN" sz="2400" i="0">
              <a:effectLst/>
              <a:latin typeface="Microsoft YaHei" panose="020B0503020204020204" pitchFamily="34" charset="-122"/>
              <a:ea typeface="Microsoft YaHei" panose="020B0503020204020204" pitchFamily="34" charset="-122"/>
            </a:endParaRPr>
          </a:p>
          <a:p>
            <a:pPr algn="just">
              <a:lnSpc>
                <a:spcPct val="150000"/>
              </a:lnSpc>
            </a:pPr>
            <a:endParaRPr lang="en-US" altLang="zh-CN" sz="2400" i="0" dirty="0">
              <a:effectLst/>
              <a:latin typeface="Microsoft YaHei" panose="020B0503020204020204" pitchFamily="34" charset="-122"/>
              <a:ea typeface="Microsoft YaHei" panose="020B0503020204020204" pitchFamily="34" charset="-122"/>
            </a:endParaRPr>
          </a:p>
          <a:p>
            <a:pPr algn="just">
              <a:lnSpc>
                <a:spcPct val="150000"/>
              </a:lnSpc>
            </a:pPr>
            <a:r>
              <a:rPr lang="zh-CN" altLang="en-US" sz="2400" i="0" dirty="0">
                <a:effectLst/>
                <a:latin typeface="Microsoft YaHei" panose="020B0503020204020204" pitchFamily="34" charset="-122"/>
                <a:ea typeface="Microsoft YaHei" panose="020B0503020204020204" pitchFamily="34" charset="-122"/>
              </a:rPr>
              <a:t>本章介绍了常见的大语言模型训练数据的来源、处理方法、预训练数据对大语言模型影响的分析以及开源数据集合等。</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21951793"/>
      </p:ext>
    </p:extLst>
  </p:cSld>
  <p:clrMapOvr>
    <a:masterClrMapping/>
  </p:clrMapOvr>
</p:sld>
</file>

<file path=ppt/theme/theme1.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Office 主题">
  <a:themeElements>
    <a:clrScheme name="3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3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Office 主题">
  <a:themeElements>
    <a:clrScheme name="4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4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6_Office 主题">
  <a:themeElements>
    <a:clrScheme name="6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6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7_Office 主题">
  <a:themeElements>
    <a:clrScheme name="7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7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Office 主题">
  <a:themeElements>
    <a:clrScheme name="8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8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9_Office 主题">
  <a:themeElements>
    <a:clrScheme name="9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9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0_Office 主题">
  <a:themeElements>
    <a:clrScheme name="10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0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10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1_Office 主题">
  <a:themeElements>
    <a:clrScheme name="1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1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1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2_Office 主题">
  <a:themeElements>
    <a:clrScheme name="12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2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12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3_Office 主题">
  <a:themeElements>
    <a:clrScheme name="13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3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13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4_Office 主题">
  <a:themeElements>
    <a:clrScheme name="14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4_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extraClrScheme>
      <a:clrScheme name="14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1878</TotalTime>
  <Pages>0</Pages>
  <Words>18377</Words>
  <Characters>0</Characters>
  <Application>Microsoft Macintosh PowerPoint</Application>
  <DocSecurity>0</DocSecurity>
  <PresentationFormat>Widescreen</PresentationFormat>
  <Lines>0</Lines>
  <Paragraphs>1309</Paragraphs>
  <Slides>174</Slides>
  <Notes>153</Notes>
  <HiddenSlides>0</HiddenSlides>
  <MMClips>0</MMClips>
  <ScaleCrop>false</ScaleCrop>
  <HeadingPairs>
    <vt:vector size="6" baseType="variant">
      <vt:variant>
        <vt:lpstr>Fonts Used</vt:lpstr>
      </vt:variant>
      <vt:variant>
        <vt:i4>10</vt:i4>
      </vt:variant>
      <vt:variant>
        <vt:lpstr>Theme</vt:lpstr>
      </vt:variant>
      <vt:variant>
        <vt:i4>12</vt:i4>
      </vt:variant>
      <vt:variant>
        <vt:lpstr>Slide Titles</vt:lpstr>
      </vt:variant>
      <vt:variant>
        <vt:i4>174</vt:i4>
      </vt:variant>
    </vt:vector>
  </HeadingPairs>
  <TitlesOfParts>
    <vt:vector size="196" baseType="lpstr">
      <vt:lpstr>等线</vt:lpstr>
      <vt:lpstr>KaiTi_GB2312</vt:lpstr>
      <vt:lpstr>微软雅黑</vt:lpstr>
      <vt:lpstr>微软雅黑</vt:lpstr>
      <vt:lpstr>Muli</vt:lpstr>
      <vt:lpstr>Arial</vt:lpstr>
      <vt:lpstr>Calibri</vt:lpstr>
      <vt:lpstr>Calibri Light</vt:lpstr>
      <vt:lpstr>Helvetica</vt:lpstr>
      <vt:lpstr>Times New Roman</vt:lpstr>
      <vt:lpstr>1_Office 主题</vt:lpstr>
      <vt:lpstr>3_Office 主题</vt:lpstr>
      <vt:lpstr>4_Office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CharactersWithSpaces>0</CharactersWithSpaces>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哎呀小小草</dc:creator>
  <cp:keywords/>
  <dc:description/>
  <cp:lastModifiedBy>Microsoft Office User</cp:lastModifiedBy>
  <cp:revision>235</cp:revision>
  <dcterms:created xsi:type="dcterms:W3CDTF">2015-08-12T02:06:50Z</dcterms:created>
  <dcterms:modified xsi:type="dcterms:W3CDTF">2026-04-21T02:29:33Z</dcterms:modified>
  <cp:category/>
</cp:coreProperties>
</file>
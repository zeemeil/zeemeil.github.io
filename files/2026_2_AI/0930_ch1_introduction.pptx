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tags/tag140.xml" ContentType="application/vnd.openxmlformats-officedocument.presentationml.tags+xml"/>
  <Override PartName="/ppt/tags/tag238.xml" ContentType="application/vnd.openxmlformats-officedocument.presentationml.tags+xml"/>
  <Override PartName="/ppt/tags/tag285.xml" ContentType="application/vnd.openxmlformats-officedocument.presentationml.tags+xml"/>
  <Override PartName="/ppt/tags/tag227.xml" ContentType="application/vnd.openxmlformats-officedocument.presentationml.tags+xml"/>
  <Override PartName="/ppt/tags/tag274.xml" ContentType="application/vnd.openxmlformats-officedocument.presentationml.tags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96.xml" ContentType="application/vnd.openxmlformats-officedocument.presentationml.tags+xml"/>
  <Override PartName="/ppt/tags/tag205.xml" ContentType="application/vnd.openxmlformats-officedocument.presentationml.tags+xml"/>
  <Override PartName="/ppt/tags/tag216.xml" ContentType="application/vnd.openxmlformats-officedocument.presentationml.tags+xml"/>
  <Override PartName="/ppt/tags/tag252.xml" ContentType="application/vnd.openxmlformats-officedocument.presentationml.tags+xml"/>
  <Override PartName="/ppt/tags/tag263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85.xml" ContentType="application/vnd.openxmlformats-officedocument.presentationml.tags+xml"/>
  <Override PartName="/ppt/tags/tag189.xml" ContentType="application/vnd.openxmlformats-officedocument.presentationml.tags+xml"/>
  <Override PartName="/ppt/tags/tag241.xml" ContentType="application/vnd.openxmlformats-officedocument.presentationml.tags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178.xml" ContentType="application/vnd.openxmlformats-officedocument.presentationml.tags+xml"/>
  <Override PartName="/ppt/tags/tag230.xml" ContentType="application/vnd.openxmlformats-officedocument.presentationml.tags+xml"/>
  <Override PartName="/ppt/tags/tag317.xml" ContentType="application/vnd.openxmlformats-officedocument.presentationml.tags+xml"/>
  <Override PartName="/ppt/tags/tag52.xml" ContentType="application/vnd.openxmlformats-officedocument.presentationml.tags+xml"/>
  <Override PartName="/ppt/tags/tag109.xml" ContentType="application/vnd.openxmlformats-officedocument.presentationml.tags+xml"/>
  <Override PartName="/ppt/tags/tag156.xml" ContentType="application/vnd.openxmlformats-officedocument.presentationml.tags+xml"/>
  <Override PartName="/ppt/tags/tag167.xml" ContentType="application/vnd.openxmlformats-officedocument.presentationml.tags+xml"/>
  <Override PartName="/ppt/tags/tag306.xml" ContentType="application/vnd.openxmlformats-officedocument.presentationml.tags+xml"/>
  <Override PartName="/ppt/tags/tag41.xml" ContentType="application/vnd.openxmlformats-officedocument.presentationml.tags+xml"/>
  <Override PartName="/ppt/tags/tag145.xml" ContentType="application/vnd.openxmlformats-officedocument.presentationml.tags+xml"/>
  <Override PartName="/ppt/tags/tag192.xml" ContentType="application/vnd.openxmlformats-officedocument.presentationml.tags+xml"/>
  <Override PartName="/ppt/notesSlides/notesSlide7.xml" ContentType="application/vnd.openxmlformats-officedocument.presentationml.notesSlide+xml"/>
  <Override PartName="/ppt/tags/tag279.xml" ContentType="application/vnd.openxmlformats-officedocument.presentationml.tags+xml"/>
  <Override PartName="/ppt/tags/tag30.xml" ContentType="application/vnd.openxmlformats-officedocument.presentationml.tags+xml"/>
  <Override PartName="/ppt/tags/tag134.xml" ContentType="application/vnd.openxmlformats-officedocument.presentationml.tags+xml"/>
  <Override PartName="/ppt/tags/tag181.xml" ContentType="application/vnd.openxmlformats-officedocument.presentationml.tags+xml"/>
  <Override PartName="/ppt/tags/tag268.xml" ContentType="application/vnd.openxmlformats-officedocument.presentationml.tags+xml"/>
  <Override PartName="/ppt/tags/tag32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tags/tag112.xml" ContentType="application/vnd.openxmlformats-officedocument.presentationml.tags+xml"/>
  <Override PartName="/ppt/tags/tag123.xml" ContentType="application/vnd.openxmlformats-officedocument.presentationml.tags+xml"/>
  <Override PartName="/ppt/tags/tag170.xml" ContentType="application/vnd.openxmlformats-officedocument.presentationml.tags+xml"/>
  <Override PartName="/ppt/tags/tag257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tags/tag101.xml" ContentType="application/vnd.openxmlformats-officedocument.presentationml.tags+xml"/>
  <Override PartName="/ppt/tags/tag246.xml" ContentType="application/vnd.openxmlformats-officedocument.presentationml.tags+xml"/>
  <Override PartName="/ppt/tags/tag293.xml" ContentType="application/vnd.openxmlformats-officedocument.presentationml.tags+xml"/>
  <Override PartName="/ppt/slides/slide33.xml" ContentType="application/vnd.openxmlformats-officedocument.presentationml.slide+xml"/>
  <Override PartName="/ppt/tags/tag68.xml" ContentType="application/vnd.openxmlformats-officedocument.presentationml.tags+xml"/>
  <Override PartName="/ppt/tags/tag224.xml" ContentType="application/vnd.openxmlformats-officedocument.presentationml.tags+xml"/>
  <Override PartName="/ppt/tags/tag235.xml" ContentType="application/vnd.openxmlformats-officedocument.presentationml.tags+xml"/>
  <Override PartName="/ppt/tags/tag271.xml" ContentType="application/vnd.openxmlformats-officedocument.presentationml.tags+xml"/>
  <Override PartName="/ppt/tags/tag282.xml" ContentType="application/vnd.openxmlformats-officedocument.presentationml.tags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tags/tag57.xml" ContentType="application/vnd.openxmlformats-officedocument.presentationml.tags+xml"/>
  <Override PartName="/ppt/tags/tag213.xml" ContentType="application/vnd.openxmlformats-officedocument.presentationml.tags+xml"/>
  <Override PartName="/ppt/tags/tag260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82.xml" ContentType="application/vnd.openxmlformats-officedocument.presentationml.tags+xml"/>
  <Override PartName="/ppt/tags/tag93.xml" ContentType="application/vnd.openxmlformats-officedocument.presentationml.tags+xml"/>
  <Override PartName="/ppt/tags/tag139.xml" ContentType="application/vnd.openxmlformats-officedocument.presentationml.tags+xml"/>
  <Override PartName="/ppt/tags/tag186.xml" ContentType="application/vnd.openxmlformats-officedocument.presentationml.tags+xml"/>
  <Override PartName="/ppt/tags/tag197.xml" ContentType="application/vnd.openxmlformats-officedocument.presentationml.tags+xml"/>
  <Override PartName="/ppt/tags/tag202.xml" ContentType="application/vnd.openxmlformats-officedocument.presentationml.tags+xml"/>
  <Override PartName="/ppt/tags/tag24.xml" ContentType="application/vnd.openxmlformats-officedocument.presentationml.tags+xml"/>
  <Override PartName="/ppt/tags/tag71.xml" ContentType="application/vnd.openxmlformats-officedocument.presentationml.tags+xml"/>
  <Override PartName="/ppt/tags/tag128.xml" ContentType="application/vnd.openxmlformats-officedocument.presentationml.tags+xml"/>
  <Override PartName="/ppt/tags/tag175.xml" ContentType="application/vnd.openxmlformats-officedocument.presentationml.tags+xml"/>
  <Override PartName="/ppt/tags/tag13.xml" ContentType="application/vnd.openxmlformats-officedocument.presentationml.tags+xml"/>
  <Override PartName="/ppt/tags/tag60.xml" ContentType="application/vnd.openxmlformats-officedocument.presentationml.tags+xml"/>
  <Override PartName="/ppt/tags/tag117.xml" ContentType="application/vnd.openxmlformats-officedocument.presentationml.tags+xml"/>
  <Override PartName="/ppt/tags/tag164.xml" ContentType="application/vnd.openxmlformats-officedocument.presentationml.tags+xml"/>
  <Override PartName="/ppt/tags/tag298.xml" ContentType="application/vnd.openxmlformats-officedocument.presentationml.tags+xml"/>
  <Override PartName="/ppt/tags/tag314.xml" ContentType="application/vnd.openxmlformats-officedocument.presentationml.tags+xml"/>
  <Override PartName="/ppt/tags/tag106.xml" ContentType="application/vnd.openxmlformats-officedocument.presentationml.tags+xml"/>
  <Override PartName="/ppt/tags/tag142.xml" ContentType="application/vnd.openxmlformats-officedocument.presentationml.tags+xml"/>
  <Override PartName="/ppt/tags/tag153.xml" ContentType="application/vnd.openxmlformats-officedocument.presentationml.tags+xml"/>
  <Override PartName="/ppt/notesSlides/notesSlide4.xml" ContentType="application/vnd.openxmlformats-officedocument.presentationml.notesSlide+xml"/>
  <Override PartName="/ppt/tags/tag287.xml" ContentType="application/vnd.openxmlformats-officedocument.presentationml.tags+xml"/>
  <Override PartName="/ppt/tags/tag303.xml" ContentType="application/vnd.openxmlformats-officedocument.presentationml.tags+xml"/>
  <Override PartName="/ppt/tags/tag131.xml" ContentType="application/vnd.openxmlformats-officedocument.presentationml.tags+xml"/>
  <Override PartName="/ppt/tags/tag229.xml" ContentType="application/vnd.openxmlformats-officedocument.presentationml.tags+xml"/>
  <Override PartName="/ppt/tags/tag276.xml" ContentType="application/vnd.openxmlformats-officedocument.presentationml.tags+xml"/>
  <Default Extension="svg" ContentType="image/svg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ags/tag98.xml" ContentType="application/vnd.openxmlformats-officedocument.presentationml.tags+xml"/>
  <Override PartName="/ppt/tags/tag120.xml" ContentType="application/vnd.openxmlformats-officedocument.presentationml.tags+xml"/>
  <Override PartName="/ppt/tags/tag207.xml" ContentType="application/vnd.openxmlformats-officedocument.presentationml.tags+xml"/>
  <Override PartName="/ppt/tags/tag218.xml" ContentType="application/vnd.openxmlformats-officedocument.presentationml.tags+xml"/>
  <Override PartName="/ppt/tags/tag254.xml" ContentType="application/vnd.openxmlformats-officedocument.presentationml.tags+xml"/>
  <Override PartName="/ppt/tags/tag265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87.xml" ContentType="application/vnd.openxmlformats-officedocument.presentationml.tags+xml"/>
  <Override PartName="/ppt/tags/tag243.xml" ContentType="application/vnd.openxmlformats-officedocument.presentationml.tags+xml"/>
  <Override PartName="/ppt/tags/tag290.xml" ContentType="application/vnd.openxmlformats-officedocument.presentationml.tags+xml"/>
  <Override PartName="/ppt/tags/tag29.xml" ContentType="application/vnd.openxmlformats-officedocument.presentationml.tags+xml"/>
  <Override PartName="/ppt/tags/tag76.xml" ContentType="application/vnd.openxmlformats-officedocument.presentationml.tags+xml"/>
  <Override PartName="/ppt/tags/tag232.xml" ContentType="application/vnd.openxmlformats-officedocument.presentationml.tags+xml"/>
  <Override PartName="/ppt/tags/tag319.xml" ContentType="application/vnd.openxmlformats-officedocument.presentationml.tags+xml"/>
  <Override PartName="/ppt/slides/slide30.xml" ContentType="application/vnd.openxmlformats-officedocument.presentationml.slide+xml"/>
  <Override PartName="/ppt/tags/tag18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158.xml" ContentType="application/vnd.openxmlformats-officedocument.presentationml.tags+xml"/>
  <Override PartName="/ppt/tags/tag169.xml" ContentType="application/vnd.openxmlformats-officedocument.presentationml.tags+xml"/>
  <Override PartName="/ppt/tags/tag210.xml" ContentType="application/vnd.openxmlformats-officedocument.presentationml.tags+xml"/>
  <Override PartName="/ppt/tags/tag221.xml" ContentType="application/vnd.openxmlformats-officedocument.presentationml.tags+xml"/>
  <Override PartName="/ppt/tags/tag308.xml" ContentType="application/vnd.openxmlformats-officedocument.presentationml.tags+xml"/>
  <Override PartName="/ppt/tags/tag43.xml" ContentType="application/vnd.openxmlformats-officedocument.presentationml.tags+xml"/>
  <Override PartName="/ppt/tags/tag90.xml" ContentType="application/vnd.openxmlformats-officedocument.presentationml.tags+xml"/>
  <Override PartName="/ppt/tags/tag147.xml" ContentType="application/vnd.openxmlformats-officedocument.presentationml.tags+xml"/>
  <Override PartName="/ppt/tags/tag194.xml" ContentType="application/vnd.openxmlformats-officedocument.presentationml.tags+xml"/>
  <Override PartName="/ppt/notesSlides/notesSlide9.xml" ContentType="application/vnd.openxmlformats-officedocument.presentationml.notesSlide+xml"/>
  <Override PartName="/ppt/tags/tag32.xml" ContentType="application/vnd.openxmlformats-officedocument.presentationml.tags+xml"/>
  <Override PartName="/ppt/tags/tag136.xml" ContentType="application/vnd.openxmlformats-officedocument.presentationml.tags+xml"/>
  <Override PartName="/ppt/tags/tag183.xml" ContentType="application/vnd.openxmlformats-officedocument.presentationml.tags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114.xml" ContentType="application/vnd.openxmlformats-officedocument.presentationml.tags+xml"/>
  <Override PartName="/ppt/tags/tag125.xml" ContentType="application/vnd.openxmlformats-officedocument.presentationml.tags+xml"/>
  <Override PartName="/ppt/tags/tag161.xml" ContentType="application/vnd.openxmlformats-officedocument.presentationml.tags+xml"/>
  <Override PartName="/ppt/tags/tag172.xml" ContentType="application/vnd.openxmlformats-officedocument.presentationml.tags+xml"/>
  <Override PartName="/ppt/tags/tag259.xml" ContentType="application/vnd.openxmlformats-officedocument.presentationml.tags+xml"/>
  <Override PartName="/ppt/tags/tag311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50.xml" ContentType="application/vnd.openxmlformats-officedocument.presentationml.tags+xml"/>
  <Override PartName="/ppt/tags/tag248.xml" ContentType="application/vnd.openxmlformats-officedocument.presentationml.tags+xml"/>
  <Override PartName="/ppt/tags/tag295.xml" ContentType="application/vnd.openxmlformats-officedocument.presentationml.tags+xml"/>
  <Override PartName="/ppt/tags/tag300.xml" ContentType="application/vnd.openxmlformats-officedocument.presentationml.tags+xml"/>
  <Override PartName="/ppt/tags/tag226.xml" ContentType="application/vnd.openxmlformats-officedocument.presentationml.tags+xml"/>
  <Override PartName="/ppt/tags/tag237.xml" ContentType="application/vnd.openxmlformats-officedocument.presentationml.tags+xml"/>
  <Override PartName="/ppt/tags/tag273.xml" ContentType="application/vnd.openxmlformats-officedocument.presentationml.tags+xml"/>
  <Override PartName="/ppt/tags/tag284.xml" ContentType="application/vnd.openxmlformats-officedocument.presentationml.tags+xml"/>
  <Override PartName="/ppt/slides/slide24.xml" ContentType="application/vnd.openxmlformats-officedocument.presentationml.slide+xml"/>
  <Override PartName="/ppt/tags/tag59.xml" ContentType="application/vnd.openxmlformats-officedocument.presentationml.tags+xml"/>
  <Override PartName="/ppt/tags/tag215.xml" ContentType="application/vnd.openxmlformats-officedocument.presentationml.tags+xml"/>
  <Override PartName="/ppt/tags/tag262.xml" ContentType="application/vnd.openxmlformats-officedocument.presentationml.tags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84.xml" ContentType="application/vnd.openxmlformats-officedocument.presentationml.tags+xml"/>
  <Override PartName="/ppt/tags/tag95.xml" ContentType="application/vnd.openxmlformats-officedocument.presentationml.tags+xml"/>
  <Override PartName="/ppt/tags/tag188.xml" ContentType="application/vnd.openxmlformats-officedocument.presentationml.tags+xml"/>
  <Override PartName="/ppt/tags/tag199.xml" ContentType="application/vnd.openxmlformats-officedocument.presentationml.tags+xml"/>
  <Override PartName="/ppt/tags/tag204.xml" ContentType="application/vnd.openxmlformats-officedocument.presentationml.tags+xml"/>
  <Override PartName="/ppt/tags/tag251.xml" ContentType="application/vnd.openxmlformats-officedocument.presentationml.tags+xml"/>
  <Override PartName="/ppt/tags/tag26.xml" ContentType="application/vnd.openxmlformats-officedocument.presentationml.tags+xml"/>
  <Override PartName="/ppt/tags/tag73.xml" ContentType="application/vnd.openxmlformats-officedocument.presentationml.tags+xml"/>
  <Override PartName="/ppt/tags/tag177.xml" ContentType="application/vnd.openxmlformats-officedocument.presentationml.tags+xml"/>
  <Override PartName="/ppt/tags/tag240.xml" ContentType="application/vnd.openxmlformats-officedocument.presentationml.tags+xml"/>
  <Override PartName="/ppt/tags/tag15.xml" ContentType="application/vnd.openxmlformats-officedocument.presentationml.tags+xml"/>
  <Override PartName="/ppt/tags/tag62.xml" ContentType="application/vnd.openxmlformats-officedocument.presentationml.tags+xml"/>
  <Override PartName="/ppt/tags/tag119.xml" ContentType="application/vnd.openxmlformats-officedocument.presentationml.tags+xml"/>
  <Override PartName="/ppt/tags/tag166.xml" ContentType="application/vnd.openxmlformats-officedocument.presentationml.tags+xml"/>
  <Override PartName="/ppt/tags/tag316.xml" ContentType="application/vnd.openxmlformats-officedocument.presentationml.tags+xml"/>
  <Override PartName="/ppt/tags/tag40.xml" ContentType="application/vnd.openxmlformats-officedocument.presentationml.tags+xml"/>
  <Override PartName="/ppt/tags/tag51.xml" ContentType="application/vnd.openxmlformats-officedocument.presentationml.tags+xml"/>
  <Override PartName="/ppt/tags/tag108.xml" ContentType="application/vnd.openxmlformats-officedocument.presentationml.tags+xml"/>
  <Override PartName="/ppt/tags/tag155.xml" ContentType="application/vnd.openxmlformats-officedocument.presentationml.tags+xml"/>
  <Override PartName="/ppt/notesSlides/notesSlide6.xml" ContentType="application/vnd.openxmlformats-officedocument.presentationml.notesSlide+xml"/>
  <Override PartName="/ppt/tags/tag289.xml" ContentType="application/vnd.openxmlformats-officedocument.presentationml.tags+xml"/>
  <Override PartName="/ppt/tags/tag305.xml" ContentType="application/vnd.openxmlformats-officedocument.presentationml.tags+xml"/>
  <Override PartName="/ppt/tags/tag133.xml" ContentType="application/vnd.openxmlformats-officedocument.presentationml.tags+xml"/>
  <Override PartName="/ppt/tags/tag144.xml" ContentType="application/vnd.openxmlformats-officedocument.presentationml.tags+xml"/>
  <Override PartName="/ppt/tags/tag180.xml" ContentType="application/vnd.openxmlformats-officedocument.presentationml.tags+xml"/>
  <Override PartName="/ppt/tags/tag191.xml" ContentType="application/vnd.openxmlformats-officedocument.presentationml.tags+xml"/>
  <Override PartName="/ppt/tags/tag278.xml" ContentType="application/vnd.openxmlformats-officedocument.presentationml.tags+xml"/>
  <Override PartName="/ppt/slides/slide29.xml" ContentType="application/vnd.openxmlformats-officedocument.presentationml.slide+xml"/>
  <Override PartName="/ppt/tags/tag122.xml" ContentType="application/vnd.openxmlformats-officedocument.presentationml.tags+xml"/>
  <Override PartName="/ppt/tags/tag209.xml" ContentType="application/vnd.openxmlformats-officedocument.presentationml.tags+xml"/>
  <Override PartName="/ppt/tags/tag256.xml" ContentType="application/vnd.openxmlformats-officedocument.presentationml.tags+xml"/>
  <Override PartName="/ppt/tags/tag267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tags/tag111.xml" ContentType="application/vnd.openxmlformats-officedocument.presentationml.tags+xml"/>
  <Override PartName="/ppt/tags/tag245.xml" ContentType="application/vnd.openxmlformats-officedocument.presentationml.tags+xml"/>
  <Override PartName="/ppt/tags/tag292.xml" ContentType="application/vnd.openxmlformats-officedocument.presentationml.tags+xml"/>
  <Override PartName="/ppt/theme/theme1.xml" ContentType="application/vnd.openxmlformats-officedocument.theme+xml"/>
  <Override PartName="/ppt/tags/tag78.xml" ContentType="application/vnd.openxmlformats-officedocument.presentationml.tags+xml"/>
  <Override PartName="/ppt/tags/tag100.xml" ContentType="application/vnd.openxmlformats-officedocument.presentationml.tags+xml"/>
  <Override PartName="/ppt/tags/tag234.xml" ContentType="application/vnd.openxmlformats-officedocument.presentationml.tags+xml"/>
  <Override PartName="/ppt/tags/tag281.xml" ContentType="application/vnd.openxmlformats-officedocument.presentationml.tags+xml"/>
  <Override PartName="/ppt/slides/slide32.xml" ContentType="application/vnd.openxmlformats-officedocument.presentationml.slide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223.xml" ContentType="application/vnd.openxmlformats-officedocument.presentationml.tags+xml"/>
  <Override PartName="/ppt/tags/tag270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gs/tag45.xml" ContentType="application/vnd.openxmlformats-officedocument.presentationml.tags+xml"/>
  <Override PartName="/ppt/tags/tag92.xml" ContentType="application/vnd.openxmlformats-officedocument.presentationml.tags+xml"/>
  <Override PartName="/ppt/tags/tag149.xml" ContentType="application/vnd.openxmlformats-officedocument.presentationml.tags+xml"/>
  <Override PartName="/ppt/tags/tag196.xml" ContentType="application/vnd.openxmlformats-officedocument.presentationml.tags+xml"/>
  <Override PartName="/ppt/tags/tag201.xml" ContentType="application/vnd.openxmlformats-officedocument.presentationml.tags+xml"/>
  <Override PartName="/ppt/tags/tag212.xml" ContentType="application/vnd.openxmlformats-officedocument.presentationml.tags+xml"/>
  <Override PartName="/docProps/custom.xml" ContentType="application/vnd.openxmlformats-officedocument.custom-properties+xml"/>
  <Override PartName="/ppt/tags/tag34.xml" ContentType="application/vnd.openxmlformats-officedocument.presentationml.tags+xml"/>
  <Override PartName="/ppt/tags/tag81.xml" ContentType="application/vnd.openxmlformats-officedocument.presentationml.tags+xml"/>
  <Override PartName="/ppt/tags/tag138.xml" ContentType="application/vnd.openxmlformats-officedocument.presentationml.tags+xml"/>
  <Override PartName="/ppt/tags/tag185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70.xml" ContentType="application/vnd.openxmlformats-officedocument.presentationml.tags+xml"/>
  <Override PartName="/ppt/tags/tag116.xml" ContentType="application/vnd.openxmlformats-officedocument.presentationml.tags+xml"/>
  <Override PartName="/ppt/tags/tag127.xml" ContentType="application/vnd.openxmlformats-officedocument.presentationml.tags+xml"/>
  <Override PartName="/ppt/tags/tag163.xml" ContentType="application/vnd.openxmlformats-officedocument.presentationml.tags+xml"/>
  <Override PartName="/ppt/tags/tag174.xml" ContentType="application/vnd.openxmlformats-officedocument.presentationml.tags+xml"/>
  <Override PartName="/ppt/tags/tag313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5.xml" ContentType="application/vnd.openxmlformats-officedocument.presentationml.tags+xml"/>
  <Override PartName="/ppt/tags/tag152.xml" ContentType="application/vnd.openxmlformats-officedocument.presentationml.tags+xml"/>
  <Override PartName="/ppt/tags/tag297.xml" ContentType="application/vnd.openxmlformats-officedocument.presentationml.tags+xml"/>
  <Override PartName="/ppt/tags/tag302.xml" ContentType="application/vnd.openxmlformats-officedocument.presentationml.tags+xml"/>
  <Override PartName="/ppt/tags/tag141.xml" ContentType="application/vnd.openxmlformats-officedocument.presentationml.tags+xml"/>
  <Override PartName="/ppt/notesSlides/notesSlide3.xml" ContentType="application/vnd.openxmlformats-officedocument.presentationml.notesSlide+xml"/>
  <Override PartName="/ppt/tags/tag228.xml" ContentType="application/vnd.openxmlformats-officedocument.presentationml.tags+xml"/>
  <Override PartName="/ppt/tags/tag239.xml" ContentType="application/vnd.openxmlformats-officedocument.presentationml.tags+xml"/>
  <Override PartName="/ppt/tags/tag275.xml" ContentType="application/vnd.openxmlformats-officedocument.presentationml.tags+xml"/>
  <Override PartName="/ppt/tags/tag286.xml" ContentType="application/vnd.openxmlformats-officedocument.presentationml.tags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ags/tag130.xml" ContentType="application/vnd.openxmlformats-officedocument.presentationml.tags+xml"/>
  <Override PartName="/ppt/tags/tag217.xml" ContentType="application/vnd.openxmlformats-officedocument.presentationml.tags+xml"/>
  <Override PartName="/ppt/tags/tag264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tags/tag86.xml" ContentType="application/vnd.openxmlformats-officedocument.presentationml.tags+xml"/>
  <Override PartName="/ppt/tags/tag97.xml" ContentType="application/vnd.openxmlformats-officedocument.presentationml.tags+xml"/>
  <Override PartName="/ppt/tags/tag206.xml" ContentType="application/vnd.openxmlformats-officedocument.presentationml.tags+xml"/>
  <Override PartName="/ppt/tags/tag253.xml" ContentType="application/vnd.openxmlformats-officedocument.presentationml.tags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75.xml" ContentType="application/vnd.openxmlformats-officedocument.presentationml.tags+xml"/>
  <Override PartName="/ppt/tags/tag179.xml" ContentType="application/vnd.openxmlformats-officedocument.presentationml.tags+xml"/>
  <Override PartName="/ppt/tags/tag231.xml" ContentType="application/vnd.openxmlformats-officedocument.presentationml.tags+xml"/>
  <Override PartName="/ppt/tags/tag242.xml" ContentType="application/vnd.openxmlformats-officedocument.presentationml.tags+xml"/>
  <Override PartName="/ppt/tags/tag17.xml" ContentType="application/vnd.openxmlformats-officedocument.presentationml.tags+xml"/>
  <Override PartName="/ppt/tags/tag64.xml" ContentType="application/vnd.openxmlformats-officedocument.presentationml.tags+xml"/>
  <Override PartName="/ppt/tags/tag168.xml" ContentType="application/vnd.openxmlformats-officedocument.presentationml.tags+xml"/>
  <Override PartName="/ppt/tags/tag220.xml" ContentType="application/vnd.openxmlformats-officedocument.presentationml.tags+xml"/>
  <Override PartName="/ppt/tags/tag318.xml" ContentType="application/vnd.openxmlformats-officedocument.presentationml.tags+xml"/>
  <Default Extension="wdp" ContentType="image/vnd.ms-photo"/>
  <Override PartName="/ppt/tags/tag53.xml" ContentType="application/vnd.openxmlformats-officedocument.presentationml.tags+xml"/>
  <Override PartName="/ppt/tags/tag157.xml" ContentType="application/vnd.openxmlformats-officedocument.presentationml.tags+xml"/>
  <Override PartName="/ppt/notesSlides/notesSlide8.xml" ContentType="application/vnd.openxmlformats-officedocument.presentationml.notesSlide+xml"/>
  <Override PartName="/ppt/tags/tag307.xml" ContentType="application/vnd.openxmlformats-officedocument.presentationml.tags+xml"/>
  <Override PartName="/ppt/tags/tag31.xml" ContentType="application/vnd.openxmlformats-officedocument.presentationml.tags+xml"/>
  <Override PartName="/ppt/tags/tag42.xml" ContentType="application/vnd.openxmlformats-officedocument.presentationml.tags+xml"/>
  <Override PartName="/ppt/tags/tag135.xml" ContentType="application/vnd.openxmlformats-officedocument.presentationml.tags+xml"/>
  <Override PartName="/ppt/tags/tag146.xml" ContentType="application/vnd.openxmlformats-officedocument.presentationml.tags+xml"/>
  <Override PartName="/ppt/tags/tag182.xml" ContentType="application/vnd.openxmlformats-officedocument.presentationml.tags+xml"/>
  <Override PartName="/ppt/tags/tag193.xml" ContentType="application/vnd.openxmlformats-officedocument.presentationml.tags+xml"/>
  <Override PartName="/ppt/tags/tag20.xml" ContentType="application/vnd.openxmlformats-officedocument.presentationml.tags+xml"/>
  <Override PartName="/ppt/tags/tag124.xml" ContentType="application/vnd.openxmlformats-officedocument.presentationml.tags+xml"/>
  <Override PartName="/ppt/tags/tag171.xml" ContentType="application/vnd.openxmlformats-officedocument.presentationml.tags+xml"/>
  <Override PartName="/ppt/tags/tag269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tags/tag6.xml" ContentType="application/vnd.openxmlformats-officedocument.presentationml.tags+xml"/>
  <Override PartName="/ppt/tags/tag113.xml" ContentType="application/vnd.openxmlformats-officedocument.presentationml.tags+xml"/>
  <Override PartName="/ppt/tags/tag160.xml" ContentType="application/vnd.openxmlformats-officedocument.presentationml.tags+xml"/>
  <Override PartName="/ppt/tags/tag247.xml" ContentType="application/vnd.openxmlformats-officedocument.presentationml.tags+xml"/>
  <Override PartName="/ppt/tags/tag258.xml" ContentType="application/vnd.openxmlformats-officedocument.presentationml.tags+xml"/>
  <Override PartName="/ppt/tags/tag294.xml" ContentType="application/vnd.openxmlformats-officedocument.presentationml.tags+xml"/>
  <Override PartName="/ppt/tags/tag310.xml" ContentType="application/vnd.openxmlformats-officedocument.presentationml.tags+xml"/>
  <Override PartName="/ppt/slideMasters/slideMaster1.xml" ContentType="application/vnd.openxmlformats-officedocument.presentationml.slideMaster+xml"/>
  <Override PartName="/ppt/tags/tag102.xml" ContentType="application/vnd.openxmlformats-officedocument.presentationml.tags+xml"/>
  <Override PartName="/ppt/tags/tag236.xml" ContentType="application/vnd.openxmlformats-officedocument.presentationml.tags+xml"/>
  <Override PartName="/ppt/tags/tag283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225.xml" ContentType="application/vnd.openxmlformats-officedocument.presentationml.tags+xml"/>
  <Override PartName="/ppt/tags/tag272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tags/tag47.xml" ContentType="application/vnd.openxmlformats-officedocument.presentationml.tags+xml"/>
  <Override PartName="/ppt/tags/tag94.xml" ContentType="application/vnd.openxmlformats-officedocument.presentationml.tags+xml"/>
  <Override PartName="/ppt/tags/tag198.xml" ContentType="application/vnd.openxmlformats-officedocument.presentationml.tags+xml"/>
  <Override PartName="/ppt/tags/tag203.xml" ContentType="application/vnd.openxmlformats-officedocument.presentationml.tags+xml"/>
  <Override PartName="/ppt/tags/tag214.xml" ContentType="application/vnd.openxmlformats-officedocument.presentationml.tags+xml"/>
  <Override PartName="/ppt/tags/tag250.xml" ContentType="application/vnd.openxmlformats-officedocument.presentationml.tags+xml"/>
  <Override PartName="/ppt/tags/tag261.xml" ContentType="application/vnd.openxmlformats-officedocument.presentationml.tags+xml"/>
  <Override PartName="/ppt/slides/slide12.xml" ContentType="application/vnd.openxmlformats-officedocument.presentationml.slide+xml"/>
  <Override PartName="/ppt/tags/tag36.xml" ContentType="application/vnd.openxmlformats-officedocument.presentationml.tags+xml"/>
  <Override PartName="/ppt/tags/tag83.xml" ContentType="application/vnd.openxmlformats-officedocument.presentationml.tags+xml"/>
  <Override PartName="/ppt/tags/tag187.xml" ContentType="application/vnd.openxmlformats-officedocument.presentationml.tags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118.xml" ContentType="application/vnd.openxmlformats-officedocument.presentationml.tags+xml"/>
  <Override PartName="/ppt/tags/tag129.xml" ContentType="application/vnd.openxmlformats-officedocument.presentationml.tags+xml"/>
  <Override PartName="/ppt/tags/tag165.xml" ContentType="application/vnd.openxmlformats-officedocument.presentationml.tags+xml"/>
  <Override PartName="/ppt/tags/tag176.xml" ContentType="application/vnd.openxmlformats-officedocument.presentationml.tags+xml"/>
  <Override PartName="/ppt/tags/tag315.xml" ContentType="application/vnd.openxmlformats-officedocument.presentationml.tags+xml"/>
  <Override PartName="/ppt/tags/tag50.xml" ContentType="application/vnd.openxmlformats-officedocument.presentationml.tags+xml"/>
  <Override PartName="/ppt/tags/tag107.xml" ContentType="application/vnd.openxmlformats-officedocument.presentationml.tags+xml"/>
  <Override PartName="/ppt/tags/tag154.xml" ContentType="application/vnd.openxmlformats-officedocument.presentationml.tags+xml"/>
  <Override PartName="/ppt/tags/tag299.xml" ContentType="application/vnd.openxmlformats-officedocument.presentationml.tags+xml"/>
  <Override PartName="/ppt/tags/tag304.xml" ContentType="application/vnd.openxmlformats-officedocument.presentationml.tags+xml"/>
  <Override PartName="/ppt/tags/tag143.xml" ContentType="application/vnd.openxmlformats-officedocument.presentationml.tags+xml"/>
  <Override PartName="/ppt/tags/tag190.xml" ContentType="application/vnd.openxmlformats-officedocument.presentationml.tags+xml"/>
  <Override PartName="/ppt/notesSlides/notesSlide5.xml" ContentType="application/vnd.openxmlformats-officedocument.presentationml.notesSlide+xml"/>
  <Override PartName="/ppt/tags/tag277.xml" ContentType="application/vnd.openxmlformats-officedocument.presentationml.tags+xml"/>
  <Override PartName="/ppt/tags/tag288.xml" ContentType="application/vnd.openxmlformats-officedocument.presentationml.tags+xml"/>
  <Override PartName="/ppt/slides/slide28.xml" ContentType="application/vnd.openxmlformats-officedocument.presentationml.slide+xml"/>
  <Override PartName="/ppt/tags/tag132.xml" ContentType="application/vnd.openxmlformats-officedocument.presentationml.tags+xml"/>
  <Override PartName="/ppt/tags/tag219.xml" ContentType="application/vnd.openxmlformats-officedocument.presentationml.tags+xml"/>
  <Override PartName="/ppt/tags/tag266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tags/tag99.xml" ContentType="application/vnd.openxmlformats-officedocument.presentationml.tags+xml"/>
  <Override PartName="/ppt/tags/tag110.xml" ContentType="application/vnd.openxmlformats-officedocument.presentationml.tags+xml"/>
  <Override PartName="/ppt/tags/tag121.xml" ContentType="application/vnd.openxmlformats-officedocument.presentationml.tags+xml"/>
  <Override PartName="/ppt/tags/tag208.xml" ContentType="application/vnd.openxmlformats-officedocument.presentationml.tags+xml"/>
  <Override PartName="/ppt/tags/tag255.xml" ContentType="application/vnd.openxmlformats-officedocument.presentationml.tags+xml"/>
  <Default Extension="jpeg" ContentType="image/jpeg"/>
  <Override PartName="/ppt/tags/tag3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tags/tag233.xml" ContentType="application/vnd.openxmlformats-officedocument.presentationml.tags+xml"/>
  <Override PartName="/ppt/tags/tag244.xml" ContentType="application/vnd.openxmlformats-officedocument.presentationml.tags+xml"/>
  <Override PartName="/ppt/tags/tag280.xml" ContentType="application/vnd.openxmlformats-officedocument.presentationml.tags+xml"/>
  <Override PartName="/ppt/tags/tag291.xml" ContentType="application/vnd.openxmlformats-officedocument.presentationml.tags+xml"/>
  <Override PartName="/ppt/slides/slide31.xml" ContentType="application/vnd.openxmlformats-officedocument.presentationml.slide+xml"/>
  <Override PartName="/ppt/tags/tag19.xml" ContentType="application/vnd.openxmlformats-officedocument.presentationml.tags+xml"/>
  <Override PartName="/ppt/tags/tag66.xml" ContentType="application/vnd.openxmlformats-officedocument.presentationml.tags+xml"/>
  <Override PartName="/ppt/tags/tag222.xml" ContentType="application/vnd.openxmlformats-officedocument.presentationml.tags+xml"/>
  <Override PartName="/ppt/slides/slide20.xml" ContentType="application/vnd.openxmlformats-officedocument.presentationml.slide+xml"/>
  <Override PartName="/ppt/tags/tag55.xml" ContentType="application/vnd.openxmlformats-officedocument.presentationml.tags+xml"/>
  <Override PartName="/ppt/tags/tag159.xml" ContentType="application/vnd.openxmlformats-officedocument.presentationml.tags+xml"/>
  <Override PartName="/ppt/tags/tag211.xml" ContentType="application/vnd.openxmlformats-officedocument.presentationml.tags+xml"/>
  <Override PartName="/ppt/tags/tag309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80.xml" ContentType="application/vnd.openxmlformats-officedocument.presentationml.tags+xml"/>
  <Override PartName="/ppt/tags/tag91.xml" ContentType="application/vnd.openxmlformats-officedocument.presentationml.tags+xml"/>
  <Override PartName="/ppt/tags/tag137.xml" ContentType="application/vnd.openxmlformats-officedocument.presentationml.tags+xml"/>
  <Override PartName="/ppt/tags/tag148.xml" ContentType="application/vnd.openxmlformats-officedocument.presentationml.tags+xml"/>
  <Override PartName="/ppt/tags/tag184.xml" ContentType="application/vnd.openxmlformats-officedocument.presentationml.tags+xml"/>
  <Override PartName="/ppt/tags/tag195.xml" ContentType="application/vnd.openxmlformats-officedocument.presentationml.tags+xml"/>
  <Override PartName="/ppt/tags/tag200.xml" ContentType="application/vnd.openxmlformats-officedocument.presentationml.tags+xml"/>
  <Override PartName="/ppt/notesSlides/notesSlide11.xml" ContentType="application/vnd.openxmlformats-officedocument.presentationml.notesSlide+xml"/>
  <Override PartName="/ppt/tags/tag22.xml" ContentType="application/vnd.openxmlformats-officedocument.presentationml.tags+xml"/>
  <Override PartName="/ppt/tags/tag126.xml" ContentType="application/vnd.openxmlformats-officedocument.presentationml.tags+xml"/>
  <Override PartName="/ppt/tags/tag173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115.xml" ContentType="application/vnd.openxmlformats-officedocument.presentationml.tags+xml"/>
  <Override PartName="/ppt/tags/tag162.xml" ContentType="application/vnd.openxmlformats-officedocument.presentationml.tags+xml"/>
  <Override PartName="/ppt/tags/tag249.xml" ContentType="application/vnd.openxmlformats-officedocument.presentationml.tags+xml"/>
  <Override PartName="/ppt/tags/tag296.xml" ContentType="application/vnd.openxmlformats-officedocument.presentationml.tags+xml"/>
  <Override PartName="/ppt/tags/tag301.xml" ContentType="application/vnd.openxmlformats-officedocument.presentationml.tags+xml"/>
  <Override PartName="/ppt/tags/tag312.xml" ContentType="application/vnd.openxmlformats-officedocument.presentationml.tags+xml"/>
  <Override PartName="/ppt/notesSlides/notesSlide2.xml" ContentType="application/vnd.openxmlformats-officedocument.presentationml.notesSlide+xml"/>
  <Override PartName="/ppt/tags/tag104.xml" ContentType="application/vnd.openxmlformats-officedocument.presentationml.tags+xml"/>
  <Override PartName="/ppt/tags/tag15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35"/>
  </p:notesMasterIdLst>
  <p:sldIdLst>
    <p:sldId id="257" r:id="rId2"/>
    <p:sldId id="315" r:id="rId3"/>
    <p:sldId id="258" r:id="rId4"/>
    <p:sldId id="268" r:id="rId5"/>
    <p:sldId id="269" r:id="rId6"/>
    <p:sldId id="270" r:id="rId7"/>
    <p:sldId id="272" r:id="rId8"/>
    <p:sldId id="273" r:id="rId9"/>
    <p:sldId id="309" r:id="rId10"/>
    <p:sldId id="276" r:id="rId11"/>
    <p:sldId id="277" r:id="rId12"/>
    <p:sldId id="279" r:id="rId13"/>
    <p:sldId id="280" r:id="rId14"/>
    <p:sldId id="314" r:id="rId15"/>
    <p:sldId id="282" r:id="rId16"/>
    <p:sldId id="283" r:id="rId17"/>
    <p:sldId id="284" r:id="rId18"/>
    <p:sldId id="265" r:id="rId19"/>
    <p:sldId id="285" r:id="rId20"/>
    <p:sldId id="286" r:id="rId21"/>
    <p:sldId id="287" r:id="rId22"/>
    <p:sldId id="288" r:id="rId23"/>
    <p:sldId id="289" r:id="rId24"/>
    <p:sldId id="290" r:id="rId25"/>
    <p:sldId id="311" r:id="rId26"/>
    <p:sldId id="292" r:id="rId27"/>
    <p:sldId id="312" r:id="rId28"/>
    <p:sldId id="294" r:id="rId29"/>
    <p:sldId id="295" r:id="rId30"/>
    <p:sldId id="296" r:id="rId31"/>
    <p:sldId id="298" r:id="rId32"/>
    <p:sldId id="313" r:id="rId33"/>
    <p:sldId id="308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6BF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818" autoAdjust="0"/>
    <p:restoredTop sz="94660"/>
  </p:normalViewPr>
  <p:slideViewPr>
    <p:cSldViewPr snapToGrid="0">
      <p:cViewPr>
        <p:scale>
          <a:sx n="75" d="100"/>
          <a:sy n="75" d="100"/>
        </p:scale>
        <p:origin x="-1902" y="-93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2025/4/25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DF27747-CDD5-5B2B-3D86-0CA2F551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E35CF3CF-6F3B-47F5-52B2-D36C3A8D2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FB0BAB2C-BD4B-654A-A31B-FB515F1D5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6FBA121B-CF09-FC0A-DB39-D5D524B58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70276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F6F093-10E4-7AC3-0E96-CB054CC1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624F0DEA-0CD3-6F20-FB68-E9B28D898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81D78F96-5670-A7AC-5A15-0766CCB3E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FFB08AF-4798-99C6-3BE6-543716D9D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27498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1169ED-1B32-5AAD-17B9-85665990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32C67FBE-CCA7-060C-B98F-1984C5085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ABE3C73F-7EB9-9896-BF0D-BE80BFC2C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6C5E1FB7-74F4-7BB6-4A14-AA8F631F6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89063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xmlns="" id="{DC24E989-3879-D904-51B6-9C6FE10B659C}"/>
              </a:ext>
            </a:extLst>
          </p:cNvPr>
          <p:cNvSpPr txBox="1"/>
          <p:nvPr userDrawn="1"/>
        </p:nvSpPr>
        <p:spPr>
          <a:xfrm>
            <a:off x="321303" y="961510"/>
            <a:ext cx="11549394" cy="3990500"/>
          </a:xfrm>
          <a:prstGeom prst="plaque">
            <a:avLst>
              <a:gd name="adj" fmla="val 463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3683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xmlns="" id="{51831CA2-F67B-43AF-1D3A-CF52F52D9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188" y="970756"/>
            <a:ext cx="9415624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9" name="直线连接符 11">
            <a:extLst>
              <a:ext uri="{FF2B5EF4-FFF2-40B4-BE49-F238E27FC236}">
                <a16:creationId xmlns:a16="http://schemas.microsoft.com/office/drawing/2014/main" xmlns="" id="{13DDA8EA-B93C-ADB1-75A4-F52D288135D5}"/>
              </a:ext>
            </a:extLst>
          </p:cNvPr>
          <p:cNvCxnSpPr>
            <a:cxnSpLocks/>
          </p:cNvCxnSpPr>
          <p:nvPr userDrawn="1"/>
        </p:nvCxnSpPr>
        <p:spPr>
          <a:xfrm>
            <a:off x="0" y="667469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9B74A374-6D49-150F-8476-5DA9B7B891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42287"/>
          <a:stretch/>
        </p:blipFill>
        <p:spPr>
          <a:xfrm>
            <a:off x="0" y="5075428"/>
            <a:ext cx="12192000" cy="17825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778A85C0-1115-3FCC-F56B-340BA186AF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48040" y="0"/>
            <a:ext cx="3943960" cy="6551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1935BCD8-3D14-F452-D665-5760958F50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0" y="52197"/>
            <a:ext cx="2634199" cy="553563"/>
          </a:xfrm>
          <a:prstGeom prst="rect">
            <a:avLst/>
          </a:prstGeom>
        </p:spPr>
      </p:pic>
      <p:sp>
        <p:nvSpPr>
          <p:cNvPr id="14" name="副标题 2">
            <a:extLst>
              <a:ext uri="{FF2B5EF4-FFF2-40B4-BE49-F238E27FC236}">
                <a16:creationId xmlns:a16="http://schemas.microsoft.com/office/drawing/2014/main" xmlns="" id="{E44A6CD8-179C-160E-4538-BBD69A236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8188" y="3481774"/>
            <a:ext cx="9415624" cy="9120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229231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xmlns="" id="{70F3426D-F980-0594-D01E-EDBEDFA69F55}"/>
              </a:ext>
            </a:extLst>
          </p:cNvPr>
          <p:cNvSpPr/>
          <p:nvPr userDrawn="1"/>
        </p:nvSpPr>
        <p:spPr>
          <a:xfrm>
            <a:off x="0" y="4878222"/>
            <a:ext cx="12192000" cy="1979778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xmlns="" id="{D50E9725-4C9C-791F-EE2B-1419ED660104}"/>
              </a:ext>
            </a:extLst>
          </p:cNvPr>
          <p:cNvSpPr/>
          <p:nvPr userDrawn="1"/>
        </p:nvSpPr>
        <p:spPr>
          <a:xfrm>
            <a:off x="0" y="0"/>
            <a:ext cx="4180840" cy="6858000"/>
          </a:xfrm>
          <a:custGeom>
            <a:avLst/>
            <a:gdLst/>
            <a:ahLst/>
            <a:cxnLst/>
            <a:rect l="l" t="t" r="r" b="b"/>
            <a:pathLst>
              <a:path w="4180840" h="6858000">
                <a:moveTo>
                  <a:pt x="0" y="6857999"/>
                </a:moveTo>
                <a:lnTo>
                  <a:pt x="4180331" y="6858000"/>
                </a:lnTo>
                <a:lnTo>
                  <a:pt x="4180331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4471C4">
              <a:alpha val="90194"/>
            </a:srgbClr>
          </a:solidFill>
        </p:spPr>
        <p:txBody>
          <a:bodyPr wrap="square" lIns="0" tIns="0" rIns="0" bIns="0" rtlCol="0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xmlns="" id="{6A601DC9-ACD9-1694-5343-6C85C850F233}"/>
              </a:ext>
            </a:extLst>
          </p:cNvPr>
          <p:cNvSpPr txBox="1"/>
          <p:nvPr userDrawn="1"/>
        </p:nvSpPr>
        <p:spPr>
          <a:xfrm>
            <a:off x="-184052" y="3053256"/>
            <a:ext cx="444893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800" spc="285" dirty="0">
                <a:solidFill>
                  <a:schemeClr val="bg1"/>
                </a:solidFill>
                <a:latin typeface="+mj-lt"/>
                <a:cs typeface="SimSun"/>
              </a:rPr>
              <a:t>C</a:t>
            </a:r>
            <a:r>
              <a:rPr sz="4800" spc="-265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spc="610" dirty="0">
                <a:solidFill>
                  <a:schemeClr val="bg1"/>
                </a:solidFill>
                <a:latin typeface="+mj-lt"/>
                <a:cs typeface="SimSun"/>
              </a:rPr>
              <a:t>O</a:t>
            </a:r>
            <a:r>
              <a:rPr sz="4800" spc="-270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spc="540" dirty="0">
                <a:solidFill>
                  <a:schemeClr val="bg1"/>
                </a:solidFill>
                <a:latin typeface="+mj-lt"/>
                <a:cs typeface="SimSun"/>
              </a:rPr>
              <a:t>N</a:t>
            </a:r>
            <a:r>
              <a:rPr lang="en-US" sz="4800" spc="-265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dirty="0">
                <a:solidFill>
                  <a:schemeClr val="bg1"/>
                </a:solidFill>
                <a:latin typeface="+mj-lt"/>
                <a:cs typeface="SimSun"/>
              </a:rPr>
              <a:t>T</a:t>
            </a:r>
            <a:r>
              <a:rPr sz="4800" spc="-260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dirty="0">
                <a:solidFill>
                  <a:schemeClr val="bg1"/>
                </a:solidFill>
                <a:latin typeface="+mj-lt"/>
                <a:cs typeface="SimSun"/>
              </a:rPr>
              <a:t>E</a:t>
            </a:r>
            <a:r>
              <a:rPr sz="4800" spc="-270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spc="540" dirty="0">
                <a:solidFill>
                  <a:schemeClr val="bg1"/>
                </a:solidFill>
                <a:latin typeface="+mj-lt"/>
                <a:cs typeface="SimSun"/>
              </a:rPr>
              <a:t>N</a:t>
            </a:r>
            <a:r>
              <a:rPr sz="4800" spc="-254" dirty="0">
                <a:solidFill>
                  <a:schemeClr val="bg1"/>
                </a:solidFill>
                <a:latin typeface="+mj-lt"/>
                <a:cs typeface="SimSun"/>
              </a:rPr>
              <a:t> </a:t>
            </a:r>
            <a:r>
              <a:rPr sz="4800" spc="-50" dirty="0">
                <a:solidFill>
                  <a:schemeClr val="bg1"/>
                </a:solidFill>
                <a:latin typeface="+mj-lt"/>
                <a:cs typeface="SimSun"/>
              </a:rPr>
              <a:t>T</a:t>
            </a:r>
            <a:endParaRPr sz="4800" dirty="0">
              <a:solidFill>
                <a:schemeClr val="bg1"/>
              </a:solidFill>
              <a:latin typeface="+mj-lt"/>
              <a:cs typeface="SimSun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xmlns="" id="{D6F16F92-CD4F-84AE-96CB-827753A3E143}"/>
              </a:ext>
            </a:extLst>
          </p:cNvPr>
          <p:cNvSpPr txBox="1"/>
          <p:nvPr userDrawn="1"/>
        </p:nvSpPr>
        <p:spPr>
          <a:xfrm>
            <a:off x="-134046" y="714337"/>
            <a:ext cx="4245384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324610" algn="l"/>
              </a:tabLst>
            </a:pPr>
            <a:r>
              <a:rPr sz="12000" spc="-50" dirty="0">
                <a:solidFill>
                  <a:schemeClr val="bg1"/>
                </a:solidFill>
                <a:latin typeface="Microsoft YaHei"/>
                <a:cs typeface="Microsoft YaHei"/>
              </a:rPr>
              <a:t>目</a:t>
            </a:r>
            <a:r>
              <a:rPr sz="12000" dirty="0">
                <a:solidFill>
                  <a:schemeClr val="bg1"/>
                </a:solidFill>
                <a:latin typeface="Microsoft YaHei"/>
                <a:cs typeface="Microsoft YaHei"/>
              </a:rPr>
              <a:t>	</a:t>
            </a:r>
            <a:r>
              <a:rPr sz="12000" spc="-50" dirty="0">
                <a:solidFill>
                  <a:schemeClr val="bg1"/>
                </a:solidFill>
                <a:latin typeface="Microsoft YaHei"/>
                <a:cs typeface="Microsoft YaHei"/>
              </a:rPr>
              <a:t>录</a:t>
            </a:r>
            <a:endParaRPr sz="12000" dirty="0">
              <a:solidFill>
                <a:schemeClr val="bg1"/>
              </a:solidFill>
              <a:latin typeface="Microsoft YaHei"/>
              <a:cs typeface="Microsoft YaHei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EFF968F0-64CB-2363-0B42-1F1F9FA2F1B1}"/>
              </a:ext>
            </a:extLst>
          </p:cNvPr>
          <p:cNvGrpSpPr/>
          <p:nvPr userDrawn="1"/>
        </p:nvGrpSpPr>
        <p:grpSpPr>
          <a:xfrm>
            <a:off x="292937" y="4552540"/>
            <a:ext cx="3391417" cy="1557664"/>
            <a:chOff x="144167" y="4585999"/>
            <a:chExt cx="3391417" cy="1557664"/>
          </a:xfrm>
        </p:grpSpPr>
        <p:pic>
          <p:nvPicPr>
            <p:cNvPr id="13" name="object 18">
              <a:extLst>
                <a:ext uri="{FF2B5EF4-FFF2-40B4-BE49-F238E27FC236}">
                  <a16:creationId xmlns:a16="http://schemas.microsoft.com/office/drawing/2014/main" xmlns="" id="{8EA66252-DE04-275C-601C-88EBA451A9B7}"/>
                </a:ext>
              </a:extLst>
            </p:cNvPr>
            <p:cNvPicPr/>
            <p:nvPr userDrawn="1"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4401" t="15529" r="24997" b="12057"/>
            <a:stretch/>
          </p:blipFill>
          <p:spPr>
            <a:xfrm>
              <a:off x="1981687" y="4585999"/>
              <a:ext cx="1553897" cy="1557664"/>
            </a:xfrm>
            <a:prstGeom prst="rect">
              <a:avLst/>
            </a:prstGeom>
          </p:spPr>
        </p:pic>
        <p:pic>
          <p:nvPicPr>
            <p:cNvPr id="14" name="Picture 2" descr="广东石油化工学院">
              <a:extLst>
                <a:ext uri="{FF2B5EF4-FFF2-40B4-BE49-F238E27FC236}">
                  <a16:creationId xmlns:a16="http://schemas.microsoft.com/office/drawing/2014/main" xmlns="" id="{31809E60-448B-DD48-56E8-4B0B0A7979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24589" t="13775" r="26846" b="13201"/>
            <a:stretch/>
          </p:blipFill>
          <p:spPr bwMode="auto">
            <a:xfrm>
              <a:off x="144167" y="4585999"/>
              <a:ext cx="1553897" cy="1557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xmlns="" id="{532C9B9C-9374-D9B6-2E34-BACE6F572B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86611" y="4585999"/>
              <a:ext cx="0" cy="155766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内容占位符 2">
            <a:extLst>
              <a:ext uri="{FF2B5EF4-FFF2-40B4-BE49-F238E27FC236}">
                <a16:creationId xmlns:a16="http://schemas.microsoft.com/office/drawing/2014/main" xmlns="" id="{B9811DDB-B809-C4EA-0987-450E702C6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5914" y="1516773"/>
            <a:ext cx="6967506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pic>
        <p:nvPicPr>
          <p:cNvPr id="19" name="Picture 2" descr="广东石油化工学院">
            <a:extLst>
              <a:ext uri="{FF2B5EF4-FFF2-40B4-BE49-F238E27FC236}">
                <a16:creationId xmlns:a16="http://schemas.microsoft.com/office/drawing/2014/main" xmlns="" id="{225C34E6-687A-A99C-568D-7876644FA9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589" t="13775" r="26846" b="13201"/>
          <a:stretch/>
        </p:blipFill>
        <p:spPr bwMode="auto">
          <a:xfrm>
            <a:off x="11545817" y="16342"/>
            <a:ext cx="634857" cy="6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19963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29E19EF5-FE0E-85C0-F0E5-53908F2AD9EE}"/>
              </a:ext>
            </a:extLst>
          </p:cNvPr>
          <p:cNvGrpSpPr/>
          <p:nvPr userDrawn="1"/>
        </p:nvGrpSpPr>
        <p:grpSpPr>
          <a:xfrm>
            <a:off x="48289" y="48432"/>
            <a:ext cx="12138214" cy="6858000"/>
            <a:chOff x="1" y="0"/>
            <a:chExt cx="11907435" cy="68580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xmlns="" id="{B79C53B3-7612-5AA3-1404-B4DDCACAE74F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xmlns=""/>
                </a:ext>
              </a:extLst>
            </a:blip>
            <a:srcRect/>
            <a:stretch>
              <a:fillRect/>
            </a:stretch>
          </p:blipFill>
          <p:spPr>
            <a:xfrm flipH="1">
              <a:off x="1" y="0"/>
              <a:ext cx="5942055" cy="6858000"/>
            </a:xfrm>
            <a:custGeom>
              <a:avLst/>
              <a:gdLst>
                <a:gd name="connsiteX0" fmla="*/ 0 w 5942055"/>
                <a:gd name="connsiteY0" fmla="*/ 0 h 6858000"/>
                <a:gd name="connsiteX1" fmla="*/ 5942055 w 5942055"/>
                <a:gd name="connsiteY1" fmla="*/ 0 h 6858000"/>
                <a:gd name="connsiteX2" fmla="*/ 5942055 w 5942055"/>
                <a:gd name="connsiteY2" fmla="*/ 6858000 h 6858000"/>
                <a:gd name="connsiteX3" fmla="*/ 0 w 594205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2055" h="6858000">
                  <a:moveTo>
                    <a:pt x="0" y="0"/>
                  </a:moveTo>
                  <a:lnTo>
                    <a:pt x="5942055" y="0"/>
                  </a:lnTo>
                  <a:lnTo>
                    <a:pt x="594205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xmlns="" id="{49DF4538-1BD2-D7CD-4593-F33B00D163D7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xmlns=""/>
                </a:ext>
              </a:extLst>
            </a:blip>
            <a:srcRect/>
            <a:stretch>
              <a:fillRect/>
            </a:stretch>
          </p:blipFill>
          <p:spPr>
            <a:xfrm>
              <a:off x="5965381" y="0"/>
              <a:ext cx="5942055" cy="6858000"/>
            </a:xfrm>
            <a:custGeom>
              <a:avLst/>
              <a:gdLst>
                <a:gd name="connsiteX0" fmla="*/ 0 w 5942055"/>
                <a:gd name="connsiteY0" fmla="*/ 0 h 6858000"/>
                <a:gd name="connsiteX1" fmla="*/ 5942055 w 5942055"/>
                <a:gd name="connsiteY1" fmla="*/ 0 h 6858000"/>
                <a:gd name="connsiteX2" fmla="*/ 5942055 w 5942055"/>
                <a:gd name="connsiteY2" fmla="*/ 6858000 h 6858000"/>
                <a:gd name="connsiteX3" fmla="*/ 0 w 594205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2055" h="6858000">
                  <a:moveTo>
                    <a:pt x="0" y="0"/>
                  </a:moveTo>
                  <a:lnTo>
                    <a:pt x="5942055" y="0"/>
                  </a:lnTo>
                  <a:lnTo>
                    <a:pt x="594205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</p:grpSp>
      <p:sp>
        <p:nvSpPr>
          <p:cNvPr id="10" name="矩形: 圆角 9">
            <a:extLst>
              <a:ext uri="{FF2B5EF4-FFF2-40B4-BE49-F238E27FC236}">
                <a16:creationId xmlns:a16="http://schemas.microsoft.com/office/drawing/2014/main" xmlns="" id="{9CF88AD2-63B4-BEAD-D7C8-2638692C66CE}"/>
              </a:ext>
            </a:extLst>
          </p:cNvPr>
          <p:cNvSpPr/>
          <p:nvPr userDrawn="1"/>
        </p:nvSpPr>
        <p:spPr>
          <a:xfrm>
            <a:off x="4160232" y="2202744"/>
            <a:ext cx="7630116" cy="2892781"/>
          </a:xfrm>
          <a:prstGeom prst="roundRect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39B0ED73-6537-57A7-BB28-5F2ACBDD8585}"/>
              </a:ext>
            </a:extLst>
          </p:cNvPr>
          <p:cNvSpPr/>
          <p:nvPr userDrawn="1"/>
        </p:nvSpPr>
        <p:spPr>
          <a:xfrm>
            <a:off x="147652" y="1156837"/>
            <a:ext cx="4984594" cy="4984594"/>
          </a:xfrm>
          <a:prstGeom prst="ellipse">
            <a:avLst/>
          </a:pr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E60FD301-2063-6507-161B-D435235F5A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>
          <a:xfrm>
            <a:off x="406025" y="1473378"/>
            <a:ext cx="4470266" cy="4470266"/>
          </a:xfrm>
          <a:custGeom>
            <a:avLst/>
            <a:gdLst>
              <a:gd name="connsiteX0" fmla="*/ 2025472 w 4470266"/>
              <a:gd name="connsiteY0" fmla="*/ 0 h 4459677"/>
              <a:gd name="connsiteX1" fmla="*/ 2444795 w 4470266"/>
              <a:gd name="connsiteY1" fmla="*/ 0 h 4459677"/>
              <a:gd name="connsiteX2" fmla="*/ 2463663 w 4470266"/>
              <a:gd name="connsiteY2" fmla="*/ 953 h 4459677"/>
              <a:gd name="connsiteX3" fmla="*/ 4470266 w 4470266"/>
              <a:gd name="connsiteY3" fmla="*/ 2224546 h 4459677"/>
              <a:gd name="connsiteX4" fmla="*/ 2463663 w 4470266"/>
              <a:gd name="connsiteY4" fmla="*/ 4448139 h 4459677"/>
              <a:gd name="connsiteX5" fmla="*/ 2235173 w 4470266"/>
              <a:gd name="connsiteY5" fmla="*/ 4459677 h 4459677"/>
              <a:gd name="connsiteX6" fmla="*/ 2235094 w 4470266"/>
              <a:gd name="connsiteY6" fmla="*/ 4459677 h 4459677"/>
              <a:gd name="connsiteX7" fmla="*/ 2006604 w 4470266"/>
              <a:gd name="connsiteY7" fmla="*/ 4448139 h 4459677"/>
              <a:gd name="connsiteX8" fmla="*/ 0 w 4470266"/>
              <a:gd name="connsiteY8" fmla="*/ 2224546 h 4459677"/>
              <a:gd name="connsiteX9" fmla="*/ 2006604 w 4470266"/>
              <a:gd name="connsiteY9" fmla="*/ 953 h 4459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70266" h="4459677">
                <a:moveTo>
                  <a:pt x="2025472" y="0"/>
                </a:moveTo>
                <a:lnTo>
                  <a:pt x="2444795" y="0"/>
                </a:lnTo>
                <a:lnTo>
                  <a:pt x="2463663" y="953"/>
                </a:lnTo>
                <a:cubicBezTo>
                  <a:pt x="3590742" y="115414"/>
                  <a:pt x="4470266" y="1067268"/>
                  <a:pt x="4470266" y="2224546"/>
                </a:cubicBezTo>
                <a:cubicBezTo>
                  <a:pt x="4470266" y="3381824"/>
                  <a:pt x="3590742" y="4333678"/>
                  <a:pt x="2463663" y="4448139"/>
                </a:cubicBezTo>
                <a:lnTo>
                  <a:pt x="2235173" y="4459677"/>
                </a:lnTo>
                <a:lnTo>
                  <a:pt x="2235094" y="4459677"/>
                </a:lnTo>
                <a:lnTo>
                  <a:pt x="2006604" y="4448139"/>
                </a:lnTo>
                <a:cubicBezTo>
                  <a:pt x="879524" y="4333678"/>
                  <a:pt x="0" y="3381824"/>
                  <a:pt x="0" y="2224546"/>
                </a:cubicBezTo>
                <a:cubicBezTo>
                  <a:pt x="0" y="1067268"/>
                  <a:pt x="879524" y="115414"/>
                  <a:pt x="2006604" y="953"/>
                </a:cubicBezTo>
                <a:close/>
              </a:path>
            </a:pathLst>
          </a:cu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181A87B3-8C25-2B1C-97B7-DAC2B1BE39CC}"/>
              </a:ext>
            </a:extLst>
          </p:cNvPr>
          <p:cNvSpPr/>
          <p:nvPr userDrawn="1"/>
        </p:nvSpPr>
        <p:spPr>
          <a:xfrm>
            <a:off x="406025" y="1464472"/>
            <a:ext cx="4470266" cy="4470266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xmlns="" id="{374A6D39-AEA5-130A-AC22-916C93B58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246" y="2864881"/>
            <a:ext cx="72132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7" name="Picture 2" descr="广东石油化工学院">
            <a:extLst>
              <a:ext uri="{FF2B5EF4-FFF2-40B4-BE49-F238E27FC236}">
                <a16:creationId xmlns:a16="http://schemas.microsoft.com/office/drawing/2014/main" xmlns="" id="{D3EA5588-459A-7BC4-05EB-733322C297A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589" t="13775" r="26846" b="13201"/>
          <a:stretch/>
        </p:blipFill>
        <p:spPr bwMode="auto">
          <a:xfrm>
            <a:off x="11545817" y="16342"/>
            <a:ext cx="634857" cy="6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5932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11">
            <a:extLst>
              <a:ext uri="{FF2B5EF4-FFF2-40B4-BE49-F238E27FC236}">
                <a16:creationId xmlns:a16="http://schemas.microsoft.com/office/drawing/2014/main" xmlns="" id="{6BC44C64-7448-6BBE-D990-61ACC75B743B}"/>
              </a:ext>
            </a:extLst>
          </p:cNvPr>
          <p:cNvCxnSpPr>
            <a:cxnSpLocks/>
          </p:cNvCxnSpPr>
          <p:nvPr userDrawn="1"/>
        </p:nvCxnSpPr>
        <p:spPr>
          <a:xfrm>
            <a:off x="0" y="667469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A18E6DD6-1157-FC8A-DFCA-1EE316E09345}"/>
              </a:ext>
            </a:extLst>
          </p:cNvPr>
          <p:cNvSpPr/>
          <p:nvPr userDrawn="1"/>
        </p:nvSpPr>
        <p:spPr>
          <a:xfrm>
            <a:off x="276679" y="276679"/>
            <a:ext cx="248040" cy="248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A58EB51F-8339-D95E-95F6-83B7F7BE3F23}"/>
              </a:ext>
            </a:extLst>
          </p:cNvPr>
          <p:cNvSpPr/>
          <p:nvPr userDrawn="1"/>
        </p:nvSpPr>
        <p:spPr>
          <a:xfrm>
            <a:off x="0" y="0"/>
            <a:ext cx="393701" cy="393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2" name="直线连接符 6">
            <a:extLst>
              <a:ext uri="{FF2B5EF4-FFF2-40B4-BE49-F238E27FC236}">
                <a16:creationId xmlns:a16="http://schemas.microsoft.com/office/drawing/2014/main" xmlns="" id="{953D9D1F-688C-C0B6-9E28-5265EAB577FE}"/>
              </a:ext>
            </a:extLst>
          </p:cNvPr>
          <p:cNvCxnSpPr/>
          <p:nvPr userDrawn="1"/>
        </p:nvCxnSpPr>
        <p:spPr>
          <a:xfrm>
            <a:off x="0" y="6814457"/>
            <a:ext cx="12192000" cy="0"/>
          </a:xfrm>
          <a:prstGeom prst="line">
            <a:avLst/>
          </a:prstGeom>
          <a:ln w="101600" cmpd="thinThick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xmlns="" id="{09C9FA1C-CA2E-3850-34AA-8ABEABD8D6C1}"/>
              </a:ext>
            </a:extLst>
          </p:cNvPr>
          <p:cNvSpPr txBox="1"/>
          <p:nvPr userDrawn="1"/>
        </p:nvSpPr>
        <p:spPr>
          <a:xfrm>
            <a:off x="11508581" y="6602431"/>
            <a:ext cx="683418" cy="261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0" tIns="45720" rIns="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8B1CCC-5B4E-41DC-9FD8-30B8F0069F97}" type="slidenum">
              <a:rPr lang="zh-CN" altLang="en-US" sz="1400" smtClean="0"/>
              <a:pPr/>
              <a:t>‹#›</a:t>
            </a:fld>
            <a:endParaRPr lang="zh-CN" altLang="en-US" sz="1400" dirty="0"/>
          </a:p>
        </p:txBody>
      </p:sp>
      <p:sp>
        <p:nvSpPr>
          <p:cNvPr id="14" name="日期占位符 3">
            <a:extLst>
              <a:ext uri="{FF2B5EF4-FFF2-40B4-BE49-F238E27FC236}">
                <a16:creationId xmlns:a16="http://schemas.microsoft.com/office/drawing/2014/main" xmlns="" id="{093E7F06-91F6-1BDE-DBFC-437E3332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19869"/>
            <a:ext cx="1169194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427B852C-D69C-4447-A656-272F5CAA5127}" type="datetimeFigureOut">
              <a:rPr lang="zh-CN" altLang="en-US" smtClean="0"/>
              <a:pPr/>
              <a:t>2025/4/25</a:t>
            </a:fld>
            <a:endParaRPr lang="zh-CN" altLang="en-US" dirty="0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xmlns="" id="{5FEE3986-4E32-54D7-9872-C0919028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35" y="43542"/>
            <a:ext cx="8775438" cy="599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7" name="Picture 2" descr="广东石油化工学院">
            <a:extLst>
              <a:ext uri="{FF2B5EF4-FFF2-40B4-BE49-F238E27FC236}">
                <a16:creationId xmlns:a16="http://schemas.microsoft.com/office/drawing/2014/main" xmlns="" id="{73F16906-79A9-84B3-984D-D3CB1D2FF56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589" t="13775" r="26846" b="13201"/>
          <a:stretch/>
        </p:blipFill>
        <p:spPr bwMode="auto">
          <a:xfrm>
            <a:off x="11545817" y="16342"/>
            <a:ext cx="634857" cy="63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0463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xmlns="" id="{66EEB814-2A10-A9AE-5537-CA303A0B48A1}"/>
              </a:ext>
            </a:extLst>
          </p:cNvPr>
          <p:cNvPicPr/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artisticPhotocopy/>
                    </a14:imgEffect>
                    <a14:imgEffect>
                      <a14:sharpenSoften amount="-9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8473"/>
            <a:ext cx="12192000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B67EAD31-0D87-3008-A280-8B744A759E98}"/>
              </a:ext>
            </a:extLst>
          </p:cNvPr>
          <p:cNvGrpSpPr/>
          <p:nvPr userDrawn="1"/>
        </p:nvGrpSpPr>
        <p:grpSpPr>
          <a:xfrm>
            <a:off x="1893835" y="1413748"/>
            <a:ext cx="8590598" cy="4030504"/>
            <a:chOff x="276701" y="1331119"/>
            <a:chExt cx="8590598" cy="4030504"/>
          </a:xfrm>
          <a:solidFill>
            <a:schemeClr val="bg1"/>
          </a:solidFill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xmlns="" id="{E2C7D521-FE4F-376A-89DA-6B251E93F301}"/>
                </a:ext>
              </a:extLst>
            </p:cNvPr>
            <p:cNvSpPr/>
            <p:nvPr/>
          </p:nvSpPr>
          <p:spPr>
            <a:xfrm>
              <a:off x="276701" y="1331119"/>
              <a:ext cx="8590598" cy="4030504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xmlns="" id="{E00C4BB2-B394-0FB6-50B7-DF2CA7988FB4}"/>
                </a:ext>
              </a:extLst>
            </p:cNvPr>
            <p:cNvSpPr txBox="1"/>
            <p:nvPr/>
          </p:nvSpPr>
          <p:spPr>
            <a:xfrm>
              <a:off x="1453039" y="2510314"/>
              <a:ext cx="6236494" cy="1107996"/>
            </a:xfrm>
            <a:prstGeom prst="rect">
              <a:avLst/>
            </a:prstGeom>
            <a:grp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THANK YOU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xmlns="" id="{4926A6E4-9A2A-1CDA-F843-E5C780C32AD8}"/>
                </a:ext>
              </a:extLst>
            </p:cNvPr>
            <p:cNvCxnSpPr/>
            <p:nvPr/>
          </p:nvCxnSpPr>
          <p:spPr>
            <a:xfrm>
              <a:off x="276702" y="3052286"/>
              <a:ext cx="1273016" cy="0"/>
            </a:xfrm>
            <a:prstGeom prst="line">
              <a:avLst/>
            </a:prstGeom>
            <a:grp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xmlns="" id="{B8D472E8-2E02-DA5F-FA6F-2F595C22E469}"/>
                </a:ext>
              </a:extLst>
            </p:cNvPr>
            <p:cNvCxnSpPr/>
            <p:nvPr/>
          </p:nvCxnSpPr>
          <p:spPr>
            <a:xfrm>
              <a:off x="7594283" y="3052286"/>
              <a:ext cx="1273016" cy="0"/>
            </a:xfrm>
            <a:prstGeom prst="line">
              <a:avLst/>
            </a:prstGeom>
            <a:grp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7F0A85B2-A9E2-CA24-DCF6-4364E209E05B}"/>
                </a:ext>
              </a:extLst>
            </p:cNvPr>
            <p:cNvSpPr/>
            <p:nvPr/>
          </p:nvSpPr>
          <p:spPr>
            <a:xfrm>
              <a:off x="4542949" y="1331119"/>
              <a:ext cx="57150" cy="33337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13" name="Picture 2" descr="广东石油化工学院">
            <a:extLst>
              <a:ext uri="{FF2B5EF4-FFF2-40B4-BE49-F238E27FC236}">
                <a16:creationId xmlns:a16="http://schemas.microsoft.com/office/drawing/2014/main" xmlns="" id="{5FCE1C99-9F5D-FDDF-EA95-D240A6CACA0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589" t="13775" r="26846" b="13201"/>
          <a:stretch/>
        </p:blipFill>
        <p:spPr bwMode="auto">
          <a:xfrm>
            <a:off x="5469615" y="1474261"/>
            <a:ext cx="1252769" cy="125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7118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98475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10" Type="http://schemas.openxmlformats.org/officeDocument/2006/relationships/image" Target="../media/image12.png"/><Relationship Id="rId4" Type="http://schemas.openxmlformats.org/officeDocument/2006/relationships/tags" Target="../tags/tag28.xml"/><Relationship Id="rId9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14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13.jpeg"/><Relationship Id="rId5" Type="http://schemas.openxmlformats.org/officeDocument/2006/relationships/tags" Target="../tags/tag36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35.xml"/><Relationship Id="rId9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10" Type="http://schemas.openxmlformats.org/officeDocument/2006/relationships/image" Target="../media/image15.jpeg"/><Relationship Id="rId4" Type="http://schemas.openxmlformats.org/officeDocument/2006/relationships/tags" Target="../tags/tag43.xml"/><Relationship Id="rId9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50.xml"/><Relationship Id="rId21" Type="http://schemas.openxmlformats.org/officeDocument/2006/relationships/image" Target="../media/image18.jpeg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0" Type="http://schemas.openxmlformats.org/officeDocument/2006/relationships/image" Target="../media/image17.jpe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10" Type="http://schemas.openxmlformats.org/officeDocument/2006/relationships/tags" Target="../tags/tag57.xml"/><Relationship Id="rId19" Type="http://schemas.openxmlformats.org/officeDocument/2006/relationships/image" Target="../media/image16.jpe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image" Target="../media/image20.png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image" Target="../media/image19.jpe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6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image" Target="../media/image23.jpeg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image" Target="../media/image22.jpeg"/><Relationship Id="rId2" Type="http://schemas.openxmlformats.org/officeDocument/2006/relationships/tags" Target="../tags/tag76.xml"/><Relationship Id="rId16" Type="http://schemas.openxmlformats.org/officeDocument/2006/relationships/image" Target="../media/image21.jpe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image" Target="../media/image27.svg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image" Target="../media/image26.png"/><Relationship Id="rId2" Type="http://schemas.openxmlformats.org/officeDocument/2006/relationships/tags" Target="../tags/tag90.xml"/><Relationship Id="rId16" Type="http://schemas.openxmlformats.org/officeDocument/2006/relationships/image" Target="../media/image25.jpeg"/><Relationship Id="rId20" Type="http://schemas.openxmlformats.org/officeDocument/2006/relationships/image" Target="../media/image29.svg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5" Type="http://schemas.openxmlformats.org/officeDocument/2006/relationships/tags" Target="../tags/tag93.xml"/><Relationship Id="rId15" Type="http://schemas.openxmlformats.org/officeDocument/2006/relationships/image" Target="../media/image24.png"/><Relationship Id="rId10" Type="http://schemas.openxmlformats.org/officeDocument/2006/relationships/tags" Target="../tags/tag98.xml"/><Relationship Id="rId19" Type="http://schemas.openxmlformats.org/officeDocument/2006/relationships/image" Target="../media/image27.png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image" Target="../media/image29.jpeg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image" Target="../media/image28.jpeg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106.xml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image" Target="../media/image30.jpeg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tags" Target="../tags/tag137.xml"/><Relationship Id="rId18" Type="http://schemas.openxmlformats.org/officeDocument/2006/relationships/image" Target="../media/image33.jpeg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12" Type="http://schemas.openxmlformats.org/officeDocument/2006/relationships/tags" Target="../tags/tag136.xml"/><Relationship Id="rId17" Type="http://schemas.openxmlformats.org/officeDocument/2006/relationships/image" Target="../media/image32.jpeg"/><Relationship Id="rId2" Type="http://schemas.openxmlformats.org/officeDocument/2006/relationships/tags" Target="../tags/tag126.xml"/><Relationship Id="rId16" Type="http://schemas.openxmlformats.org/officeDocument/2006/relationships/image" Target="../media/image31.jpeg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tags" Target="../tags/tag135.xml"/><Relationship Id="rId5" Type="http://schemas.openxmlformats.org/officeDocument/2006/relationships/tags" Target="../tags/tag129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134.xml"/><Relationship Id="rId4" Type="http://schemas.openxmlformats.org/officeDocument/2006/relationships/tags" Target="../tags/tag128.xml"/><Relationship Id="rId9" Type="http://schemas.openxmlformats.org/officeDocument/2006/relationships/tags" Target="../tags/tag133.xml"/><Relationship Id="rId14" Type="http://schemas.openxmlformats.org/officeDocument/2006/relationships/tags" Target="../tags/tag13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140.xml"/><Relationship Id="rId16" Type="http://schemas.openxmlformats.org/officeDocument/2006/relationships/image" Target="../media/image36.jpeg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image" Target="../media/image35.jpeg"/><Relationship Id="rId10" Type="http://schemas.openxmlformats.org/officeDocument/2006/relationships/tags" Target="../tags/tag148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image" Target="../media/image34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slideLayout" Target="../slideLayouts/slideLayout4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tags" Target="../tags/tag161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tags" Target="../tags/tag160.xml"/><Relationship Id="rId5" Type="http://schemas.openxmlformats.org/officeDocument/2006/relationships/tags" Target="../tags/tag154.xml"/><Relationship Id="rId15" Type="http://schemas.openxmlformats.org/officeDocument/2006/relationships/image" Target="../media/image37.jpeg"/><Relationship Id="rId10" Type="http://schemas.openxmlformats.org/officeDocument/2006/relationships/tags" Target="../tags/tag159.xml"/><Relationship Id="rId4" Type="http://schemas.openxmlformats.org/officeDocument/2006/relationships/tags" Target="../tags/tag153.xml"/><Relationship Id="rId9" Type="http://schemas.openxmlformats.org/officeDocument/2006/relationships/tags" Target="../tags/tag158.xml"/><Relationship Id="rId14" Type="http://schemas.openxmlformats.org/officeDocument/2006/relationships/notesSlide" Target="../notesSlides/notesSlide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13" Type="http://schemas.openxmlformats.org/officeDocument/2006/relationships/tags" Target="../tags/tag174.xml"/><Relationship Id="rId18" Type="http://schemas.openxmlformats.org/officeDocument/2006/relationships/tags" Target="../tags/tag179.xml"/><Relationship Id="rId3" Type="http://schemas.openxmlformats.org/officeDocument/2006/relationships/tags" Target="../tags/tag164.xml"/><Relationship Id="rId21" Type="http://schemas.openxmlformats.org/officeDocument/2006/relationships/image" Target="../media/image39.jpeg"/><Relationship Id="rId7" Type="http://schemas.openxmlformats.org/officeDocument/2006/relationships/tags" Target="../tags/tag168.xml"/><Relationship Id="rId12" Type="http://schemas.openxmlformats.org/officeDocument/2006/relationships/tags" Target="../tags/tag173.xml"/><Relationship Id="rId17" Type="http://schemas.openxmlformats.org/officeDocument/2006/relationships/tags" Target="../tags/tag178.xml"/><Relationship Id="rId2" Type="http://schemas.openxmlformats.org/officeDocument/2006/relationships/tags" Target="../tags/tag163.xml"/><Relationship Id="rId16" Type="http://schemas.openxmlformats.org/officeDocument/2006/relationships/tags" Target="../tags/tag177.xml"/><Relationship Id="rId20" Type="http://schemas.openxmlformats.org/officeDocument/2006/relationships/image" Target="../media/image38.jpeg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tags" Target="../tags/tag172.xml"/><Relationship Id="rId5" Type="http://schemas.openxmlformats.org/officeDocument/2006/relationships/tags" Target="../tags/tag166.xml"/><Relationship Id="rId15" Type="http://schemas.openxmlformats.org/officeDocument/2006/relationships/tags" Target="../tags/tag176.xml"/><Relationship Id="rId23" Type="http://schemas.openxmlformats.org/officeDocument/2006/relationships/image" Target="../media/image41.jpeg"/><Relationship Id="rId10" Type="http://schemas.openxmlformats.org/officeDocument/2006/relationships/tags" Target="../tags/tag171.xml"/><Relationship Id="rId19" Type="http://schemas.openxmlformats.org/officeDocument/2006/relationships/slideLayout" Target="../slideLayouts/slideLayout4.xml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tags" Target="../tags/tag175.xml"/><Relationship Id="rId22" Type="http://schemas.openxmlformats.org/officeDocument/2006/relationships/image" Target="../media/image4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image" Target="../media/image48.svg"/><Relationship Id="rId3" Type="http://schemas.openxmlformats.org/officeDocument/2006/relationships/tags" Target="../tags/tag186.xml"/><Relationship Id="rId21" Type="http://schemas.openxmlformats.org/officeDocument/2006/relationships/image" Target="../media/image47.png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image" Target="../media/image45.png"/><Relationship Id="rId2" Type="http://schemas.openxmlformats.org/officeDocument/2006/relationships/tags" Target="../tags/tag185.xml"/><Relationship Id="rId16" Type="http://schemas.openxmlformats.org/officeDocument/2006/relationships/image" Target="../media/image44.jpeg"/><Relationship Id="rId20" Type="http://schemas.openxmlformats.org/officeDocument/2006/relationships/image" Target="../media/image50.svg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5" Type="http://schemas.openxmlformats.org/officeDocument/2006/relationships/tags" Target="../tags/tag188.xml"/><Relationship Id="rId15" Type="http://schemas.openxmlformats.org/officeDocument/2006/relationships/notesSlide" Target="../notesSlides/notesSlide5.xml"/><Relationship Id="rId10" Type="http://schemas.openxmlformats.org/officeDocument/2006/relationships/tags" Target="../tags/tag193.xml"/><Relationship Id="rId19" Type="http://schemas.openxmlformats.org/officeDocument/2006/relationships/image" Target="../media/image46.png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slideLayout" Target="../slideLayouts/slideLayout4.xml"/><Relationship Id="rId22" Type="http://schemas.openxmlformats.org/officeDocument/2006/relationships/image" Target="../media/image5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04.xml"/><Relationship Id="rId13" Type="http://schemas.openxmlformats.org/officeDocument/2006/relationships/tags" Target="../tags/tag209.xml"/><Relationship Id="rId18" Type="http://schemas.openxmlformats.org/officeDocument/2006/relationships/image" Target="../media/image50.jpeg"/><Relationship Id="rId3" Type="http://schemas.openxmlformats.org/officeDocument/2006/relationships/tags" Target="../tags/tag199.xml"/><Relationship Id="rId7" Type="http://schemas.openxmlformats.org/officeDocument/2006/relationships/tags" Target="../tags/tag203.xml"/><Relationship Id="rId12" Type="http://schemas.openxmlformats.org/officeDocument/2006/relationships/tags" Target="../tags/tag208.xml"/><Relationship Id="rId17" Type="http://schemas.openxmlformats.org/officeDocument/2006/relationships/image" Target="../media/image49.jpeg"/><Relationship Id="rId2" Type="http://schemas.openxmlformats.org/officeDocument/2006/relationships/tags" Target="../tags/tag198.xml"/><Relationship Id="rId16" Type="http://schemas.openxmlformats.org/officeDocument/2006/relationships/image" Target="../media/image48.jpeg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11" Type="http://schemas.openxmlformats.org/officeDocument/2006/relationships/tags" Target="../tags/tag207.xml"/><Relationship Id="rId5" Type="http://schemas.openxmlformats.org/officeDocument/2006/relationships/tags" Target="../tags/tag201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06.xml"/><Relationship Id="rId4" Type="http://schemas.openxmlformats.org/officeDocument/2006/relationships/tags" Target="../tags/tag200.xml"/><Relationship Id="rId9" Type="http://schemas.openxmlformats.org/officeDocument/2006/relationships/tags" Target="../tags/tag205.xml"/><Relationship Id="rId14" Type="http://schemas.openxmlformats.org/officeDocument/2006/relationships/tags" Target="../tags/tag21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13" Type="http://schemas.openxmlformats.org/officeDocument/2006/relationships/tags" Target="../tags/tag223.xml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12" Type="http://schemas.openxmlformats.org/officeDocument/2006/relationships/tags" Target="../tags/tag222.xml"/><Relationship Id="rId2" Type="http://schemas.openxmlformats.org/officeDocument/2006/relationships/tags" Target="../tags/tag212.xml"/><Relationship Id="rId16" Type="http://schemas.openxmlformats.org/officeDocument/2006/relationships/image" Target="../media/image51.jpeg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tags" Target="../tags/tag221.xml"/><Relationship Id="rId5" Type="http://schemas.openxmlformats.org/officeDocument/2006/relationships/tags" Target="../tags/tag215.xml"/><Relationship Id="rId15" Type="http://schemas.openxmlformats.org/officeDocument/2006/relationships/notesSlide" Target="../notesSlides/notesSlide6.xml"/><Relationship Id="rId10" Type="http://schemas.openxmlformats.org/officeDocument/2006/relationships/tags" Target="../tags/tag220.xml"/><Relationship Id="rId4" Type="http://schemas.openxmlformats.org/officeDocument/2006/relationships/tags" Target="../tags/tag214.xml"/><Relationship Id="rId9" Type="http://schemas.openxmlformats.org/officeDocument/2006/relationships/tags" Target="../tags/tag219.xml"/><Relationship Id="rId14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31.xml"/><Relationship Id="rId13" Type="http://schemas.openxmlformats.org/officeDocument/2006/relationships/tags" Target="../tags/tag236.xml"/><Relationship Id="rId18" Type="http://schemas.openxmlformats.org/officeDocument/2006/relationships/image" Target="../media/image54.jpeg"/><Relationship Id="rId3" Type="http://schemas.openxmlformats.org/officeDocument/2006/relationships/tags" Target="../tags/tag226.xml"/><Relationship Id="rId7" Type="http://schemas.openxmlformats.org/officeDocument/2006/relationships/tags" Target="../tags/tag230.xml"/><Relationship Id="rId12" Type="http://schemas.openxmlformats.org/officeDocument/2006/relationships/tags" Target="../tags/tag235.xml"/><Relationship Id="rId17" Type="http://schemas.openxmlformats.org/officeDocument/2006/relationships/image" Target="../media/image53.jpeg"/><Relationship Id="rId2" Type="http://schemas.openxmlformats.org/officeDocument/2006/relationships/tags" Target="../tags/tag225.xml"/><Relationship Id="rId16" Type="http://schemas.openxmlformats.org/officeDocument/2006/relationships/image" Target="../media/image52.jpeg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11" Type="http://schemas.openxmlformats.org/officeDocument/2006/relationships/tags" Target="../tags/tag234.xml"/><Relationship Id="rId5" Type="http://schemas.openxmlformats.org/officeDocument/2006/relationships/tags" Target="../tags/tag228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33.xml"/><Relationship Id="rId4" Type="http://schemas.openxmlformats.org/officeDocument/2006/relationships/tags" Target="../tags/tag227.xml"/><Relationship Id="rId9" Type="http://schemas.openxmlformats.org/officeDocument/2006/relationships/tags" Target="../tags/tag232.xml"/><Relationship Id="rId14" Type="http://schemas.openxmlformats.org/officeDocument/2006/relationships/tags" Target="../tags/tag23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47.xml"/><Relationship Id="rId3" Type="http://schemas.openxmlformats.org/officeDocument/2006/relationships/tags" Target="../tags/tag242.xml"/><Relationship Id="rId7" Type="http://schemas.openxmlformats.org/officeDocument/2006/relationships/tags" Target="../tags/tag246.xml"/><Relationship Id="rId2" Type="http://schemas.openxmlformats.org/officeDocument/2006/relationships/tags" Target="../tags/tag241.xml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image" Target="../media/image55.jpeg"/><Relationship Id="rId5" Type="http://schemas.openxmlformats.org/officeDocument/2006/relationships/tags" Target="../tags/tag244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243.xml"/><Relationship Id="rId9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55.xml"/><Relationship Id="rId13" Type="http://schemas.openxmlformats.org/officeDocument/2006/relationships/notesSlide" Target="../notesSlides/notesSlide8.xml"/><Relationship Id="rId3" Type="http://schemas.openxmlformats.org/officeDocument/2006/relationships/tags" Target="../tags/tag250.xml"/><Relationship Id="rId7" Type="http://schemas.openxmlformats.org/officeDocument/2006/relationships/tags" Target="../tags/tag254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249.xml"/><Relationship Id="rId16" Type="http://schemas.openxmlformats.org/officeDocument/2006/relationships/image" Target="../media/image58.jpeg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11" Type="http://schemas.openxmlformats.org/officeDocument/2006/relationships/tags" Target="../tags/tag258.xml"/><Relationship Id="rId5" Type="http://schemas.openxmlformats.org/officeDocument/2006/relationships/tags" Target="../tags/tag252.xml"/><Relationship Id="rId15" Type="http://schemas.openxmlformats.org/officeDocument/2006/relationships/image" Target="../media/image57.jpeg"/><Relationship Id="rId10" Type="http://schemas.openxmlformats.org/officeDocument/2006/relationships/tags" Target="../tags/tag257.xml"/><Relationship Id="rId4" Type="http://schemas.openxmlformats.org/officeDocument/2006/relationships/tags" Target="../tags/tag251.xml"/><Relationship Id="rId9" Type="http://schemas.openxmlformats.org/officeDocument/2006/relationships/tags" Target="../tags/tag256.xml"/><Relationship Id="rId14" Type="http://schemas.openxmlformats.org/officeDocument/2006/relationships/image" Target="../media/image56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notesSlide" Target="../notesSlides/notesSlide9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0" Type="http://schemas.openxmlformats.org/officeDocument/2006/relationships/tags" Target="../tags/tag268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image" Target="../media/image59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77.xml"/><Relationship Id="rId13" Type="http://schemas.openxmlformats.org/officeDocument/2006/relationships/tags" Target="../tags/tag282.xml"/><Relationship Id="rId18" Type="http://schemas.openxmlformats.org/officeDocument/2006/relationships/image" Target="../media/image62.jpeg"/><Relationship Id="rId3" Type="http://schemas.openxmlformats.org/officeDocument/2006/relationships/tags" Target="../tags/tag272.xml"/><Relationship Id="rId7" Type="http://schemas.openxmlformats.org/officeDocument/2006/relationships/tags" Target="../tags/tag276.xml"/><Relationship Id="rId12" Type="http://schemas.openxmlformats.org/officeDocument/2006/relationships/tags" Target="../tags/tag281.xml"/><Relationship Id="rId17" Type="http://schemas.openxmlformats.org/officeDocument/2006/relationships/image" Target="../media/image61.jpeg"/><Relationship Id="rId2" Type="http://schemas.openxmlformats.org/officeDocument/2006/relationships/tags" Target="../tags/tag271.xml"/><Relationship Id="rId16" Type="http://schemas.openxmlformats.org/officeDocument/2006/relationships/image" Target="../media/image60.jpeg"/><Relationship Id="rId1" Type="http://schemas.openxmlformats.org/officeDocument/2006/relationships/tags" Target="../tags/tag270.xml"/><Relationship Id="rId6" Type="http://schemas.openxmlformats.org/officeDocument/2006/relationships/tags" Target="../tags/tag275.xml"/><Relationship Id="rId11" Type="http://schemas.openxmlformats.org/officeDocument/2006/relationships/tags" Target="../tags/tag280.xml"/><Relationship Id="rId5" Type="http://schemas.openxmlformats.org/officeDocument/2006/relationships/tags" Target="../tags/tag274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79.xml"/><Relationship Id="rId4" Type="http://schemas.openxmlformats.org/officeDocument/2006/relationships/tags" Target="../tags/tag273.xml"/><Relationship Id="rId9" Type="http://schemas.openxmlformats.org/officeDocument/2006/relationships/tags" Target="../tags/tag278.xml"/><Relationship Id="rId14" Type="http://schemas.openxmlformats.org/officeDocument/2006/relationships/tags" Target="../tags/tag28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291.xml"/><Relationship Id="rId13" Type="http://schemas.openxmlformats.org/officeDocument/2006/relationships/image" Target="../media/image63.jpeg"/><Relationship Id="rId3" Type="http://schemas.openxmlformats.org/officeDocument/2006/relationships/tags" Target="../tags/tag286.xml"/><Relationship Id="rId7" Type="http://schemas.openxmlformats.org/officeDocument/2006/relationships/tags" Target="../tags/tag290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1" Type="http://schemas.openxmlformats.org/officeDocument/2006/relationships/tags" Target="../tags/tag294.xml"/><Relationship Id="rId5" Type="http://schemas.openxmlformats.org/officeDocument/2006/relationships/tags" Target="../tags/tag288.xml"/><Relationship Id="rId10" Type="http://schemas.openxmlformats.org/officeDocument/2006/relationships/tags" Target="../tags/tag293.xml"/><Relationship Id="rId4" Type="http://schemas.openxmlformats.org/officeDocument/2006/relationships/tags" Target="../tags/tag287.xml"/><Relationship Id="rId9" Type="http://schemas.openxmlformats.org/officeDocument/2006/relationships/tags" Target="../tags/tag29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96.xml"/><Relationship Id="rId1" Type="http://schemas.openxmlformats.org/officeDocument/2006/relationships/tags" Target="../tags/tag29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04.xml"/><Relationship Id="rId13" Type="http://schemas.openxmlformats.org/officeDocument/2006/relationships/tags" Target="../tags/tag309.xml"/><Relationship Id="rId18" Type="http://schemas.openxmlformats.org/officeDocument/2006/relationships/notesSlide" Target="../notesSlides/notesSlide10.xml"/><Relationship Id="rId3" Type="http://schemas.openxmlformats.org/officeDocument/2006/relationships/tags" Target="../tags/tag299.xml"/><Relationship Id="rId7" Type="http://schemas.openxmlformats.org/officeDocument/2006/relationships/tags" Target="../tags/tag303.xml"/><Relationship Id="rId12" Type="http://schemas.openxmlformats.org/officeDocument/2006/relationships/tags" Target="../tags/tag308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298.xml"/><Relationship Id="rId16" Type="http://schemas.openxmlformats.org/officeDocument/2006/relationships/tags" Target="../tags/tag312.xml"/><Relationship Id="rId20" Type="http://schemas.openxmlformats.org/officeDocument/2006/relationships/image" Target="../media/image53.jpeg"/><Relationship Id="rId1" Type="http://schemas.openxmlformats.org/officeDocument/2006/relationships/tags" Target="../tags/tag297.xml"/><Relationship Id="rId6" Type="http://schemas.openxmlformats.org/officeDocument/2006/relationships/tags" Target="../tags/tag302.xml"/><Relationship Id="rId11" Type="http://schemas.openxmlformats.org/officeDocument/2006/relationships/tags" Target="../tags/tag307.xml"/><Relationship Id="rId5" Type="http://schemas.openxmlformats.org/officeDocument/2006/relationships/tags" Target="../tags/tag301.xml"/><Relationship Id="rId15" Type="http://schemas.openxmlformats.org/officeDocument/2006/relationships/tags" Target="../tags/tag311.xml"/><Relationship Id="rId10" Type="http://schemas.openxmlformats.org/officeDocument/2006/relationships/tags" Target="../tags/tag306.xml"/><Relationship Id="rId19" Type="http://schemas.openxmlformats.org/officeDocument/2006/relationships/image" Target="../media/image52.jpeg"/><Relationship Id="rId4" Type="http://schemas.openxmlformats.org/officeDocument/2006/relationships/tags" Target="../tags/tag300.xml"/><Relationship Id="rId9" Type="http://schemas.openxmlformats.org/officeDocument/2006/relationships/tags" Target="../tags/tag305.xml"/><Relationship Id="rId14" Type="http://schemas.openxmlformats.org/officeDocument/2006/relationships/tags" Target="../tags/tag31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2" Type="http://schemas.openxmlformats.org/officeDocument/2006/relationships/tags" Target="../tags/tag314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5" Type="http://schemas.openxmlformats.org/officeDocument/2006/relationships/tags" Target="../tags/tag317.xml"/><Relationship Id="rId10" Type="http://schemas.openxmlformats.org/officeDocument/2006/relationships/image" Target="../media/image64.jpeg"/><Relationship Id="rId4" Type="http://schemas.openxmlformats.org/officeDocument/2006/relationships/tags" Target="../tags/tag316.xml"/><Relationship Id="rId9" Type="http://schemas.openxmlformats.org/officeDocument/2006/relationships/notesSlide" Target="../notesSlides/notesSlide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88188" y="1104900"/>
            <a:ext cx="9415624" cy="3746499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6600" dirty="0" smtClean="0"/>
              <a:t>《</a:t>
            </a:r>
            <a:r>
              <a:rPr lang="zh-CN" altLang="en-US" sz="6600" dirty="0" smtClean="0"/>
              <a:t>人工智能技术及应用</a:t>
            </a:r>
            <a:r>
              <a:rPr lang="en-US" altLang="zh-CN" sz="6600" dirty="0" smtClean="0"/>
              <a:t>》</a:t>
            </a:r>
            <a:r>
              <a:rPr lang="zh-CN" altLang="en-US" sz="6600" dirty="0" smtClean="0"/>
              <a:t> </a:t>
            </a:r>
            <a:r>
              <a:rPr lang="en-US" altLang="zh-CN" sz="4400" dirty="0"/>
              <a:t/>
            </a:r>
            <a:br>
              <a:rPr lang="en-US" altLang="zh-CN" sz="4400" dirty="0"/>
            </a:br>
            <a:r>
              <a:rPr lang="en-US" altLang="zh-CN" sz="4400" dirty="0"/>
              <a:t/>
            </a:r>
            <a:br>
              <a:rPr lang="en-US" altLang="zh-CN" sz="4400" dirty="0"/>
            </a:br>
            <a:r>
              <a:rPr lang="zh-CN" altLang="en-US" sz="4400" dirty="0" smtClean="0"/>
              <a:t>张清华  主编</a:t>
            </a:r>
            <a:r>
              <a:rPr lang="en-US" altLang="zh-CN" sz="4400" dirty="0" smtClean="0"/>
              <a:t/>
            </a:r>
            <a:br>
              <a:rPr lang="en-US" altLang="zh-CN" sz="4400" dirty="0" smtClean="0"/>
            </a:br>
            <a:r>
              <a:rPr lang="en-US" altLang="zh-CN" sz="4400" dirty="0" smtClean="0"/>
              <a:t/>
            </a:r>
            <a:br>
              <a:rPr lang="en-US" altLang="zh-CN" sz="4400" dirty="0" smtClean="0"/>
            </a:br>
            <a:r>
              <a:rPr lang="zh-CN" altLang="en-US" sz="4400" dirty="0" smtClean="0"/>
              <a:t>人工智能导论教学中心</a:t>
            </a:r>
            <a:r>
              <a:rPr lang="en-US" altLang="zh-CN" sz="4400" dirty="0" smtClean="0"/>
              <a:t/>
            </a:r>
            <a:br>
              <a:rPr lang="en-US" altLang="zh-CN" sz="4400" dirty="0" smtClean="0"/>
            </a:br>
            <a:endParaRPr lang="zh-CN" altLang="en-US" sz="4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88188" y="1673488"/>
            <a:ext cx="9415624" cy="2949311"/>
          </a:xfrm>
        </p:spPr>
        <p:txBody>
          <a:bodyPr>
            <a:normAutofit/>
          </a:bodyPr>
          <a:lstStyle/>
          <a:p>
            <a:pPr algn="ctr"/>
            <a:r>
              <a:rPr lang="zh-CN" altLang="en-US" sz="6600" dirty="0" smtClean="0"/>
              <a:t>第</a:t>
            </a:r>
            <a:r>
              <a:rPr lang="en-US" altLang="zh-CN" sz="6600" dirty="0"/>
              <a:t>1</a:t>
            </a:r>
            <a:r>
              <a:rPr lang="zh-CN" altLang="en-US" sz="6600" dirty="0"/>
              <a:t>章 绪论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/>
          <p:cNvSpPr/>
          <p:nvPr>
            <p:custDataLst>
              <p:tags r:id="rId2"/>
            </p:custDataLst>
          </p:nvPr>
        </p:nvSpPr>
        <p:spPr>
          <a:xfrm>
            <a:off x="4654662" y="742827"/>
            <a:ext cx="5148000" cy="1077724"/>
          </a:xfrm>
          <a:prstGeom prst="roundRect">
            <a:avLst>
              <a:gd name="adj" fmla="val 6375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olidFill>
                <a:schemeClr val="bg1"/>
              </a:solidFill>
              <a:latin typeface="+mn-ea"/>
              <a:sym typeface="+mn-ea"/>
            </a:endParaRPr>
          </a:p>
        </p:txBody>
      </p:sp>
      <p:cxnSp>
        <p:nvCxnSpPr>
          <p:cNvPr id="13" name="直接连接符 12"/>
          <p:cNvCxnSpPr>
            <a:cxnSpLocks/>
          </p:cNvCxnSpPr>
          <p:nvPr>
            <p:custDataLst>
              <p:tags r:id="rId3"/>
            </p:custDataLst>
          </p:nvPr>
        </p:nvCxnSpPr>
        <p:spPr>
          <a:xfrm rot="16200000">
            <a:off x="5799097" y="1281690"/>
            <a:ext cx="360000" cy="0"/>
          </a:xfrm>
          <a:prstGeom prst="line">
            <a:avLst/>
          </a:prstGeom>
          <a:ln w="25400" cap="rnd">
            <a:solidFill>
              <a:schemeClr val="accent1">
                <a:lumMod val="40000"/>
                <a:lumOff val="60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: 圆角 33"/>
          <p:cNvSpPr/>
          <p:nvPr>
            <p:custDataLst>
              <p:tags r:id="rId4"/>
            </p:custDataLst>
          </p:nvPr>
        </p:nvSpPr>
        <p:spPr>
          <a:xfrm>
            <a:off x="4654662" y="3442784"/>
            <a:ext cx="5148000" cy="1077724"/>
          </a:xfrm>
          <a:prstGeom prst="roundRect">
            <a:avLst>
              <a:gd name="adj" fmla="val 6375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olidFill>
                <a:schemeClr val="bg1"/>
              </a:solidFill>
              <a:latin typeface="+mn-ea"/>
              <a:sym typeface="+mn-ea"/>
            </a:endParaRPr>
          </a:p>
        </p:txBody>
      </p:sp>
      <p:cxnSp>
        <p:nvCxnSpPr>
          <p:cNvPr id="36" name="直接连接符 35"/>
          <p:cNvCxnSpPr>
            <a:cxnSpLocks/>
          </p:cNvCxnSpPr>
          <p:nvPr>
            <p:custDataLst>
              <p:tags r:id="rId5"/>
            </p:custDataLst>
          </p:nvPr>
        </p:nvCxnSpPr>
        <p:spPr>
          <a:xfrm rot="16200000">
            <a:off x="5799097" y="3981646"/>
            <a:ext cx="360000" cy="0"/>
          </a:xfrm>
          <a:prstGeom prst="line">
            <a:avLst/>
          </a:prstGeom>
          <a:ln w="25400" cap="rnd">
            <a:solidFill>
              <a:schemeClr val="accent1">
                <a:lumMod val="40000"/>
                <a:lumOff val="60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/>
          <p:cNvSpPr/>
          <p:nvPr>
            <p:custDataLst>
              <p:tags r:id="rId6"/>
            </p:custDataLst>
          </p:nvPr>
        </p:nvSpPr>
        <p:spPr>
          <a:xfrm>
            <a:off x="4662189" y="2179412"/>
            <a:ext cx="5148000" cy="1077724"/>
          </a:xfrm>
          <a:prstGeom prst="roundRect">
            <a:avLst>
              <a:gd name="adj" fmla="val 6375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olidFill>
                <a:schemeClr val="bg1"/>
              </a:solidFill>
              <a:latin typeface="+mn-ea"/>
              <a:sym typeface="+mn-ea"/>
            </a:endParaRPr>
          </a:p>
        </p:txBody>
      </p:sp>
      <p:cxnSp>
        <p:nvCxnSpPr>
          <p:cNvPr id="24" name="直接连接符 23"/>
          <p:cNvCxnSpPr>
            <a:cxnSpLocks/>
          </p:cNvCxnSpPr>
          <p:nvPr>
            <p:custDataLst>
              <p:tags r:id="rId7"/>
            </p:custDataLst>
          </p:nvPr>
        </p:nvCxnSpPr>
        <p:spPr>
          <a:xfrm rot="16200000">
            <a:off x="5806624" y="2718275"/>
            <a:ext cx="360000" cy="0"/>
          </a:xfrm>
          <a:prstGeom prst="line">
            <a:avLst/>
          </a:prstGeom>
          <a:ln w="25400" cap="rnd">
            <a:solidFill>
              <a:schemeClr val="accent1">
                <a:lumMod val="40000"/>
                <a:lumOff val="60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/>
          <p:cNvSpPr/>
          <p:nvPr>
            <p:custDataLst>
              <p:tags r:id="rId8"/>
            </p:custDataLst>
          </p:nvPr>
        </p:nvSpPr>
        <p:spPr>
          <a:xfrm>
            <a:off x="4662189" y="4879369"/>
            <a:ext cx="5148000" cy="1077724"/>
          </a:xfrm>
          <a:prstGeom prst="roundRect">
            <a:avLst>
              <a:gd name="adj" fmla="val 6375"/>
            </a:avLst>
          </a:prstGeom>
          <a:solidFill>
            <a:schemeClr val="accent1">
              <a:alpha val="1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olidFill>
                <a:schemeClr val="bg1"/>
              </a:solidFill>
              <a:latin typeface="+mn-ea"/>
              <a:sym typeface="+mn-ea"/>
            </a:endParaRPr>
          </a:p>
        </p:txBody>
      </p:sp>
      <p:cxnSp>
        <p:nvCxnSpPr>
          <p:cNvPr id="29" name="直接连接符 28"/>
          <p:cNvCxnSpPr>
            <a:cxnSpLocks/>
          </p:cNvCxnSpPr>
          <p:nvPr>
            <p:custDataLst>
              <p:tags r:id="rId9"/>
            </p:custDataLst>
          </p:nvPr>
        </p:nvCxnSpPr>
        <p:spPr>
          <a:xfrm rot="16200000">
            <a:off x="5806624" y="5418231"/>
            <a:ext cx="360000" cy="0"/>
          </a:xfrm>
          <a:prstGeom prst="line">
            <a:avLst/>
          </a:prstGeom>
          <a:ln w="25400" cap="rnd">
            <a:solidFill>
              <a:schemeClr val="accent1">
                <a:lumMod val="40000"/>
                <a:lumOff val="60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项标题"/>
          <p:cNvSpPr txBox="1"/>
          <p:nvPr>
            <p:custDataLst>
              <p:tags r:id="rId10"/>
            </p:custDataLst>
          </p:nvPr>
        </p:nvSpPr>
        <p:spPr>
          <a:xfrm>
            <a:off x="6420407" y="891629"/>
            <a:ext cx="3226086" cy="7801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spc="300" dirty="0">
                <a:solidFill>
                  <a:schemeClr val="tx2"/>
                </a:solidFill>
                <a:latin typeface="+mn-ea"/>
              </a:rPr>
              <a:t>人工智能概述</a:t>
            </a:r>
          </a:p>
        </p:txBody>
      </p:sp>
      <p:sp>
        <p:nvSpPr>
          <p:cNvPr id="26" name="序号"/>
          <p:cNvSpPr txBox="1"/>
          <p:nvPr>
            <p:custDataLst>
              <p:tags r:id="rId11"/>
            </p:custDataLst>
          </p:nvPr>
        </p:nvSpPr>
        <p:spPr>
          <a:xfrm>
            <a:off x="4806139" y="742827"/>
            <a:ext cx="925900" cy="107772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19000">
                      <a:schemeClr val="accent1"/>
                    </a:gs>
                    <a:gs pos="74000">
                      <a:schemeClr val="accent2"/>
                    </a:gs>
                  </a:gsLst>
                  <a:lin ang="2700000" scaled="1"/>
                  <a:tileRect/>
                </a:gradFill>
                <a:latin typeface="+mn-ea"/>
              </a:rPr>
              <a:t>01</a:t>
            </a:r>
          </a:p>
        </p:txBody>
      </p:sp>
      <p:sp>
        <p:nvSpPr>
          <p:cNvPr id="35" name="项标题"/>
          <p:cNvSpPr txBox="1"/>
          <p:nvPr>
            <p:custDataLst>
              <p:tags r:id="rId12"/>
            </p:custDataLst>
          </p:nvPr>
        </p:nvSpPr>
        <p:spPr>
          <a:xfrm>
            <a:off x="6420407" y="3591586"/>
            <a:ext cx="3226086" cy="7801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spc="300" dirty="0">
                <a:solidFill>
                  <a:schemeClr val="tx2"/>
                </a:solidFill>
                <a:latin typeface="+mn-ea"/>
              </a:rPr>
              <a:t>人工智能的研究内容</a:t>
            </a:r>
          </a:p>
        </p:txBody>
      </p:sp>
      <p:sp>
        <p:nvSpPr>
          <p:cNvPr id="37" name="序号"/>
          <p:cNvSpPr txBox="1"/>
          <p:nvPr>
            <p:custDataLst>
              <p:tags r:id="rId13"/>
            </p:custDataLst>
          </p:nvPr>
        </p:nvSpPr>
        <p:spPr>
          <a:xfrm>
            <a:off x="4806139" y="3442784"/>
            <a:ext cx="925900" cy="107772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19000">
                      <a:schemeClr val="accent1"/>
                    </a:gs>
                    <a:gs pos="74000">
                      <a:schemeClr val="accent2"/>
                    </a:gs>
                  </a:gsLst>
                  <a:lin ang="2700000" scaled="1"/>
                  <a:tileRect/>
                </a:gradFill>
                <a:latin typeface="+mn-ea"/>
              </a:rPr>
              <a:t>03</a:t>
            </a:r>
          </a:p>
        </p:txBody>
      </p:sp>
      <p:sp>
        <p:nvSpPr>
          <p:cNvPr id="23" name="项标题"/>
          <p:cNvSpPr txBox="1"/>
          <p:nvPr>
            <p:custDataLst>
              <p:tags r:id="rId14"/>
            </p:custDataLst>
          </p:nvPr>
        </p:nvSpPr>
        <p:spPr>
          <a:xfrm>
            <a:off x="6427934" y="2328214"/>
            <a:ext cx="3226086" cy="7801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spc="300" dirty="0">
                <a:solidFill>
                  <a:schemeClr val="tx2"/>
                </a:solidFill>
                <a:latin typeface="+mn-ea"/>
              </a:rPr>
              <a:t>人工智能的研究方法</a:t>
            </a:r>
          </a:p>
        </p:txBody>
      </p:sp>
      <p:sp>
        <p:nvSpPr>
          <p:cNvPr id="25" name="序号"/>
          <p:cNvSpPr txBox="1"/>
          <p:nvPr>
            <p:custDataLst>
              <p:tags r:id="rId15"/>
            </p:custDataLst>
          </p:nvPr>
        </p:nvSpPr>
        <p:spPr>
          <a:xfrm>
            <a:off x="4813666" y="2179412"/>
            <a:ext cx="925900" cy="107772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19000">
                      <a:schemeClr val="accent1"/>
                    </a:gs>
                    <a:gs pos="74000">
                      <a:schemeClr val="accent2"/>
                    </a:gs>
                  </a:gsLst>
                  <a:lin ang="2700000" scaled="1"/>
                  <a:tileRect/>
                </a:gradFill>
                <a:latin typeface="+mn-ea"/>
              </a:rPr>
              <a:t>02</a:t>
            </a:r>
          </a:p>
        </p:txBody>
      </p:sp>
      <p:sp>
        <p:nvSpPr>
          <p:cNvPr id="28" name="项标题"/>
          <p:cNvSpPr txBox="1"/>
          <p:nvPr>
            <p:custDataLst>
              <p:tags r:id="rId16"/>
            </p:custDataLst>
          </p:nvPr>
        </p:nvSpPr>
        <p:spPr>
          <a:xfrm>
            <a:off x="6427934" y="5028171"/>
            <a:ext cx="3226086" cy="7801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spc="300" dirty="0">
                <a:solidFill>
                  <a:schemeClr val="tx2"/>
                </a:solidFill>
                <a:latin typeface="+mn-ea"/>
              </a:rPr>
              <a:t>挑战与未来展望</a:t>
            </a:r>
          </a:p>
        </p:txBody>
      </p:sp>
      <p:sp>
        <p:nvSpPr>
          <p:cNvPr id="30" name="序号"/>
          <p:cNvSpPr txBox="1"/>
          <p:nvPr>
            <p:custDataLst>
              <p:tags r:id="rId17"/>
            </p:custDataLst>
          </p:nvPr>
        </p:nvSpPr>
        <p:spPr>
          <a:xfrm>
            <a:off x="4813666" y="4879369"/>
            <a:ext cx="925900" cy="107772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gradFill flip="none" rotWithShape="1">
                  <a:gsLst>
                    <a:gs pos="19000">
                      <a:schemeClr val="accent1"/>
                    </a:gs>
                    <a:gs pos="74000">
                      <a:schemeClr val="accent2"/>
                    </a:gs>
                  </a:gsLst>
                  <a:lin ang="2700000" scaled="1"/>
                  <a:tileRect/>
                </a:gradFill>
                <a:latin typeface="+mn-ea"/>
              </a:rPr>
              <a:t>04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132246" y="2864881"/>
            <a:ext cx="6495072" cy="1325563"/>
          </a:xfrm>
        </p:spPr>
        <p:txBody>
          <a:bodyPr/>
          <a:lstStyle/>
          <a:p>
            <a:pPr algn="ctr"/>
            <a:r>
              <a:rPr lang="en-US" altLang="zh-CN" dirty="0"/>
              <a:t>1.1 </a:t>
            </a:r>
            <a:r>
              <a:rPr lang="zh-CN" altLang="en-US" dirty="0"/>
              <a:t>人工智能概述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lIns="0" tIns="0" rIns="0" bIns="0">
            <a:normAutofit/>
          </a:bodyPr>
          <a:lstStyle/>
          <a:p>
            <a:r>
              <a:rPr lang="zh-CN" altLang="en-US" sz="3200" dirty="0"/>
              <a:t>定义与目标</a:t>
            </a: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681402" y="1734085"/>
            <a:ext cx="6277307" cy="7301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模拟、扩展和延伸人类智能的理论与技术</a:t>
            </a: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681402" y="1093610"/>
            <a:ext cx="6277307" cy="64376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3600" b="1" dirty="0">
                <a:solidFill>
                  <a:schemeClr val="accent1"/>
                </a:solidFill>
                <a:latin typeface="+mn-ea"/>
                <a:cs typeface="+mn-ea"/>
              </a:rPr>
              <a:t>定义</a:t>
            </a: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681402" y="4860279"/>
            <a:ext cx="6277307" cy="7301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让计算机具备感知、学习、推理、决策等能力</a:t>
            </a: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681402" y="4195560"/>
            <a:ext cx="6277307" cy="64376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3600" b="1" dirty="0">
                <a:solidFill>
                  <a:schemeClr val="accent1"/>
                </a:solidFill>
                <a:latin typeface="+mn-ea"/>
                <a:cs typeface="+mn-ea"/>
              </a:rPr>
              <a:t>目标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9507A49F-5D0F-8AE6-A69B-2238EBA51D8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690" b="3690"/>
          <a:stretch/>
        </p:blipFill>
        <p:spPr>
          <a:xfrm>
            <a:off x="7787196" y="835088"/>
            <a:ext cx="3950469" cy="5597260"/>
          </a:xfrm>
          <a:prstGeom prst="round1Rect">
            <a:avLst>
              <a:gd name="adj" fmla="val 39814"/>
            </a:avLst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1.1.1 </a:t>
            </a:r>
            <a:r>
              <a:rPr lang="zh-CN" altLang="en-US" dirty="0"/>
              <a:t>智能的起源</a:t>
            </a: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1"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7291" r="27291"/>
          <a:stretch/>
        </p:blipFill>
        <p:spPr>
          <a:xfrm>
            <a:off x="2274927" y="1799464"/>
            <a:ext cx="2627340" cy="2805145"/>
          </a:xfrm>
          <a:custGeom>
            <a:avLst/>
            <a:gdLst>
              <a:gd name="connsiteX0" fmla="*/ 1313698 w 2627403"/>
              <a:gd name="connsiteY0" fmla="*/ 0 h 2805212"/>
              <a:gd name="connsiteX1" fmla="*/ 1393218 w 2627403"/>
              <a:gd name="connsiteY1" fmla="*/ 19125 h 2805212"/>
              <a:gd name="connsiteX2" fmla="*/ 2529110 w 2627403"/>
              <a:gd name="connsiteY2" fmla="*/ 587071 h 2805212"/>
              <a:gd name="connsiteX3" fmla="*/ 2627403 w 2627403"/>
              <a:gd name="connsiteY3" fmla="*/ 746105 h 2805212"/>
              <a:gd name="connsiteX4" fmla="*/ 2627403 w 2627403"/>
              <a:gd name="connsiteY4" fmla="*/ 2059094 h 2805212"/>
              <a:gd name="connsiteX5" fmla="*/ 2529117 w 2627403"/>
              <a:gd name="connsiteY5" fmla="*/ 2218139 h 2805212"/>
              <a:gd name="connsiteX6" fmla="*/ 1393225 w 2627403"/>
              <a:gd name="connsiteY6" fmla="*/ 2786085 h 2805212"/>
              <a:gd name="connsiteX7" fmla="*/ 1234185 w 2627403"/>
              <a:gd name="connsiteY7" fmla="*/ 2786089 h 2805212"/>
              <a:gd name="connsiteX8" fmla="*/ 98293 w 2627403"/>
              <a:gd name="connsiteY8" fmla="*/ 2218143 h 2805212"/>
              <a:gd name="connsiteX9" fmla="*/ 0 w 2627403"/>
              <a:gd name="connsiteY9" fmla="*/ 2059109 h 2805212"/>
              <a:gd name="connsiteX10" fmla="*/ 0 w 2627403"/>
              <a:gd name="connsiteY10" fmla="*/ 746120 h 2805212"/>
              <a:gd name="connsiteX11" fmla="*/ 98286 w 2627403"/>
              <a:gd name="connsiteY11" fmla="*/ 587075 h 2805212"/>
              <a:gd name="connsiteX12" fmla="*/ 1234178 w 2627403"/>
              <a:gd name="connsiteY12" fmla="*/ 19129 h 2805212"/>
              <a:gd name="connsiteX13" fmla="*/ 1313698 w 2627403"/>
              <a:gd name="connsiteY13" fmla="*/ 0 h 280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27403" h="2805212">
                <a:moveTo>
                  <a:pt x="1313698" y="0"/>
                </a:moveTo>
                <a:cubicBezTo>
                  <a:pt x="1340707" y="-1"/>
                  <a:pt x="1367716" y="6374"/>
                  <a:pt x="1393218" y="19125"/>
                </a:cubicBezTo>
                <a:cubicBezTo>
                  <a:pt x="1444222" y="44627"/>
                  <a:pt x="2467209" y="556120"/>
                  <a:pt x="2529110" y="587071"/>
                </a:cubicBezTo>
                <a:cubicBezTo>
                  <a:pt x="2591012" y="618021"/>
                  <a:pt x="2627404" y="676896"/>
                  <a:pt x="2627403" y="746105"/>
                </a:cubicBezTo>
                <a:lnTo>
                  <a:pt x="2627403" y="2059094"/>
                </a:lnTo>
                <a:cubicBezTo>
                  <a:pt x="2627404" y="2128301"/>
                  <a:pt x="2591020" y="2187187"/>
                  <a:pt x="2529117" y="2218139"/>
                </a:cubicBezTo>
                <a:cubicBezTo>
                  <a:pt x="2467217" y="2249089"/>
                  <a:pt x="1444230" y="2760582"/>
                  <a:pt x="1393225" y="2786085"/>
                </a:cubicBezTo>
                <a:cubicBezTo>
                  <a:pt x="1342222" y="2811586"/>
                  <a:pt x="1285190" y="2811590"/>
                  <a:pt x="1234185" y="2786089"/>
                </a:cubicBezTo>
                <a:cubicBezTo>
                  <a:pt x="1183181" y="2760586"/>
                  <a:pt x="160195" y="2249092"/>
                  <a:pt x="98293" y="2218143"/>
                </a:cubicBezTo>
                <a:cubicBezTo>
                  <a:pt x="36393" y="2187191"/>
                  <a:pt x="1" y="2128316"/>
                  <a:pt x="0" y="2059109"/>
                </a:cubicBezTo>
                <a:cubicBezTo>
                  <a:pt x="1" y="1989900"/>
                  <a:pt x="1" y="815327"/>
                  <a:pt x="0" y="746120"/>
                </a:cubicBezTo>
                <a:cubicBezTo>
                  <a:pt x="1" y="676911"/>
                  <a:pt x="36386" y="618025"/>
                  <a:pt x="98286" y="587075"/>
                </a:cubicBezTo>
                <a:cubicBezTo>
                  <a:pt x="160188" y="556123"/>
                  <a:pt x="1183174" y="44630"/>
                  <a:pt x="1234178" y="19129"/>
                </a:cubicBezTo>
                <a:cubicBezTo>
                  <a:pt x="1259681" y="6378"/>
                  <a:pt x="1286689" y="1"/>
                  <a:pt x="131369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506596" y="5331885"/>
            <a:ext cx="4162325" cy="11048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从化学起源到生物智能的演化</a:t>
            </a: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2085702" y="4831517"/>
            <a:ext cx="3004748" cy="4622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kern="0" dirty="0">
                <a:solidFill>
                  <a:schemeClr val="accent1"/>
                </a:solidFill>
                <a:latin typeface="+mn-ea"/>
                <a:cs typeface="+mn-ea"/>
              </a:rPr>
              <a:t>智能起源</a:t>
            </a: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2"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" r="20"/>
          <a:stretch/>
        </p:blipFill>
        <p:spPr>
          <a:xfrm>
            <a:off x="7285592" y="1799464"/>
            <a:ext cx="2627340" cy="2805145"/>
          </a:xfrm>
          <a:custGeom>
            <a:avLst/>
            <a:gdLst>
              <a:gd name="connsiteX0" fmla="*/ 1313698 w 2627403"/>
              <a:gd name="connsiteY0" fmla="*/ 0 h 2805212"/>
              <a:gd name="connsiteX1" fmla="*/ 1393218 w 2627403"/>
              <a:gd name="connsiteY1" fmla="*/ 19125 h 2805212"/>
              <a:gd name="connsiteX2" fmla="*/ 2529110 w 2627403"/>
              <a:gd name="connsiteY2" fmla="*/ 587071 h 2805212"/>
              <a:gd name="connsiteX3" fmla="*/ 2627403 w 2627403"/>
              <a:gd name="connsiteY3" fmla="*/ 746105 h 2805212"/>
              <a:gd name="connsiteX4" fmla="*/ 2627403 w 2627403"/>
              <a:gd name="connsiteY4" fmla="*/ 2059094 h 2805212"/>
              <a:gd name="connsiteX5" fmla="*/ 2529117 w 2627403"/>
              <a:gd name="connsiteY5" fmla="*/ 2218139 h 2805212"/>
              <a:gd name="connsiteX6" fmla="*/ 1393225 w 2627403"/>
              <a:gd name="connsiteY6" fmla="*/ 2786085 h 2805212"/>
              <a:gd name="connsiteX7" fmla="*/ 1234185 w 2627403"/>
              <a:gd name="connsiteY7" fmla="*/ 2786089 h 2805212"/>
              <a:gd name="connsiteX8" fmla="*/ 98293 w 2627403"/>
              <a:gd name="connsiteY8" fmla="*/ 2218143 h 2805212"/>
              <a:gd name="connsiteX9" fmla="*/ 0 w 2627403"/>
              <a:gd name="connsiteY9" fmla="*/ 2059109 h 2805212"/>
              <a:gd name="connsiteX10" fmla="*/ 0 w 2627403"/>
              <a:gd name="connsiteY10" fmla="*/ 746120 h 2805212"/>
              <a:gd name="connsiteX11" fmla="*/ 98286 w 2627403"/>
              <a:gd name="connsiteY11" fmla="*/ 587075 h 2805212"/>
              <a:gd name="connsiteX12" fmla="*/ 1234178 w 2627403"/>
              <a:gd name="connsiteY12" fmla="*/ 19129 h 2805212"/>
              <a:gd name="connsiteX13" fmla="*/ 1313698 w 2627403"/>
              <a:gd name="connsiteY13" fmla="*/ 0 h 280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27403" h="2805212">
                <a:moveTo>
                  <a:pt x="1313698" y="0"/>
                </a:moveTo>
                <a:cubicBezTo>
                  <a:pt x="1340707" y="-1"/>
                  <a:pt x="1367715" y="6374"/>
                  <a:pt x="1393218" y="19125"/>
                </a:cubicBezTo>
                <a:cubicBezTo>
                  <a:pt x="1444222" y="44627"/>
                  <a:pt x="2467209" y="556120"/>
                  <a:pt x="2529110" y="587071"/>
                </a:cubicBezTo>
                <a:cubicBezTo>
                  <a:pt x="2591012" y="618021"/>
                  <a:pt x="2627404" y="676896"/>
                  <a:pt x="2627403" y="746105"/>
                </a:cubicBezTo>
                <a:cubicBezTo>
                  <a:pt x="2627404" y="815312"/>
                  <a:pt x="2627404" y="1989885"/>
                  <a:pt x="2627403" y="2059094"/>
                </a:cubicBezTo>
                <a:cubicBezTo>
                  <a:pt x="2627404" y="2128301"/>
                  <a:pt x="2591020" y="2187187"/>
                  <a:pt x="2529117" y="2218139"/>
                </a:cubicBezTo>
                <a:cubicBezTo>
                  <a:pt x="2467217" y="2249089"/>
                  <a:pt x="1444230" y="2760582"/>
                  <a:pt x="1393225" y="2786085"/>
                </a:cubicBezTo>
                <a:cubicBezTo>
                  <a:pt x="1342222" y="2811586"/>
                  <a:pt x="1285190" y="2811590"/>
                  <a:pt x="1234185" y="2786089"/>
                </a:cubicBezTo>
                <a:cubicBezTo>
                  <a:pt x="1183181" y="2760586"/>
                  <a:pt x="160195" y="2249092"/>
                  <a:pt x="98293" y="2218143"/>
                </a:cubicBezTo>
                <a:cubicBezTo>
                  <a:pt x="36393" y="2187191"/>
                  <a:pt x="1" y="2128316"/>
                  <a:pt x="0" y="2059109"/>
                </a:cubicBezTo>
                <a:cubicBezTo>
                  <a:pt x="1" y="1989900"/>
                  <a:pt x="1" y="815327"/>
                  <a:pt x="0" y="746120"/>
                </a:cubicBezTo>
                <a:cubicBezTo>
                  <a:pt x="1" y="676911"/>
                  <a:pt x="36386" y="618025"/>
                  <a:pt x="98286" y="587075"/>
                </a:cubicBezTo>
                <a:cubicBezTo>
                  <a:pt x="160188" y="556123"/>
                  <a:pt x="1183174" y="44630"/>
                  <a:pt x="1234178" y="19129"/>
                </a:cubicBezTo>
                <a:cubicBezTo>
                  <a:pt x="1259681" y="6378"/>
                  <a:pt x="1286689" y="1"/>
                  <a:pt x="131369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6518531" y="5331885"/>
            <a:ext cx="4162325" cy="11048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感知、记忆、思维、学习、行为能力</a:t>
            </a: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7097637" y="4831517"/>
            <a:ext cx="3004748" cy="4622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kern="0" dirty="0">
                <a:solidFill>
                  <a:schemeClr val="accent1"/>
                </a:solidFill>
                <a:latin typeface="+mn-ea"/>
                <a:cs typeface="+mn-ea"/>
              </a:rPr>
              <a:t>智能特征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 14"/>
          <p:cNvSpPr/>
          <p:nvPr>
            <p:custDataLst>
              <p:tags r:id="rId2"/>
            </p:custDataLst>
          </p:nvPr>
        </p:nvSpPr>
        <p:spPr>
          <a:xfrm flipH="1" flipV="1">
            <a:off x="2199562" y="2970666"/>
            <a:ext cx="3409950" cy="2887345"/>
          </a:xfrm>
          <a:custGeom>
            <a:avLst/>
            <a:gdLst>
              <a:gd name="connsiteX0" fmla="*/ 1 w 570"/>
              <a:gd name="connsiteY0" fmla="*/ 476 h 476"/>
              <a:gd name="connsiteX1" fmla="*/ 0 w 570"/>
              <a:gd name="connsiteY1" fmla="*/ 0 h 476"/>
              <a:gd name="connsiteX2" fmla="*/ 570 w 570"/>
              <a:gd name="connsiteY2" fmla="*/ 476 h 476"/>
              <a:gd name="connsiteX3" fmla="*/ 1 w 570"/>
              <a:gd name="connsiteY3" fmla="*/ 476 h 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0" h="4547">
                <a:moveTo>
                  <a:pt x="579" y="0"/>
                </a:moveTo>
                <a:lnTo>
                  <a:pt x="1030" y="362"/>
                </a:lnTo>
                <a:lnTo>
                  <a:pt x="5026" y="362"/>
                </a:lnTo>
                <a:cubicBezTo>
                  <a:pt x="5185" y="362"/>
                  <a:pt x="5317" y="471"/>
                  <a:pt x="5354" y="618"/>
                </a:cubicBezTo>
                <a:lnTo>
                  <a:pt x="5355" y="624"/>
                </a:lnTo>
                <a:lnTo>
                  <a:pt x="5359" y="638"/>
                </a:lnTo>
                <a:cubicBezTo>
                  <a:pt x="5366" y="666"/>
                  <a:pt x="5370" y="695"/>
                  <a:pt x="5370" y="726"/>
                </a:cubicBezTo>
                <a:lnTo>
                  <a:pt x="5370" y="4198"/>
                </a:lnTo>
                <a:cubicBezTo>
                  <a:pt x="5370" y="4391"/>
                  <a:pt x="5214" y="4547"/>
                  <a:pt x="5021" y="4547"/>
                </a:cubicBezTo>
                <a:lnTo>
                  <a:pt x="349" y="4547"/>
                </a:lnTo>
                <a:cubicBezTo>
                  <a:pt x="258" y="4547"/>
                  <a:pt x="176" y="4513"/>
                  <a:pt x="114" y="4456"/>
                </a:cubicBezTo>
                <a:lnTo>
                  <a:pt x="114" y="4456"/>
                </a:lnTo>
                <a:lnTo>
                  <a:pt x="111" y="4453"/>
                </a:lnTo>
                <a:cubicBezTo>
                  <a:pt x="43" y="4392"/>
                  <a:pt x="0" y="4302"/>
                  <a:pt x="0" y="4203"/>
                </a:cubicBezTo>
                <a:lnTo>
                  <a:pt x="0" y="4198"/>
                </a:lnTo>
                <a:lnTo>
                  <a:pt x="0" y="726"/>
                </a:lnTo>
                <a:lnTo>
                  <a:pt x="0" y="700"/>
                </a:lnTo>
                <a:cubicBezTo>
                  <a:pt x="0" y="513"/>
                  <a:pt x="151" y="362"/>
                  <a:pt x="338" y="362"/>
                </a:cubicBezTo>
                <a:lnTo>
                  <a:pt x="580" y="362"/>
                </a:lnTo>
                <a:lnTo>
                  <a:pt x="579" y="0"/>
                </a:lnTo>
                <a:close/>
              </a:path>
            </a:pathLst>
          </a:custGeom>
          <a:gradFill>
            <a:gsLst>
              <a:gs pos="80000">
                <a:schemeClr val="accent1">
                  <a:alpha val="60000"/>
                </a:schemeClr>
              </a:gs>
              <a:gs pos="0">
                <a:schemeClr val="accent1">
                  <a:lumMod val="60000"/>
                  <a:lumOff val="40000"/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 15"/>
          <p:cNvSpPr/>
          <p:nvPr>
            <p:custDataLst>
              <p:tags r:id="rId3"/>
            </p:custDataLst>
          </p:nvPr>
        </p:nvSpPr>
        <p:spPr>
          <a:xfrm>
            <a:off x="704137" y="1826396"/>
            <a:ext cx="4646295" cy="3843064"/>
          </a:xfrm>
          <a:custGeom>
            <a:avLst/>
            <a:gdLst>
              <a:gd name="adj" fmla="val 8696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317" h="6052">
                <a:moveTo>
                  <a:pt x="489" y="0"/>
                </a:moveTo>
                <a:lnTo>
                  <a:pt x="6828" y="0"/>
                </a:lnTo>
                <a:cubicBezTo>
                  <a:pt x="7098" y="0"/>
                  <a:pt x="7317" y="219"/>
                  <a:pt x="7317" y="489"/>
                </a:cubicBezTo>
                <a:lnTo>
                  <a:pt x="7317" y="5134"/>
                </a:lnTo>
                <a:cubicBezTo>
                  <a:pt x="7317" y="5404"/>
                  <a:pt x="7098" y="5623"/>
                  <a:pt x="6828" y="5623"/>
                </a:cubicBezTo>
                <a:lnTo>
                  <a:pt x="1234" y="5623"/>
                </a:lnTo>
                <a:lnTo>
                  <a:pt x="699" y="6052"/>
                </a:lnTo>
                <a:lnTo>
                  <a:pt x="700" y="5623"/>
                </a:lnTo>
                <a:lnTo>
                  <a:pt x="489" y="5623"/>
                </a:lnTo>
                <a:cubicBezTo>
                  <a:pt x="219" y="5623"/>
                  <a:pt x="0" y="5404"/>
                  <a:pt x="0" y="5134"/>
                </a:cubicBezTo>
                <a:lnTo>
                  <a:pt x="0" y="489"/>
                </a:lnTo>
                <a:cubicBezTo>
                  <a:pt x="0" y="219"/>
                  <a:pt x="219" y="0"/>
                  <a:pt x="489" y="0"/>
                </a:cubicBezTo>
                <a:close/>
              </a:path>
            </a:pathLst>
          </a:custGeom>
          <a:gradFill>
            <a:gsLst>
              <a:gs pos="65000">
                <a:schemeClr val="accent1"/>
              </a:gs>
              <a:gs pos="20000">
                <a:schemeClr val="accent1">
                  <a:lumMod val="60000"/>
                  <a:lumOff val="4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4" name="图片 13" descr="/data/temp/e4bed491-1910-11f0-8ad8-4ac7169b4df7.jpge4bed491-1910-11f0-8ad8-4ac7169b4df7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0" cstate="print"/>
          <a:srcRect l="5624" r="5624"/>
          <a:stretch>
            <a:fillRect/>
          </a:stretch>
        </p:blipFill>
        <p:spPr>
          <a:xfrm>
            <a:off x="838200" y="1971302"/>
            <a:ext cx="4356100" cy="3274060"/>
          </a:xfrm>
          <a:prstGeom prst="roundRect">
            <a:avLst>
              <a:gd name="adj" fmla="val 6291"/>
            </a:avLst>
          </a:pr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1.1.1 </a:t>
            </a:r>
            <a:r>
              <a:rPr lang="zh-CN" altLang="en-US" dirty="0"/>
              <a:t>智能的起源：化学起源假说</a:t>
            </a: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6096000" y="1560412"/>
            <a:ext cx="5246174" cy="168570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化学起源假说描述了从无机分子到有机小分子，再到生物大分子，最终形成原始生命的演化过程。</a:t>
            </a:r>
          </a:p>
        </p:txBody>
      </p:sp>
      <p:sp>
        <p:nvSpPr>
          <p:cNvPr id="10" name="圆角矩形 24"/>
          <p:cNvSpPr/>
          <p:nvPr>
            <p:custDataLst>
              <p:tags r:id="rId7"/>
            </p:custDataLst>
          </p:nvPr>
        </p:nvSpPr>
        <p:spPr>
          <a:xfrm>
            <a:off x="6200308" y="3985175"/>
            <a:ext cx="1826527" cy="529190"/>
          </a:xfrm>
          <a:prstGeom prst="roundRect">
            <a:avLst>
              <a:gd name="adj" fmla="val 1199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演化过程</a:t>
            </a: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6200307" y="4610305"/>
            <a:ext cx="5656015" cy="149849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无机分子 → 有机小分子 → 生物大分子 → 原始生命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1.1.1 </a:t>
            </a:r>
            <a:r>
              <a:rPr lang="zh-CN" altLang="en-US" dirty="0"/>
              <a:t>智能的起源：生命演化与生物智能</a:t>
            </a: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749136" y="2912284"/>
            <a:ext cx="3032409" cy="8760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生命演化通过自然选择和物种多样性，展示了生物智能的逐步形成。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749135" y="2231458"/>
            <a:ext cx="4242251" cy="5912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生命演化</a:t>
            </a: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901097" y="1493960"/>
            <a:ext cx="1325415" cy="991788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50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7200" b="1" kern="0" dirty="0">
                <a:solidFill>
                  <a:schemeClr val="accent1"/>
                </a:solidFill>
                <a:latin typeface="+mn-ea"/>
                <a:cs typeface="+mn-ea"/>
              </a:rPr>
              <a:t>01</a:t>
            </a:r>
            <a:endParaRPr lang="zh-CN" altLang="en-US" sz="72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" name="图片 15" descr="/data/temp/e5a0c101-1910-11f0-9da1-261b173b62cb.jpge5a0c101-1910-11f0-9da1-261b173b62cb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9" cstate="print"/>
          <a:srcRect t="3081" b="3081"/>
          <a:stretch>
            <a:fillRect/>
          </a:stretch>
        </p:blipFill>
        <p:spPr>
          <a:xfrm>
            <a:off x="901097" y="4362702"/>
            <a:ext cx="2880449" cy="152000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4607363" y="2912284"/>
            <a:ext cx="3022245" cy="8760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生物智能包括细菌群体智能、植物化学信号、鸟类工具使用、海豚社会行为等。</a:t>
            </a: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4607362" y="2231458"/>
            <a:ext cx="4242251" cy="5912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生物智能</a:t>
            </a:r>
          </a:p>
        </p:txBody>
      </p:sp>
      <p:sp>
        <p:nvSpPr>
          <p:cNvPr id="20" name="矩形 19"/>
          <p:cNvSpPr/>
          <p:nvPr>
            <p:custDataLst>
              <p:tags r:id="rId9"/>
            </p:custDataLst>
          </p:nvPr>
        </p:nvSpPr>
        <p:spPr>
          <a:xfrm>
            <a:off x="4759324" y="1493960"/>
            <a:ext cx="1325415" cy="991788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50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7200" b="1" kern="0">
                <a:solidFill>
                  <a:schemeClr val="accent1"/>
                </a:solidFill>
                <a:latin typeface="+mn-ea"/>
                <a:cs typeface="+mn-ea"/>
              </a:rPr>
              <a:t>02</a:t>
            </a:r>
            <a:endParaRPr lang="zh-CN" altLang="en-US" sz="7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1" name="图片 20" descr="/data/temp/e5a0c176-1910-11f0-9da1-261b173b62cb.jpge5a0c176-1910-11f0-9da1-261b173b62cb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20" cstate="print"/>
          <a:srcRect t="10411" b="10411"/>
          <a:stretch>
            <a:fillRect/>
          </a:stretch>
        </p:blipFill>
        <p:spPr>
          <a:xfrm>
            <a:off x="4759324" y="4362702"/>
            <a:ext cx="2880449" cy="152000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8465590" y="2912284"/>
            <a:ext cx="2977274" cy="87609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细菌群体智能、植物化学信号、鸟类工具使用、海豚社会行为</a:t>
            </a: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8465590" y="2231458"/>
            <a:ext cx="4242250" cy="5912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智能表现</a:t>
            </a:r>
          </a:p>
        </p:txBody>
      </p:sp>
      <p:sp>
        <p:nvSpPr>
          <p:cNvPr id="25" name="矩形 24"/>
          <p:cNvSpPr/>
          <p:nvPr>
            <p:custDataLst>
              <p:tags r:id="rId13"/>
            </p:custDataLst>
          </p:nvPr>
        </p:nvSpPr>
        <p:spPr>
          <a:xfrm>
            <a:off x="8617551" y="1493960"/>
            <a:ext cx="1325415" cy="991788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5000" lnSpcReduction="1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7200" b="1" kern="0">
                <a:solidFill>
                  <a:schemeClr val="accent1"/>
                </a:solidFill>
                <a:latin typeface="+mn-ea"/>
                <a:cs typeface="+mn-ea"/>
              </a:rPr>
              <a:t>03</a:t>
            </a:r>
            <a:endParaRPr lang="zh-CN" altLang="en-US" sz="7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6" name="图片 25" descr="/data/temp/e5a0c233-1910-11f0-9da1-261b173b62cb.jpg@base@tag=imgScale&amp;m=1&amp;w=799&amp;h=422&amp;q=95e5a0c233-1910-11f0-9da1-261b173b62cb"/>
          <p:cNvPicPr>
            <a:picLocks noChangeAspect="1"/>
          </p:cNvPicPr>
          <p:nvPr>
            <p:custDataLst>
              <p:tags r:id="rId14"/>
            </p:custDataLst>
          </p:nvPr>
        </p:nvPicPr>
        <p:blipFill rotWithShape="1">
          <a:blip r:embed="rId21"/>
          <a:srcRect t="10298" b="10298"/>
          <a:stretch>
            <a:fillRect/>
          </a:stretch>
        </p:blipFill>
        <p:spPr>
          <a:xfrm>
            <a:off x="8617551" y="4362702"/>
            <a:ext cx="2880449" cy="152000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cxnSp>
        <p:nvCxnSpPr>
          <p:cNvPr id="35" name="直接连接符 34"/>
          <p:cNvCxnSpPr/>
          <p:nvPr>
            <p:custDataLst>
              <p:tags r:id="rId15"/>
            </p:custDataLst>
          </p:nvPr>
        </p:nvCxnSpPr>
        <p:spPr>
          <a:xfrm>
            <a:off x="695960" y="1493960"/>
            <a:ext cx="0" cy="4407542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16"/>
            </p:custDataLst>
          </p:nvPr>
        </p:nvCxnSpPr>
        <p:spPr>
          <a:xfrm>
            <a:off x="4544025" y="1493960"/>
            <a:ext cx="0" cy="4407542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>
            <p:custDataLst>
              <p:tags r:id="rId17"/>
            </p:custDataLst>
          </p:nvPr>
        </p:nvCxnSpPr>
        <p:spPr>
          <a:xfrm>
            <a:off x="8400347" y="1493960"/>
            <a:ext cx="0" cy="4407542"/>
          </a:xfrm>
          <a:prstGeom prst="line">
            <a:avLst/>
          </a:prstGeom>
          <a:ln w="19050">
            <a:solidFill>
              <a:schemeClr val="tx1">
                <a:lumMod val="40000"/>
                <a:lumOff val="60000"/>
                <a:alpha val="3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AA2F60-5070-BF5D-E1FF-4929307A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xmlns="" id="{9C8E1530-FFAD-4E43-C4D2-856508E9922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1.1.1 </a:t>
            </a:r>
            <a:r>
              <a:rPr lang="zh-CN" altLang="en-US" dirty="0"/>
              <a:t>智能的起源：感知与记忆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xmlns="" id="{3B9A3929-BE75-2AF1-D1E0-125080B3529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94781" y="1904908"/>
            <a:ext cx="908707" cy="5882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cs typeface="+mn-ea"/>
                <a:sym typeface="+mn-ea"/>
              </a:rPr>
              <a:t>01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xmlns="" id="{2DD2262E-ED1D-102E-1119-21EA2498BB3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4781" y="4795898"/>
            <a:ext cx="908707" cy="5882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cs typeface="+mn-ea"/>
                <a:sym typeface="+mn-ea"/>
              </a:rPr>
              <a:t>02</a:t>
            </a:r>
            <a:endParaRPr lang="en-US" altLang="zh-CN" sz="2400" b="1" dirty="0">
              <a:solidFill>
                <a:srgbClr val="FFFFFF"/>
              </a:solidFill>
              <a:cs typeface="+mn-ea"/>
              <a:sym typeface="+mn-ea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DCC045F8-DE5D-6128-7F81-D80C21227814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749135" y="2853696"/>
            <a:ext cx="0" cy="1717550"/>
          </a:xfrm>
          <a:prstGeom prst="line">
            <a:avLst/>
          </a:prstGeom>
          <a:solidFill>
            <a:srgbClr val="00993F"/>
          </a:solidFill>
          <a:ln w="12700">
            <a:solidFill>
              <a:schemeClr val="tx1">
                <a:alpha val="4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B00978A0-5D2A-BC85-58DB-E75999E94E17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496304" y="1680256"/>
            <a:ext cx="3991490" cy="381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 dirty="0">
                <a:solidFill>
                  <a:schemeClr val="accent1"/>
                </a:solidFill>
                <a:uFillTx/>
                <a:latin typeface="+mn-ea"/>
                <a:cs typeface="+mn-ea"/>
                <a:sym typeface="+mn-ea"/>
              </a:rPr>
              <a:t>感知能力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21E0BD2-B747-7212-8BE1-5EE035863B8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496304" y="2062738"/>
            <a:ext cx="3991490" cy="1325871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通过感觉器官获取外部信息，是智能的基础特征。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7EFF1C47-0A36-E8A3-3FE7-AADFE7169A4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554756" y="4571246"/>
            <a:ext cx="3901233" cy="381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>
                <a:solidFill>
                  <a:schemeClr val="accent1"/>
                </a:solidFill>
                <a:uFillTx/>
                <a:latin typeface="+mn-ea"/>
                <a:cs typeface="+mn-ea"/>
                <a:sym typeface="+mn-ea"/>
              </a:rPr>
              <a:t>记忆能力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955E9113-D674-7CAA-68E3-AE2521ED1C5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554756" y="4931783"/>
            <a:ext cx="3900814" cy="1325871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记忆是智能的重要组成部分，涉及信息的存储与回忆。</a:t>
            </a:r>
          </a:p>
        </p:txBody>
      </p:sp>
      <p:pic>
        <p:nvPicPr>
          <p:cNvPr id="18" name="图片 17" descr="/data/temp/f1d9fefd-1910-11f0-b620-7aba3389e942.jpgf1d9fefd-1910-11f0-b620-7aba3389e942">
            <a:extLst>
              <a:ext uri="{FF2B5EF4-FFF2-40B4-BE49-F238E27FC236}">
                <a16:creationId xmlns:a16="http://schemas.microsoft.com/office/drawing/2014/main" xmlns="" id="{EEF74862-DF0B-B2D4-BB2D-E51EB6BF438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2" cstate="print"/>
          <a:srcRect l="7802" r="7802"/>
          <a:stretch>
            <a:fillRect/>
          </a:stretch>
        </p:blipFill>
        <p:spPr>
          <a:xfrm>
            <a:off x="6736013" y="3585154"/>
            <a:ext cx="3900813" cy="308047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xmlns="" id="{CEC54901-DCD9-54EF-A420-09578EFFD1C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832" t="2923" r="1772" b="3098"/>
          <a:stretch/>
        </p:blipFill>
        <p:spPr>
          <a:xfrm>
            <a:off x="6736013" y="1397000"/>
            <a:ext cx="3830388" cy="218815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xmlns="" val="72565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1.1.1 </a:t>
            </a:r>
            <a:r>
              <a:rPr lang="zh-CN" altLang="en-US" dirty="0"/>
              <a:t>智能的起源：思维与学习</a:t>
            </a: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695960" y="1416072"/>
            <a:ext cx="3358599" cy="4643712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4417279" y="1416072"/>
            <a:ext cx="3358599" cy="46437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8137963" y="1416072"/>
            <a:ext cx="3358599" cy="4643712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pic>
        <p:nvPicPr>
          <p:cNvPr id="9" name="图片 8" descr="/data/temp/e5c028b6-1910-11f0-9866-0e262c253ad7.jpge5c028b6-1910-11f0-9866-0e262c253ad7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6" cstate="print"/>
          <a:srcRect t="8650" r="304" b="6443"/>
          <a:stretch>
            <a:fillRect/>
          </a:stretch>
        </p:blipFill>
        <p:spPr>
          <a:xfrm>
            <a:off x="8137963" y="1416072"/>
            <a:ext cx="3358599" cy="190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9" name="图片 18" descr="/data/temp/e5c02888-1910-11f0-9866-0e262c253ad7.jpge5c02888-1910-11f0-9866-0e262c253ad7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7" cstate="print"/>
          <a:srcRect t="6613" b="6613"/>
          <a:stretch>
            <a:fillRect/>
          </a:stretch>
        </p:blipFill>
        <p:spPr>
          <a:xfrm>
            <a:off x="4417279" y="1416072"/>
            <a:ext cx="3358599" cy="190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pic>
        <p:nvPicPr>
          <p:cNvPr id="20" name="图片 19" descr="/data/temp/e5c02816-1910-11f0-9866-0e262c253ad7.jpge5c02816-1910-11f0-9866-0e262c253ad7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8" cstate="print"/>
          <a:srcRect l="2841" t="5472" r="1194" b="12798"/>
          <a:stretch>
            <a:fillRect/>
          </a:stretch>
        </p:blipFill>
        <p:spPr>
          <a:xfrm>
            <a:off x="695960" y="1416072"/>
            <a:ext cx="3358599" cy="190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1052851" y="3505980"/>
            <a:ext cx="2661228" cy="5327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逻辑思维</a:t>
            </a: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1052216" y="4139112"/>
            <a:ext cx="2661864" cy="18350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逻辑思维是智能的核心，涉及推理和问题解决。</a:t>
            </a: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4774170" y="3505980"/>
            <a:ext cx="2659955" cy="53278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形象思维</a:t>
            </a: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4773535" y="4139112"/>
            <a:ext cx="2661864" cy="18350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+mn-ea"/>
                <a:cs typeface="+mn-ea"/>
              </a:rPr>
              <a:t>形象思维通过图像和视觉信息处理，辅助决策。</a:t>
            </a:r>
          </a:p>
        </p:txBody>
      </p:sp>
      <p:sp>
        <p:nvSpPr>
          <p:cNvPr id="25" name="矩形 24"/>
          <p:cNvSpPr/>
          <p:nvPr>
            <p:custDataLst>
              <p:tags r:id="rId13"/>
            </p:custDataLst>
          </p:nvPr>
        </p:nvSpPr>
        <p:spPr>
          <a:xfrm>
            <a:off x="8496124" y="3505980"/>
            <a:ext cx="2658049" cy="53278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学习能力</a:t>
            </a:r>
          </a:p>
        </p:txBody>
      </p:sp>
      <p:sp>
        <p:nvSpPr>
          <p:cNvPr id="26" name="矩形 25"/>
          <p:cNvSpPr/>
          <p:nvPr>
            <p:custDataLst>
              <p:tags r:id="rId14"/>
            </p:custDataLst>
          </p:nvPr>
        </p:nvSpPr>
        <p:spPr>
          <a:xfrm>
            <a:off x="8494219" y="4139112"/>
            <a:ext cx="2661864" cy="18350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通过与环境交互积累知识，是智能发展的重要途径。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1769533"/>
            <a:ext cx="12192635" cy="358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7543" y="1246305"/>
            <a:ext cx="2468848" cy="5046109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5" name="图片 24" descr="/data/temp/e87ebbd6-1910-11f0-b0ce-5ae84f3a5889.jpge87ebbd6-1910-11f0-b0ce-5ae84f3a588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alphaModFix amt="50000"/>
          </a:blip>
          <a:srcRect t="486" b="486"/>
          <a:stretch>
            <a:fillRect/>
          </a:stretch>
        </p:blipFill>
        <p:spPr>
          <a:xfrm>
            <a:off x="1193005" y="1346558"/>
            <a:ext cx="2238375" cy="4845600"/>
          </a:xfrm>
          <a:custGeom>
            <a:avLst/>
            <a:gdLst>
              <a:gd name="connsiteX0" fmla="*/ 840582 w 2238375"/>
              <a:gd name="connsiteY0" fmla="*/ 59648 h 4845600"/>
              <a:gd name="connsiteX1" fmla="*/ 737458 w 2238375"/>
              <a:gd name="connsiteY1" fmla="*/ 128003 h 4845600"/>
              <a:gd name="connsiteX2" fmla="*/ 728663 w 2238375"/>
              <a:gd name="connsiteY2" fmla="*/ 171567 h 4845600"/>
              <a:gd name="connsiteX3" fmla="*/ 737458 w 2238375"/>
              <a:gd name="connsiteY3" fmla="*/ 215130 h 4845600"/>
              <a:gd name="connsiteX4" fmla="*/ 840582 w 2238375"/>
              <a:gd name="connsiteY4" fmla="*/ 283485 h 4845600"/>
              <a:gd name="connsiteX5" fmla="*/ 1390649 w 2238375"/>
              <a:gd name="connsiteY5" fmla="*/ 283486 h 4845600"/>
              <a:gd name="connsiteX6" fmla="*/ 1502568 w 2238375"/>
              <a:gd name="connsiteY6" fmla="*/ 171567 h 4845600"/>
              <a:gd name="connsiteX7" fmla="*/ 1502569 w 2238375"/>
              <a:gd name="connsiteY7" fmla="*/ 171567 h 4845600"/>
              <a:gd name="connsiteX8" fmla="*/ 1390650 w 2238375"/>
              <a:gd name="connsiteY8" fmla="*/ 59648 h 4845600"/>
              <a:gd name="connsiteX9" fmla="*/ 265628 w 2238375"/>
              <a:gd name="connsiteY9" fmla="*/ 0 h 4845600"/>
              <a:gd name="connsiteX10" fmla="*/ 1972747 w 2238375"/>
              <a:gd name="connsiteY10" fmla="*/ 0 h 4845600"/>
              <a:gd name="connsiteX11" fmla="*/ 2238375 w 2238375"/>
              <a:gd name="connsiteY11" fmla="*/ 265628 h 4845600"/>
              <a:gd name="connsiteX12" fmla="*/ 2238375 w 2238375"/>
              <a:gd name="connsiteY12" fmla="*/ 4579972 h 4845600"/>
              <a:gd name="connsiteX13" fmla="*/ 1972747 w 2238375"/>
              <a:gd name="connsiteY13" fmla="*/ 4845600 h 4845600"/>
              <a:gd name="connsiteX14" fmla="*/ 265628 w 2238375"/>
              <a:gd name="connsiteY14" fmla="*/ 4845600 h 4845600"/>
              <a:gd name="connsiteX15" fmla="*/ 0 w 2238375"/>
              <a:gd name="connsiteY15" fmla="*/ 4579972 h 4845600"/>
              <a:gd name="connsiteX16" fmla="*/ 0 w 2238375"/>
              <a:gd name="connsiteY16" fmla="*/ 265628 h 4845600"/>
              <a:gd name="connsiteX17" fmla="*/ 265628 w 2238375"/>
              <a:gd name="connsiteY17" fmla="*/ 0 h 48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8375" h="4845600">
                <a:moveTo>
                  <a:pt x="840582" y="59648"/>
                </a:moveTo>
                <a:cubicBezTo>
                  <a:pt x="794224" y="59648"/>
                  <a:pt x="754449" y="87834"/>
                  <a:pt x="737458" y="128003"/>
                </a:cubicBezTo>
                <a:lnTo>
                  <a:pt x="728663" y="171567"/>
                </a:lnTo>
                <a:lnTo>
                  <a:pt x="737458" y="215130"/>
                </a:lnTo>
                <a:cubicBezTo>
                  <a:pt x="754449" y="255299"/>
                  <a:pt x="794224" y="283485"/>
                  <a:pt x="840582" y="283485"/>
                </a:cubicBezTo>
                <a:lnTo>
                  <a:pt x="1390649" y="283486"/>
                </a:lnTo>
                <a:cubicBezTo>
                  <a:pt x="1452460" y="283486"/>
                  <a:pt x="1502568" y="233378"/>
                  <a:pt x="1502568" y="171567"/>
                </a:cubicBezTo>
                <a:lnTo>
                  <a:pt x="1502569" y="171567"/>
                </a:lnTo>
                <a:cubicBezTo>
                  <a:pt x="1502569" y="109756"/>
                  <a:pt x="1452461" y="59648"/>
                  <a:pt x="1390650" y="59648"/>
                </a:cubicBezTo>
                <a:close/>
                <a:moveTo>
                  <a:pt x="265628" y="0"/>
                </a:moveTo>
                <a:lnTo>
                  <a:pt x="1972747" y="0"/>
                </a:lnTo>
                <a:cubicBezTo>
                  <a:pt x="2119449" y="0"/>
                  <a:pt x="2238375" y="118926"/>
                  <a:pt x="2238375" y="265628"/>
                </a:cubicBezTo>
                <a:lnTo>
                  <a:pt x="2238375" y="4579972"/>
                </a:lnTo>
                <a:cubicBezTo>
                  <a:pt x="2238375" y="4726674"/>
                  <a:pt x="2119449" y="4845600"/>
                  <a:pt x="1972747" y="4845600"/>
                </a:cubicBezTo>
                <a:lnTo>
                  <a:pt x="265628" y="4845600"/>
                </a:lnTo>
                <a:cubicBezTo>
                  <a:pt x="118926" y="4845600"/>
                  <a:pt x="0" y="4726674"/>
                  <a:pt x="0" y="4579972"/>
                </a:cubicBezTo>
                <a:lnTo>
                  <a:pt x="0" y="265628"/>
                </a:lnTo>
                <a:cubicBezTo>
                  <a:pt x="0" y="118926"/>
                  <a:pt x="118926" y="0"/>
                  <a:pt x="265628" y="0"/>
                </a:cubicBezTo>
                <a:close/>
              </a:path>
            </a:pathLst>
          </a:custGeom>
          <a:solidFill>
            <a:srgbClr val="FFFFFF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" name="标题 1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1.1.1 </a:t>
            </a:r>
            <a:r>
              <a:rPr lang="zh-CN" altLang="en-US" dirty="0"/>
              <a:t>智能的起源：行为能力</a:t>
            </a: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4418538" y="3708541"/>
            <a:ext cx="3303270" cy="15283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FFFFFF"/>
                </a:solidFill>
                <a:latin typeface="+mn-ea"/>
                <a:cs typeface="+mn-ea"/>
              </a:rPr>
              <a:t>智能体能够对外界刺激做出适当的行为反应。</a:t>
            </a: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4702810" y="3234388"/>
            <a:ext cx="2613660" cy="3562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</a:rPr>
              <a:t>对外界刺激反应</a:t>
            </a: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7977505" y="3708541"/>
            <a:ext cx="3303270" cy="15283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FFFFFF"/>
                </a:solidFill>
                <a:latin typeface="+mn-ea"/>
                <a:cs typeface="+mn-ea"/>
              </a:rPr>
              <a:t>通过行为建模与优化实现智能，如强化学习。</a:t>
            </a: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8157210" y="3234388"/>
            <a:ext cx="2613660" cy="3562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</a:rPr>
              <a:t>行为优化</a:t>
            </a: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9102090" y="2330783"/>
            <a:ext cx="723900" cy="72390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6" name="图片 15" descr="343439383331313b343532303032303bb8f6c8cbd0c5cfa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7" cstate="print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9298940" y="2527633"/>
            <a:ext cx="330200" cy="330200"/>
          </a:xfrm>
          <a:prstGeom prst="rect">
            <a:avLst/>
          </a:prstGeom>
          <a:effectLst/>
        </p:spPr>
      </p:pic>
      <p:sp>
        <p:nvSpPr>
          <p:cNvPr id="18" name="圆角矩形 17"/>
          <p:cNvSpPr/>
          <p:nvPr>
            <p:custDataLst>
              <p:tags r:id="rId12"/>
            </p:custDataLst>
          </p:nvPr>
        </p:nvSpPr>
        <p:spPr>
          <a:xfrm>
            <a:off x="5647690" y="2330783"/>
            <a:ext cx="723900" cy="72390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20" name="图片 19" descr="343439383331313b343532303033323bd3a6d3c3b9dcc0e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 cstate="print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5844540" y="2527633"/>
            <a:ext cx="330200" cy="330200"/>
          </a:xfrm>
          <a:prstGeom prst="rect">
            <a:avLst/>
          </a:prstGeom>
          <a:effectLst/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1.1.2 </a:t>
            </a:r>
            <a:r>
              <a:rPr lang="zh-CN" altLang="en-US" dirty="0"/>
              <a:t>人工智能：图灵测试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371892" y="2276848"/>
            <a:ext cx="4032022" cy="4032022"/>
          </a:xfrm>
          <a:prstGeom prst="ellipse">
            <a:avLst/>
          </a:prstGeom>
          <a:noFill/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935775" y="3816731"/>
            <a:ext cx="2905141" cy="157747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通过对话判断机器是否具备智能</a:t>
            </a: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935775" y="3351274"/>
            <a:ext cx="2905141" cy="36830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图灵测试定义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470335" y="2276848"/>
            <a:ext cx="4032022" cy="4032022"/>
          </a:xfrm>
          <a:prstGeom prst="ellipse">
            <a:avLst/>
          </a:prstGeom>
          <a:noFill/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7034218" y="3816731"/>
            <a:ext cx="2905141" cy="157747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检验机器是否能展现出与人类相似的智能行为</a:t>
            </a: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7034218" y="3351274"/>
            <a:ext cx="2905141" cy="36830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图灵测试目的</a:t>
            </a:r>
          </a:p>
        </p:txBody>
      </p:sp>
      <p:pic>
        <p:nvPicPr>
          <p:cNvPr id="15" name="图片 14" descr="/data/temp/e7146b43-1910-11f0-983d-ee256b0ca359.jpge7146b43-1910-11f0-983d-ee256b0ca359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2" cstate="print"/>
          <a:srcRect/>
          <a:stretch>
            <a:fillRect/>
          </a:stretch>
        </p:blipFill>
        <p:spPr>
          <a:xfrm>
            <a:off x="9124649" y="1587869"/>
            <a:ext cx="1695723" cy="1695723"/>
          </a:xfrm>
          <a:custGeom>
            <a:avLst/>
            <a:gdLst>
              <a:gd name="connsiteX0" fmla="*/ 847857 w 1695714"/>
              <a:gd name="connsiteY0" fmla="*/ 0 h 1695714"/>
              <a:gd name="connsiteX1" fmla="*/ 1695714 w 1695714"/>
              <a:gd name="connsiteY1" fmla="*/ 847857 h 1695714"/>
              <a:gd name="connsiteX2" fmla="*/ 847857 w 1695714"/>
              <a:gd name="connsiteY2" fmla="*/ 1695714 h 1695714"/>
              <a:gd name="connsiteX3" fmla="*/ 0 w 1695714"/>
              <a:gd name="connsiteY3" fmla="*/ 847857 h 1695714"/>
              <a:gd name="connsiteX4" fmla="*/ 847857 w 1695714"/>
              <a:gd name="connsiteY4" fmla="*/ 0 h 169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5714" h="1695714">
                <a:moveTo>
                  <a:pt x="847857" y="0"/>
                </a:moveTo>
                <a:cubicBezTo>
                  <a:pt x="1316115" y="0"/>
                  <a:pt x="1695714" y="379599"/>
                  <a:pt x="1695714" y="847857"/>
                </a:cubicBezTo>
                <a:cubicBezTo>
                  <a:pt x="1695714" y="1316115"/>
                  <a:pt x="1316115" y="1695714"/>
                  <a:pt x="847857" y="1695714"/>
                </a:cubicBezTo>
                <a:cubicBezTo>
                  <a:pt x="379599" y="1695714"/>
                  <a:pt x="0" y="1316115"/>
                  <a:pt x="0" y="847857"/>
                </a:cubicBezTo>
                <a:cubicBezTo>
                  <a:pt x="0" y="379599"/>
                  <a:pt x="379599" y="0"/>
                  <a:pt x="847857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7" name="图片 16" descr="/data/temp/e7146aaa-1910-11f0-983d-ee256b0ca359.jpge7146aaa-1910-11f0-983d-ee256b0ca359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3" cstate="print"/>
          <a:srcRect r="32353" b="347"/>
          <a:stretch>
            <a:fillRect/>
          </a:stretch>
        </p:blipFill>
        <p:spPr>
          <a:xfrm>
            <a:off x="4026206" y="1587869"/>
            <a:ext cx="1695723" cy="1695723"/>
          </a:xfrm>
          <a:custGeom>
            <a:avLst/>
            <a:gdLst>
              <a:gd name="connsiteX0" fmla="*/ 847857 w 1695714"/>
              <a:gd name="connsiteY0" fmla="*/ 0 h 1695714"/>
              <a:gd name="connsiteX1" fmla="*/ 1695714 w 1695714"/>
              <a:gd name="connsiteY1" fmla="*/ 847857 h 1695714"/>
              <a:gd name="connsiteX2" fmla="*/ 847857 w 1695714"/>
              <a:gd name="connsiteY2" fmla="*/ 1695714 h 1695714"/>
              <a:gd name="connsiteX3" fmla="*/ 0 w 1695714"/>
              <a:gd name="connsiteY3" fmla="*/ 847857 h 1695714"/>
              <a:gd name="connsiteX4" fmla="*/ 847857 w 1695714"/>
              <a:gd name="connsiteY4" fmla="*/ 0 h 169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5714" h="1695714">
                <a:moveTo>
                  <a:pt x="847857" y="0"/>
                </a:moveTo>
                <a:cubicBezTo>
                  <a:pt x="1316115" y="0"/>
                  <a:pt x="1695714" y="379599"/>
                  <a:pt x="1695714" y="847857"/>
                </a:cubicBezTo>
                <a:cubicBezTo>
                  <a:pt x="1695714" y="1316115"/>
                  <a:pt x="1316115" y="1695714"/>
                  <a:pt x="847857" y="1695714"/>
                </a:cubicBezTo>
                <a:cubicBezTo>
                  <a:pt x="379599" y="1695714"/>
                  <a:pt x="0" y="1316115"/>
                  <a:pt x="0" y="847857"/>
                </a:cubicBezTo>
                <a:cubicBezTo>
                  <a:pt x="0" y="379599"/>
                  <a:pt x="379599" y="0"/>
                  <a:pt x="847857" y="0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/data/temp/e97120fb-1910-11f0-895e-aa99c79f4bc0.jpge97120fb-1910-11f0-895e-aa99c79f4bc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/>
          <a:srcRect l="102" r="102"/>
          <a:stretch>
            <a:fillRect/>
          </a:stretch>
        </p:blipFill>
        <p:spPr>
          <a:xfrm>
            <a:off x="3800475" y="800735"/>
            <a:ext cx="8391525" cy="39617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943" h="6239">
                <a:moveTo>
                  <a:pt x="0" y="0"/>
                </a:moveTo>
                <a:lnTo>
                  <a:pt x="12943" y="0"/>
                </a:lnTo>
                <a:lnTo>
                  <a:pt x="12943" y="6239"/>
                </a:lnTo>
                <a:lnTo>
                  <a:pt x="0" y="6239"/>
                </a:lnTo>
                <a:lnTo>
                  <a:pt x="0" y="0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0" y="1564007"/>
            <a:ext cx="6096000" cy="2463800"/>
          </a:xfrm>
          <a:prstGeom prst="rect">
            <a:avLst/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25830" y="2040892"/>
            <a:ext cx="5170170" cy="151003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2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400" dirty="0">
                <a:solidFill>
                  <a:srgbClr val="F9FBFA"/>
                </a:solidFill>
              </a:rPr>
              <a:t>中文房间实验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659255" y="5513388"/>
            <a:ext cx="2464435" cy="10877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质疑机器是否真正理解信息</a:t>
            </a: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730905" y="5075450"/>
            <a:ext cx="2802678" cy="3581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kern="0" dirty="0">
                <a:latin typeface="+中文正文" charset="0"/>
              </a:rPr>
              <a:t>实验概念</a:t>
            </a: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1497965" y="5136515"/>
            <a:ext cx="75565" cy="20193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5108574" y="5408295"/>
            <a:ext cx="2464435" cy="9586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通过一系列符号操作模拟理解中文的过程</a:t>
            </a: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5108575" y="5110480"/>
            <a:ext cx="2125980" cy="2768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kern="0" dirty="0">
                <a:latin typeface="+中文正文" charset="0"/>
              </a:rPr>
              <a:t>实验设计</a:t>
            </a: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4935220" y="5136515"/>
            <a:ext cx="75565" cy="20193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8557893" y="5442055"/>
            <a:ext cx="2914438" cy="95863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即使机器通过测试，也不代表它真正理解了信息</a:t>
            </a: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8557895" y="5110480"/>
            <a:ext cx="2125980" cy="2768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kern="0" dirty="0">
                <a:latin typeface="+中文正文" charset="0"/>
              </a:rPr>
              <a:t>实验结论</a:t>
            </a:r>
          </a:p>
        </p:txBody>
      </p:sp>
      <p:sp>
        <p:nvSpPr>
          <p:cNvPr id="20" name="矩形 19"/>
          <p:cNvSpPr/>
          <p:nvPr>
            <p:custDataLst>
              <p:tags r:id="rId13"/>
            </p:custDataLst>
          </p:nvPr>
        </p:nvSpPr>
        <p:spPr>
          <a:xfrm>
            <a:off x="8384540" y="5136515"/>
            <a:ext cx="75565" cy="20193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96FAE37-D186-626D-13D5-BC7C2058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1.1.2 </a:t>
            </a:r>
            <a:r>
              <a:rPr lang="zh-CN" altLang="en-US" dirty="0"/>
              <a:t>人工智能：图灵测试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1.1.3 </a:t>
            </a:r>
            <a:r>
              <a:rPr lang="zh-CN" altLang="en-US" dirty="0"/>
              <a:t>人工智能历史</a:t>
            </a: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696000" y="2324989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逻辑学、归纳法、图灵机、神经网络模型，如M-P模型和ENIAC计算机的诞生。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696000" y="1668365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萌芽阶段</a:t>
            </a: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696000" y="4625713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专家系统、反向传播算法、计算智能，如Mycin、Prospector、Dendra和Hopfield神经网络。</a:t>
            </a: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696000" y="3960198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发展阶段</a:t>
            </a: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8209072" y="3449632"/>
            <a:ext cx="3287234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达特茅斯会议标志着人工智能术语的诞生，感知器模型和符号主义与连接主义的分歧。</a:t>
            </a: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8209072" y="2782213"/>
            <a:ext cx="3287234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初现阶段</a:t>
            </a:r>
          </a:p>
        </p:txBody>
      </p:sp>
      <p:pic>
        <p:nvPicPr>
          <p:cNvPr id="25" name="图片 24" descr="/data/temp/e3481b24-1910-11f0-9dc1-5a03cfdf3532.jpge3481b24-1910-11f0-9dc1-5a03cfdf353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6" cstate="print"/>
          <a:srcRect l="12235" r="8412" b="809"/>
          <a:stretch>
            <a:fillRect/>
          </a:stretch>
        </p:blipFill>
        <p:spPr>
          <a:xfrm>
            <a:off x="4318226" y="1769335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6" name="图片 25" descr="/data/temp/e3481b7e-1910-11f0-9dc1-5a03cfdf3532.jpge3481b7e-1910-11f0-9dc1-5a03cfdf3532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7" cstate="print"/>
          <a:srcRect l="16676" r="16676"/>
          <a:stretch>
            <a:fillRect/>
          </a:stretch>
        </p:blipFill>
        <p:spPr>
          <a:xfrm>
            <a:off x="6278572" y="2882548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7" name="图片 26" descr="/data/temp/e3481c42-1910-11f0-9dc1-5a03cfdf3532.jpge3481c42-1910-11f0-9dc1-5a03cfdf353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 cstate="print"/>
          <a:srcRect l="16647" r="16647"/>
          <a:stretch>
            <a:fillRect/>
          </a:stretch>
        </p:blipFill>
        <p:spPr>
          <a:xfrm>
            <a:off x="4323307" y="3928447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八边形 1"/>
          <p:cNvSpPr/>
          <p:nvPr>
            <p:custDataLst>
              <p:tags r:id="rId12"/>
            </p:custDataLst>
          </p:nvPr>
        </p:nvSpPr>
        <p:spPr>
          <a:xfrm>
            <a:off x="4318226" y="2882548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01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18" name="八边形 17"/>
          <p:cNvSpPr/>
          <p:nvPr>
            <p:custDataLst>
              <p:tags r:id="rId13"/>
            </p:custDataLst>
          </p:nvPr>
        </p:nvSpPr>
        <p:spPr>
          <a:xfrm>
            <a:off x="7391785" y="3996395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02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19" name="八边形 18"/>
          <p:cNvSpPr/>
          <p:nvPr>
            <p:custDataLst>
              <p:tags r:id="rId14"/>
            </p:custDataLst>
          </p:nvPr>
        </p:nvSpPr>
        <p:spPr>
          <a:xfrm>
            <a:off x="4318226" y="5041659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03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1.1.3 </a:t>
            </a:r>
            <a:r>
              <a:rPr lang="zh-CN" altLang="en-US" dirty="0"/>
              <a:t>人工智能的历史：萌芽阶段</a:t>
            </a:r>
          </a:p>
        </p:txBody>
      </p:sp>
      <p:pic>
        <p:nvPicPr>
          <p:cNvPr id="10" name="图片 9" descr="/data/temp/e849c830-1910-11f0-9e01-1a2de0c4a0b9.jpge849c830-1910-11f0-9e01-1a2de0c4a0b9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4" cstate="print"/>
          <a:srcRect l="14847" r="14847"/>
          <a:stretch>
            <a:fillRect/>
          </a:stretch>
        </p:blipFill>
        <p:spPr>
          <a:xfrm>
            <a:off x="1223056" y="1799464"/>
            <a:ext cx="2593474" cy="2766634"/>
          </a:xfrm>
          <a:custGeom>
            <a:avLst/>
            <a:gdLst>
              <a:gd name="connsiteX0" fmla="*/ 1241901 w 2483800"/>
              <a:gd name="connsiteY0" fmla="*/ 0 h 2649637"/>
              <a:gd name="connsiteX1" fmla="*/ 1241903 w 2483800"/>
              <a:gd name="connsiteY1" fmla="*/ 0 h 2649637"/>
              <a:gd name="connsiteX2" fmla="*/ 1282228 w 2483800"/>
              <a:gd name="connsiteY2" fmla="*/ 4783 h 2649637"/>
              <a:gd name="connsiteX3" fmla="*/ 1321426 w 2483800"/>
              <a:gd name="connsiteY3" fmla="*/ 19130 h 2649637"/>
              <a:gd name="connsiteX4" fmla="*/ 2385520 w 2483800"/>
              <a:gd name="connsiteY4" fmla="*/ 551178 h 2649637"/>
              <a:gd name="connsiteX5" fmla="*/ 2483800 w 2483800"/>
              <a:gd name="connsiteY5" fmla="*/ 710202 h 2649637"/>
              <a:gd name="connsiteX6" fmla="*/ 2483800 w 2483800"/>
              <a:gd name="connsiteY6" fmla="*/ 1939377 h 2649637"/>
              <a:gd name="connsiteX7" fmla="*/ 2385517 w 2483800"/>
              <a:gd name="connsiteY7" fmla="*/ 2098463 h 2649637"/>
              <a:gd name="connsiteX8" fmla="*/ 1321421 w 2483800"/>
              <a:gd name="connsiteY8" fmla="*/ 2630510 h 2649637"/>
              <a:gd name="connsiteX9" fmla="*/ 1162374 w 2483800"/>
              <a:gd name="connsiteY9" fmla="*/ 2630508 h 2649637"/>
              <a:gd name="connsiteX10" fmla="*/ 98279 w 2483800"/>
              <a:gd name="connsiteY10" fmla="*/ 2098461 h 2649637"/>
              <a:gd name="connsiteX11" fmla="*/ 0 w 2483800"/>
              <a:gd name="connsiteY11" fmla="*/ 1939437 h 2649637"/>
              <a:gd name="connsiteX12" fmla="*/ 0 w 2483800"/>
              <a:gd name="connsiteY12" fmla="*/ 710262 h 2649637"/>
              <a:gd name="connsiteX13" fmla="*/ 98283 w 2483800"/>
              <a:gd name="connsiteY13" fmla="*/ 551176 h 2649637"/>
              <a:gd name="connsiteX14" fmla="*/ 1162378 w 2483800"/>
              <a:gd name="connsiteY14" fmla="*/ 19128 h 2649637"/>
              <a:gd name="connsiteX15" fmla="*/ 1201576 w 2483800"/>
              <a:gd name="connsiteY15" fmla="*/ 4781 h 264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3800" h="2649637">
                <a:moveTo>
                  <a:pt x="1241901" y="0"/>
                </a:moveTo>
                <a:lnTo>
                  <a:pt x="1241903" y="0"/>
                </a:lnTo>
                <a:lnTo>
                  <a:pt x="1282228" y="4783"/>
                </a:lnTo>
                <a:cubicBezTo>
                  <a:pt x="1295545" y="7971"/>
                  <a:pt x="1308674" y="12754"/>
                  <a:pt x="1321426" y="19130"/>
                </a:cubicBezTo>
                <a:cubicBezTo>
                  <a:pt x="1372435" y="44635"/>
                  <a:pt x="2323621" y="520228"/>
                  <a:pt x="2385520" y="551178"/>
                </a:cubicBezTo>
                <a:cubicBezTo>
                  <a:pt x="2447420" y="582128"/>
                  <a:pt x="2483800" y="640996"/>
                  <a:pt x="2483800" y="710202"/>
                </a:cubicBezTo>
                <a:cubicBezTo>
                  <a:pt x="2483800" y="779408"/>
                  <a:pt x="2483800" y="1870171"/>
                  <a:pt x="2483800" y="1939377"/>
                </a:cubicBezTo>
                <a:cubicBezTo>
                  <a:pt x="2483800" y="2008583"/>
                  <a:pt x="2447417" y="2067513"/>
                  <a:pt x="2385517" y="2098463"/>
                </a:cubicBezTo>
                <a:cubicBezTo>
                  <a:pt x="2323617" y="2129413"/>
                  <a:pt x="1372431" y="2605005"/>
                  <a:pt x="1321421" y="2630510"/>
                </a:cubicBezTo>
                <a:cubicBezTo>
                  <a:pt x="1270412" y="2656015"/>
                  <a:pt x="1213384" y="2656012"/>
                  <a:pt x="1162374" y="2630508"/>
                </a:cubicBezTo>
                <a:cubicBezTo>
                  <a:pt x="1111365" y="2605002"/>
                  <a:pt x="160179" y="2129409"/>
                  <a:pt x="98279" y="2098461"/>
                </a:cubicBezTo>
                <a:cubicBezTo>
                  <a:pt x="36379" y="2067510"/>
                  <a:pt x="0" y="2008642"/>
                  <a:pt x="0" y="1939437"/>
                </a:cubicBezTo>
                <a:cubicBezTo>
                  <a:pt x="0" y="1870230"/>
                  <a:pt x="0" y="779467"/>
                  <a:pt x="0" y="710262"/>
                </a:cubicBezTo>
                <a:cubicBezTo>
                  <a:pt x="0" y="641055"/>
                  <a:pt x="36384" y="582125"/>
                  <a:pt x="98283" y="551176"/>
                </a:cubicBezTo>
                <a:cubicBezTo>
                  <a:pt x="160183" y="520225"/>
                  <a:pt x="1111368" y="44632"/>
                  <a:pt x="1162378" y="19128"/>
                </a:cubicBezTo>
                <a:cubicBezTo>
                  <a:pt x="1175131" y="12752"/>
                  <a:pt x="1188259" y="7969"/>
                  <a:pt x="1201576" y="478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1243610" y="5333462"/>
            <a:ext cx="2561982" cy="11032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亚里士多德、培根、布尔代数、图灵机为人工智能提供了逻辑学与数学基础。</a:t>
            </a: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1243610" y="4833530"/>
            <a:ext cx="2561982" cy="4614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逻辑学与数学基础</a:t>
            </a:r>
          </a:p>
        </p:txBody>
      </p:sp>
      <p:pic>
        <p:nvPicPr>
          <p:cNvPr id="16" name="图片 15" descr="/data/temp/e849c84d-1910-11f0-9e01-1a2de0c4a0b9.jpge849c84d-1910-11f0-9e01-1a2de0c4a0b9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5" cstate="print"/>
          <a:srcRect l="14853" r="14853"/>
          <a:stretch>
            <a:fillRect/>
          </a:stretch>
        </p:blipFill>
        <p:spPr>
          <a:xfrm>
            <a:off x="4793521" y="1799464"/>
            <a:ext cx="2593055" cy="2766634"/>
          </a:xfrm>
          <a:custGeom>
            <a:avLst/>
            <a:gdLst>
              <a:gd name="connsiteX0" fmla="*/ 1241500 w 2483399"/>
              <a:gd name="connsiteY0" fmla="*/ 0 h 2649637"/>
              <a:gd name="connsiteX1" fmla="*/ 1241502 w 2483399"/>
              <a:gd name="connsiteY1" fmla="*/ 0 h 2649637"/>
              <a:gd name="connsiteX2" fmla="*/ 1281827 w 2483399"/>
              <a:gd name="connsiteY2" fmla="*/ 4783 h 2649637"/>
              <a:gd name="connsiteX3" fmla="*/ 1321025 w 2483399"/>
              <a:gd name="connsiteY3" fmla="*/ 19130 h 2649637"/>
              <a:gd name="connsiteX4" fmla="*/ 2385119 w 2483399"/>
              <a:gd name="connsiteY4" fmla="*/ 551178 h 2649637"/>
              <a:gd name="connsiteX5" fmla="*/ 2483399 w 2483399"/>
              <a:gd name="connsiteY5" fmla="*/ 710202 h 2649637"/>
              <a:gd name="connsiteX6" fmla="*/ 2483399 w 2483399"/>
              <a:gd name="connsiteY6" fmla="*/ 1939377 h 2649637"/>
              <a:gd name="connsiteX7" fmla="*/ 2385116 w 2483399"/>
              <a:gd name="connsiteY7" fmla="*/ 2098463 h 2649637"/>
              <a:gd name="connsiteX8" fmla="*/ 1321020 w 2483399"/>
              <a:gd name="connsiteY8" fmla="*/ 2630510 h 2649637"/>
              <a:gd name="connsiteX9" fmla="*/ 1161973 w 2483399"/>
              <a:gd name="connsiteY9" fmla="*/ 2630508 h 2649637"/>
              <a:gd name="connsiteX10" fmla="*/ 97878 w 2483399"/>
              <a:gd name="connsiteY10" fmla="*/ 2098461 h 2649637"/>
              <a:gd name="connsiteX11" fmla="*/ 6251 w 2483399"/>
              <a:gd name="connsiteY11" fmla="*/ 1989128 h 2649637"/>
              <a:gd name="connsiteX12" fmla="*/ 0 w 2483399"/>
              <a:gd name="connsiteY12" fmla="*/ 1942433 h 2649637"/>
              <a:gd name="connsiteX13" fmla="*/ 0 w 2483399"/>
              <a:gd name="connsiteY13" fmla="*/ 707266 h 2649637"/>
              <a:gd name="connsiteX14" fmla="*/ 6251 w 2483399"/>
              <a:gd name="connsiteY14" fmla="*/ 660560 h 2649637"/>
              <a:gd name="connsiteX15" fmla="*/ 97882 w 2483399"/>
              <a:gd name="connsiteY15" fmla="*/ 551176 h 2649637"/>
              <a:gd name="connsiteX16" fmla="*/ 1161977 w 2483399"/>
              <a:gd name="connsiteY16" fmla="*/ 19128 h 2649637"/>
              <a:gd name="connsiteX17" fmla="*/ 1201175 w 2483399"/>
              <a:gd name="connsiteY17" fmla="*/ 4781 h 264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83399" h="2649637">
                <a:moveTo>
                  <a:pt x="1241500" y="0"/>
                </a:moveTo>
                <a:lnTo>
                  <a:pt x="1241502" y="0"/>
                </a:lnTo>
                <a:lnTo>
                  <a:pt x="1281827" y="4783"/>
                </a:lnTo>
                <a:cubicBezTo>
                  <a:pt x="1295144" y="7971"/>
                  <a:pt x="1308273" y="12754"/>
                  <a:pt x="1321025" y="19130"/>
                </a:cubicBezTo>
                <a:cubicBezTo>
                  <a:pt x="1372034" y="44635"/>
                  <a:pt x="2323220" y="520228"/>
                  <a:pt x="2385119" y="551178"/>
                </a:cubicBezTo>
                <a:cubicBezTo>
                  <a:pt x="2447019" y="582128"/>
                  <a:pt x="2483399" y="640996"/>
                  <a:pt x="2483399" y="710202"/>
                </a:cubicBezTo>
                <a:cubicBezTo>
                  <a:pt x="2483399" y="779408"/>
                  <a:pt x="2483399" y="1870171"/>
                  <a:pt x="2483399" y="1939377"/>
                </a:cubicBezTo>
                <a:cubicBezTo>
                  <a:pt x="2483399" y="2008583"/>
                  <a:pt x="2447016" y="2067513"/>
                  <a:pt x="2385116" y="2098463"/>
                </a:cubicBezTo>
                <a:cubicBezTo>
                  <a:pt x="2323216" y="2129413"/>
                  <a:pt x="1372030" y="2605005"/>
                  <a:pt x="1321020" y="2630510"/>
                </a:cubicBezTo>
                <a:cubicBezTo>
                  <a:pt x="1270011" y="2656015"/>
                  <a:pt x="1212983" y="2656012"/>
                  <a:pt x="1161973" y="2630508"/>
                </a:cubicBezTo>
                <a:cubicBezTo>
                  <a:pt x="1110964" y="2605002"/>
                  <a:pt x="159778" y="2129409"/>
                  <a:pt x="97878" y="2098461"/>
                </a:cubicBezTo>
                <a:cubicBezTo>
                  <a:pt x="51453" y="2075248"/>
                  <a:pt x="19384" y="2036331"/>
                  <a:pt x="6251" y="1989128"/>
                </a:cubicBezTo>
                <a:lnTo>
                  <a:pt x="0" y="1942433"/>
                </a:lnTo>
                <a:lnTo>
                  <a:pt x="0" y="707266"/>
                </a:lnTo>
                <a:lnTo>
                  <a:pt x="6251" y="660560"/>
                </a:lnTo>
                <a:cubicBezTo>
                  <a:pt x="19386" y="613339"/>
                  <a:pt x="51458" y="574388"/>
                  <a:pt x="97882" y="551176"/>
                </a:cubicBezTo>
                <a:cubicBezTo>
                  <a:pt x="159782" y="520225"/>
                  <a:pt x="1110967" y="44632"/>
                  <a:pt x="1161977" y="19128"/>
                </a:cubicBezTo>
                <a:cubicBezTo>
                  <a:pt x="1174730" y="12752"/>
                  <a:pt x="1187858" y="7969"/>
                  <a:pt x="1201175" y="478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4820705" y="5333462"/>
            <a:ext cx="2561982" cy="11032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M-P模型（1943年）被认为是神经网络的起源。</a:t>
            </a: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4820705" y="4833530"/>
            <a:ext cx="2561982" cy="4614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神经网络起源</a:t>
            </a:r>
          </a:p>
        </p:txBody>
      </p:sp>
      <p:pic>
        <p:nvPicPr>
          <p:cNvPr id="17" name="图片 16" descr="/data/temp/e849c875-1910-11f0-9e01-1a2de0c4a0b9.jpge849c875-1910-11f0-9e01-1a2de0c4a0b9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6" cstate="print"/>
          <a:srcRect l="7941" r="16824" b="5709"/>
          <a:stretch>
            <a:fillRect/>
          </a:stretch>
        </p:blipFill>
        <p:spPr>
          <a:xfrm>
            <a:off x="8371279" y="1799464"/>
            <a:ext cx="2593474" cy="2766634"/>
          </a:xfrm>
          <a:custGeom>
            <a:avLst/>
            <a:gdLst>
              <a:gd name="connsiteX0" fmla="*/ 1241901 w 2483800"/>
              <a:gd name="connsiteY0" fmla="*/ 0 h 2649637"/>
              <a:gd name="connsiteX1" fmla="*/ 1241903 w 2483800"/>
              <a:gd name="connsiteY1" fmla="*/ 0 h 2649637"/>
              <a:gd name="connsiteX2" fmla="*/ 1282228 w 2483800"/>
              <a:gd name="connsiteY2" fmla="*/ 4783 h 2649637"/>
              <a:gd name="connsiteX3" fmla="*/ 1321426 w 2483800"/>
              <a:gd name="connsiteY3" fmla="*/ 19130 h 2649637"/>
              <a:gd name="connsiteX4" fmla="*/ 2385520 w 2483800"/>
              <a:gd name="connsiteY4" fmla="*/ 551178 h 2649637"/>
              <a:gd name="connsiteX5" fmla="*/ 2483800 w 2483800"/>
              <a:gd name="connsiteY5" fmla="*/ 710202 h 2649637"/>
              <a:gd name="connsiteX6" fmla="*/ 2483800 w 2483800"/>
              <a:gd name="connsiteY6" fmla="*/ 1939377 h 2649637"/>
              <a:gd name="connsiteX7" fmla="*/ 2385517 w 2483800"/>
              <a:gd name="connsiteY7" fmla="*/ 2098463 h 2649637"/>
              <a:gd name="connsiteX8" fmla="*/ 1321421 w 2483800"/>
              <a:gd name="connsiteY8" fmla="*/ 2630510 h 2649637"/>
              <a:gd name="connsiteX9" fmla="*/ 1162374 w 2483800"/>
              <a:gd name="connsiteY9" fmla="*/ 2630508 h 2649637"/>
              <a:gd name="connsiteX10" fmla="*/ 98279 w 2483800"/>
              <a:gd name="connsiteY10" fmla="*/ 2098461 h 2649637"/>
              <a:gd name="connsiteX11" fmla="*/ 0 w 2483800"/>
              <a:gd name="connsiteY11" fmla="*/ 1939437 h 2649637"/>
              <a:gd name="connsiteX12" fmla="*/ 0 w 2483800"/>
              <a:gd name="connsiteY12" fmla="*/ 710262 h 2649637"/>
              <a:gd name="connsiteX13" fmla="*/ 98283 w 2483800"/>
              <a:gd name="connsiteY13" fmla="*/ 551176 h 2649637"/>
              <a:gd name="connsiteX14" fmla="*/ 1162378 w 2483800"/>
              <a:gd name="connsiteY14" fmla="*/ 19128 h 2649637"/>
              <a:gd name="connsiteX15" fmla="*/ 1201576 w 2483800"/>
              <a:gd name="connsiteY15" fmla="*/ 4781 h 264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3800" h="2649637">
                <a:moveTo>
                  <a:pt x="1241901" y="0"/>
                </a:moveTo>
                <a:lnTo>
                  <a:pt x="1241903" y="0"/>
                </a:lnTo>
                <a:lnTo>
                  <a:pt x="1282228" y="4783"/>
                </a:lnTo>
                <a:cubicBezTo>
                  <a:pt x="1295545" y="7971"/>
                  <a:pt x="1308674" y="12754"/>
                  <a:pt x="1321426" y="19130"/>
                </a:cubicBezTo>
                <a:cubicBezTo>
                  <a:pt x="1372435" y="44635"/>
                  <a:pt x="2323621" y="520228"/>
                  <a:pt x="2385520" y="551178"/>
                </a:cubicBezTo>
                <a:cubicBezTo>
                  <a:pt x="2447420" y="582128"/>
                  <a:pt x="2483800" y="640996"/>
                  <a:pt x="2483800" y="710202"/>
                </a:cubicBezTo>
                <a:cubicBezTo>
                  <a:pt x="2483800" y="779408"/>
                  <a:pt x="2483800" y="1870171"/>
                  <a:pt x="2483800" y="1939377"/>
                </a:cubicBezTo>
                <a:cubicBezTo>
                  <a:pt x="2483800" y="2008583"/>
                  <a:pt x="2447417" y="2067513"/>
                  <a:pt x="2385517" y="2098463"/>
                </a:cubicBezTo>
                <a:cubicBezTo>
                  <a:pt x="2323617" y="2129413"/>
                  <a:pt x="1372431" y="2605005"/>
                  <a:pt x="1321421" y="2630510"/>
                </a:cubicBezTo>
                <a:cubicBezTo>
                  <a:pt x="1270412" y="2656015"/>
                  <a:pt x="1213384" y="2656012"/>
                  <a:pt x="1162374" y="2630508"/>
                </a:cubicBezTo>
                <a:cubicBezTo>
                  <a:pt x="1111365" y="2605002"/>
                  <a:pt x="160179" y="2129409"/>
                  <a:pt x="98279" y="2098461"/>
                </a:cubicBezTo>
                <a:cubicBezTo>
                  <a:pt x="36379" y="2067510"/>
                  <a:pt x="0" y="2008642"/>
                  <a:pt x="0" y="1939437"/>
                </a:cubicBezTo>
                <a:cubicBezTo>
                  <a:pt x="0" y="1870230"/>
                  <a:pt x="0" y="779467"/>
                  <a:pt x="0" y="710262"/>
                </a:cubicBezTo>
                <a:cubicBezTo>
                  <a:pt x="0" y="641055"/>
                  <a:pt x="36384" y="582125"/>
                  <a:pt x="98283" y="551176"/>
                </a:cubicBezTo>
                <a:cubicBezTo>
                  <a:pt x="160183" y="520225"/>
                  <a:pt x="1111368" y="44632"/>
                  <a:pt x="1162378" y="19128"/>
                </a:cubicBezTo>
                <a:cubicBezTo>
                  <a:pt x="1175131" y="12752"/>
                  <a:pt x="1188259" y="7969"/>
                  <a:pt x="1201576" y="478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1" name="矩形 20"/>
          <p:cNvSpPr/>
          <p:nvPr>
            <p:custDataLst>
              <p:tags r:id="rId10"/>
            </p:custDataLst>
          </p:nvPr>
        </p:nvSpPr>
        <p:spPr>
          <a:xfrm>
            <a:off x="8397800" y="5333462"/>
            <a:ext cx="2561982" cy="11032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ENIAC（1946年）的出现标志着计算机时代的开始，为人工智能的发展奠定了基础。</a:t>
            </a:r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8397800" y="4833530"/>
            <a:ext cx="2561982" cy="4614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计算机的诞生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zh-CN" dirty="0"/>
              <a:t>1.1.3 </a:t>
            </a:r>
            <a:r>
              <a:rPr lang="zh-CN" altLang="en-US" dirty="0"/>
              <a:t>人工智能的历史：初现阶段</a:t>
            </a:r>
          </a:p>
        </p:txBody>
      </p:sp>
      <p:pic>
        <p:nvPicPr>
          <p:cNvPr id="8" name="图片 7" descr="/data/temp/e7fe2933-1910-11f0-8bf4-127843deb9d6.jpge7fe2933-1910-11f0-8bf4-127843deb9d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/>
          <a:srcRect t="5570"/>
          <a:stretch>
            <a:fillRect/>
          </a:stretch>
        </p:blipFill>
        <p:spPr>
          <a:xfrm>
            <a:off x="8219004" y="1362905"/>
            <a:ext cx="3277671" cy="4644000"/>
          </a:xfrm>
          <a:prstGeom prst="round1Rect">
            <a:avLst>
              <a:gd name="adj" fmla="val 39814"/>
            </a:avLst>
          </a:prstGeom>
          <a:ln w="9525" cap="flat" cmpd="sng" algn="ctr">
            <a:solidFill>
              <a:schemeClr val="accent1">
                <a:lumMod val="100000"/>
                <a:alpha val="28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6" name="圆角矩形 65"/>
          <p:cNvSpPr/>
          <p:nvPr>
            <p:custDataLst>
              <p:tags r:id="rId4"/>
            </p:custDataLst>
          </p:nvPr>
        </p:nvSpPr>
        <p:spPr>
          <a:xfrm>
            <a:off x="1000441" y="3030616"/>
            <a:ext cx="6726557" cy="1331927"/>
          </a:xfrm>
          <a:prstGeom prst="roundRect">
            <a:avLst>
              <a:gd name="adj" fmla="val 15256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" name="圆角矩形 35"/>
          <p:cNvSpPr/>
          <p:nvPr>
            <p:custDataLst>
              <p:tags r:id="rId5"/>
            </p:custDataLst>
          </p:nvPr>
        </p:nvSpPr>
        <p:spPr>
          <a:xfrm>
            <a:off x="635316" y="3336051"/>
            <a:ext cx="2088000" cy="720000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感知器模型</a:t>
            </a:r>
          </a:p>
        </p:txBody>
      </p:sp>
      <p:sp>
        <p:nvSpPr>
          <p:cNvPr id="31" name="圆角矩形 30"/>
          <p:cNvSpPr/>
          <p:nvPr>
            <p:custDataLst>
              <p:tags r:id="rId6"/>
            </p:custDataLst>
          </p:nvPr>
        </p:nvSpPr>
        <p:spPr>
          <a:xfrm>
            <a:off x="1000441" y="1374536"/>
            <a:ext cx="6726557" cy="1331927"/>
          </a:xfrm>
          <a:prstGeom prst="roundRect">
            <a:avLst>
              <a:gd name="adj" fmla="val 15256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36" name="圆角矩形 35"/>
          <p:cNvSpPr/>
          <p:nvPr>
            <p:custDataLst>
              <p:tags r:id="rId7"/>
            </p:custDataLst>
          </p:nvPr>
        </p:nvSpPr>
        <p:spPr>
          <a:xfrm>
            <a:off x="635316" y="1680606"/>
            <a:ext cx="2088000" cy="720000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达特茅斯会议</a:t>
            </a:r>
          </a:p>
        </p:txBody>
      </p:sp>
      <p:sp>
        <p:nvSpPr>
          <p:cNvPr id="3" name="矩形 2"/>
          <p:cNvSpPr/>
          <p:nvPr>
            <p:custDataLst>
              <p:tags r:id="rId8"/>
            </p:custDataLst>
          </p:nvPr>
        </p:nvSpPr>
        <p:spPr>
          <a:xfrm>
            <a:off x="2968942" y="1441211"/>
            <a:ext cx="4512039" cy="11987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1956年达特茅斯会议人工智能术语的诞生，标志着人工智能研究的正式开始。</a:t>
            </a: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2968942" y="3029981"/>
            <a:ext cx="4512039" cy="13329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1958年感知器模型的提出，标志着首个具有学习能力的神经网络的诞生。</a:t>
            </a:r>
          </a:p>
        </p:txBody>
      </p:sp>
      <p:sp>
        <p:nvSpPr>
          <p:cNvPr id="73" name="圆角矩形 72"/>
          <p:cNvSpPr/>
          <p:nvPr>
            <p:custDataLst>
              <p:tags r:id="rId10"/>
            </p:custDataLst>
          </p:nvPr>
        </p:nvSpPr>
        <p:spPr>
          <a:xfrm>
            <a:off x="1000441" y="4686062"/>
            <a:ext cx="6726557" cy="1331927"/>
          </a:xfrm>
          <a:prstGeom prst="roundRect">
            <a:avLst>
              <a:gd name="adj" fmla="val 15256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" name="圆角矩形 35"/>
          <p:cNvSpPr/>
          <p:nvPr>
            <p:custDataLst>
              <p:tags r:id="rId11"/>
            </p:custDataLst>
          </p:nvPr>
        </p:nvSpPr>
        <p:spPr>
          <a:xfrm>
            <a:off x="635316" y="4992132"/>
            <a:ext cx="2088000" cy="720000"/>
          </a:xfrm>
          <a:prstGeom prst="roundRect">
            <a:avLst>
              <a:gd name="adj" fmla="val 14111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符号主义与连接主义</a:t>
            </a:r>
          </a:p>
        </p:txBody>
      </p:sp>
      <p:sp>
        <p:nvSpPr>
          <p:cNvPr id="5" name="矩形 4"/>
          <p:cNvSpPr/>
          <p:nvPr>
            <p:custDataLst>
              <p:tags r:id="rId12"/>
            </p:custDataLst>
          </p:nvPr>
        </p:nvSpPr>
        <p:spPr>
          <a:xfrm>
            <a:off x="2968942" y="4685427"/>
            <a:ext cx="4512039" cy="133294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初现阶段出现了符号主义与连接主义两种主要学派，它们在人工智能研究中产生了分歧。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1.1.3 </a:t>
            </a:r>
            <a:r>
              <a:rPr lang="zh-CN" altLang="en-US" dirty="0"/>
              <a:t>人工智能的历史：发展阶段</a:t>
            </a: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696000" y="2324989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Mycin、Prospector、Dendra等专家系统的出现，推动了知识工程的发展。</a:t>
            </a: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696000" y="1668365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知识工程与专家系统</a:t>
            </a: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696000" y="4625713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模糊逻辑、遗传算法等计算智能技术的发展，为人工智能提供了新的研究方向。</a:t>
            </a: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696000" y="3960198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计算智能</a:t>
            </a: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8209072" y="2336420"/>
            <a:ext cx="3287234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1974年提出的反向传播算法，成为神经网络训练的基础。</a:t>
            </a: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8209072" y="1668365"/>
            <a:ext cx="3287234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反向传播算法</a:t>
            </a: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8209072" y="4625713"/>
            <a:ext cx="3287234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1982年提出的Hopfield神经网络，对模式识别与联想记忆产生了重要影响。</a:t>
            </a:r>
          </a:p>
        </p:txBody>
      </p: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8209072" y="3961468"/>
            <a:ext cx="3287234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Hopfield神经网络</a:t>
            </a:r>
          </a:p>
        </p:txBody>
      </p:sp>
      <p:pic>
        <p:nvPicPr>
          <p:cNvPr id="19" name="图片 18" descr="/data/temp/e9ae9181-1910-11f0-b2f8-d6fe0b81e2cf.jpge9ae9181-1910-11f0-b2f8-d6fe0b81e2cf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20" cstate="print"/>
          <a:srcRect t="24639" r="32529"/>
          <a:stretch>
            <a:fillRect/>
          </a:stretch>
        </p:blipFill>
        <p:spPr>
          <a:xfrm>
            <a:off x="4318226" y="1769335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5" name="图片 24" descr="/data/temp/e9ae922c-1910-11f0-b2f8-d6fe0b81e2cf.jpge9ae922c-1910-11f0-b2f8-d6fe0b81e2cf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21" cstate="print"/>
          <a:srcRect l="10000" r="10000"/>
          <a:stretch>
            <a:fillRect/>
          </a:stretch>
        </p:blipFill>
        <p:spPr>
          <a:xfrm>
            <a:off x="6278572" y="1769335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6" name="图片 25" descr="/data/temp/e9ae913e-1910-11f0-b2f8-d6fe0b81e2cf.jpge9ae913e-1910-11f0-b2f8-d6fe0b81e2cf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2" cstate="print"/>
          <a:srcRect l="33588" b="353"/>
          <a:stretch>
            <a:fillRect/>
          </a:stretch>
        </p:blipFill>
        <p:spPr>
          <a:xfrm>
            <a:off x="4323307" y="3928447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7" name="图片 26" descr="/data/temp/e9ae9236-1910-11f0-b2f8-d6fe0b81e2cf.jpge9ae9236-1910-11f0-b2f8-d6fe0b81e2cf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3" cstate="print"/>
          <a:srcRect l="16676" r="16676"/>
          <a:stretch>
            <a:fillRect/>
          </a:stretch>
        </p:blipFill>
        <p:spPr>
          <a:xfrm>
            <a:off x="6278572" y="3928447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1" name="八边形 30"/>
          <p:cNvSpPr/>
          <p:nvPr>
            <p:custDataLst>
              <p:tags r:id="rId15"/>
            </p:custDataLst>
          </p:nvPr>
        </p:nvSpPr>
        <p:spPr>
          <a:xfrm>
            <a:off x="4318226" y="2882548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01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32" name="八边形 31"/>
          <p:cNvSpPr/>
          <p:nvPr>
            <p:custDataLst>
              <p:tags r:id="rId16"/>
            </p:custDataLst>
          </p:nvPr>
        </p:nvSpPr>
        <p:spPr>
          <a:xfrm>
            <a:off x="7391785" y="2882548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02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33" name="八边形 32"/>
          <p:cNvSpPr/>
          <p:nvPr>
            <p:custDataLst>
              <p:tags r:id="rId17"/>
            </p:custDataLst>
          </p:nvPr>
        </p:nvSpPr>
        <p:spPr>
          <a:xfrm>
            <a:off x="4318226" y="5041659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03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34" name="八边形 33"/>
          <p:cNvSpPr/>
          <p:nvPr>
            <p:custDataLst>
              <p:tags r:id="rId18"/>
            </p:custDataLst>
          </p:nvPr>
        </p:nvSpPr>
        <p:spPr>
          <a:xfrm>
            <a:off x="7391785" y="5041659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04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1.1.3 </a:t>
            </a:r>
            <a:r>
              <a:rPr lang="zh-CN" altLang="en-US" dirty="0"/>
              <a:t>人工智能的历史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xmlns="" id="{4F5CE57F-3E73-D086-CE6C-5E8785776C63}"/>
              </a:ext>
            </a:extLst>
          </p:cNvPr>
          <p:cNvGrpSpPr/>
          <p:nvPr/>
        </p:nvGrpSpPr>
        <p:grpSpPr>
          <a:xfrm>
            <a:off x="0" y="1012119"/>
            <a:ext cx="12065000" cy="5299722"/>
            <a:chOff x="-67733" y="1086115"/>
            <a:chExt cx="12065000" cy="5299722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xmlns="" id="{2450AF29-A16F-7A1C-C8C9-432CE25388D8}"/>
                </a:ext>
              </a:extLst>
            </p:cNvPr>
            <p:cNvGrpSpPr/>
            <p:nvPr/>
          </p:nvGrpSpPr>
          <p:grpSpPr>
            <a:xfrm>
              <a:off x="-67733" y="1086115"/>
              <a:ext cx="12065000" cy="5299722"/>
              <a:chOff x="0" y="738981"/>
              <a:chExt cx="12065000" cy="5299722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xmlns="" id="{9D98C058-6FD6-1545-8B75-EC8C85D40B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16521" b="12273"/>
              <a:stretch/>
            </p:blipFill>
            <p:spPr>
              <a:xfrm>
                <a:off x="0" y="1206196"/>
                <a:ext cx="12065000" cy="4832507"/>
              </a:xfrm>
              <a:prstGeom prst="rect">
                <a:avLst/>
              </a:prstGeom>
            </p:spPr>
          </p:pic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xmlns="" id="{B30C832D-1D2E-F0A3-3DC4-5872B42A9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873067" y="738981"/>
                <a:ext cx="3191933" cy="677039"/>
              </a:xfrm>
              <a:prstGeom prst="rect">
                <a:avLst/>
              </a:prstGeom>
            </p:spPr>
          </p:pic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xmlns="" id="{AAF05CC4-B572-166E-3918-A3D81EA67423}"/>
                </a:ext>
              </a:extLst>
            </p:cNvPr>
            <p:cNvCxnSpPr>
              <a:cxnSpLocks/>
            </p:cNvCxnSpPr>
            <p:nvPr/>
          </p:nvCxnSpPr>
          <p:spPr>
            <a:xfrm>
              <a:off x="11667067" y="1693334"/>
              <a:ext cx="0" cy="2937933"/>
            </a:xfrm>
            <a:prstGeom prst="line">
              <a:avLst/>
            </a:prstGeom>
            <a:ln w="19050">
              <a:solidFill>
                <a:srgbClr val="4D6BFE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xmlns="" id="{A754A2A3-E468-0DBB-C6DA-6E2D26EDA35E}"/>
                </a:ext>
              </a:extLst>
            </p:cNvPr>
            <p:cNvSpPr txBox="1"/>
            <p:nvPr/>
          </p:nvSpPr>
          <p:spPr>
            <a:xfrm>
              <a:off x="10401300" y="1563099"/>
              <a:ext cx="138006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4D6BFE"/>
                  </a:solidFill>
                </a:rPr>
                <a:t>(V3) 2024.12</a:t>
              </a:r>
              <a:endParaRPr lang="zh-CN" altLang="en-US" sz="2000" b="1" dirty="0">
                <a:solidFill>
                  <a:srgbClr val="4D6BFE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683513" y="2932615"/>
            <a:ext cx="721327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dirty="0"/>
              <a:t>1.2 </a:t>
            </a:r>
            <a:r>
              <a:rPr lang="zh-CN" altLang="en-US" dirty="0"/>
              <a:t>人工智能的研究方法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73094" y="33805"/>
            <a:ext cx="8775438" cy="599705"/>
          </a:xfrm>
        </p:spPr>
        <p:txBody>
          <a:bodyPr anchor="b" anchorCtr="0">
            <a:noAutofit/>
          </a:bodyPr>
          <a:lstStyle/>
          <a:p>
            <a:r>
              <a:rPr lang="en-US" altLang="zh-CN" sz="3200" dirty="0"/>
              <a:t>1.2.1 </a:t>
            </a:r>
            <a:r>
              <a:rPr lang="zh-CN" altLang="en-US" sz="3200" dirty="0"/>
              <a:t>符号主义</a:t>
            </a:r>
          </a:p>
        </p:txBody>
      </p:sp>
      <p:sp>
        <p:nvSpPr>
          <p:cNvPr id="36" name="任意多边形: 形状 35"/>
          <p:cNvSpPr/>
          <p:nvPr>
            <p:custDataLst>
              <p:tags r:id="rId3"/>
            </p:custDataLst>
          </p:nvPr>
        </p:nvSpPr>
        <p:spPr>
          <a:xfrm flipH="1" flipV="1">
            <a:off x="-9526" y="3524662"/>
            <a:ext cx="4352925" cy="3342863"/>
          </a:xfrm>
          <a:custGeom>
            <a:avLst/>
            <a:gdLst>
              <a:gd name="connsiteX0" fmla="*/ 0 w 4114800"/>
              <a:gd name="connsiteY0" fmla="*/ 3333338 h 3333338"/>
              <a:gd name="connsiteX1" fmla="*/ 1031177 w 4114800"/>
              <a:gd name="connsiteY1" fmla="*/ 0 h 3333338"/>
              <a:gd name="connsiteX2" fmla="*/ 4114800 w 4114800"/>
              <a:gd name="connsiteY2" fmla="*/ 0 h 3333338"/>
              <a:gd name="connsiteX3" fmla="*/ 4114800 w 4114800"/>
              <a:gd name="connsiteY3" fmla="*/ 3327830 h 3333338"/>
              <a:gd name="connsiteX4" fmla="*/ 0 w 4114800"/>
              <a:gd name="connsiteY4" fmla="*/ 3333338 h 3333338"/>
              <a:gd name="connsiteX0-1" fmla="*/ 0 w 4333875"/>
              <a:gd name="connsiteY0-2" fmla="*/ 3333338 h 3333338"/>
              <a:gd name="connsiteX1-3" fmla="*/ 1031177 w 4333875"/>
              <a:gd name="connsiteY1-4" fmla="*/ 0 h 3333338"/>
              <a:gd name="connsiteX2-5" fmla="*/ 4114800 w 4333875"/>
              <a:gd name="connsiteY2-6" fmla="*/ 0 h 3333338"/>
              <a:gd name="connsiteX3-7" fmla="*/ 4333875 w 4333875"/>
              <a:gd name="connsiteY3-8" fmla="*/ 3327830 h 3333338"/>
              <a:gd name="connsiteX4-9" fmla="*/ 0 w 4333875"/>
              <a:gd name="connsiteY4-10" fmla="*/ 3333338 h 3333338"/>
              <a:gd name="connsiteX0-11" fmla="*/ 0 w 4352925"/>
              <a:gd name="connsiteY0-12" fmla="*/ 3333338 h 3333338"/>
              <a:gd name="connsiteX1-13" fmla="*/ 1031177 w 4352925"/>
              <a:gd name="connsiteY1-14" fmla="*/ 0 h 3333338"/>
              <a:gd name="connsiteX2-15" fmla="*/ 4352925 w 4352925"/>
              <a:gd name="connsiteY2-16" fmla="*/ 0 h 3333338"/>
              <a:gd name="connsiteX3-17" fmla="*/ 4333875 w 4352925"/>
              <a:gd name="connsiteY3-18" fmla="*/ 3327830 h 3333338"/>
              <a:gd name="connsiteX4-19" fmla="*/ 0 w 4352925"/>
              <a:gd name="connsiteY4-20" fmla="*/ 3333338 h 3333338"/>
              <a:gd name="connsiteX0-21" fmla="*/ 0 w 4352925"/>
              <a:gd name="connsiteY0-22" fmla="*/ 3333338 h 3333338"/>
              <a:gd name="connsiteX1-23" fmla="*/ 1031177 w 4352925"/>
              <a:gd name="connsiteY1-24" fmla="*/ 0 h 3333338"/>
              <a:gd name="connsiteX2-25" fmla="*/ 4352925 w 4352925"/>
              <a:gd name="connsiteY2-26" fmla="*/ 0 h 3333338"/>
              <a:gd name="connsiteX3-27" fmla="*/ 4352925 w 4352925"/>
              <a:gd name="connsiteY3-28" fmla="*/ 3327830 h 3333338"/>
              <a:gd name="connsiteX4-29" fmla="*/ 0 w 4352925"/>
              <a:gd name="connsiteY4-30" fmla="*/ 3333338 h 3333338"/>
              <a:gd name="connsiteX0-31" fmla="*/ 0 w 4352925"/>
              <a:gd name="connsiteY0-32" fmla="*/ 3333338 h 3333338"/>
              <a:gd name="connsiteX1-33" fmla="*/ 1031177 w 4352925"/>
              <a:gd name="connsiteY1-34" fmla="*/ 0 h 3333338"/>
              <a:gd name="connsiteX2-35" fmla="*/ 4343400 w 4352925"/>
              <a:gd name="connsiteY2-36" fmla="*/ 19050 h 3333338"/>
              <a:gd name="connsiteX3-37" fmla="*/ 4352925 w 4352925"/>
              <a:gd name="connsiteY3-38" fmla="*/ 3327830 h 3333338"/>
              <a:gd name="connsiteX4-39" fmla="*/ 0 w 4352925"/>
              <a:gd name="connsiteY4-40" fmla="*/ 3333338 h 3333338"/>
              <a:gd name="connsiteX0-41" fmla="*/ 0 w 4352925"/>
              <a:gd name="connsiteY0-42" fmla="*/ 3342863 h 3342863"/>
              <a:gd name="connsiteX1-43" fmla="*/ 1031177 w 4352925"/>
              <a:gd name="connsiteY1-44" fmla="*/ 9525 h 3342863"/>
              <a:gd name="connsiteX2-45" fmla="*/ 4343400 w 4352925"/>
              <a:gd name="connsiteY2-46" fmla="*/ 0 h 3342863"/>
              <a:gd name="connsiteX3-47" fmla="*/ 4352925 w 4352925"/>
              <a:gd name="connsiteY3-48" fmla="*/ 3337355 h 3342863"/>
              <a:gd name="connsiteX4-49" fmla="*/ 0 w 4352925"/>
              <a:gd name="connsiteY4-50" fmla="*/ 3342863 h 33428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4352925" h="3342863">
                <a:moveTo>
                  <a:pt x="0" y="3342863"/>
                </a:moveTo>
                <a:lnTo>
                  <a:pt x="1031177" y="9525"/>
                </a:lnTo>
                <a:lnTo>
                  <a:pt x="4343400" y="0"/>
                </a:lnTo>
                <a:lnTo>
                  <a:pt x="4352925" y="3337355"/>
                </a:lnTo>
                <a:lnTo>
                  <a:pt x="0" y="334286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 descr="/data/temp/ed27f84e-1910-11f0-a8e8-361e543399f3.jpged27f84e-1910-11f0-a8e8-361e543399f3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6" cstate="print"/>
          <a:srcRect l="84" r="84"/>
          <a:stretch>
            <a:fillRect/>
          </a:stretch>
        </p:blipFill>
        <p:spPr>
          <a:xfrm>
            <a:off x="4343398" y="722816"/>
            <a:ext cx="7848601" cy="2824849"/>
          </a:xfrm>
          <a:custGeom>
            <a:avLst/>
            <a:gdLst>
              <a:gd name="connsiteX0" fmla="*/ 1092200 w 7835900"/>
              <a:gd name="connsiteY0" fmla="*/ 0 h 3530600"/>
              <a:gd name="connsiteX1" fmla="*/ 7835900 w 7835900"/>
              <a:gd name="connsiteY1" fmla="*/ 0 h 3530600"/>
              <a:gd name="connsiteX2" fmla="*/ 7835900 w 7835900"/>
              <a:gd name="connsiteY2" fmla="*/ 3520110 h 3530600"/>
              <a:gd name="connsiteX3" fmla="*/ 0 w 7835900"/>
              <a:gd name="connsiteY3" fmla="*/ 3530600 h 353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5900" h="3530600">
                <a:moveTo>
                  <a:pt x="1092200" y="0"/>
                </a:moveTo>
                <a:lnTo>
                  <a:pt x="7835900" y="0"/>
                </a:lnTo>
                <a:lnTo>
                  <a:pt x="7835900" y="3520110"/>
                </a:lnTo>
                <a:lnTo>
                  <a:pt x="0" y="3530600"/>
                </a:lnTo>
                <a:close/>
              </a:path>
            </a:pathLst>
          </a:custGeom>
          <a:solidFill>
            <a:schemeClr val="accent1"/>
          </a:solidFill>
          <a:ln w="6350">
            <a:solidFill>
              <a:schemeClr val="accent1">
                <a:alpha val="20000"/>
              </a:schemeClr>
            </a:solidFill>
          </a:ln>
        </p:spPr>
      </p:pic>
      <p:sp>
        <p:nvSpPr>
          <p:cNvPr id="2" name="正文"/>
          <p:cNvSpPr txBox="1"/>
          <p:nvPr>
            <p:custDataLst>
              <p:tags r:id="rId5"/>
            </p:custDataLst>
          </p:nvPr>
        </p:nvSpPr>
        <p:spPr>
          <a:xfrm>
            <a:off x="694690" y="5316547"/>
            <a:ext cx="2374405" cy="9404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n-cs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通过符号和推理模拟智能</a:t>
            </a:r>
          </a:p>
        </p:txBody>
      </p:sp>
      <p:sp>
        <p:nvSpPr>
          <p:cNvPr id="4" name="标题"/>
          <p:cNvSpPr txBox="1"/>
          <p:nvPr>
            <p:custDataLst>
              <p:tags r:id="rId6"/>
            </p:custDataLst>
          </p:nvPr>
        </p:nvSpPr>
        <p:spPr>
          <a:xfrm>
            <a:off x="694690" y="4659283"/>
            <a:ext cx="2374405" cy="54295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>
              <a:defRPr sz="2800" b="1" kern="0">
                <a:solidFill>
                  <a:schemeClr val="accent1"/>
                </a:solidFill>
                <a:latin typeface="+中文正文" charset="0"/>
              </a:defRPr>
            </a:lvl1pPr>
          </a:lstStyle>
          <a:p>
            <a:r>
              <a:rPr lang="zh-CN" altLang="en-US" dirty="0">
                <a:solidFill>
                  <a:srgbClr val="FFFFFF"/>
                </a:solidFill>
              </a:rPr>
              <a:t>核心思想</a:t>
            </a:r>
          </a:p>
        </p:txBody>
      </p:sp>
      <p:sp>
        <p:nvSpPr>
          <p:cNvPr id="6" name="正文"/>
          <p:cNvSpPr txBox="1"/>
          <p:nvPr>
            <p:custDataLst>
              <p:tags r:id="rId7"/>
            </p:custDataLst>
          </p:nvPr>
        </p:nvSpPr>
        <p:spPr>
          <a:xfrm>
            <a:off x="4908798" y="5316547"/>
            <a:ext cx="2374405" cy="9404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n-cs"/>
              </a:rPr>
              <a:t>逻辑学派、语义网络、框架、产生式系统</a:t>
            </a:r>
          </a:p>
        </p:txBody>
      </p:sp>
      <p:sp>
        <p:nvSpPr>
          <p:cNvPr id="12" name="标题"/>
          <p:cNvSpPr txBox="1"/>
          <p:nvPr>
            <p:custDataLst>
              <p:tags r:id="rId8"/>
            </p:custDataLst>
          </p:nvPr>
        </p:nvSpPr>
        <p:spPr>
          <a:xfrm>
            <a:off x="4908798" y="4659283"/>
            <a:ext cx="2374405" cy="54295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zh-CN" altLang="en-US" sz="2800" b="1" kern="0" dirty="0">
                <a:solidFill>
                  <a:schemeClr val="accent1"/>
                </a:solidFill>
                <a:latin typeface="+中文正文" charset="0"/>
              </a:rPr>
              <a:t>学派</a:t>
            </a:r>
          </a:p>
        </p:txBody>
      </p:sp>
      <p:pic>
        <p:nvPicPr>
          <p:cNvPr id="13" name="图片 3" descr="32313538333935363b32313538333934333bb6d4bbb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7" cstate="print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694690" y="4074414"/>
            <a:ext cx="504030" cy="504030"/>
          </a:xfrm>
          <a:prstGeom prst="rect">
            <a:avLst/>
          </a:prstGeom>
        </p:spPr>
      </p:pic>
      <p:sp>
        <p:nvSpPr>
          <p:cNvPr id="15" name="正文"/>
          <p:cNvSpPr txBox="1"/>
          <p:nvPr>
            <p:custDataLst>
              <p:tags r:id="rId10"/>
            </p:custDataLst>
          </p:nvPr>
        </p:nvSpPr>
        <p:spPr>
          <a:xfrm>
            <a:off x="9122905" y="5316547"/>
            <a:ext cx="2374405" cy="9404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kern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n-cs"/>
              </a:rPr>
              <a:t>难以处理模糊与不确定性问题</a:t>
            </a:r>
          </a:p>
        </p:txBody>
      </p:sp>
      <p:sp>
        <p:nvSpPr>
          <p:cNvPr id="18" name="标题"/>
          <p:cNvSpPr txBox="1"/>
          <p:nvPr>
            <p:custDataLst>
              <p:tags r:id="rId11"/>
            </p:custDataLst>
          </p:nvPr>
        </p:nvSpPr>
        <p:spPr>
          <a:xfrm>
            <a:off x="9122905" y="4659283"/>
            <a:ext cx="2374405" cy="54295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r>
              <a:rPr lang="zh-CN" altLang="en-US" sz="2800" b="1" kern="0" dirty="0">
                <a:solidFill>
                  <a:schemeClr val="accent1"/>
                </a:solidFill>
                <a:latin typeface="+中文正文" charset="0"/>
              </a:rPr>
              <a:t>局限性</a:t>
            </a:r>
          </a:p>
        </p:txBody>
      </p:sp>
      <p:pic>
        <p:nvPicPr>
          <p:cNvPr id="19" name="图片 13" descr="32313538333935363b32313538333934373bcec4bcfebcd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9" cstate="print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4908798" y="4075684"/>
            <a:ext cx="504030" cy="504030"/>
          </a:xfrm>
          <a:prstGeom prst="rect">
            <a:avLst/>
          </a:prstGeom>
        </p:spPr>
      </p:pic>
      <p:pic>
        <p:nvPicPr>
          <p:cNvPr id="20" name="图片 10" descr="32313538333935363b32313538333934323bb4a2b4e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1" cstate="print">
            <a:extLst>
              <a:ext uri="{96DAC541-7B7A-43D3-8B79-37D633B846F1}">
                <asvg:svgBlip xmlns:asvg="http://schemas.microsoft.com/office/drawing/2016/SVG/main" xmlns="" r:embed="rId22"/>
              </a:ext>
            </a:extLst>
          </a:blip>
          <a:stretch>
            <a:fillRect/>
          </a:stretch>
        </p:blipFill>
        <p:spPr>
          <a:xfrm>
            <a:off x="9131161" y="4056632"/>
            <a:ext cx="504238" cy="50423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1.2.2 </a:t>
            </a:r>
            <a:r>
              <a:rPr lang="zh-CN" altLang="en-US" dirty="0"/>
              <a:t>连接主义</a:t>
            </a:r>
          </a:p>
        </p:txBody>
      </p:sp>
      <p:pic>
        <p:nvPicPr>
          <p:cNvPr id="29" name="图片 28" descr="/data/temp/ed4c3072-1910-11f0-b0ce-5ae84f3a5889.jpged4c3072-1910-11f0-b0ce-5ae84f3a588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/>
          <a:srcRect t="20404" r="35882"/>
          <a:stretch>
            <a:fillRect/>
          </a:stretch>
        </p:blipFill>
        <p:spPr>
          <a:xfrm>
            <a:off x="4191108" y="1767600"/>
            <a:ext cx="3809671" cy="2481508"/>
          </a:xfrm>
          <a:custGeom>
            <a:avLst/>
            <a:gdLst>
              <a:gd name="connsiteX0" fmla="*/ 0 w 3809719"/>
              <a:gd name="connsiteY0" fmla="*/ 0 h 2481538"/>
              <a:gd name="connsiteX1" fmla="*/ 3809719 w 3809719"/>
              <a:gd name="connsiteY1" fmla="*/ 0 h 2481538"/>
              <a:gd name="connsiteX2" fmla="*/ 3809719 w 3809719"/>
              <a:gd name="connsiteY2" fmla="*/ 2481538 h 2481538"/>
              <a:gd name="connsiteX3" fmla="*/ 0 w 3809719"/>
              <a:gd name="connsiteY3" fmla="*/ 2481538 h 2481538"/>
              <a:gd name="connsiteX4" fmla="*/ 0 w 3809719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9719" h="2481538">
                <a:moveTo>
                  <a:pt x="0" y="0"/>
                </a:moveTo>
                <a:lnTo>
                  <a:pt x="3809719" y="0"/>
                </a:lnTo>
                <a:lnTo>
                  <a:pt x="3809719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pic>
        <p:nvPicPr>
          <p:cNvPr id="27" name="图片 26" descr="/data/temp/ed4c302d-1910-11f0-b0ce-5ae84f3a5889.jpged4c302d-1910-11f0-b0ce-5ae84f3a588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/>
          <a:srcRect l="4463" r="4463"/>
          <a:stretch>
            <a:fillRect/>
          </a:stretch>
        </p:blipFill>
        <p:spPr>
          <a:xfrm>
            <a:off x="159" y="1768870"/>
            <a:ext cx="4018866" cy="2481508"/>
          </a:xfrm>
          <a:custGeom>
            <a:avLst/>
            <a:gdLst>
              <a:gd name="connsiteX0" fmla="*/ 0 w 4018915"/>
              <a:gd name="connsiteY0" fmla="*/ 0 h 2481538"/>
              <a:gd name="connsiteX1" fmla="*/ 4018915 w 4018915"/>
              <a:gd name="connsiteY1" fmla="*/ 0 h 2481538"/>
              <a:gd name="connsiteX2" fmla="*/ 4018915 w 4018915"/>
              <a:gd name="connsiteY2" fmla="*/ 2481538 h 2481538"/>
              <a:gd name="connsiteX3" fmla="*/ 0 w 4018915"/>
              <a:gd name="connsiteY3" fmla="*/ 2481538 h 2481538"/>
              <a:gd name="connsiteX4" fmla="*/ 0 w 4018915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8915" h="2481538">
                <a:moveTo>
                  <a:pt x="0" y="0"/>
                </a:moveTo>
                <a:lnTo>
                  <a:pt x="4018915" y="0"/>
                </a:lnTo>
                <a:lnTo>
                  <a:pt x="4018915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pic>
        <p:nvPicPr>
          <p:cNvPr id="2" name="图片 1" descr="/data/temp/ed4c3338-1910-11f0-b0ce-5ae84f3a5889.jpged4c3338-1910-11f0-b0ce-5ae84f3a588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/>
          <a:srcRect l="13170" r="13170"/>
          <a:stretch>
            <a:fillRect/>
          </a:stretch>
        </p:blipFill>
        <p:spPr>
          <a:xfrm>
            <a:off x="8173144" y="1767600"/>
            <a:ext cx="3314838" cy="2480370"/>
          </a:xfrm>
          <a:custGeom>
            <a:avLst/>
            <a:gdLst>
              <a:gd name="connsiteX0" fmla="*/ 0 w 3289300"/>
              <a:gd name="connsiteY0" fmla="*/ 0 h 2461260"/>
              <a:gd name="connsiteX1" fmla="*/ 2058670 w 3289300"/>
              <a:gd name="connsiteY1" fmla="*/ 0 h 2461260"/>
              <a:gd name="connsiteX2" fmla="*/ 3289300 w 3289300"/>
              <a:gd name="connsiteY2" fmla="*/ 1230630 h 2461260"/>
              <a:gd name="connsiteX3" fmla="*/ 2058670 w 3289300"/>
              <a:gd name="connsiteY3" fmla="*/ 2461260 h 2461260"/>
              <a:gd name="connsiteX4" fmla="*/ 0 w 3289300"/>
              <a:gd name="connsiteY4" fmla="*/ 2461260 h 2461260"/>
              <a:gd name="connsiteX5" fmla="*/ 0 w 3289300"/>
              <a:gd name="connsiteY5" fmla="*/ 0 h 246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9300" h="2461260">
                <a:moveTo>
                  <a:pt x="0" y="0"/>
                </a:moveTo>
                <a:lnTo>
                  <a:pt x="2058670" y="0"/>
                </a:lnTo>
                <a:cubicBezTo>
                  <a:pt x="2738328" y="0"/>
                  <a:pt x="3289300" y="550972"/>
                  <a:pt x="3289300" y="1230630"/>
                </a:cubicBezTo>
                <a:cubicBezTo>
                  <a:pt x="3289300" y="1910288"/>
                  <a:pt x="2738328" y="2461260"/>
                  <a:pt x="2058670" y="2461260"/>
                </a:cubicBezTo>
                <a:lnTo>
                  <a:pt x="0" y="24612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1422542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通过神经网络模拟大脑机制</a:t>
            </a: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1422542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核心思想</a:t>
            </a: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4968973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图像识别、语音处理、推荐系统</a:t>
            </a:r>
          </a:p>
        </p:txBody>
      </p:sp>
      <p:sp>
        <p:nvSpPr>
          <p:cNvPr id="34" name="文本框 33"/>
          <p:cNvSpPr txBox="1"/>
          <p:nvPr>
            <p:custDataLst>
              <p:tags r:id="rId9"/>
            </p:custDataLst>
          </p:nvPr>
        </p:nvSpPr>
        <p:spPr>
          <a:xfrm>
            <a:off x="4968973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应用</a:t>
            </a:r>
          </a:p>
        </p:txBody>
      </p:sp>
      <p:sp>
        <p:nvSpPr>
          <p:cNvPr id="37" name="椭圆 36"/>
          <p:cNvSpPr/>
          <p:nvPr>
            <p:custDataLst>
              <p:tags r:id="rId10"/>
            </p:custDataLst>
          </p:nvPr>
        </p:nvSpPr>
        <p:spPr>
          <a:xfrm>
            <a:off x="5675085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chemeClr val="accent1"/>
                </a:solidFill>
                <a:latin typeface="+mn-ea"/>
              </a:rPr>
              <a:t>02</a:t>
            </a:r>
          </a:p>
        </p:txBody>
      </p:sp>
      <p:sp>
        <p:nvSpPr>
          <p:cNvPr id="41" name="椭圆 40"/>
          <p:cNvSpPr/>
          <p:nvPr>
            <p:custDataLst>
              <p:tags r:id="rId11"/>
            </p:custDataLst>
          </p:nvPr>
        </p:nvSpPr>
        <p:spPr>
          <a:xfrm>
            <a:off x="2128653" y="3824340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chemeClr val="accent1"/>
                </a:solidFill>
                <a:latin typeface="+mn-ea"/>
              </a:rPr>
              <a:t>01</a:t>
            </a:r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8515405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defPPr>
              <a:defRPr lang="zh-CN"/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黑盒性、数据需求大、计算资源消耗</a:t>
            </a:r>
          </a:p>
        </p:txBody>
      </p:sp>
      <p:sp>
        <p:nvSpPr>
          <p:cNvPr id="12" name="文本框 11"/>
          <p:cNvSpPr txBox="1"/>
          <p:nvPr>
            <p:custDataLst>
              <p:tags r:id="rId13"/>
            </p:custDataLst>
          </p:nvPr>
        </p:nvSpPr>
        <p:spPr>
          <a:xfrm>
            <a:off x="8515405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局限性</a:t>
            </a:r>
          </a:p>
        </p:txBody>
      </p:sp>
      <p:sp>
        <p:nvSpPr>
          <p:cNvPr id="13" name="椭圆 12"/>
          <p:cNvSpPr/>
          <p:nvPr>
            <p:custDataLst>
              <p:tags r:id="rId14"/>
            </p:custDataLst>
          </p:nvPr>
        </p:nvSpPr>
        <p:spPr>
          <a:xfrm>
            <a:off x="9221516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2400" b="1" dirty="0">
                <a:solidFill>
                  <a:schemeClr val="accent1"/>
                </a:solidFill>
                <a:latin typeface="+mn-ea"/>
              </a:rPr>
              <a:t>03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7666139" y="915704"/>
            <a:ext cx="3830536" cy="2944800"/>
          </a:xfrm>
          <a:prstGeom prst="rect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1" name="图片 10" descr="/data/temp/edf5e435-1910-11f0-b682-eef7feca77fa.jpgedf5e435-1910-11f0-b682-eef7feca77fa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6" cstate="print"/>
          <a:srcRect l="372" r="372"/>
          <a:stretch>
            <a:fillRect/>
          </a:stretch>
        </p:blipFill>
        <p:spPr>
          <a:xfrm>
            <a:off x="695327" y="922054"/>
            <a:ext cx="6970812" cy="2936926"/>
          </a:xfrm>
          <a:custGeom>
            <a:avLst/>
            <a:gdLst>
              <a:gd name="connsiteX0" fmla="*/ 0 w 6970812"/>
              <a:gd name="connsiteY0" fmla="*/ 0 h 2518474"/>
              <a:gd name="connsiteX1" fmla="*/ 6970812 w 6970812"/>
              <a:gd name="connsiteY1" fmla="*/ 0 h 2518474"/>
              <a:gd name="connsiteX2" fmla="*/ 6970812 w 6970812"/>
              <a:gd name="connsiteY2" fmla="*/ 2518474 h 2518474"/>
              <a:gd name="connsiteX3" fmla="*/ 0 w 6970812"/>
              <a:gd name="connsiteY3" fmla="*/ 2518474 h 251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70812" h="2518474">
                <a:moveTo>
                  <a:pt x="0" y="0"/>
                </a:moveTo>
                <a:lnTo>
                  <a:pt x="6970812" y="0"/>
                </a:lnTo>
                <a:lnTo>
                  <a:pt x="6970812" y="2518474"/>
                </a:lnTo>
                <a:lnTo>
                  <a:pt x="0" y="2518474"/>
                </a:lnTo>
                <a:close/>
              </a:path>
            </a:pathLst>
          </a:cu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702087" y="4692650"/>
            <a:ext cx="682222" cy="6822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>
                <a:solidFill>
                  <a:srgbClr val="FFFFFF"/>
                </a:solidFill>
                <a:cs typeface="+mn-ea"/>
                <a:sym typeface="+mn-ea"/>
              </a:rPr>
              <a:t>01</a:t>
            </a:r>
          </a:p>
        </p:txBody>
      </p:sp>
      <p:sp>
        <p:nvSpPr>
          <p:cNvPr id="23" name="椭圆 22"/>
          <p:cNvSpPr/>
          <p:nvPr>
            <p:custDataLst>
              <p:tags r:id="rId5"/>
            </p:custDataLst>
          </p:nvPr>
        </p:nvSpPr>
        <p:spPr>
          <a:xfrm>
            <a:off x="4390165" y="4692650"/>
            <a:ext cx="682222" cy="6822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 dirty="0">
                <a:solidFill>
                  <a:srgbClr val="FFFFFF"/>
                </a:solidFill>
                <a:cs typeface="+mn-ea"/>
                <a:sym typeface="+mn-ea"/>
              </a:rPr>
              <a:t>02</a:t>
            </a: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 bwMode="auto">
          <a:xfrm>
            <a:off x="1727612" y="4574540"/>
            <a:ext cx="2377339" cy="3939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uFillTx/>
                <a:latin typeface="+mn-ea"/>
                <a:cs typeface="+mn-ea"/>
                <a:sym typeface="+mn-ea"/>
              </a:rPr>
              <a:t>核心思想</a:t>
            </a: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1727612" y="4968875"/>
            <a:ext cx="2377339" cy="104622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通过行为建模与优化实现智能</a:t>
            </a: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 bwMode="auto">
          <a:xfrm>
            <a:off x="5415689" y="4574540"/>
            <a:ext cx="2377339" cy="3939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uFillTx/>
                <a:latin typeface="+mn-ea"/>
                <a:cs typeface="+mn-ea"/>
                <a:sym typeface="+mn-ea"/>
              </a:rPr>
              <a:t>方法</a:t>
            </a: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5415689" y="4968240"/>
            <a:ext cx="2377084" cy="104622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强化学习、奖励函数设计</a:t>
            </a:r>
          </a:p>
        </p:txBody>
      </p: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>
            <a:off x="8078242" y="4692650"/>
            <a:ext cx="682222" cy="6822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>
                <a:solidFill>
                  <a:srgbClr val="FFFFFF"/>
                </a:solidFill>
                <a:cs typeface="+mn-ea"/>
                <a:sym typeface="+mn-ea"/>
              </a:rPr>
              <a:t>03</a:t>
            </a:r>
            <a:endParaRPr lang="en-US" altLang="zh-CN" sz="2200" b="1" dirty="0">
              <a:solidFill>
                <a:srgbClr val="FFFFFF"/>
              </a:solidFill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 bwMode="auto">
          <a:xfrm>
            <a:off x="9123451" y="4574540"/>
            <a:ext cx="2377339" cy="3939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uFillTx/>
                <a:latin typeface="+mn-ea"/>
                <a:cs typeface="+mn-ea"/>
                <a:sym typeface="+mn-ea"/>
              </a:rPr>
              <a:t>应用</a:t>
            </a:r>
          </a:p>
        </p:txBody>
      </p:sp>
      <p:sp>
        <p:nvSpPr>
          <p:cNvPr id="16" name="矩形 15"/>
          <p:cNvSpPr/>
          <p:nvPr>
            <p:custDataLst>
              <p:tags r:id="rId12"/>
            </p:custDataLst>
          </p:nvPr>
        </p:nvSpPr>
        <p:spPr>
          <a:xfrm>
            <a:off x="9123451" y="4968240"/>
            <a:ext cx="2377084" cy="104622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机器人控制、自动驾驶</a:t>
            </a:r>
          </a:p>
        </p:txBody>
      </p:sp>
      <p:sp>
        <p:nvSpPr>
          <p:cNvPr id="8" name="标题 16">
            <a:extLst>
              <a:ext uri="{FF2B5EF4-FFF2-40B4-BE49-F238E27FC236}">
                <a16:creationId xmlns:a16="http://schemas.microsoft.com/office/drawing/2014/main" xmlns="" id="{315D6D49-0297-A4A7-361E-CB8F7B3DC190}"/>
              </a:ext>
            </a:extLst>
          </p:cNvPr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749135" y="43542"/>
            <a:ext cx="8775438" cy="59970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1.2.3 </a:t>
            </a:r>
            <a:r>
              <a:rPr lang="zh-CN" altLang="en-US" dirty="0"/>
              <a:t>行为主义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1.2.4 </a:t>
            </a:r>
            <a:r>
              <a:rPr lang="zh-CN" altLang="en-US" dirty="0"/>
              <a:t>数据驱动方法</a:t>
            </a: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695960" y="1416072"/>
            <a:ext cx="3358599" cy="4643712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4417279" y="1416072"/>
            <a:ext cx="3358599" cy="46437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8137963" y="1416072"/>
            <a:ext cx="3358599" cy="4643712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pic>
        <p:nvPicPr>
          <p:cNvPr id="9" name="图片 8" descr="/data/temp/ec65627c-1910-11f0-b6b5-3a4e9aaf6a97.jpgec65627c-1910-11f0-b6b5-3a4e9aaf6a97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6" cstate="print"/>
          <a:srcRect l="10118" t="7541" r="4412"/>
          <a:stretch>
            <a:fillRect/>
          </a:stretch>
        </p:blipFill>
        <p:spPr>
          <a:xfrm>
            <a:off x="8137963" y="1416072"/>
            <a:ext cx="3358599" cy="190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9" name="图片 18" descr="/data/temp/ec656269-1910-11f0-b6b5-3a4e9aaf6a97.jpgec656269-1910-11f0-b6b5-3a4e9aaf6a97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7" cstate="print"/>
          <a:srcRect t="25419" r="12844" b="353"/>
          <a:stretch>
            <a:fillRect/>
          </a:stretch>
        </p:blipFill>
        <p:spPr>
          <a:xfrm>
            <a:off x="4417279" y="1416072"/>
            <a:ext cx="3358599" cy="190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pic>
        <p:nvPicPr>
          <p:cNvPr id="20" name="图片 19" descr="/data/temp/ec656258-1910-11f0-b6b5-3a4e9aaf6a97.jpgec656258-1910-11f0-b6b5-3a4e9aaf6a97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8" cstate="print"/>
          <a:srcRect t="7417" b="7417"/>
          <a:stretch>
            <a:fillRect/>
          </a:stretch>
        </p:blipFill>
        <p:spPr>
          <a:xfrm>
            <a:off x="695960" y="1416072"/>
            <a:ext cx="3358599" cy="190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1052851" y="3505980"/>
            <a:ext cx="2661228" cy="5327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核心思想</a:t>
            </a: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1052216" y="4139112"/>
            <a:ext cx="2661864" cy="18350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依赖大量数据训练模型</a:t>
            </a:r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4774170" y="3505980"/>
            <a:ext cx="2659955" cy="53278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步骤</a:t>
            </a: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4773535" y="4139112"/>
            <a:ext cx="2661864" cy="18350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+mn-ea"/>
                <a:cs typeface="+mn-ea"/>
              </a:rPr>
              <a:t>数据收集、预处理、模型训练、评估</a:t>
            </a:r>
          </a:p>
        </p:txBody>
      </p:sp>
      <p:sp>
        <p:nvSpPr>
          <p:cNvPr id="25" name="矩形 24"/>
          <p:cNvSpPr/>
          <p:nvPr>
            <p:custDataLst>
              <p:tags r:id="rId13"/>
            </p:custDataLst>
          </p:nvPr>
        </p:nvSpPr>
        <p:spPr>
          <a:xfrm>
            <a:off x="8496124" y="3505980"/>
            <a:ext cx="2658049" cy="53278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技术</a:t>
            </a:r>
          </a:p>
        </p:txBody>
      </p:sp>
      <p:sp>
        <p:nvSpPr>
          <p:cNvPr id="26" name="矩形 25"/>
          <p:cNvSpPr/>
          <p:nvPr>
            <p:custDataLst>
              <p:tags r:id="rId14"/>
            </p:custDataLst>
          </p:nvPr>
        </p:nvSpPr>
        <p:spPr>
          <a:xfrm>
            <a:off x="8494219" y="4139112"/>
            <a:ext cx="2661864" cy="18350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深度学习、在线学习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132246" y="2864881"/>
            <a:ext cx="6881954" cy="1325563"/>
          </a:xfrm>
        </p:spPr>
        <p:txBody>
          <a:bodyPr>
            <a:normAutofit/>
          </a:bodyPr>
          <a:lstStyle/>
          <a:p>
            <a:r>
              <a:rPr lang="en-US" altLang="zh-CN" b="1" spc="300" dirty="0">
                <a:solidFill>
                  <a:schemeClr val="tx2"/>
                </a:solidFill>
                <a:latin typeface="+mn-ea"/>
              </a:rPr>
              <a:t>1.3</a:t>
            </a:r>
            <a:r>
              <a:rPr lang="zh-CN" altLang="en-US" b="1" spc="300" dirty="0">
                <a:solidFill>
                  <a:schemeClr val="tx2"/>
                </a:solidFill>
                <a:latin typeface="+mn-ea"/>
              </a:rPr>
              <a:t>人工智能的研究内容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D5EFAE-56F5-03D6-7D1C-CA03B964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xmlns="" id="{0D4F93B7-5C86-BC0F-C33D-6F9EBE673236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1.3.1 </a:t>
            </a:r>
            <a:r>
              <a:rPr lang="zh-CN" altLang="en-US" dirty="0"/>
              <a:t>知识表示</a:t>
            </a:r>
          </a:p>
        </p:txBody>
      </p:sp>
      <p:pic>
        <p:nvPicPr>
          <p:cNvPr id="2" name="图片 1" descr="/data/temp/efe0da10-1910-11f0-8000-66898e463075.jpgefe0da10-1910-11f0-8000-66898e463075">
            <a:extLst>
              <a:ext uri="{FF2B5EF4-FFF2-40B4-BE49-F238E27FC236}">
                <a16:creationId xmlns:a16="http://schemas.microsoft.com/office/drawing/2014/main" xmlns="" id="{889E1C3E-1A71-0211-6847-CA0E1AF3B97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alphaModFix amt="70000"/>
          </a:blip>
          <a:srcRect t="41" b="41"/>
          <a:stretch>
            <a:fillRect/>
          </a:stretch>
        </p:blipFill>
        <p:spPr>
          <a:xfrm>
            <a:off x="0" y="939800"/>
            <a:ext cx="121920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xmlns="" id="{D9A70430-D296-6BDB-7DB0-BDD5F65C625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30225" y="3361267"/>
            <a:ext cx="11129010" cy="2967778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7EF421F1-4C21-A570-949D-771ECE6C7D9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548543" y="4509770"/>
            <a:ext cx="5110692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创新方法如知识图谱与嵌入式表示，用于更高效地组织和处理知识。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EC1062F3-334A-F1E3-809B-20C1919B0D2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548543" y="4050030"/>
            <a:ext cx="5110692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知识图谱与嵌入式表示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C7586B4D-AAC6-D82D-7936-792A9FB71E8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034203" y="4509770"/>
            <a:ext cx="5110692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知识表示方法包括符号逻辑、语义网络、框架、产生式规则、本体论。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09162CF1-BAB9-CEB1-6D84-75A088E2D32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34203" y="4050030"/>
            <a:ext cx="5110692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符号逻辑与语义网络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3498949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1.3.2 </a:t>
            </a:r>
            <a:r>
              <a:rPr lang="zh-CN" altLang="en-US" dirty="0"/>
              <a:t>机器感知</a:t>
            </a:r>
          </a:p>
        </p:txBody>
      </p:sp>
      <p:pic>
        <p:nvPicPr>
          <p:cNvPr id="10" name="图片 9" descr="/data/temp/eeeb4173-1910-11f0-b6b5-3a4e9aaf6a97.jpgeeeb4173-1910-11f0-b6b5-3a4e9aaf6a97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4" cstate="print"/>
          <a:srcRect l="16363" r="16363"/>
          <a:stretch>
            <a:fillRect/>
          </a:stretch>
        </p:blipFill>
        <p:spPr>
          <a:xfrm>
            <a:off x="1223056" y="1799464"/>
            <a:ext cx="2593474" cy="2766634"/>
          </a:xfrm>
          <a:custGeom>
            <a:avLst/>
            <a:gdLst>
              <a:gd name="connsiteX0" fmla="*/ 1241901 w 2483800"/>
              <a:gd name="connsiteY0" fmla="*/ 0 h 2649637"/>
              <a:gd name="connsiteX1" fmla="*/ 1241903 w 2483800"/>
              <a:gd name="connsiteY1" fmla="*/ 0 h 2649637"/>
              <a:gd name="connsiteX2" fmla="*/ 1282228 w 2483800"/>
              <a:gd name="connsiteY2" fmla="*/ 4783 h 2649637"/>
              <a:gd name="connsiteX3" fmla="*/ 1321426 w 2483800"/>
              <a:gd name="connsiteY3" fmla="*/ 19130 h 2649637"/>
              <a:gd name="connsiteX4" fmla="*/ 2385520 w 2483800"/>
              <a:gd name="connsiteY4" fmla="*/ 551178 h 2649637"/>
              <a:gd name="connsiteX5" fmla="*/ 2483800 w 2483800"/>
              <a:gd name="connsiteY5" fmla="*/ 710202 h 2649637"/>
              <a:gd name="connsiteX6" fmla="*/ 2483800 w 2483800"/>
              <a:gd name="connsiteY6" fmla="*/ 1939377 h 2649637"/>
              <a:gd name="connsiteX7" fmla="*/ 2385517 w 2483800"/>
              <a:gd name="connsiteY7" fmla="*/ 2098463 h 2649637"/>
              <a:gd name="connsiteX8" fmla="*/ 1321421 w 2483800"/>
              <a:gd name="connsiteY8" fmla="*/ 2630510 h 2649637"/>
              <a:gd name="connsiteX9" fmla="*/ 1162374 w 2483800"/>
              <a:gd name="connsiteY9" fmla="*/ 2630508 h 2649637"/>
              <a:gd name="connsiteX10" fmla="*/ 98279 w 2483800"/>
              <a:gd name="connsiteY10" fmla="*/ 2098461 h 2649637"/>
              <a:gd name="connsiteX11" fmla="*/ 0 w 2483800"/>
              <a:gd name="connsiteY11" fmla="*/ 1939437 h 2649637"/>
              <a:gd name="connsiteX12" fmla="*/ 0 w 2483800"/>
              <a:gd name="connsiteY12" fmla="*/ 710262 h 2649637"/>
              <a:gd name="connsiteX13" fmla="*/ 98283 w 2483800"/>
              <a:gd name="connsiteY13" fmla="*/ 551176 h 2649637"/>
              <a:gd name="connsiteX14" fmla="*/ 1162378 w 2483800"/>
              <a:gd name="connsiteY14" fmla="*/ 19128 h 2649637"/>
              <a:gd name="connsiteX15" fmla="*/ 1201576 w 2483800"/>
              <a:gd name="connsiteY15" fmla="*/ 4781 h 264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3800" h="2649637">
                <a:moveTo>
                  <a:pt x="1241901" y="0"/>
                </a:moveTo>
                <a:lnTo>
                  <a:pt x="1241903" y="0"/>
                </a:lnTo>
                <a:lnTo>
                  <a:pt x="1282228" y="4783"/>
                </a:lnTo>
                <a:cubicBezTo>
                  <a:pt x="1295545" y="7971"/>
                  <a:pt x="1308674" y="12754"/>
                  <a:pt x="1321426" y="19130"/>
                </a:cubicBezTo>
                <a:cubicBezTo>
                  <a:pt x="1372435" y="44635"/>
                  <a:pt x="2323621" y="520228"/>
                  <a:pt x="2385520" y="551178"/>
                </a:cubicBezTo>
                <a:cubicBezTo>
                  <a:pt x="2447420" y="582128"/>
                  <a:pt x="2483800" y="640996"/>
                  <a:pt x="2483800" y="710202"/>
                </a:cubicBezTo>
                <a:cubicBezTo>
                  <a:pt x="2483800" y="779408"/>
                  <a:pt x="2483800" y="1870171"/>
                  <a:pt x="2483800" y="1939377"/>
                </a:cubicBezTo>
                <a:cubicBezTo>
                  <a:pt x="2483800" y="2008583"/>
                  <a:pt x="2447417" y="2067513"/>
                  <a:pt x="2385517" y="2098463"/>
                </a:cubicBezTo>
                <a:cubicBezTo>
                  <a:pt x="2323617" y="2129413"/>
                  <a:pt x="1372431" y="2605005"/>
                  <a:pt x="1321421" y="2630510"/>
                </a:cubicBezTo>
                <a:cubicBezTo>
                  <a:pt x="1270412" y="2656015"/>
                  <a:pt x="1213384" y="2656012"/>
                  <a:pt x="1162374" y="2630508"/>
                </a:cubicBezTo>
                <a:cubicBezTo>
                  <a:pt x="1111365" y="2605002"/>
                  <a:pt x="160179" y="2129409"/>
                  <a:pt x="98279" y="2098461"/>
                </a:cubicBezTo>
                <a:cubicBezTo>
                  <a:pt x="36379" y="2067510"/>
                  <a:pt x="0" y="2008642"/>
                  <a:pt x="0" y="1939437"/>
                </a:cubicBezTo>
                <a:cubicBezTo>
                  <a:pt x="0" y="1870230"/>
                  <a:pt x="0" y="779467"/>
                  <a:pt x="0" y="710262"/>
                </a:cubicBezTo>
                <a:cubicBezTo>
                  <a:pt x="0" y="641055"/>
                  <a:pt x="36384" y="582125"/>
                  <a:pt x="98283" y="551176"/>
                </a:cubicBezTo>
                <a:cubicBezTo>
                  <a:pt x="160183" y="520225"/>
                  <a:pt x="1111368" y="44632"/>
                  <a:pt x="1162378" y="19128"/>
                </a:cubicBezTo>
                <a:cubicBezTo>
                  <a:pt x="1175131" y="12752"/>
                  <a:pt x="1188259" y="7969"/>
                  <a:pt x="1201576" y="478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1243610" y="5333462"/>
            <a:ext cx="2561982" cy="11032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计算机视觉包括图像分类、目标检测、三维重建等技术。</a:t>
            </a: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1243610" y="4833530"/>
            <a:ext cx="2561982" cy="4614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计算机视觉技术</a:t>
            </a:r>
          </a:p>
        </p:txBody>
      </p:sp>
      <p:pic>
        <p:nvPicPr>
          <p:cNvPr id="16" name="图片 15" descr="/data/temp/eeeb418e-1910-11f0-b6b5-3a4e9aaf6a97.jpgeeeb418e-1910-11f0-b6b5-3a4e9aaf6a97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5" cstate="print"/>
          <a:srcRect t="11402" b="11402"/>
          <a:stretch>
            <a:fillRect/>
          </a:stretch>
        </p:blipFill>
        <p:spPr>
          <a:xfrm>
            <a:off x="4793521" y="1799464"/>
            <a:ext cx="2593055" cy="2766634"/>
          </a:xfrm>
          <a:custGeom>
            <a:avLst/>
            <a:gdLst>
              <a:gd name="connsiteX0" fmla="*/ 1241500 w 2483399"/>
              <a:gd name="connsiteY0" fmla="*/ 0 h 2649637"/>
              <a:gd name="connsiteX1" fmla="*/ 1241502 w 2483399"/>
              <a:gd name="connsiteY1" fmla="*/ 0 h 2649637"/>
              <a:gd name="connsiteX2" fmla="*/ 1281827 w 2483399"/>
              <a:gd name="connsiteY2" fmla="*/ 4783 h 2649637"/>
              <a:gd name="connsiteX3" fmla="*/ 1321025 w 2483399"/>
              <a:gd name="connsiteY3" fmla="*/ 19130 h 2649637"/>
              <a:gd name="connsiteX4" fmla="*/ 2385119 w 2483399"/>
              <a:gd name="connsiteY4" fmla="*/ 551178 h 2649637"/>
              <a:gd name="connsiteX5" fmla="*/ 2483399 w 2483399"/>
              <a:gd name="connsiteY5" fmla="*/ 710202 h 2649637"/>
              <a:gd name="connsiteX6" fmla="*/ 2483399 w 2483399"/>
              <a:gd name="connsiteY6" fmla="*/ 1939377 h 2649637"/>
              <a:gd name="connsiteX7" fmla="*/ 2385116 w 2483399"/>
              <a:gd name="connsiteY7" fmla="*/ 2098463 h 2649637"/>
              <a:gd name="connsiteX8" fmla="*/ 1321020 w 2483399"/>
              <a:gd name="connsiteY8" fmla="*/ 2630510 h 2649637"/>
              <a:gd name="connsiteX9" fmla="*/ 1161973 w 2483399"/>
              <a:gd name="connsiteY9" fmla="*/ 2630508 h 2649637"/>
              <a:gd name="connsiteX10" fmla="*/ 97878 w 2483399"/>
              <a:gd name="connsiteY10" fmla="*/ 2098461 h 2649637"/>
              <a:gd name="connsiteX11" fmla="*/ 6251 w 2483399"/>
              <a:gd name="connsiteY11" fmla="*/ 1989128 h 2649637"/>
              <a:gd name="connsiteX12" fmla="*/ 0 w 2483399"/>
              <a:gd name="connsiteY12" fmla="*/ 1942433 h 2649637"/>
              <a:gd name="connsiteX13" fmla="*/ 0 w 2483399"/>
              <a:gd name="connsiteY13" fmla="*/ 707266 h 2649637"/>
              <a:gd name="connsiteX14" fmla="*/ 6251 w 2483399"/>
              <a:gd name="connsiteY14" fmla="*/ 660560 h 2649637"/>
              <a:gd name="connsiteX15" fmla="*/ 97882 w 2483399"/>
              <a:gd name="connsiteY15" fmla="*/ 551176 h 2649637"/>
              <a:gd name="connsiteX16" fmla="*/ 1161977 w 2483399"/>
              <a:gd name="connsiteY16" fmla="*/ 19128 h 2649637"/>
              <a:gd name="connsiteX17" fmla="*/ 1201175 w 2483399"/>
              <a:gd name="connsiteY17" fmla="*/ 4781 h 264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83399" h="2649637">
                <a:moveTo>
                  <a:pt x="1241500" y="0"/>
                </a:moveTo>
                <a:lnTo>
                  <a:pt x="1241502" y="0"/>
                </a:lnTo>
                <a:lnTo>
                  <a:pt x="1281827" y="4783"/>
                </a:lnTo>
                <a:cubicBezTo>
                  <a:pt x="1295144" y="7971"/>
                  <a:pt x="1308273" y="12754"/>
                  <a:pt x="1321025" y="19130"/>
                </a:cubicBezTo>
                <a:cubicBezTo>
                  <a:pt x="1372034" y="44635"/>
                  <a:pt x="2323220" y="520228"/>
                  <a:pt x="2385119" y="551178"/>
                </a:cubicBezTo>
                <a:cubicBezTo>
                  <a:pt x="2447019" y="582128"/>
                  <a:pt x="2483399" y="640996"/>
                  <a:pt x="2483399" y="710202"/>
                </a:cubicBezTo>
                <a:cubicBezTo>
                  <a:pt x="2483399" y="779408"/>
                  <a:pt x="2483399" y="1870171"/>
                  <a:pt x="2483399" y="1939377"/>
                </a:cubicBezTo>
                <a:cubicBezTo>
                  <a:pt x="2483399" y="2008583"/>
                  <a:pt x="2447016" y="2067513"/>
                  <a:pt x="2385116" y="2098463"/>
                </a:cubicBezTo>
                <a:cubicBezTo>
                  <a:pt x="2323216" y="2129413"/>
                  <a:pt x="1372030" y="2605005"/>
                  <a:pt x="1321020" y="2630510"/>
                </a:cubicBezTo>
                <a:cubicBezTo>
                  <a:pt x="1270011" y="2656015"/>
                  <a:pt x="1212983" y="2656012"/>
                  <a:pt x="1161973" y="2630508"/>
                </a:cubicBezTo>
                <a:cubicBezTo>
                  <a:pt x="1110964" y="2605002"/>
                  <a:pt x="159778" y="2129409"/>
                  <a:pt x="97878" y="2098461"/>
                </a:cubicBezTo>
                <a:cubicBezTo>
                  <a:pt x="51453" y="2075248"/>
                  <a:pt x="19384" y="2036331"/>
                  <a:pt x="6251" y="1989128"/>
                </a:cubicBezTo>
                <a:lnTo>
                  <a:pt x="0" y="1942433"/>
                </a:lnTo>
                <a:lnTo>
                  <a:pt x="0" y="707266"/>
                </a:lnTo>
                <a:lnTo>
                  <a:pt x="6251" y="660560"/>
                </a:lnTo>
                <a:cubicBezTo>
                  <a:pt x="19386" y="613339"/>
                  <a:pt x="51458" y="574388"/>
                  <a:pt x="97882" y="551176"/>
                </a:cubicBezTo>
                <a:cubicBezTo>
                  <a:pt x="159782" y="520225"/>
                  <a:pt x="1110967" y="44632"/>
                  <a:pt x="1161977" y="19128"/>
                </a:cubicBezTo>
                <a:cubicBezTo>
                  <a:pt x="1174730" y="12752"/>
                  <a:pt x="1187858" y="7969"/>
                  <a:pt x="1201175" y="478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4820705" y="5333462"/>
            <a:ext cx="2561982" cy="11032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语音处理技术涵盖语音识别、情感分析、语音合成等。</a:t>
            </a: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4820705" y="4833530"/>
            <a:ext cx="2561982" cy="4614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语音处理应用</a:t>
            </a:r>
          </a:p>
        </p:txBody>
      </p:sp>
      <p:pic>
        <p:nvPicPr>
          <p:cNvPr id="17" name="图片 16" descr="/data/temp/eeeb42f0-1910-11f0-b6b5-3a4e9aaf6a97.jpgeeeb42f0-1910-11f0-b6b5-3a4e9aaf6a97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6" cstate="print"/>
          <a:srcRect t="14452" b="14452"/>
          <a:stretch>
            <a:fillRect/>
          </a:stretch>
        </p:blipFill>
        <p:spPr>
          <a:xfrm>
            <a:off x="8371279" y="1799464"/>
            <a:ext cx="2593474" cy="2766634"/>
          </a:xfrm>
          <a:custGeom>
            <a:avLst/>
            <a:gdLst>
              <a:gd name="connsiteX0" fmla="*/ 1241901 w 2483800"/>
              <a:gd name="connsiteY0" fmla="*/ 0 h 2649637"/>
              <a:gd name="connsiteX1" fmla="*/ 1241903 w 2483800"/>
              <a:gd name="connsiteY1" fmla="*/ 0 h 2649637"/>
              <a:gd name="connsiteX2" fmla="*/ 1282228 w 2483800"/>
              <a:gd name="connsiteY2" fmla="*/ 4783 h 2649637"/>
              <a:gd name="connsiteX3" fmla="*/ 1321426 w 2483800"/>
              <a:gd name="connsiteY3" fmla="*/ 19130 h 2649637"/>
              <a:gd name="connsiteX4" fmla="*/ 2385520 w 2483800"/>
              <a:gd name="connsiteY4" fmla="*/ 551178 h 2649637"/>
              <a:gd name="connsiteX5" fmla="*/ 2483800 w 2483800"/>
              <a:gd name="connsiteY5" fmla="*/ 710202 h 2649637"/>
              <a:gd name="connsiteX6" fmla="*/ 2483800 w 2483800"/>
              <a:gd name="connsiteY6" fmla="*/ 1939377 h 2649637"/>
              <a:gd name="connsiteX7" fmla="*/ 2385517 w 2483800"/>
              <a:gd name="connsiteY7" fmla="*/ 2098463 h 2649637"/>
              <a:gd name="connsiteX8" fmla="*/ 1321421 w 2483800"/>
              <a:gd name="connsiteY8" fmla="*/ 2630510 h 2649637"/>
              <a:gd name="connsiteX9" fmla="*/ 1162374 w 2483800"/>
              <a:gd name="connsiteY9" fmla="*/ 2630508 h 2649637"/>
              <a:gd name="connsiteX10" fmla="*/ 98279 w 2483800"/>
              <a:gd name="connsiteY10" fmla="*/ 2098461 h 2649637"/>
              <a:gd name="connsiteX11" fmla="*/ 0 w 2483800"/>
              <a:gd name="connsiteY11" fmla="*/ 1939437 h 2649637"/>
              <a:gd name="connsiteX12" fmla="*/ 0 w 2483800"/>
              <a:gd name="connsiteY12" fmla="*/ 710262 h 2649637"/>
              <a:gd name="connsiteX13" fmla="*/ 98283 w 2483800"/>
              <a:gd name="connsiteY13" fmla="*/ 551176 h 2649637"/>
              <a:gd name="connsiteX14" fmla="*/ 1162378 w 2483800"/>
              <a:gd name="connsiteY14" fmla="*/ 19128 h 2649637"/>
              <a:gd name="connsiteX15" fmla="*/ 1201576 w 2483800"/>
              <a:gd name="connsiteY15" fmla="*/ 4781 h 2649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83800" h="2649637">
                <a:moveTo>
                  <a:pt x="1241901" y="0"/>
                </a:moveTo>
                <a:lnTo>
                  <a:pt x="1241903" y="0"/>
                </a:lnTo>
                <a:lnTo>
                  <a:pt x="1282228" y="4783"/>
                </a:lnTo>
                <a:cubicBezTo>
                  <a:pt x="1295545" y="7971"/>
                  <a:pt x="1308674" y="12754"/>
                  <a:pt x="1321426" y="19130"/>
                </a:cubicBezTo>
                <a:cubicBezTo>
                  <a:pt x="1372435" y="44635"/>
                  <a:pt x="2323621" y="520228"/>
                  <a:pt x="2385520" y="551178"/>
                </a:cubicBezTo>
                <a:cubicBezTo>
                  <a:pt x="2447420" y="582128"/>
                  <a:pt x="2483800" y="640996"/>
                  <a:pt x="2483800" y="710202"/>
                </a:cubicBezTo>
                <a:cubicBezTo>
                  <a:pt x="2483800" y="779408"/>
                  <a:pt x="2483800" y="1870171"/>
                  <a:pt x="2483800" y="1939377"/>
                </a:cubicBezTo>
                <a:cubicBezTo>
                  <a:pt x="2483800" y="2008583"/>
                  <a:pt x="2447417" y="2067513"/>
                  <a:pt x="2385517" y="2098463"/>
                </a:cubicBezTo>
                <a:cubicBezTo>
                  <a:pt x="2323617" y="2129413"/>
                  <a:pt x="1372431" y="2605005"/>
                  <a:pt x="1321421" y="2630510"/>
                </a:cubicBezTo>
                <a:cubicBezTo>
                  <a:pt x="1270412" y="2656015"/>
                  <a:pt x="1213384" y="2656012"/>
                  <a:pt x="1162374" y="2630508"/>
                </a:cubicBezTo>
                <a:cubicBezTo>
                  <a:pt x="1111365" y="2605002"/>
                  <a:pt x="160179" y="2129409"/>
                  <a:pt x="98279" y="2098461"/>
                </a:cubicBezTo>
                <a:cubicBezTo>
                  <a:pt x="36379" y="2067510"/>
                  <a:pt x="0" y="2008642"/>
                  <a:pt x="0" y="1939437"/>
                </a:cubicBezTo>
                <a:cubicBezTo>
                  <a:pt x="0" y="1870230"/>
                  <a:pt x="0" y="779467"/>
                  <a:pt x="0" y="710262"/>
                </a:cubicBezTo>
                <a:cubicBezTo>
                  <a:pt x="0" y="641055"/>
                  <a:pt x="36384" y="582125"/>
                  <a:pt x="98283" y="551176"/>
                </a:cubicBezTo>
                <a:cubicBezTo>
                  <a:pt x="160183" y="520225"/>
                  <a:pt x="1111368" y="44632"/>
                  <a:pt x="1162378" y="19128"/>
                </a:cubicBezTo>
                <a:cubicBezTo>
                  <a:pt x="1175131" y="12752"/>
                  <a:pt x="1188259" y="7969"/>
                  <a:pt x="1201576" y="478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1" name="矩形 20"/>
          <p:cNvSpPr/>
          <p:nvPr>
            <p:custDataLst>
              <p:tags r:id="rId10"/>
            </p:custDataLst>
          </p:nvPr>
        </p:nvSpPr>
        <p:spPr>
          <a:xfrm>
            <a:off x="8397800" y="5333462"/>
            <a:ext cx="2561982" cy="11032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触觉增强技术涉及物体识别、手势识别、力反馈等。</a:t>
            </a:r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8397800" y="4833530"/>
            <a:ext cx="2561982" cy="46147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触觉增强技术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3422D2-BCB8-4870-62A8-C6CACEE7D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xmlns="" id="{C3043C9D-8B20-E97D-DB45-92365455A1C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1.3.3 </a:t>
            </a:r>
            <a:r>
              <a:rPr lang="zh-CN" altLang="en-US" dirty="0"/>
              <a:t>机器推理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xmlns="" id="{0962AAA3-4901-823A-9336-F6045E2312E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55349" y="1913374"/>
            <a:ext cx="588201" cy="5882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cs typeface="+mn-ea"/>
                <a:sym typeface="+mn-ea"/>
              </a:rPr>
              <a:t>01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xmlns="" id="{6B1C88D8-965A-7656-D0F0-B68DBF1FE45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55349" y="4001778"/>
            <a:ext cx="588201" cy="5882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cs typeface="+mn-ea"/>
                <a:sym typeface="+mn-ea"/>
              </a:rPr>
              <a:t>02</a:t>
            </a:r>
            <a:endParaRPr lang="en-US" altLang="zh-CN" sz="2400" b="1" dirty="0">
              <a:solidFill>
                <a:srgbClr val="FFFFFF"/>
              </a:solidFill>
              <a:cs typeface="+mn-ea"/>
              <a:sym typeface="+mn-ea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15B3C61F-918D-C378-59A2-1D62003F9115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849517" y="2853696"/>
            <a:ext cx="0" cy="796097"/>
          </a:xfrm>
          <a:prstGeom prst="line">
            <a:avLst/>
          </a:prstGeom>
          <a:solidFill>
            <a:srgbClr val="00993F"/>
          </a:solidFill>
          <a:ln w="12700">
            <a:solidFill>
              <a:schemeClr val="tx1">
                <a:alpha val="40000"/>
              </a:schemeClr>
            </a:solidFill>
            <a:prstDash val="sysDot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97668B6-04F5-8069-F41D-1B9D902460F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357829" y="1870948"/>
            <a:ext cx="2583670" cy="381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 dirty="0">
                <a:solidFill>
                  <a:schemeClr val="accent1"/>
                </a:solidFill>
                <a:uFillTx/>
                <a:latin typeface="+mn-ea"/>
                <a:cs typeface="+mn-ea"/>
                <a:sym typeface="+mn-ea"/>
              </a:rPr>
              <a:t>规则基础推理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9524AC57-A7E7-24D7-F05B-8281D9B2FDE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290066" y="2252215"/>
            <a:ext cx="4407999" cy="1325871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机器推理方法之一，用于专家系统、自动化规划、智能搜索。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214734FB-5644-EE4F-11B0-631B5AC8A3E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416252" y="4104954"/>
            <a:ext cx="2525247" cy="3818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>
                <a:solidFill>
                  <a:schemeClr val="accent1"/>
                </a:solidFill>
                <a:uFillTx/>
                <a:latin typeface="+mn-ea"/>
                <a:cs typeface="+mn-ea"/>
                <a:sym typeface="+mn-ea"/>
              </a:rPr>
              <a:t>基于知识的推理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B4F5F4FF-FD20-AAA8-B5C9-136A29AB86A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416523" y="4675440"/>
            <a:ext cx="4281542" cy="1325871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另一种推理方法，同样应用于专家系统和智能搜索。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xmlns="" id="{12459671-AFF7-0147-1137-958BB6ACFA3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405412" y="722496"/>
            <a:ext cx="4786588" cy="4405779"/>
          </a:xfrm>
          <a:custGeom>
            <a:avLst/>
            <a:gdLst>
              <a:gd name="connsiteX0" fmla="*/ 0 w 3640137"/>
              <a:gd name="connsiteY0" fmla="*/ 0 h 5283200"/>
              <a:gd name="connsiteX1" fmla="*/ 3640137 w 3640137"/>
              <a:gd name="connsiteY1" fmla="*/ 0 h 5283200"/>
              <a:gd name="connsiteX2" fmla="*/ 3640137 w 3640137"/>
              <a:gd name="connsiteY2" fmla="*/ 5283200 h 5283200"/>
              <a:gd name="connsiteX3" fmla="*/ 3144983 w 3640137"/>
              <a:gd name="connsiteY3" fmla="*/ 5283200 h 5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0137" h="5283200">
                <a:moveTo>
                  <a:pt x="0" y="0"/>
                </a:moveTo>
                <a:lnTo>
                  <a:pt x="3640137" y="0"/>
                </a:lnTo>
                <a:lnTo>
                  <a:pt x="3640137" y="5283200"/>
                </a:lnTo>
                <a:lnTo>
                  <a:pt x="3144983" y="52832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 descr="/data/temp/edd11e2a-1910-11f0-94a5-ce287c6dbac8.jpgedd11e2a-1910-11f0-94a5-ce287c6dbac8">
            <a:extLst>
              <a:ext uri="{FF2B5EF4-FFF2-40B4-BE49-F238E27FC236}">
                <a16:creationId xmlns:a16="http://schemas.microsoft.com/office/drawing/2014/main" xmlns="" id="{78B898D8-B8DF-9697-A80A-57A5954F5BA2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4"/>
          <a:srcRect l="8919" r="8919"/>
          <a:stretch>
            <a:fillRect/>
          </a:stretch>
        </p:blipFill>
        <p:spPr>
          <a:xfrm>
            <a:off x="4968598" y="722496"/>
            <a:ext cx="7223402" cy="5864572"/>
          </a:xfrm>
          <a:custGeom>
            <a:avLst/>
            <a:gdLst>
              <a:gd name="connsiteX0" fmla="*/ 3970953 w 6347193"/>
              <a:gd name="connsiteY0" fmla="*/ 0 h 6378606"/>
              <a:gd name="connsiteX1" fmla="*/ 6347193 w 6347193"/>
              <a:gd name="connsiteY1" fmla="*/ 3816994 h 6378606"/>
              <a:gd name="connsiteX2" fmla="*/ 6347193 w 6347193"/>
              <a:gd name="connsiteY2" fmla="*/ 6378606 h 6378606"/>
              <a:gd name="connsiteX3" fmla="*/ 0 w 6347193"/>
              <a:gd name="connsiteY3" fmla="*/ 6378606 h 6378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7193" h="6378606">
                <a:moveTo>
                  <a:pt x="3970953" y="0"/>
                </a:moveTo>
                <a:lnTo>
                  <a:pt x="6347193" y="3816994"/>
                </a:lnTo>
                <a:lnTo>
                  <a:pt x="6347193" y="6378606"/>
                </a:lnTo>
                <a:lnTo>
                  <a:pt x="0" y="6378606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0000"/>
            </a:schemeClr>
          </a:solidFill>
          <a:ln w="6350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xmlns="" val="74829450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1.3.4 </a:t>
            </a:r>
            <a:r>
              <a:rPr lang="zh-CN" altLang="en-US" dirty="0"/>
              <a:t>机器学习</a:t>
            </a: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696000" y="2324989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机器学习类型包括监督学习，应用于自然语言处理、医疗健康。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696000" y="1668365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监督学习应用</a:t>
            </a: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696000" y="4625713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强化学习类型，应用于机器人控制、自动驾驶。</a:t>
            </a: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696000" y="3960198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强化学习应用</a:t>
            </a: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8209072" y="3449632"/>
            <a:ext cx="3287234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无监督学习类型，用于数据挖掘、模式识别等。</a:t>
            </a: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8209072" y="2782213"/>
            <a:ext cx="3287234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无监督学习应用</a:t>
            </a:r>
          </a:p>
        </p:txBody>
      </p:sp>
      <p:pic>
        <p:nvPicPr>
          <p:cNvPr id="25" name="图片 24" descr="/data/temp/ee8f9b3c-1910-11f0-b620-7aba3389e942.jpgee8f9b3c-1910-11f0-b620-7aba3389e94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6" cstate="print"/>
          <a:srcRect/>
          <a:stretch>
            <a:fillRect/>
          </a:stretch>
        </p:blipFill>
        <p:spPr>
          <a:xfrm>
            <a:off x="4318226" y="1769335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6" name="图片 25" descr="/data/temp/ee8f9b4e-1910-11f0-b620-7aba3389e942.jpgee8f9b4e-1910-11f0-b620-7aba3389e942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7" cstate="print"/>
          <a:srcRect t="29" b="29"/>
          <a:stretch>
            <a:fillRect/>
          </a:stretch>
        </p:blipFill>
        <p:spPr>
          <a:xfrm>
            <a:off x="6278572" y="2882548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7" name="图片 26" descr="/data/temp/ee8f9bbc-1910-11f0-b620-7aba3389e942.jpgee8f9bbc-1910-11f0-b620-7aba3389e94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8" cstate="print"/>
          <a:srcRect l="4559" r="4559"/>
          <a:stretch>
            <a:fillRect/>
          </a:stretch>
        </p:blipFill>
        <p:spPr>
          <a:xfrm>
            <a:off x="4323307" y="3928447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八边形 1"/>
          <p:cNvSpPr/>
          <p:nvPr>
            <p:custDataLst>
              <p:tags r:id="rId12"/>
            </p:custDataLst>
          </p:nvPr>
        </p:nvSpPr>
        <p:spPr>
          <a:xfrm>
            <a:off x="4318226" y="2882548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01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18" name="八边形 17"/>
          <p:cNvSpPr/>
          <p:nvPr>
            <p:custDataLst>
              <p:tags r:id="rId13"/>
            </p:custDataLst>
          </p:nvPr>
        </p:nvSpPr>
        <p:spPr>
          <a:xfrm>
            <a:off x="7391785" y="3996395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02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  <p:sp>
        <p:nvSpPr>
          <p:cNvPr id="19" name="八边形 18"/>
          <p:cNvSpPr/>
          <p:nvPr>
            <p:custDataLst>
              <p:tags r:id="rId14"/>
            </p:custDataLst>
          </p:nvPr>
        </p:nvSpPr>
        <p:spPr>
          <a:xfrm>
            <a:off x="4318226" y="5041659"/>
            <a:ext cx="506392" cy="506392"/>
          </a:xfrm>
          <a:prstGeom prst="oc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+mn-ea"/>
                <a:cs typeface="+mn-ea"/>
                <a:sym typeface="+mn-ea"/>
              </a:rPr>
              <a:t>03</a:t>
            </a:r>
            <a:endParaRPr lang="zh-CN" altLang="en-US" sz="1600" b="1" dirty="0">
              <a:latin typeface="+mn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/data/temp/f1ddde99-1910-11f0-8bf4-127843deb9d6.jpgf1ddde99-1910-11f0-8bf4-127843deb9d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/>
          <a:srcRect l="102" r="102"/>
          <a:stretch>
            <a:fillRect/>
          </a:stretch>
        </p:blipFill>
        <p:spPr>
          <a:xfrm>
            <a:off x="2615143" y="916831"/>
            <a:ext cx="7180792" cy="33901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943" h="6239">
                <a:moveTo>
                  <a:pt x="0" y="0"/>
                </a:moveTo>
                <a:lnTo>
                  <a:pt x="12943" y="0"/>
                </a:lnTo>
                <a:lnTo>
                  <a:pt x="12943" y="6239"/>
                </a:lnTo>
                <a:lnTo>
                  <a:pt x="0" y="6239"/>
                </a:lnTo>
                <a:lnTo>
                  <a:pt x="0" y="0"/>
                </a:ln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111828" y="5342677"/>
            <a:ext cx="2658745" cy="10856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机器行为研究方向之一，包括运动控制、路径规划。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111828" y="4869549"/>
            <a:ext cx="2658745" cy="4533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kern="0" dirty="0">
                <a:latin typeface="+中文正文" charset="0"/>
              </a:rPr>
              <a:t>机器人技术研究</a:t>
            </a: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950539" y="4895584"/>
            <a:ext cx="94501" cy="33068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4561148" y="5342677"/>
            <a:ext cx="2658745" cy="10856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智能交互技术，如感知与导航，是机器行为的关键技术。</a:t>
            </a: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4561148" y="4869549"/>
            <a:ext cx="2658745" cy="4533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kern="0" dirty="0">
                <a:latin typeface="+中文正文" charset="0"/>
              </a:rPr>
              <a:t>智能交互技术</a:t>
            </a: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4387794" y="4895584"/>
            <a:ext cx="94501" cy="33068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8010468" y="5342677"/>
            <a:ext cx="2658745" cy="10856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集群协同研究方向，关注多机器人系统间的协作与通信。</a:t>
            </a: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8010468" y="4869549"/>
            <a:ext cx="2658745" cy="45338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kern="0" dirty="0">
                <a:latin typeface="+中文正文" charset="0"/>
              </a:rPr>
              <a:t>集群协同研究</a:t>
            </a:r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7837114" y="4895584"/>
            <a:ext cx="94501" cy="33068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zh-CN" altLang="en-US" sz="24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DF555F1-F444-A3CF-237F-548737099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1.3.5 </a:t>
            </a:r>
            <a:r>
              <a:rPr lang="zh-CN" altLang="en-US" dirty="0"/>
              <a:t>机器行为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1.4 </a:t>
            </a:r>
            <a:r>
              <a:rPr lang="zh-CN" altLang="en-US" dirty="0"/>
              <a:t>挑战与未来展望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altLang="zh-CN" dirty="0"/>
              <a:t>1.4 </a:t>
            </a:r>
            <a:r>
              <a:rPr lang="zh-CN" altLang="en-US" dirty="0"/>
              <a:t>挑战与未来展望</a:t>
            </a:r>
          </a:p>
        </p:txBody>
      </p:sp>
      <p:sp>
        <p:nvSpPr>
          <p:cNvPr id="31" name="圆角矩形 30"/>
          <p:cNvSpPr/>
          <p:nvPr>
            <p:custDataLst>
              <p:tags r:id="rId3"/>
            </p:custDataLst>
          </p:nvPr>
        </p:nvSpPr>
        <p:spPr>
          <a:xfrm>
            <a:off x="997901" y="1374536"/>
            <a:ext cx="6729240" cy="1044000"/>
          </a:xfrm>
          <a:prstGeom prst="roundRect">
            <a:avLst>
              <a:gd name="adj" fmla="val 19464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66" name="圆角矩形 65"/>
          <p:cNvSpPr/>
          <p:nvPr>
            <p:custDataLst>
              <p:tags r:id="rId4"/>
            </p:custDataLst>
          </p:nvPr>
        </p:nvSpPr>
        <p:spPr>
          <a:xfrm>
            <a:off x="997901" y="2574051"/>
            <a:ext cx="6729240" cy="1044000"/>
          </a:xfrm>
          <a:prstGeom prst="roundRect">
            <a:avLst>
              <a:gd name="adj" fmla="val 19464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3" name="圆角矩形 72"/>
          <p:cNvSpPr/>
          <p:nvPr>
            <p:custDataLst>
              <p:tags r:id="rId5"/>
            </p:custDataLst>
          </p:nvPr>
        </p:nvSpPr>
        <p:spPr>
          <a:xfrm>
            <a:off x="997901" y="3774202"/>
            <a:ext cx="6729240" cy="1044000"/>
          </a:xfrm>
          <a:prstGeom prst="roundRect">
            <a:avLst>
              <a:gd name="adj" fmla="val 19464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9" name="圆角矩形 78"/>
          <p:cNvSpPr/>
          <p:nvPr>
            <p:custDataLst>
              <p:tags r:id="rId6"/>
            </p:custDataLst>
          </p:nvPr>
        </p:nvSpPr>
        <p:spPr>
          <a:xfrm>
            <a:off x="997901" y="4974352"/>
            <a:ext cx="6729240" cy="1044000"/>
          </a:xfrm>
          <a:prstGeom prst="roundRect">
            <a:avLst>
              <a:gd name="adj" fmla="val 19464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4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4" name="圆角矩形 35"/>
          <p:cNvSpPr/>
          <p:nvPr>
            <p:custDataLst>
              <p:tags r:id="rId7"/>
            </p:custDataLst>
          </p:nvPr>
        </p:nvSpPr>
        <p:spPr>
          <a:xfrm>
            <a:off x="635316" y="1572021"/>
            <a:ext cx="2088000" cy="648000"/>
          </a:xfrm>
          <a:prstGeom prst="roundRect">
            <a:avLst>
              <a:gd name="adj" fmla="val 15679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隐私保护挑战</a:t>
            </a:r>
          </a:p>
        </p:txBody>
      </p:sp>
      <p:sp>
        <p:nvSpPr>
          <p:cNvPr id="2" name="圆角矩形 35"/>
          <p:cNvSpPr/>
          <p:nvPr>
            <p:custDataLst>
              <p:tags r:id="rId8"/>
            </p:custDataLst>
          </p:nvPr>
        </p:nvSpPr>
        <p:spPr>
          <a:xfrm>
            <a:off x="635316" y="5171837"/>
            <a:ext cx="2088000" cy="648000"/>
          </a:xfrm>
          <a:prstGeom prst="roundRect">
            <a:avLst>
              <a:gd name="adj" fmla="val 15679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未来展望</a:t>
            </a:r>
          </a:p>
        </p:txBody>
      </p:sp>
      <p:sp>
        <p:nvSpPr>
          <p:cNvPr id="11" name="圆角矩形 35"/>
          <p:cNvSpPr/>
          <p:nvPr>
            <p:custDataLst>
              <p:tags r:id="rId9"/>
            </p:custDataLst>
          </p:nvPr>
        </p:nvSpPr>
        <p:spPr>
          <a:xfrm>
            <a:off x="635316" y="3972322"/>
            <a:ext cx="2088000" cy="648000"/>
          </a:xfrm>
          <a:prstGeom prst="roundRect">
            <a:avLst>
              <a:gd name="adj" fmla="val 15679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就业结构变化</a:t>
            </a:r>
          </a:p>
        </p:txBody>
      </p:sp>
      <p:sp>
        <p:nvSpPr>
          <p:cNvPr id="3" name="圆角矩形 35"/>
          <p:cNvSpPr/>
          <p:nvPr>
            <p:custDataLst>
              <p:tags r:id="rId10"/>
            </p:custDataLst>
          </p:nvPr>
        </p:nvSpPr>
        <p:spPr>
          <a:xfrm>
            <a:off x="635316" y="2772171"/>
            <a:ext cx="2088000" cy="648000"/>
          </a:xfrm>
          <a:prstGeom prst="roundRect">
            <a:avLst>
              <a:gd name="adj" fmla="val 15679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伦理问题</a:t>
            </a:r>
          </a:p>
        </p:txBody>
      </p:sp>
      <p:sp>
        <p:nvSpPr>
          <p:cNvPr id="7" name="矩形 6"/>
          <p:cNvSpPr/>
          <p:nvPr>
            <p:custDataLst>
              <p:tags r:id="rId11"/>
            </p:custDataLst>
          </p:nvPr>
        </p:nvSpPr>
        <p:spPr>
          <a:xfrm>
            <a:off x="2991167" y="1374536"/>
            <a:ext cx="4655859" cy="1043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随着人工智能技术的发展，如何保护个人隐私成为亟待解决的问题。</a:t>
            </a:r>
          </a:p>
        </p:txBody>
      </p:sp>
      <p:sp>
        <p:nvSpPr>
          <p:cNvPr id="5" name="矩形 4"/>
          <p:cNvSpPr/>
          <p:nvPr>
            <p:custDataLst>
              <p:tags r:id="rId12"/>
            </p:custDataLst>
          </p:nvPr>
        </p:nvSpPr>
        <p:spPr>
          <a:xfrm>
            <a:off x="2991167" y="2574051"/>
            <a:ext cx="4655859" cy="1043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人工智能在决策过程中可能涉及伦理问题，需要制定相应的伦理规范。</a:t>
            </a:r>
          </a:p>
        </p:txBody>
      </p:sp>
      <p:sp>
        <p:nvSpPr>
          <p:cNvPr id="6" name="矩形 5"/>
          <p:cNvSpPr/>
          <p:nvPr>
            <p:custDataLst>
              <p:tags r:id="rId13"/>
            </p:custDataLst>
          </p:nvPr>
        </p:nvSpPr>
        <p:spPr>
          <a:xfrm>
            <a:off x="2991167" y="3774202"/>
            <a:ext cx="4655859" cy="104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人工智能技术的普及可能导致就业结构发生变化，对劳动力市场产生影响。</a:t>
            </a:r>
          </a:p>
        </p:txBody>
      </p:sp>
      <p:sp>
        <p:nvSpPr>
          <p:cNvPr id="15" name="矩形 14"/>
          <p:cNvSpPr/>
          <p:nvPr>
            <p:custDataLst>
              <p:tags r:id="rId14"/>
            </p:custDataLst>
          </p:nvPr>
        </p:nvSpPr>
        <p:spPr>
          <a:xfrm>
            <a:off x="2991167" y="4974352"/>
            <a:ext cx="4655859" cy="104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 fontAlgn="b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展望未来，人工智能将更加智能、高效、人性化，为社会带来更多便利。</a:t>
            </a:r>
          </a:p>
        </p:txBody>
      </p:sp>
      <p:pic>
        <p:nvPicPr>
          <p:cNvPr id="9" name="图片 8" descr="/data/temp/ec65627c-1910-11f0-b6b5-3a4e9aaf6a97.jpgec65627c-1910-11f0-b6b5-3a4e9aaf6a97">
            <a:extLst>
              <a:ext uri="{FF2B5EF4-FFF2-40B4-BE49-F238E27FC236}">
                <a16:creationId xmlns:a16="http://schemas.microsoft.com/office/drawing/2014/main" xmlns="" id="{4E854A19-3B60-BF9D-706A-34739F9874F0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9" cstate="print">
            <a:alphaModFix amt="50000"/>
          </a:blip>
          <a:srcRect l="10118" t="7541" r="4412"/>
          <a:stretch>
            <a:fillRect/>
          </a:stretch>
        </p:blipFill>
        <p:spPr>
          <a:xfrm>
            <a:off x="8137963" y="1416072"/>
            <a:ext cx="3358599" cy="190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0" name="图片 9" descr="/data/temp/ec656269-1910-11f0-b6b5-3a4e9aaf6a97.jpgec656269-1910-11f0-b6b5-3a4e9aaf6a97">
            <a:extLst>
              <a:ext uri="{FF2B5EF4-FFF2-40B4-BE49-F238E27FC236}">
                <a16:creationId xmlns:a16="http://schemas.microsoft.com/office/drawing/2014/main" xmlns="" id="{CEFB2D4D-356C-D739-C876-7DAEBE2B13BC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 rotWithShape="1">
          <a:blip r:embed="rId20" cstate="print"/>
          <a:srcRect t="25419" r="12844" b="353"/>
          <a:stretch>
            <a:fillRect/>
          </a:stretch>
        </p:blipFill>
        <p:spPr>
          <a:xfrm>
            <a:off x="8137963" y="3980973"/>
            <a:ext cx="3358599" cy="1906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469EE62-0F42-FF11-FA69-E97580E1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xmlns="" id="{FEC51611-9132-0854-3D24-BC65118E61F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zh-CN" altLang="en-US" dirty="0"/>
              <a:t>课后习题</a:t>
            </a:r>
            <a:r>
              <a:rPr lang="en-US" altLang="zh-CN" dirty="0"/>
              <a:t>1.6</a:t>
            </a:r>
            <a:endParaRPr lang="zh-CN" altLang="en-US" dirty="0"/>
          </a:p>
        </p:txBody>
      </p:sp>
      <p:pic>
        <p:nvPicPr>
          <p:cNvPr id="9" name="图片 8" descr="/data/temp/f4046279-1910-11f0-a12c-deb7bd7ea64e.jpgf4046279-1910-11f0-a12c-deb7bd7ea64e">
            <a:extLst>
              <a:ext uri="{FF2B5EF4-FFF2-40B4-BE49-F238E27FC236}">
                <a16:creationId xmlns:a16="http://schemas.microsoft.com/office/drawing/2014/main" xmlns="" id="{EB678CBB-D0F9-866F-AFDD-40FF63A7796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0"/>
          <a:srcRect l="15846" r="15964"/>
          <a:stretch>
            <a:fillRect/>
          </a:stretch>
        </p:blipFill>
        <p:spPr>
          <a:xfrm>
            <a:off x="5080001" y="903440"/>
            <a:ext cx="6824132" cy="571749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" name="标题 6">
            <a:extLst>
              <a:ext uri="{FF2B5EF4-FFF2-40B4-BE49-F238E27FC236}">
                <a16:creationId xmlns:a16="http://schemas.microsoft.com/office/drawing/2014/main" xmlns="" id="{F28E0504-3ABF-FE35-B09D-09B313258C6F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345470" y="2033566"/>
            <a:ext cx="3979333" cy="298337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lIns="539750" tIns="360045" rIns="539750" bIns="360045" rtlCol="0" anchor="ctr" anchorCtr="0">
            <a:normAutofit/>
          </a:bodyPr>
          <a:lstStyle>
            <a:lvl1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buNone/>
              <a:defRPr sz="32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400" dirty="0">
                <a:solidFill>
                  <a:srgbClr val="FFFFFF"/>
                </a:solidFill>
              </a:rPr>
              <a:t>智能家居系统设计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F6463D1F-F0E3-752A-21E6-AD1F1200B7E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81001" y="903441"/>
            <a:ext cx="4699000" cy="571749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F6CE297-1B4B-550F-91A4-D6D9979886D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01011" y="2929727"/>
            <a:ext cx="3098652" cy="31575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设计一个智能家居系统的语音控制方案，涉及机器人技术、智能交互。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068C16E4-35BA-30C6-EDD4-4EE315579E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01065" y="1570355"/>
            <a:ext cx="3527002" cy="12249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9FBFA"/>
                </a:solidFill>
                <a:latin typeface="+mn-ea"/>
                <a:cs typeface="+mn-ea"/>
                <a:sym typeface="+mn-ea"/>
              </a:rPr>
              <a:t>智能家居系统设计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xmlns="" val="2813469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PRESENTATION_SOURCE" val="WPPAIGeneratePP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71"/>
  <p:tag name="KSO_WM_TEMPLATE_CATEGORY" val="custom"/>
  <p:tag name="KSO_WM_SLIDE_INDEX" val="1"/>
  <p:tag name="KSO_WM_SLIDE_ID" val="custom20235971_1"/>
  <p:tag name="KSO_WM_TEMPLATE_MASTER_TYPE" val="0"/>
  <p:tag name="KSO_WM_SLIDE_LAYOUT" val="a_f"/>
  <p:tag name="KSO_WM_SLIDE_LAYOUT_CNT" val="1_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单击此处&#10;添加文档标题"/>
  <p:tag name="KSO_WM_UNIT_TEXT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71"/>
  <p:tag name="KSO_WM_TEMPLATE_CATEGORY" val="custom"/>
  <p:tag name="KSO_WM_SLIDE_INDEX" val="1"/>
  <p:tag name="KSO_WM_SLIDE_ID" val="custom20235971_1"/>
  <p:tag name="KSO_WM_TEMPLATE_MASTER_TYPE" val="0"/>
  <p:tag name="KSO_WM_SLIDE_LAYOUT" val="a_f"/>
  <p:tag name="KSO_WM_SLIDE_LAYOUT_CNT" val="1_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单击此处&#10;添加文档标题"/>
  <p:tag name="KSO_WM_UNIT_TEXT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6"/>
  <p:tag name="KSO_WM_DIAGRAM_GROUP_CODE" val="l1-1"/>
  <p:tag name="KSO_WM_BEAUTIFY_FLAG" val="#wm#"/>
  <p:tag name="KSO_WM_TEMPLATE_INDEX" val="20235971"/>
  <p:tag name="KSO_WM_TEMPLATE_CATEGORY" val="custom"/>
  <p:tag name="KSO_WM_SLIDE_INDEX" val="6"/>
  <p:tag name="KSO_WM_SLIDE_ID" val="custom20235971_6"/>
  <p:tag name="KSO_WM_TEMPLATE_MASTER_TYPE" val="0"/>
  <p:tag name="KSO_WM_SLIDE_LAYOUT" val="a_l"/>
  <p:tag name="KSO_WM_SLIDE_LAYOUT_CNT" val="1_1"/>
  <p:tag name="KSO_WM_SLIDE_DIAGTYPE" val="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3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2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INDEX" val="1_4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4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99999976158142,&quot;transparency&quot;:0},{&quot;brightness&quot;:0,&quot;colorType&quot;:1,&quot;foreColorIndex&quot;:6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USESOURCEFORMAT_APPLY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3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99999976158142,&quot;transparency&quot;:0},{&quot;brightness&quot;:0,&quot;colorType&quot;:1,&quot;foreColorIndex&quot;:6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USESOURCEFORMAT_APPLY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2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99999976158142,&quot;transparency&quot;:0},{&quot;brightness&quot;:0,&quot;colorType&quot;:1,&quot;foreColorIndex&quot;:6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USESOURCEFORMAT_APPLY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UNIT_SUBTYPE" val="a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目录项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4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971_6*l_h_i*1_4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971"/>
  <p:tag name="KSO_WM_TEMPLATE_CATEGORY" val="custom"/>
  <p:tag name="KSO_WM_DIAGRAM_MAX_ITEMCNT" val="6"/>
  <p:tag name="KSO_WM_DIAGRAM_MIN_ITEMCNT" val="2"/>
  <p:tag name="KSO_WM_DIAGRAM_VIRTUALLY_FRAME" val="{&quot;height&quot;:278.6197509765625,&quot;width&quot;:823.1170654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99999976158142,&quot;transparency&quot;:0},{&quot;brightness&quot;:0,&quot;colorType&quot;:1,&quot;foreColorIndex&quot;:6,&quot;pos&quot;:0.740000009536743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USESOURCEFORMAT_APPLY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7"/>
  <p:tag name="KSO_WM_SLIDE_ID" val="custom20235971_7"/>
  <p:tag name="KSO_WM_TEMPLATE_MASTER_TYPE" val="0"/>
  <p:tag name="KSO_WM_SLIDE_LAYOUT" val="a_e"/>
  <p:tag name="KSO_WM_SLIDE_LAYOUT_CNT" val="1_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添加章节标题"/>
  <p:tag name="KSO_WM_UNIT_TEXT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850.447*57.5039"/>
  <p:tag name="KSO_WM_SLIDE_POSITION" val="54.75*401.016"/>
  <p:tag name="KSO_WM_TEMPLATE_INDEX" val="20235971"/>
  <p:tag name="KSO_WM_TEMPLATE_SUBCATEGORY" val="0"/>
  <p:tag name="KSO_WM_SLIDE_INDEX" val="1"/>
  <p:tag name="KSO_WM_TAG_VERSION" val="3.0"/>
  <p:tag name="KSO_WM_SLIDE_ID" val="custom20233270_1"/>
  <p:tag name="KSO_WM_SLIDE_ITEM_CNT" val="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3270"/>
  <p:tag name="KSO_WM_UNIT_ID" val="custom20233270_1*a*1"/>
  <p:tag name="KSO_WM_UNIT_PRESET_TEXT" val="单击此处&#10;添加标题内容"/>
  <p:tag name="KSO_WM_UNIT_TEXT_TYPE" val="1"/>
  <p:tag name="KSO_WM_UNIT_TEXT_FILL_FORE_SCHEMECOLOR_INDEX" val="2"/>
  <p:tag name="KSO_WM_UNIT_TEXT_FILL_TYPE" val="1"/>
  <p:tag name="KSO_WM_UNIT_USESOURCEFORMAT_APPLY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69_2*l_h_f*1_1_1"/>
  <p:tag name="KSO_WM_TEMPLATE_CATEGORY" val="diagram"/>
  <p:tag name="KSO_WM_TEMPLATE_INDEX" val="20233269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52"/>
  <p:tag name="KSO_WM_UNIT_TEXT_TYPE" val="1"/>
  <p:tag name="KSO_WM_UNIT_TEXT_LAYER_COUNT" val="1"/>
  <p:tag name="KSO_WM_BEAUTIFY_FLAG" val="#wm#"/>
  <p:tag name="KSO_WM_UNIT_PRESET_TEXT" val="单击添加文本内容，简明扼要地阐述您内容观点"/>
  <p:tag name="KSO_WM_UNIT_TEXT_FILL_FORE_SCHEMECOLOR_INDEX" val="1"/>
  <p:tag name="KSO_WM_UNIT_TEXT_FILL_TYPE" val="1"/>
  <p:tag name="KSO_WM_UNIT_USESOURCEFORMAT_APPLY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269_2*l_h_a*1_1_1"/>
  <p:tag name="KSO_WM_TEMPLATE_CATEGORY" val="diagram"/>
  <p:tag name="KSO_WM_TEMPLATE_INDEX" val="20233269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40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69_2*l_h_f*1_2_1"/>
  <p:tag name="KSO_WM_TEMPLATE_CATEGORY" val="diagram"/>
  <p:tag name="KSO_WM_TEMPLATE_INDEX" val="20233269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52"/>
  <p:tag name="KSO_WM_UNIT_TEXT_TYPE" val="1"/>
  <p:tag name="KSO_WM_UNIT_TEXT_LAYER_COUNT" val="1"/>
  <p:tag name="KSO_WM_BEAUTIFY_FLAG" val="#wm#"/>
  <p:tag name="KSO_WM_UNIT_PRESET_TEXT" val="单击添加文本具体内容，简明扼要地阐述您内容观点"/>
  <p:tag name="KSO_WM_UNIT_TEXT_FILL_FORE_SCHEMECOLOR_INDEX" val="1"/>
  <p:tag name="KSO_WM_UNIT_TEXT_FILL_TYPE" val="1"/>
  <p:tag name="KSO_WM_UNIT_USESOURCEFORMAT_APPLY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269_2*l_h_a*1_2_1"/>
  <p:tag name="KSO_WM_TEMPLATE_CATEGORY" val="diagram"/>
  <p:tag name="KSO_WM_TEMPLATE_INDEX" val="20233269"/>
  <p:tag name="KSO_WM_UNIT_LAYERLEVEL" val="1_1_1"/>
  <p:tag name="KSO_WM_TAG_VERSION" val="3.0"/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40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VALUE" val="1289*9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17_1*d*1"/>
  <p:tag name="KSO_WM_TEMPLATE_CATEGORY" val="custom"/>
  <p:tag name="KSO_WM_TEMPLATE_INDEX" val="20231717"/>
  <p:tag name="KSO_WM_UNIT_LAYERLEVEL" val="1"/>
  <p:tag name="KSO_WM_TAG_VERSION" val="3.0"/>
  <p:tag name="KSO_WM_UNIT_PICTURE_SUBTYPE" val="b"/>
  <p:tag name="MH_PIC_SOURCE_TYPE" val="generate_slide_ai*{&quot;ai_type&quot;:&quot;generate_ppt&quot;,&quot;id&quot;:&quot;VCG41N1417736728&quot;}*auto_gallery_ai_v2.0.9_ONLINE*1744622071542_10.5_9d9608d3a699-slide-4"/>
  <p:tag name="KSO_WM_UNIT_LINE_FORE_SCHEMECOLOR_INDEX" val="5"/>
  <p:tag name="KSO_WM_UNIT_LINE_FILL_TYPE" val="2"/>
  <p:tag name="KSO_WM_UNIT_SHADOW_SCHEMECOLOR_INDEX" val="5"/>
  <p:tag name="KSO_WM_UNIT_USESOURCEFORMAT_APPLY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147_3*a*1"/>
  <p:tag name="KSO_WM_TEMPLATE_CATEGORY" val="diagram"/>
  <p:tag name="KSO_WM_TEMPLATE_INDEX" val="2023314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5"/>
  <p:tag name="KSO_WM_UNIT_TEXT_FILL_TYPE" val="1"/>
  <p:tag name="KSO_WM_UNIT_USESOURCEFORMAT_APPLY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779*7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147_1*l_h_d*1_1_1"/>
  <p:tag name="KSO_WM_TEMPLATE_CATEGORY" val="diagram"/>
  <p:tag name="KSO_WM_TEMPLATE_INDEX" val="2023314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41N182796322&quot;}*auto_gallery_ai_v2.0.9_ONLINE*1744622071542_10.5_9d9608d3a699-slide-10"/>
  <p:tag name="KSO_WM_UNIT_LINE_FILL_TYPE" val="2"/>
  <p:tag name="KSO_WM_UNIT_USESOURCEFORMAT_APPLY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7_1*l_h_f*1_1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添加文本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47_1*l_h_a*1_1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779*7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147_1*l_h_d*1_2_1"/>
  <p:tag name="KSO_WM_TEMPLATE_CATEGORY" val="diagram"/>
  <p:tag name="KSO_WM_TEMPLATE_INDEX" val="2023314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41N1418309029&quot;}*auto_gallery_ai_v2.0.9_ONLINE*1744622071542_10.5_9d9608d3a699-slide-10"/>
  <p:tag name="KSO_WM_UNIT_LINE_FILL_TYPE" val="2"/>
  <p:tag name="KSO_WM_UNIT_USESOURCEFORMAT_APPLY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7_1*l_h_f*1_2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添加文本内容，简明扼要地阐述您的观点。根据需要可酌情增减文字"/>
  <p:tag name="KSO_WM_UNIT_TEXT_FILL_FORE_SCHEMECOLOR_INDEX" val="1"/>
  <p:tag name="KSO_WM_UNIT_TEXT_FILL_TYPE" val="1"/>
  <p:tag name="KSO_WM_UNIT_USESOURCEFORMAT_APPLY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47_1*l_h_a*1_2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LAYOUT" val="a_d_l"/>
  <p:tag name="KSO_WM_SLIDE_LAYOUT_CNT" val="1_1_1"/>
  <p:tag name="KSO_WM_SPECIAL_SOURCE" val="bdnull"/>
  <p:tag name="KSO_WM_SLIDE_TYPE" val="text"/>
  <p:tag name="KSO_WM_SLIDE_SIZE" val="411.56*333.516"/>
  <p:tag name="KSO_WM_SLIDE_POSITION" val="489.895*159.674"/>
  <p:tag name="KSO_WM_SLIDE_SUBTYPE" val="picTxt"/>
  <p:tag name="KSO_WM_DIAGRAM_GROUP_CODE" val="l1-1"/>
  <p:tag name="KSO_WM_SLIDE_DIAGTYPE" val="l"/>
  <p:tag name="KSO_WM_SLIDE_LAYOUT_NAME" val="仅标题"/>
  <p:tag name="KSO_WM_TEMPLATE_INDEX" val="20235971"/>
  <p:tag name="KSO_WM_TEMPLATE_SUBCATEGORY" val="0"/>
  <p:tag name="KSO_WM_SLIDE_INDEX" val="1"/>
  <p:tag name="KSO_WM_TAG_VERSION" val="3.0"/>
  <p:tag name="KSO_WM_SLIDE_ID" val="custom20232404_1"/>
  <p:tag name="KSO_WM_SLIDE_ITEM_CNT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04_1*i*1"/>
  <p:tag name="KSO_WM_TEMPLATE_CATEGORY" val="custom"/>
  <p:tag name="KSO_WM_TEMPLATE_INDEX" val="20232404"/>
  <p:tag name="KSO_WM_UNIT_LAYERLEVEL" val="1"/>
  <p:tag name="KSO_WM_TAG_VERSION" val="3.0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2404_1*i*2"/>
  <p:tag name="KSO_WM_TEMPLATE_CATEGORY" val="custom"/>
  <p:tag name="KSO_WM_TEMPLATE_INDEX" val="20232404"/>
  <p:tag name="KSO_WM_UNIT_LAYERLEVEL" val="1"/>
  <p:tag name="KSO_WM_TAG_VERSION" val="3.0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909*120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2404_1*d*1"/>
  <p:tag name="KSO_WM_TEMPLATE_CATEGORY" val="custom"/>
  <p:tag name="KSO_WM_TEMPLATE_INDEX" val="20232404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0"/>
  <p:tag name="KSO_WM_UNIT_PICTURE_SUBTYPE" val="b"/>
  <p:tag name="MH_PIC_SOURCE_TYPE" val="generate_slide_ai*{&quot;ai_type&quot;:&quot;generate_ppt&quot;,&quot;id&quot;:&quot;VCG41N181096903&quot;}*auto_gallery_ai_v2.0.9_ONLINE*1744622071542_10.5_9d9608d3a699-slide-12"/>
  <p:tag name="KSO_WM_UNIT_FILL_FORE_SCHEMECOLOR_INDEX" val="5"/>
  <p:tag name="KSO_WM_UNI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  <p:tag name="KSO_WM_TEMPLATE_INDEX" val="20232404"/>
  <p:tag name="KSO_WM_UNIT_ID" val="custom20232404_1*a*1"/>
  <p:tag name="KSO_WM_UNIT_TEXT_TYPE" val="1"/>
  <p:tag name="KSO_WM_UNIT_PRESET_TEXT" val="单击此处添加标题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321_1*l_h_f*1_1_1"/>
  <p:tag name="KSO_WM_TEMPLATE_CATEGORY" val="diagram"/>
  <p:tag name="KSO_WM_TEMPLATE_INDEX" val="2023332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3.37274169921875,&quot;width&quot;:413.0922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TEXT_FILL_FORE_SCHEMECOLOR_INDEX" val="1"/>
  <p:tag name="KSO_WM_UNIT_TEXT_FILL_TYPE" val="1"/>
  <p:tag name="KSO_WM_UNIT_PRESET_TEXT" val="单击此处添加文本具体内容，简明扼要地阐述您的观点根据需要可酌情增减文字，单击此处添加内容简明扼要地阐述您的观点。"/>
  <p:tag name="KSO_WM_UNIT_USESOURCEFORMAT_APPLY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21_1*l_h_a*1_2_1"/>
  <p:tag name="KSO_WM_TEMPLATE_CATEGORY" val="diagram"/>
  <p:tag name="KSO_WM_TEMPLATE_INDEX" val="2023332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3.37274169921875,&quot;width&quot;:413.092285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PRESET_TEXT" val="添加标题"/>
  <p:tag name="KSO_WM_UNIT_USESOURCEFORMAT_APPLY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321_1*l_h_f*1_2_1"/>
  <p:tag name="KSO_WM_TEMPLATE_CATEGORY" val="diagram"/>
  <p:tag name="KSO_WM_TEMPLATE_INDEX" val="2023332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3.37274169921875,&quot;width&quot;:413.0922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TEXT_FILL_FORE_SCHEMECOLOR_INDEX" val="1"/>
  <p:tag name="KSO_WM_UNIT_TEXT_FILL_TYPE" val="1"/>
  <p:tag name="KSO_WM_UNIT_PRESET_TEXT" val="单击此处添加文本具体内容，简明扼要地阐述您的观点根据需要可酌情增减文字，单击此处添加内容简明扼要地阐述您的观点。"/>
  <p:tag name="KSO_WM_UNIT_USESOURCEFORMAT_APPLY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337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50.483*348.597"/>
  <p:tag name="KSO_WM_SLIDE_POSITION" val="54.8*141.87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7_2*a*1"/>
  <p:tag name="KSO_WM_TEMPLATE_CATEGORY" val="diagram"/>
  <p:tag name="KSO_WM_TEMPLATE_INDEX" val="2023333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标题"/>
  <p:tag name="KSO_WM_UNIT_TEXT_FILL_FORE_SCHEMECOLOR_INDEX" val="15"/>
  <p:tag name="KSO_WM_UNIT_TEXT_FILL_TYPE" val="1"/>
  <p:tag name="KSO_WM_UNIT_USESOURCEFORMAT_APPLY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337_1*l_h_f*1_1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2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337_1*l_h_a*1_1_1"/>
  <p:tag name="KSO_WM_TEMPLATE_CATEGORY" val="diagram"/>
  <p:tag name="KSO_WM_TEMPLATE_INDEX" val="2023333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3337_1*l_h_i*1_1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7_1*l_h_d*1_1_1"/>
  <p:tag name="KSO_WM_TEMPLATE_CATEGORY" val="diagram"/>
  <p:tag name="KSO_WM_TEMPLATE_INDEX" val="2023333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422*799"/>
  <p:tag name="KSO_WM_DIAGRAM_GROUP_CODE" val="l1-1"/>
  <p:tag name="KSO_WM_UNIT_TYPE" val="l_h_d"/>
  <p:tag name="KSO_WM_UNIT_INDEX" val="1_1_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VCG41N1211890435&quot;}*auto_gallery_ai_v2.0.9_ONLINE*1744622071542_10.5_9d9608d3a699-slide-13"/>
  <p:tag name="KSO_WM_UNIT_LINE_FILL_TYPE" val="2"/>
  <p:tag name="KSO_WM_UNIT_USESOURCEFORMAT_APPLY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337_1*l_h_f*1_2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2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内容观点，以便观者准确地理解您传达的思想内容。"/>
  <p:tag name="KSO_WM_UNIT_TEXT_FILL_FORE_SCHEMECOLOR_INDEX" val="1"/>
  <p:tag name="KSO_WM_UNIT_TEXT_FILL_TYPE" val="1"/>
  <p:tag name="KSO_WM_UNIT_USESOURCEFORMAT_APPLY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337_1*l_h_a*1_2_1"/>
  <p:tag name="KSO_WM_TEMPLATE_CATEGORY" val="diagram"/>
  <p:tag name="KSO_WM_TEMPLATE_INDEX" val="2023333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3337_1*l_h_i*1_2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7_1*l_h_d*1_2_1"/>
  <p:tag name="KSO_WM_TEMPLATE_CATEGORY" val="diagram"/>
  <p:tag name="KSO_WM_TEMPLATE_INDEX" val="2023333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422*799"/>
  <p:tag name="KSO_WM_DIAGRAM_GROUP_CODE" val="l1-1"/>
  <p:tag name="KSO_WM_UNIT_TYPE" val="l_h_d"/>
  <p:tag name="KSO_WM_UNIT_INDEX" val="1_2_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VCG41N1438155475&quot;}*auto_gallery_ai_v2.0.9_ONLINE*1744622071542_10.5_9d9608d3a699-slide-13"/>
  <p:tag name="KSO_WM_UNIT_LINE_FILL_TYPE" val="2"/>
  <p:tag name="KSO_WM_UNIT_USESOURCEFORMAT_APPLY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337_1*l_h_f*1_3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2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337_1*l_h_a*1_3_1"/>
  <p:tag name="KSO_WM_TEMPLATE_CATEGORY" val="diagram"/>
  <p:tag name="KSO_WM_TEMPLATE_INDEX" val="2023333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3337_1*l_h_i*1_3_1"/>
  <p:tag name="KSO_WM_TEMPLATE_CATEGORY" val="diagram"/>
  <p:tag name="KSO_WM_TEMPLATE_INDEX" val="2023333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USESOURCEFORMAT_APPLY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7_1*l_h_d*1_3_1"/>
  <p:tag name="KSO_WM_TEMPLATE_CATEGORY" val="diagram"/>
  <p:tag name="KSO_WM_TEMPLATE_INDEX" val="2023333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422*799"/>
  <p:tag name="KSO_WM_DIAGRAM_GROUP_CODE" val="l1-1"/>
  <p:tag name="KSO_WM_UNIT_TYPE" val="l_h_d"/>
  <p:tag name="KSO_WM_UNIT_INDEX" val="1_3_1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VCG41N1285088199&quot;}*auto_gallery_ai_v2.0.9_ONLINE*1744622071542_10.5_9d9608d3a699-slide-13"/>
  <p:tag name="KSO_WM_UNIT_LINE_FILL_TYPE" val="2"/>
  <p:tag name="KSO_WM_UNIT_USESOURCEFORMAT_APPLY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3337_1*l_h_i*1_1_2"/>
  <p:tag name="KSO_WM_TEMPLATE_CATEGORY" val="diagram"/>
  <p:tag name="KSO_WM_TEMPLATE_INDEX" val="20233337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3337_1*l_h_i*1_2_2"/>
  <p:tag name="KSO_WM_TEMPLATE_CATEGORY" val="diagram"/>
  <p:tag name="KSO_WM_TEMPLATE_INDEX" val="20233337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3337_1*l_h_i*1_3_2"/>
  <p:tag name="KSO_WM_TEMPLATE_CATEGORY" val="diagram"/>
  <p:tag name="KSO_WM_TEMPLATE_INDEX" val="20233337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48.59661865234375,&quot;width&quot;:850.4826660156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13"/>
  <p:tag name="KSO_WM_UNIT_LINE_FILL_TYPE" val="2"/>
  <p:tag name="KSO_WM_UNIT_USESOURCEFORMAT_APPLY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0968_2*a*1"/>
  <p:tag name="KSO_WM_TEMPLATE_CATEGORY" val="diagram"/>
  <p:tag name="KSO_WM_TEMPLATE_INDEX" val="20230968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122_1*l_h_i*1_1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TYPE" val="1"/>
  <p:tag name="KSO_WM_UNIT_FILL_TYPE" val="1"/>
  <p:tag name="KSO_WM_UNIT_FILL_FORE_SCHEMECOLOR_INDEX" val="5"/>
  <p:tag name="KSO_WM_UNIT_FILL_FORE_SCHEMECOLOR_INDEX_BRIGHTNESS" val="0"/>
  <p:tag name="KSO_WM_BEAUTIFY_FLAG" val="#wm#"/>
  <p:tag name="KSO_WM_UNIT_USESOURCEFORMAT_APPLY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122_1*l_h_i*1_2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TYPE" val="1"/>
  <p:tag name="KSO_WM_UNIT_FILL_TYPE" val="1"/>
  <p:tag name="KSO_WM_UNIT_FILL_FORE_SCHEMECOLOR_INDEX" val="5"/>
  <p:tag name="KSO_WM_UNIT_FILL_FORE_SCHEMECOLOR_INDEX_BRIGHTNESS" val="0"/>
  <p:tag name="KSO_WM_BEAUTIFY_FLAG" val="#wm#"/>
  <p:tag name="KSO_WM_UNIT_USESOURCEFORMAT_APPLY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3122_1*l_h_i*1_2_2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BEAUTIFY_FLAG" val="#wm#"/>
  <p:tag name="KSO_WM_UNIT_LINE_FILL_TYPE" val="2"/>
  <p:tag name="KSO_WM_UNIT_USESOURCEFORMAT_APPLY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22_1*l_h_a*1_1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BEAUTIFY_FLAG" val="#wm#"/>
  <p:tag name="KSO_WM_UNIT_USESOURCEFORMAT_APPLY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122_1*l_h_f*1_1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11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文本具体内容，简明扼要地阐述您的观点。"/>
  <p:tag name="KSO_WM_UNIT_TEXT_FILL_FORE_SCHEMECOLOR_INDEX" val="1"/>
  <p:tag name="KSO_WM_UNIT_TEXT_FILL_TYPE" val="1"/>
  <p:tag name="KSO_WM_BEAUTIFY_FLAG" val="#wm#"/>
  <p:tag name="KSO_WM_UNIT_USESOURCEFORMAT_APPLY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22_1*l_h_a*1_2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BEAUTIFY_FLAG" val="#wm#"/>
  <p:tag name="KSO_WM_UNIT_USESOURCEFORMAT_APPLY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122_1*l_h_f*1_2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文本内容，简明扼要地阐述您的观点。"/>
  <p:tag name="KSO_WM_UNIT_TEXT_FILL_FORE_SCHEMECOLOR_INDEX" val="1"/>
  <p:tag name="KSO_WM_UNIT_TEXT_FILL_TYPE" val="1"/>
  <p:tag name="KSO_WM_BEAUTIFY_FLAG" val="#wm#"/>
  <p:tag name="KSO_WM_UNIT_USESOURCEFORMAT_APPLY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3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33*675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470146857&quot;}*auto_gallery_ai_v2.0.9_ONLINE*1744622071542_10.5_9d9608d3a699-slide-40"/>
  <p:tag name="KSO_WM_UNIT_LINE_FILL_TYPE" val="2"/>
  <p:tag name="KSO_WM_UNIT_USESOURCEFORMAT_APPLY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0968_2*a*1"/>
  <p:tag name="KSO_WM_TEMPLATE_CATEGORY" val="diagram"/>
  <p:tag name="KSO_WM_TEMPLATE_INDEX" val="20230968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448494861&quot;}*auto_gallery_ai_v2.0.9_ONLINE*1744622071542_10.5_9d9608d3a699-slide-16"/>
  <p:tag name="KSO_WM_UNIT_LINE_FILL_TYPE" val="2"/>
  <p:tag name="KSO_WM_UNIT_USESOURCEFORMAT_APPLY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211306165920&quot;}*auto_gallery_ai_v2.0.9_ONLINE*1744622071542_10.5_9d9608d3a699-slide-16"/>
  <p:tag name="KSO_WM_UNIT_LINE_FILL_TYPE" val="2"/>
  <p:tag name="KSO_WM_UNIT_USESOURCEFORMAT_APPLY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211393218303&quot;}*auto_gallery_ai_v2.0.9_ONLINE*1744622071542_10.5_9d9608d3a699-slide-16"/>
  <p:tag name="KSO_WM_UNIT_LINE_FILL_TYPE" val="2"/>
  <p:tag name="KSO_WM_UNIT_USESOURCEFORMAT_APPLY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68_2*l_h_a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68_2*l_h_f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68_2*l_h_a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添加标题"/>
  <p:tag name="KSO_WM_UNIT_TEXT_TYPE" val="1"/>
  <p:tag name="KSO_WM_UNIT_USESOURCEFORMAT_APPLY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68_2*l_h_f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单击此处添加文本具体内容，简明扼要地阐述您的观点。可酌情增减文字，以便观者准确地理解您传达的思想。"/>
  <p:tag name="KSO_WM_UNIT_TEXT_TYPE" val="1"/>
  <p:tag name="KSO_WM_UNIT_TEXT_LAYER_COUNT" val="1"/>
  <p:tag name="KSO_WM_UNIT_USESOURCEFORMAT_APPLY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0968_2*l_h_a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68_2*l_h_f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220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picTxt"/>
  <p:tag name="KSO_WM_SLIDE_SIZE" val="541.7*156.75"/>
  <p:tag name="KSO_WM_SLIDE_POSITION" val="340.35*220.6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20_1*i*1"/>
  <p:tag name="KSO_WM_TEMPLATE_CATEGORY" val="custom"/>
  <p:tag name="KSO_WM_TEMPLATE_INDEX" val="20233220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220_1*i*2"/>
  <p:tag name="KSO_WM_TEMPLATE_CATEGORY" val="custom"/>
  <p:tag name="KSO_WM_TEMPLATE_INDEX" val="20233220"/>
  <p:tag name="KSO_WM_UNIT_LAYERLEVEL" val="1"/>
  <p:tag name="KSO_WM_TAG_VERSION" val="3.0"/>
  <p:tag name="KSO_WM_BEAUTIFY_FLAG" val="#wm#"/>
  <p:tag name="KSO_WM_UNIT_USESOURCEFORMAT_APPLY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345*6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220_1*d*1"/>
  <p:tag name="KSO_WM_TEMPLATE_CATEGORY" val="custom"/>
  <p:tag name="KSO_WM_TEMPLATE_INDEX" val="20233220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  <p:tag name="KSO_WM_UNIT_PICTURE_SUBTYPE" val="b"/>
  <p:tag name="MH_PIC_SOURCE_TYPE" val="generate_slide_ai*{&quot;ai_type&quot;:&quot;generate_ppt&quot;,&quot;id&quot;:&quot;&quot;}*auto_ai_ai_v2.0.9_ONLINE*1744622071542_10.5_9d9608d3a699-slide-1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20_1*a*1"/>
  <p:tag name="KSO_WM_TEMPLATE_CATEGORY" val="custom"/>
  <p:tag name="KSO_WM_TEMPLATE_INDEX" val="2023322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219_2*l_h_f*1_1_1"/>
  <p:tag name="KSO_WM_TEMPLATE_CATEGORY" val="diagram"/>
  <p:tag name="KSO_WM_TEMPLATE_INDEX" val="20233219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167.8000030517578,&quot;width&quot;:606.849914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文字是思想的提炼"/>
  <p:tag name="KSO_WM_UNIT_USESOURCEFORMAT_APPLY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19_2*l_h_a*1_1_1"/>
  <p:tag name="KSO_WM_TEMPLATE_CATEGORY" val="diagram"/>
  <p:tag name="KSO_WM_TEMPLATE_INDEX" val="20233219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167.8000030517578,&quot;width&quot;:606.849914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USESOURCEFORMAT_APPLY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219_2*l_h_f*1_2_1"/>
  <p:tag name="KSO_WM_TEMPLATE_CATEGORY" val="diagram"/>
  <p:tag name="KSO_WM_TEMPLATE_INDEX" val="20233219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167.8000030517578,&quot;width&quot;:606.849914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您的项正文，文字是思想的提炼"/>
  <p:tag name="KSO_WM_UNIT_USESOURCEFORMAT_APPLY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19_2*l_h_a*1_2_1"/>
  <p:tag name="KSO_WM_TEMPLATE_CATEGORY" val="diagram"/>
  <p:tag name="KSO_WM_TEMPLATE_INDEX" val="20233219"/>
  <p:tag name="KSO_WM_UNIT_LAYERLEVEL" val="1_1_1"/>
  <p:tag name="KSO_WM_TAG_VERSION" val="3.0"/>
  <p:tag name="KSO_WM_UNIT_TEXT_FILL_FORE_SCHEMECOLOR_INDEX_BRIGHTNESS" val="0.15"/>
  <p:tag name="KSO_WM_UNIT_TEXT_FILL_TYPE" val="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167.8000030517578,&quot;width&quot;:606.849914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USESOURCEFORMAT_APPLY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8000030517578,&quot;width&quot;:606.8499145507812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219_2*l_h_i*1_2_1"/>
  <p:tag name="KSO_WM_TEMPLATE_CATEGORY" val="diagram"/>
  <p:tag name="KSO_WM_TEMPLATE_INDEX" val="20233219"/>
  <p:tag name="KSO_WM_UNIT_LAYERLEVEL" val="1_1_1"/>
  <p:tag name="KSO_WM_TAG_VERSION" val="3.0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20*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19_2*l_h_x*1_2_1"/>
  <p:tag name="KSO_WM_TEMPLATE_CATEGORY" val="diagram"/>
  <p:tag name="KSO_WM_TEMPLATE_INDEX" val="2023321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167.8000030517578,&quot;width&quot;:606.84991455078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7.8000030517578,&quot;width&quot;:606.8499145507812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219_2*l_h_i*1_1_1"/>
  <p:tag name="KSO_WM_TEMPLATE_CATEGORY" val="diagram"/>
  <p:tag name="KSO_WM_TEMPLATE_INDEX" val="20233219"/>
  <p:tag name="KSO_WM_UNIT_LAYERLEVEL" val="1_1_1"/>
  <p:tag name="KSO_WM_TAG_VERSION" val="3.0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2"/>
  <p:tag name="KSO_WM_UNIT_TEXT_FILL_TYPE" val="1"/>
  <p:tag name="KSO_WM_UNIT_USESOURCEFORMAT_APPLY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20*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3219_2*l_h_x*1_1_1"/>
  <p:tag name="KSO_WM_TEMPLATE_CATEGORY" val="diagram"/>
  <p:tag name="KSO_WM_TEMPLATE_INDEX" val="2023321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167.8000030517578,&quot;width&quot;:606.84991455078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231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5971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743.975*371.752"/>
  <p:tag name="KSO_WM_SLIDE_POSITION" val="108.013*125.02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231_1*a*1"/>
  <p:tag name="KSO_WM_TEMPLATE_CATEGORY" val="diagram"/>
  <p:tag name="KSO_WM_TEMPLATE_INDEX" val="20233231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5"/>
  <p:tag name="KSO_WM_UNIT_TEXT_FILL_TYPE" val="1"/>
  <p:tag name="KSO_WM_UNIT_USESOURCEFORMAT_APPLY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31_1*l_h_i*1_1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46777344,&quot;width&quot;:743.974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31_1*l_h_f*1_1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46777344,&quot;width&quot;:743.974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正文，文字是您思想的提炼，请言简意赅的阐述观点。单击此处添加正文，文字是您思想的提炼。单击此处添加正文，文字是您思想的提炼，请言简意赅的阐述观点。"/>
  <p:tag name="KSO_WM_UNIT_TEXT_FILL_FORE_SCHEMECOLOR_INDEX" val="1"/>
  <p:tag name="KSO_WM_UNIT_TEXT_FILL_TYPE" val="1"/>
  <p:tag name="KSO_WM_UNIT_USESOURCEFORMAT_APPLY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31_1*l_h_a*1_1_1"/>
  <p:tag name="KSO_WM_TEMPLATE_CATEGORY" val="diagram"/>
  <p:tag name="KSO_WM_TEMPLATE_INDEX" val="202332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371.7520446777344,&quot;width&quot;:743.974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31_1*l_h_i*1_2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46777344,&quot;width&quot;:743.974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31_1*l_h_f*1_2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46777344,&quot;width&quot;:743.974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正文具体内容，文字是您思想的提炼，请言简意赅的阐述观点。单击此处添加正文，文字是您思想的提炼。单击此处添加正文，文字是您思想的提炼。"/>
  <p:tag name="KSO_WM_UNIT_TEXT_FILL_FORE_SCHEMECOLOR_INDEX" val="1"/>
  <p:tag name="KSO_WM_UNIT_TEXT_FILL_TYPE" val="1"/>
  <p:tag name="KSO_WM_UNIT_USESOURCEFORMAT_APPLY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31_1*l_h_a*1_2_1"/>
  <p:tag name="KSO_WM_TEMPLATE_CATEGORY" val="diagram"/>
  <p:tag name="KSO_WM_TEMPLATE_INDEX" val="202332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2"/>
  <p:tag name="KSO_WM_DIAGRAM_MIN_ITEMCNT" val="2"/>
  <p:tag name="KSO_WM_DIAGRAM_VIRTUALLY_FRAME" val="{&quot;height&quot;:371.7520446777344,&quot;width&quot;:743.974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471*4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231_1*l_h_d*1_2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46777344,&quot;width&quot;:743.974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VCG211237715833&quot;}*auto_gallery_ai_v2.0.9_ONLINE*1744622071542_10.5_9d9608d3a699-slide-19"/>
  <p:tag name="KSO_WM_UNIT_LINE_FILL_TYPE" val="2"/>
  <p:tag name="KSO_WM_UNIT_USESOURCEFORMAT_APPLY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VALUE" val="471*4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231_1*l_h_d*1_1_1"/>
  <p:tag name="KSO_WM_TEMPLATE_CATEGORY" val="diagram"/>
  <p:tag name="KSO_WM_TEMPLATE_INDEX" val="20233231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71.7520446777344,&quot;width&quot;:743.974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VCG41N1226878140&quot;}*auto_gallery_ai_v2.0.9_ONLINE*1744622071542_10.5_9d9608d3a699-slide-19"/>
  <p:tag name="KSO_WM_UNIT_LINE_FILL_TYPE" val="2"/>
  <p:tag name="KSO_WM_UNIT_USESOURCEFORMAT_APPLY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SLIDE_TYPE" val="text"/>
  <p:tag name="KSO_WM_SLIDE_SUBTYPE" val="picTxt"/>
  <p:tag name="KSO_WM_SLIDE_SIZE" val="723.3*73.6"/>
  <p:tag name="KSO_WM_SLIDE_POSITION" val="117.95*404.45"/>
  <p:tag name="KSO_WM_DIAGRAM_GROUP_CODE" val="l1-1"/>
  <p:tag name="KSO_WM_SLIDE_DIAGTYPE" val="l"/>
  <p:tag name="KSO_WM_BEAUTIFY_FLAG" val="#wm#"/>
  <p:tag name="KSO_WM_TEMPLATE_CATEGORY" val="custom"/>
  <p:tag name="KSO_WM_SLIDE_LAYOUT" val="a_d_l"/>
  <p:tag name="KSO_WM_SLIDE_LAYOUT_CNT" val="1_1_1"/>
  <p:tag name="KSO_WM_TEMPLATE_INDEX" val="20235971"/>
  <p:tag name="KSO_WM_TEMPLATE_SUBCATEGORY" val="0"/>
  <p:tag name="KSO_WM_SLIDE_INDEX" val="1"/>
  <p:tag name="KSO_WM_TAG_VERSION" val="3.0"/>
  <p:tag name="KSO_WM_SLIDE_ID" val="custom20233595_1"/>
  <p:tag name="KSO_WM_SLIDE_ITEM_CNT" val="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100*23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595_1*d*1"/>
  <p:tag name="KSO_WM_TEMPLATE_CATEGORY" val="custom"/>
  <p:tag name="KSO_WM_TEMPLATE_INDEX" val="20233595"/>
  <p:tag name="KSO_WM_UNIT_LAYERLEVEL" val="1"/>
  <p:tag name="KSO_WM_TAG_VERSION" val="3.0"/>
  <p:tag name="KSO_WM_BEAUTIFY_FLAG" val="#wm#"/>
  <p:tag name="KSO_WM_UNIT_PICTURE_SUBTYPE" val="b"/>
  <p:tag name="MH_PIC_SOURCE_TYPE" val="generate_slide_ai*{&quot;ai_type&quot;:&quot;generate_ppt&quot;,&quot;id&quot;:&quot;&quot;}*auto_ai_ai_v2.0.9_ONLINE*1744622071542_10.5_9d9608d3a699-slide-20"/>
  <p:tag name="KSO_WM_UNIT_LINE_FORE_SCHEMECOLOR_INDEX" val="13"/>
  <p:tag name="KSO_WM_UNIT_LINE_FILL_TYPE" val="2"/>
  <p:tag name="KSO_WM_UNIT_USESOURCEFORMAT_APPLY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595_1*i*1"/>
  <p:tag name="KSO_WM_TEMPLATE_CATEGORY" val="custom"/>
  <p:tag name="KSO_WM_TEMPLATE_INDEX" val="20233595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3595"/>
  <p:tag name="KSO_WM_UNIT_ID" val="custom20233595_1*a*1"/>
  <p:tag name="KSO_WM_UNIT_TEXT_TYPE" val="1"/>
  <p:tag name="KSO_WM_UNIT_PRESET_TEXT" val="单击此处&#10;添加标题内容"/>
  <p:tag name="KSO_WM_UNIT_USESOURCEFORMAT_APPLY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SUBTYPE" val="a"/>
  <p:tag name="KSO_WM_UNIT_PRESET_TEXT_INDEX" val="0"/>
  <p:tag name="KSO_WM_UNIT_PRESET_TEXT_LEN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526_1*l_h_f*1_1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单击添加文本内容，阐述您的观点。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PRESET_TEXT_INDEX" val="0"/>
  <p:tag name="KSO_WM_UNIT_PRESET_TEXT_LEN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526_1*l_h_a*1_1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添加项标题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526_1*l_h_i*1_1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-0.25"/>
  <p:tag name="KSO_WM_DIAGRAM_MAX_ITEMCNT" val="3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SUBTYPE" val="a"/>
  <p:tag name="KSO_WM_UNIT_PRESET_TEXT_INDEX" val="0"/>
  <p:tag name="KSO_WM_UNIT_PRESET_TEXT_LEN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526_1*l_h_f*1_2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单击添加文本内容，阐述您的观点。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PRESET_TEXT_INDEX" val="0"/>
  <p:tag name="KSO_WM_UNIT_PRESET_TEXT_LEN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526_1*l_h_a*1_2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添加项标题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526_1*l_h_i*1_2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-0.25"/>
  <p:tag name="KSO_WM_DIAGRAM_MAX_ITEMCNT" val="3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526_1*l_h_f*1_3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单击添加文本内容，阐述您的观点。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526_1*l_h_a*1_3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添加项标题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3526_1*l_h_i*1_3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-0.25"/>
  <p:tag name="KSO_WM_DIAGRAM_MAX_ITEMCNT" val="3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315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50.394*297.555"/>
  <p:tag name="KSO_WM_SLIDE_POSITION" val="54.8032*139.2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15_2*a*1"/>
  <p:tag name="KSO_WM_TEMPLATE_CATEGORY" val="diagram"/>
  <p:tag name="KSO_WM_TEMPLATE_INDEX" val="2023331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315_1*l_h_f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315_1*l_h_a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315_1*l_h_f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315_1*l_h_a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315_1*l_h_f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15_1*l_h_a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160587183&quot;}*auto_gallery_ai_v2.0.9_ONLINE*1744622071542_10.5_9d9608d3a699-slide-5"/>
  <p:tag name="KSO_WM_UNIT_LINE_FILL_TYPE" val="2"/>
  <p:tag name="KSO_WM_UNIT_USESOURCEFORMAT_APPLY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464929810&quot;}*auto_gallery_ai_v2.0.9_ONLINE*1744622071542_10.5_9d9608d3a699-slide-5"/>
  <p:tag name="KSO_WM_UNIT_LINE_FILL_TYPE" val="2"/>
  <p:tag name="KSO_WM_UNIT_USESOURCEFORMAT_APPLY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321515101&quot;}*auto_gallery_ai_v2.0.9_ONLINE*1744622071542_10.5_9d9608d3a699-slide-5"/>
  <p:tag name="KSO_WM_UNIT_LINE_FILL_TYPE" val="2"/>
  <p:tag name="KSO_WM_UNIT_USESOURCEFORMAT_APPLY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147_3*a*1"/>
  <p:tag name="KSO_WM_TEMPLATE_CATEGORY" val="diagram"/>
  <p:tag name="KSO_WM_TEMPLATE_INDEX" val="2023314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5"/>
  <p:tag name="KSO_WM_UNIT_TEXT_FILL_TYPE" val="1"/>
  <p:tag name="KSO_WM_UNIT_USESOURCEFORMAT_APPLY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2*l_h_d*1_1_1"/>
  <p:tag name="KSO_WM_TEMPLATE_CATEGORY" val="diagram"/>
  <p:tag name="KSO_WM_TEMPLATE_INDEX" val="20233147"/>
  <p:tag name="KSO_WM_UNIT_LAYERLEVEL" val="1_1_1"/>
  <p:tag name="KSO_WM_TAG_VERSION" val="3.0"/>
  <p:tag name="KSO_WM_UNIT_VALUE" val="735*689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LINE_FORE_SCHEMECOLOR_INDEX" val="13"/>
  <p:tag name="MH_PIC_SOURCE_TYPE" val="generate_slide_ai*{&quot;ai_type&quot;:&quot;generate_ppt&quot;,&quot;id&quot;:&quot;VCG41N966699930&quot;}*auto_gallery_ai_v2.0.9_ONLINE*1744622071542_10.5_9d9608d3a699-slide-22"/>
  <p:tag name="KSO_WM_UNIT_LINE_FILL_TYPE" val="2"/>
  <p:tag name="KSO_WM_UNIT_USESOURCEFORMAT_APPLY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7_2*l_h_f*1_1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47_2*l_h_a*1_1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2*l_h_d*1_2_1"/>
  <p:tag name="KSO_WM_TEMPLATE_CATEGORY" val="diagram"/>
  <p:tag name="KSO_WM_TEMPLATE_INDEX" val="20233147"/>
  <p:tag name="KSO_WM_UNIT_LAYERLEVEL" val="1_1_1"/>
  <p:tag name="KSO_WM_TAG_VERSION" val="3.0"/>
  <p:tag name="KSO_WM_UNIT_VALUE" val="735*689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41N823963602&quot;}*auto_gallery_ai_v2.0.9_ONLINE*1744622071542_10.5_9d9608d3a699-slide-22"/>
  <p:tag name="KSO_WM_UNIT_LINE_FILL_TYPE" val="2"/>
  <p:tag name="KSO_WM_UNIT_USESOURCEFORMAT_APPLY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7_2*l_h_f*1_2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47_2*l_h_a*1_2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2*l_h_d*1_3_1"/>
  <p:tag name="KSO_WM_TEMPLATE_CATEGORY" val="diagram"/>
  <p:tag name="KSO_WM_TEMPLATE_INDEX" val="20233147"/>
  <p:tag name="KSO_WM_UNIT_LAYERLEVEL" val="1_1_1"/>
  <p:tag name="KSO_WM_TAG_VERSION" val="3.0"/>
  <p:tag name="KSO_WM_UNIT_VALUE" val="735*689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211249378969&quot;}*auto_gallery_ai_v2.0.9_ONLINE*1744622071542_10.5_9d9608d3a699-slide-22"/>
  <p:tag name="KSO_WM_UNIT_LINE_FILL_TYPE" val="2"/>
  <p:tag name="KSO_WM_UNIT_USESOURCEFORMAT_APPLY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147_2*l_h_f*1_3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147_2*l_h_a*1_3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29.861*365.65"/>
  <p:tag name="KSO_WM_SLIDE_POSITION" val="78.5387*108.23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5971"/>
  <p:tag name="KSO_WM_TEMPLATE_SUBCATEGORY" val="0"/>
  <p:tag name="KSO_WM_SLIDE_INDEX" val="1"/>
  <p:tag name="KSO_WM_TAG_VERSION" val="3.0"/>
  <p:tag name="KSO_WM_SLIDE_ID" val="custom20231717_1"/>
  <p:tag name="KSO_WM_SLIDE_ITEM_CNT" val="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VALUE" val="1289*9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17_1*d*1"/>
  <p:tag name="KSO_WM_TEMPLATE_CATEGORY" val="custom"/>
  <p:tag name="KSO_WM_TEMPLATE_INDEX" val="20231717"/>
  <p:tag name="KSO_WM_UNIT_LAYERLEVEL" val="1"/>
  <p:tag name="KSO_WM_TAG_VERSION" val="3.0"/>
  <p:tag name="KSO_WM_UNIT_PICTURE_SUBTYPE" val="b"/>
  <p:tag name="MH_PIC_SOURCE_TYPE" val="generate_slide_ai*{&quot;ai_type&quot;:&quot;generate_ppt&quot;,&quot;id&quot;:&quot;VCG41N1506943440&quot;}*auto_gallery_ai_v2.0.9_ONLINE*1744622071542_10.5_9d9608d3a699-slide-23"/>
  <p:tag name="KSO_WM_UNIT_LINE_FORE_SCHEMECOLOR_INDEX" val="5"/>
  <p:tag name="KSO_WM_UNIT_LINE_FILL_TYPE" val="2"/>
  <p:tag name="KSO_WM_UNIT_SHADOW_SCHEMECOLOR_INDEX" val="5"/>
  <p:tag name="KSO_WM_UNIT_USESOURCEFORMAT_APPLY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2*l_h_i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2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2*l_h_i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2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78_2*l_h_f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78_2*l_h_f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2*l_h_i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2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678_2*l_h_f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315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50.394*297.555"/>
  <p:tag name="KSO_WM_SLIDE_POSITION" val="54.8032*139.2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15_2*a*1"/>
  <p:tag name="KSO_WM_TEMPLATE_CATEGORY" val="diagram"/>
  <p:tag name="KSO_WM_TEMPLATE_INDEX" val="2023331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315_2*l_h_f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315_2*l_h_a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315_2*l_h_f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315_2*l_h_a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315_2*l_h_f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15_2*l_h_a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3315_2*l_h_f*1_4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32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3315_2*l_h_a*1_4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d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468857735&quot;}*auto_gallery_ai_v2.0.9_ONLINE*1744622071542_10.5_9d9608d3a699-slide-24"/>
  <p:tag name="KSO_WM_UNIT_LINE_FILL_TYPE" val="2"/>
  <p:tag name="KSO_WM_UNIT_USESOURCEFORMAT_APPLY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d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211241028903&quot;}*auto_gallery_ai_v2.0.9_ONLINE*1744622071542_10.5_9d9608d3a699-slide-24"/>
  <p:tag name="KSO_WM_UNIT_LINE_FILL_TYPE" val="2"/>
  <p:tag name="KSO_WM_UNIT_USESOURCEFORMAT_APPLY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d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271554001&quot;}*auto_gallery_ai_v2.0.9_ONLINE*1744622071542_10.5_9d9608d3a699-slide-24"/>
  <p:tag name="KSO_WM_UNIT_LINE_FILL_TYPE" val="2"/>
  <p:tag name="KSO_WM_UNIT_USESOURCEFORMAT_APPLY" val="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d*1_4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501389985&quot;}*auto_gallery_ai_v2.0.9_ONLINE*1744622071542_10.5_9d9608d3a699-slide-24"/>
  <p:tag name="KSO_WM_UNIT_LINE_FILL_TYPE" val="2"/>
  <p:tag name="KSO_WM_UNIT_USESOURCEFORMAT_APPLY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i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i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i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2*l_h_i*1_4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315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50.394*297.555"/>
  <p:tag name="KSO_WM_SLIDE_POSITION" val="54.8032*139.2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15_2*a*1"/>
  <p:tag name="KSO_WM_TEMPLATE_CATEGORY" val="diagram"/>
  <p:tag name="KSO_WM_TEMPLATE_INDEX" val="2023331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7"/>
  <p:tag name="KSO_WM_SLIDE_ID" val="custom20235971_7"/>
  <p:tag name="KSO_WM_TEMPLATE_MASTER_TYPE" val="0"/>
  <p:tag name="KSO_WM_SLIDE_LAYOUT" val="a_e"/>
  <p:tag name="KSO_WM_SLIDE_LAYOUT_CNT" val="1_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添加章节标题"/>
  <p:tag name="KSO_WM_UNIT_TEXT_TYPE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594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picTxt"/>
  <p:tag name="KSO_WM_SLIDE_SIZE" val="850.55*173.25"/>
  <p:tag name="KSO_WM_SLIDE_POSITION" val="54.7*319.4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594_1*a*1"/>
  <p:tag name="KSO_WM_TEMPLATE_CATEGORY" val="custom"/>
  <p:tag name="KSO_WM_TEMPLATE_INDEX" val="20233594"/>
  <p:tag name="KSO_WM_UNIT_LAYERLEVEL" val="1"/>
  <p:tag name="KSO_WM_TAG_VERSION" val="3.0"/>
  <p:tag name="KSO_WM_BEAUTIFY_FLAG" val="#wm#"/>
  <p:tag name="KSO_WM_UNIT_TEXT_TYPE" val="1"/>
  <p:tag name="KSO_WM_UNIT_PRESET_TEXT" val="单击此处&#10;添加标题内容"/>
  <p:tag name="KSO_WM_UNIT_TEXT_FILL_FORE_SCHEMECOLOR_INDEX" val="13"/>
  <p:tag name="KSO_WM_UNIT_TEXT_FILL_TYPE" val="1"/>
  <p:tag name="KSO_WM_UNIT_USESOURCEFORMAT_APPLY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594_1*i*1"/>
  <p:tag name="KSO_WM_TEMPLATE_CATEGORY" val="custom"/>
  <p:tag name="KSO_WM_TEMPLATE_INDEX" val="20233594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977*217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594_1*d*1"/>
  <p:tag name="KSO_WM_TEMPLATE_CATEGORY" val="custom"/>
  <p:tag name="KSO_WM_TEMPLATE_INDEX" val="20233594"/>
  <p:tag name="KSO_WM_UNIT_LAYERLEVEL" val="1"/>
  <p:tag name="KSO_WM_TAG_VERSION" val="3.0"/>
  <p:tag name="KSO_WM_BEAUTIFY_FLAG" val="#wm#"/>
  <p:tag name="KSO_WM_UNIT_PICTURE_SUBTYPE" val="b"/>
  <p:tag name="MH_PIC_SOURCE_TYPE" val="generate_slide_ai*{&quot;ai_type&quot;:&quot;generate_ppt&quot;,&quot;id&quot;:&quot;&quot;}*auto_ai_ai_v2.0.9_ONLINE*1744622071542_10.5_9d9608d3a699-slide-26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525_1*l_h_f*1_1_1"/>
  <p:tag name="KSO_WM_TEMPLATE_CATEGORY" val="diagram"/>
  <p:tag name="KSO_WM_TEMPLATE_INDEX" val="2023352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73.2500762939453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输入您的项正文，请简单阐述您的观点。"/>
  <p:tag name="KSO_WM_UNIT_USESOURCEFORMAT_APPLY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525_1*l_h_a*1_1_1"/>
  <p:tag name="KSO_WM_TEMPLATE_CATEGORY" val="diagram"/>
  <p:tag name="KSO_WM_TEMPLATE_INDEX" val="2023352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73.2500762939453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525_1*l_h_f*1_2_1"/>
  <p:tag name="KSO_WM_TEMPLATE_CATEGORY" val="diagram"/>
  <p:tag name="KSO_WM_TEMPLATE_INDEX" val="2023352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73.2500762939453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输入您的项正文，请简单阐述您的观点。"/>
  <p:tag name="KSO_WM_UNIT_USESOURCEFORMAT_APPLY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525_1*l_h_a*1_2_1"/>
  <p:tag name="KSO_WM_TEMPLATE_CATEGORY" val="diagram"/>
  <p:tag name="KSO_WM_TEMPLATE_INDEX" val="2023352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73.2500762939453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30*1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3525_1*l_h_x*1_1_1"/>
  <p:tag name="KSO_WM_TEMPLATE_CATEGORY" val="diagram"/>
  <p:tag name="KSO_WM_TEMPLATE_INDEX" val="202335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173.2500762939453,&quot;width&quot;:850.54998779296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525_1*l_h_f*1_3_1"/>
  <p:tag name="KSO_WM_TEMPLATE_CATEGORY" val="diagram"/>
  <p:tag name="KSO_WM_TEMPLATE_INDEX" val="2023352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73.2500762939453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输入您的项正文，请简单阐述您的观点。"/>
  <p:tag name="KSO_WM_UNIT_USESOURCEFORMAT_APPLY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525_1*l_h_a*1_3_1"/>
  <p:tag name="KSO_WM_TEMPLATE_CATEGORY" val="diagram"/>
  <p:tag name="KSO_WM_TEMPLATE_INDEX" val="20233525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73.2500762939453,&quot;width&quot;:850.54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USESOURCEFORMAT_APPLY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29*1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525_1*l_h_x*1_2_1"/>
  <p:tag name="KSO_WM_TEMPLATE_CATEGORY" val="diagram"/>
  <p:tag name="KSO_WM_TEMPLATE_INDEX" val="202335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173.2500762939453,&quot;width&quot;:850.5499877929688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TYPE" val="1"/>
  <p:tag name="KSO_WM_UNIT_USESOURCEFORMAT_APPLY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40*13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3525_1*l_h_x*1_3_1"/>
  <p:tag name="KSO_WM_TEMPLATE_CATEGORY" val="diagram"/>
  <p:tag name="KSO_WM_TEMPLATE_INDEX" val="2023352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173.2500762939453,&quot;width&quot;:850.5499877929688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TYPE" val="1"/>
  <p:tag name="KSO_WM_UNIT_USESOURCEFORMAT_APPLY" val="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4460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picTxt"/>
  <p:tag name="KSO_WM_SLIDE_SIZE" val="904.564*328.446"/>
  <p:tag name="KSO_WM_SLIDE_POSITION" val="-7.87402e-05*139.18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60_1*a*1"/>
  <p:tag name="KSO_WM_TEMPLATE_CATEGORY" val="custom"/>
  <p:tag name="KSO_WM_TEMPLATE_INDEX" val="2023446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89*10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4459_1*l_h_d*1_2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VCG41N1272712364&quot;}*auto_gallery_ai_v2.0.9_ONLINE*1744622071542_10.5_9d9608d3a699-slide-27"/>
  <p:tag name="KSO_WM_UNIT_LINE_FILL_TYPE" val="2"/>
  <p:tag name="KSO_WM_UNIT_USESOURCEFORMAT_APPLY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89*11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4459_1*l_h_d*1_1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VCG41N1177118456&quot;}*auto_gallery_ai_v2.0.9_ONLINE*1744622071542_10.5_9d9608d3a699-slide-27"/>
  <p:tag name="KSO_WM_UNIT_LINE_FILL_TYPE" val="2"/>
  <p:tag name="KSO_WM_UNIT_USESOURCEFORMAT_APPLY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688*9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4459_1*l_h_d*1_3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5"/>
  <p:tag name="MH_PIC_SOURCE_TYPE" val="generate_slide_ai*{&quot;ai_type&quot;:&quot;generate_ppt&quot;,&quot;id&quot;:&quot;VCG41N1490348624&quot;}*auto_gallery_ai_v2.0.9_ONLINE*1744622071542_10.5_9d9608d3a699-slide-27"/>
  <p:tag name="KSO_WM_UNIT_LINE_FILL_TYPE" val="2"/>
  <p:tag name="KSO_WM_UNIT_USESOURCEFORMAT_APPLY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459_1*l_h_f*1_1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文字是您思想的提炼，请尽量言简意赅的阐述观点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459_1*l_h_a*1_1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UNIT_TEXT_TYPE" val="1"/>
  <p:tag name="KSO_WM_BEAUTIFY_FLAG" val="#wm#"/>
  <p:tag name="KSO_WM_UNIT_PRESET_TEXT" val="此处添加项标题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459_1*l_h_f*1_2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项正文，文字是您思想的提炼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4459_1*l_h_a*1_2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此处添加项标题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4459_1*l_h_i*1_2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4459_1*l_h_i*1_1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459_1*l_h_f*1_3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文字是您思想的提炼，请言简意赅的阐述观点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4459_1*l_h_a*1_3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此处添加项标题"/>
  <p:tag name="KSO_WM_UNIT_LINE_FORE_SCHEMECOLOR_INDEX" val="-2"/>
  <p:tag name="KSO_WM_UNIT_TEXT_FILL_FORE_SCHEMECOLOR_INDEX" val="1"/>
  <p:tag name="KSO_WM_UNIT_TEXT_FILL_TYPE" val="1"/>
  <p:tag name="KSO_WM_UNIT_USESOURCEFORMAT_APPLY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4459_1*l_h_i*1_3_1"/>
  <p:tag name="KSO_WM_TEMPLATE_CATEGORY" val="diagram"/>
  <p:tag name="KSO_WM_TEMPLATE_INDEX" val="2023445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UNIT_SHADOW_SCHEMECOLOR_INDEX" val="5"/>
  <p:tag name="KSO_WM_UNIT_USESOURCEFORMAT_APPLY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SLIDE_TYPE" val="text"/>
  <p:tag name="KSO_WM_SLIDE_SUBTYPE" val="picTxt"/>
  <p:tag name="KSO_WM_SLIDE_SIZE" val="850.277*104.131"/>
  <p:tag name="KSO_WM_SLIDE_POSITION" val="55.2829*369.519"/>
  <p:tag name="KSO_WM_DIAGRAM_GROUP_CODE" val="l1-1"/>
  <p:tag name="KSO_WM_SLIDE_DIAGTYPE" val="l"/>
  <p:tag name="KSO_WM_SLIDE_LAYOUT" val="a_d_l"/>
  <p:tag name="KSO_WM_SLIDE_LAYOUT_CNT" val="1_1_1"/>
  <p:tag name="KSO_WM_TEMPLATE_INDEX" val="20235971"/>
  <p:tag name="KSO_WM_TEMPLATE_SUBCATEGORY" val="0"/>
  <p:tag name="KSO_WM_SLIDE_INDEX" val="1"/>
  <p:tag name="KSO_WM_TAG_VERSION" val="3.0"/>
  <p:tag name="KSO_WM_SLIDE_ID" val="custom20233273_1"/>
  <p:tag name="KSO_WM_SLIDE_ITEM_CNT" val="3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73_1*i*1"/>
  <p:tag name="KSO_WM_TEMPLATE_CATEGORY" val="custom"/>
  <p:tag name="KSO_WM_TEMPLATE_INDEX" val="20233273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TEXT_FILL_FORE_SCHEMECOLOR_INDEX" val="14"/>
  <p:tag name="KSO_WM_UNIT_TEXT_FILL_TYPE" val="1"/>
  <p:tag name="KSO_WM_UNIT_USESOURCEFORMAT_APPLY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815*193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273_1*d*1"/>
  <p:tag name="KSO_WM_TEMPLATE_CATEGORY" val="custom"/>
  <p:tag name="KSO_WM_TEMPLATE_INDEX" val="20233273"/>
  <p:tag name="KSO_WM_UNIT_LAYERLEVEL" val="1"/>
  <p:tag name="KSO_WM_TAG_VERSION" val="3.0"/>
  <p:tag name="KSO_WM_BEAUTIFY_FLAG" val="#wm#"/>
  <p:tag name="KSO_WM_UNIT_PICTURE_SUBTYPE" val="b"/>
  <p:tag name="KSO_WM_UNIT_PLACING_PICTURE_USER_VIEWPORT" val="{&quot;height&quot;:4625.08031496063,&quot;width&quot;:10977.656692913386}"/>
  <p:tag name="MH_PIC_SOURCE_TYPE" val="generate_slide_ai*{&quot;ai_type&quot;:&quot;generate_ppt&quot;,&quot;id&quot;:&quot;&quot;}*auto_ai_ai_v2.0.9_ONLINE*1744622071542_10.5_9d9608d3a699-slide-28"/>
  <p:tag name="KSO_WM_UNIT_LINE_FORE_SCHEMECOLOR_INDEX" val="5"/>
  <p:tag name="KSO_WM_UNIT_LINE_FILL_TYPE" val="2"/>
  <p:tag name="KSO_WM_UNIT_USESOURCEFORMAT_APPLY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123_2*l_h_i*1_1_1"/>
  <p:tag name="KSO_WM_TEMPLATE_CATEGORY" val="diagram"/>
  <p:tag name="KSO_WM_TEMPLATE_INDEX" val="20233123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113.44992065429688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DIAGRAM_VERSION" val="3"/>
  <p:tag name="KSO_WM_DIAGRAM_COLOR_TRICK" val="1"/>
  <p:tag name="KSO_WM_DIAGRAM_COLOR_TEXT_CAN_REMOVE" val="n"/>
  <p:tag name="KSO_WM_UNIT_TEXT_FILL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123_2*l_h_i*1_2_1"/>
  <p:tag name="KSO_WM_TEMPLATE_CATEGORY" val="diagram"/>
  <p:tag name="KSO_WM_TEMPLATE_INDEX" val="20233123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113.44992065429688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DIAGRAM_VERSION" val="3"/>
  <p:tag name="KSO_WM_DIAGRAM_COLOR_TRICK" val="1"/>
  <p:tag name="KSO_WM_DIAGRAM_COLOR_TEXT_CAN_REMOVE" val="n"/>
  <p:tag name="KSO_WM_UNIT_TEXT_FILL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23_2*l_h_a*1_1_1"/>
  <p:tag name="KSO_WM_TEMPLATE_CATEGORY" val="diagram"/>
  <p:tag name="KSO_WM_TEMPLATE_INDEX" val="20233123"/>
  <p:tag name="KSO_WM_UNIT_LAYERLEVEL" val="1_1_1"/>
  <p:tag name="KSO_WM_TAG_VERSION" val="3.0"/>
  <p:tag name="KSO_WM_UNIT_VALUE" val="25"/>
  <p:tag name="KSO_WM_DIAGRAM_MAX_ITEMCNT" val="4"/>
  <p:tag name="KSO_WM_DIAGRAM_MIN_ITEMCNT" val="2"/>
  <p:tag name="KSO_WM_DIAGRAM_VIRTUALLY_FRAME" val="{&quot;height&quot;:113.44992065429688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123_2*l_h_f*1_1_1"/>
  <p:tag name="KSO_WM_TEMPLATE_CATEGORY" val="diagram"/>
  <p:tag name="KSO_WM_TEMPLATE_INDEX" val="20233123"/>
  <p:tag name="KSO_WM_UNIT_LAYERLEVEL" val="1_1_1"/>
  <p:tag name="KSO_WM_TAG_VERSION" val="3.0"/>
  <p:tag name="KSO_WM_UNIT_VALUE" val="111"/>
  <p:tag name="KSO_WM_DIAGRAM_MAX_ITEMCNT" val="4"/>
  <p:tag name="KSO_WM_DIAGRAM_MIN_ITEMCNT" val="2"/>
  <p:tag name="KSO_WM_DIAGRAM_VIRTUALLY_FRAME" val="{&quot;height&quot;:113.44992065429688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输入项正文内容，文字是您思想的提炼"/>
  <p:tag name="KSO_WM_UNIT_TEXT_FILL_FORE_SCHEMECOLOR_INDEX" val="1"/>
  <p:tag name="KSO_WM_UNIT_TEXT_FILL_TYPE" val="1"/>
  <p:tag name="KSO_WM_UNIT_USESOURCEFORMAT_APPLY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23_2*l_h_a*1_2_1"/>
  <p:tag name="KSO_WM_TEMPLATE_CATEGORY" val="diagram"/>
  <p:tag name="KSO_WM_TEMPLATE_INDEX" val="20233123"/>
  <p:tag name="KSO_WM_UNIT_LAYERLEVEL" val="1_1_1"/>
  <p:tag name="KSO_WM_TAG_VERSION" val="3.0"/>
  <p:tag name="KSO_WM_UNIT_VALUE" val="25"/>
  <p:tag name="KSO_WM_DIAGRAM_MAX_ITEMCNT" val="4"/>
  <p:tag name="KSO_WM_DIAGRAM_MIN_ITEMCNT" val="2"/>
  <p:tag name="KSO_WM_DIAGRAM_VIRTUALLY_FRAME" val="{&quot;height&quot;:113.44992065429688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123_2*l_h_f*1_2_1"/>
  <p:tag name="KSO_WM_TEMPLATE_CATEGORY" val="diagram"/>
  <p:tag name="KSO_WM_TEMPLATE_INDEX" val="20233123"/>
  <p:tag name="KSO_WM_UNIT_LAYERLEVEL" val="1_1_1"/>
  <p:tag name="KSO_WM_TAG_VERSION" val="3.0"/>
  <p:tag name="KSO_WM_UNIT_VALUE" val="74"/>
  <p:tag name="KSO_WM_DIAGRAM_MAX_ITEMCNT" val="4"/>
  <p:tag name="KSO_WM_DIAGRAM_MIN_ITEMCNT" val="2"/>
  <p:tag name="KSO_WM_DIAGRAM_VIRTUALLY_FRAME" val="{&quot;height&quot;:113.44992065429688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添加文本具体内容，简明阐述您的观点"/>
  <p:tag name="KSO_WM_UNIT_TEXT_FILL_FORE_SCHEMECOLOR_INDEX" val="1"/>
  <p:tag name="KSO_WM_UNIT_TEXT_FILL_TYPE" val="1"/>
  <p:tag name="KSO_WM_UNIT_USESOURCEFORMAT_APPLY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3123_2*l_h_i*1_3_1"/>
  <p:tag name="KSO_WM_TEMPLATE_CATEGORY" val="diagram"/>
  <p:tag name="KSO_WM_TEMPLATE_INDEX" val="20233123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113.44992065429688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DIAGRAM_VERSION" val="3"/>
  <p:tag name="KSO_WM_DIAGRAM_COLOR_TRICK" val="1"/>
  <p:tag name="KSO_WM_DIAGRAM_COLOR_TEXT_CAN_REMOVE" val="n"/>
  <p:tag name="KSO_WM_UNIT_TEXT_FILL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123_2*l_h_a*1_3_1"/>
  <p:tag name="KSO_WM_TEMPLATE_CATEGORY" val="diagram"/>
  <p:tag name="KSO_WM_TEMPLATE_INDEX" val="20233123"/>
  <p:tag name="KSO_WM_UNIT_LAYERLEVEL" val="1_1_1"/>
  <p:tag name="KSO_WM_TAG_VERSION" val="3.0"/>
  <p:tag name="KSO_WM_UNIT_VALUE" val="25"/>
  <p:tag name="KSO_WM_DIAGRAM_MAX_ITEMCNT" val="4"/>
  <p:tag name="KSO_WM_DIAGRAM_MIN_ITEMCNT" val="2"/>
  <p:tag name="KSO_WM_DIAGRAM_VIRTUALLY_FRAME" val="{&quot;height&quot;:113.44992065429688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123_2*l_h_f*1_3_1"/>
  <p:tag name="KSO_WM_TEMPLATE_CATEGORY" val="diagram"/>
  <p:tag name="KSO_WM_TEMPLATE_INDEX" val="20233123"/>
  <p:tag name="KSO_WM_UNIT_LAYERLEVEL" val="1_1_1"/>
  <p:tag name="KSO_WM_TAG_VERSION" val="3.0"/>
  <p:tag name="KSO_WM_UNIT_VALUE" val="74"/>
  <p:tag name="KSO_WM_DIAGRAM_MAX_ITEMCNT" val="4"/>
  <p:tag name="KSO_WM_DIAGRAM_MIN_ITEMCNT" val="2"/>
  <p:tag name="KSO_WM_DIAGRAM_VIRTUALLY_FRAME" val="{&quot;height&quot;:113.44992065429688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文字是您思想的提炼，请尽量言简意赅的阐述观点"/>
  <p:tag name="KSO_WM_UNIT_TEXT_FILL_FORE_SCHEMECOLOR_INDEX" val="1"/>
  <p:tag name="KSO_WM_UNIT_TEXT_FILL_TYPE" val="1"/>
  <p:tag name="KSO_WM_UNIT_USESOURCEFORMAT_APPLY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60_1*a*1"/>
  <p:tag name="KSO_WM_TEMPLATE_CATEGORY" val="custom"/>
  <p:tag name="KSO_WM_TEMPLATE_INDEX" val="20234460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0968_2*a*1"/>
  <p:tag name="KSO_WM_TEMPLATE_CATEGORY" val="diagram"/>
  <p:tag name="KSO_WM_TEMPLATE_INDEX" val="20230968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i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282093791&quot;}*auto_gallery_ai_v2.0.9_ONLINE*1744622071542_10.5_9d9608d3a699-slide-29"/>
  <p:tag name="KSO_WM_UNIT_LINE_FILL_TYPE" val="2"/>
  <p:tag name="KSO_WM_UNIT_USESOURCEFORMAT_APPLY" val="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705393905&quot;}*auto_gallery_ai_v2.0.9_ONLINE*1744622071542_10.5_9d9608d3a699-slide-29"/>
  <p:tag name="KSO_WM_UNIT_LINE_FILL_TYPE" val="2"/>
  <p:tag name="KSO_WM_UNIT_USESOURCEFORMAT_APPLY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094942782&quot;}*auto_gallery_ai_v2.0.9_ONLINE*1744622071542_10.5_9d9608d3a699-slide-29"/>
  <p:tag name="KSO_WM_UNIT_LINE_FILL_TYPE" val="2"/>
  <p:tag name="KSO_WM_UNIT_USESOURCEFORMAT_APPLY" val="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68_2*l_h_a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68_2*l_h_f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68_2*l_h_a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添加标题"/>
  <p:tag name="KSO_WM_UNIT_TEXT_TYPE" val="1"/>
  <p:tag name="KSO_WM_UNIT_USESOURCEFORMAT_APPLY" val="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68_2*l_h_f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单击此处添加文本具体内容，简明扼要地阐述您的观点。可酌情增减文字，以便观者准确地理解您传达的思想。"/>
  <p:tag name="KSO_WM_UNIT_TEXT_TYPE" val="1"/>
  <p:tag name="KSO_WM_UNIT_TEXT_LAYER_COUNT" val="1"/>
  <p:tag name="KSO_WM_UNIT_USESOURCEFORMAT_APPLY" val="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0968_2*l_h_a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68_2*l_h_f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可酌情增减文字，以便观者准确地理解您传达的思想。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7"/>
  <p:tag name="KSO_WM_SLIDE_ID" val="custom20235971_7"/>
  <p:tag name="KSO_WM_TEMPLATE_MASTER_TYPE" val="0"/>
  <p:tag name="KSO_WM_SLIDE_LAYOUT" val="a_e"/>
  <p:tag name="KSO_WM_SLIDE_LAYOUT_CNT" val="1_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添加章节标题"/>
  <p:tag name="KSO_WM_UNIT_TEXT_TYPE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147_3*a*1"/>
  <p:tag name="KSO_WM_TEMPLATE_CATEGORY" val="diagram"/>
  <p:tag name="KSO_WM_TEMPLATE_INDEX" val="2023314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5"/>
  <p:tag name="KSO_WM_UNIT_TEXT_FILL_TYPE" val="1"/>
  <p:tag name="KSO_WM_UNIT_USESOURCEFORMAT_APPLY" val="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952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84_1*d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  <p:tag name="KSO_WM_UNIT_PICTURE_SUBTYPE" val="a"/>
  <p:tag name="MH_PIC_SOURCE_TYPE" val="generate_slide_ai*{&quot;ai_type&quot;:&quot;generate_ppt&quot;,&quot;id&quot;:&quot;&quot;}*auto_ai_ai_v2.0.9_ONLINE*1744622071542_10.5_9d9608d3a699-slide-31"/>
  <p:tag name="KSO_WM_UNIT_FILL_FORE_SCHEMECOLOR_INDEX" val="5"/>
  <p:tag name="KSO_WM_UNIT_FILL_TYPE" val="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84_1*i*1"/>
  <p:tag name="KSO_WM_TEMPLATE_CATEGORY" val="custom"/>
  <p:tag name="KSO_WM_TEMPLATE_INDEX" val="20232484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6_2*l_h_f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6_2*l_h_a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2*l_h_f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单击此处输入你的项正文，请尽量言简意赅的阐述观点。"/>
  <p:tag name="KSO_WM_UNIT_USESOURCEFORMAT_APPLY" val="0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2*l_h_a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  <p:tag name="KSO_WM_UNIT_USESOURCEFORMAT_APPLY" val="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147_3*a*1"/>
  <p:tag name="KSO_WM_TEMPLATE_CATEGORY" val="diagram"/>
  <p:tag name="KSO_WM_TEMPLATE_INDEX" val="2023314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5"/>
  <p:tag name="KSO_WM_UNIT_TEXT_FILL_TYPE" val="1"/>
  <p:tag name="KSO_WM_UNIT_USESOURCEFORMAT_APPLY" val="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2*l_h_d*1_1_1"/>
  <p:tag name="KSO_WM_TEMPLATE_CATEGORY" val="diagram"/>
  <p:tag name="KSO_WM_TEMPLATE_INDEX" val="20233147"/>
  <p:tag name="KSO_WM_UNIT_LAYERLEVEL" val="1_1_1"/>
  <p:tag name="KSO_WM_TAG_VERSION" val="3.0"/>
  <p:tag name="KSO_WM_UNIT_VALUE" val="735*689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LINE_FORE_SCHEMECOLOR_INDEX" val="13"/>
  <p:tag name="MH_PIC_SOURCE_TYPE" val="generate_slide_ai*{&quot;ai_type&quot;:&quot;generate_ppt&quot;,&quot;id&quot;:&quot;VCG41N520058644&quot;}*auto_gallery_ai_v2.0.9_ONLINE*1744622071542_10.5_9d9608d3a699-slide-32"/>
  <p:tag name="KSO_WM_UNIT_LINE_FILL_TYPE" val="2"/>
  <p:tag name="KSO_WM_UNIT_USESOURCEFORMAT_APPLY" val="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7_2*l_h_f*1_1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47_2*l_h_a*1_1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2*l_h_d*1_2_1"/>
  <p:tag name="KSO_WM_TEMPLATE_CATEGORY" val="diagram"/>
  <p:tag name="KSO_WM_TEMPLATE_INDEX" val="20233147"/>
  <p:tag name="KSO_WM_UNIT_LAYERLEVEL" val="1_1_1"/>
  <p:tag name="KSO_WM_TAG_VERSION" val="3.0"/>
  <p:tag name="KSO_WM_UNIT_VALUE" val="735*689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211245783598&quot;}*auto_gallery_ai_v2.0.9_ONLINE*1744622071542_10.5_9d9608d3a699-slide-32"/>
  <p:tag name="KSO_WM_UNIT_LINE_FILL_TYPE" val="2"/>
  <p:tag name="KSO_WM_UNIT_USESOURCEFORMAT_APPLY" val="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7_2*l_h_f*1_2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47_2*l_h_a*1_2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3147_2*l_h_d*1_3_1"/>
  <p:tag name="KSO_WM_TEMPLATE_CATEGORY" val="diagram"/>
  <p:tag name="KSO_WM_TEMPLATE_INDEX" val="20233147"/>
  <p:tag name="KSO_WM_UNIT_LAYERLEVEL" val="1_1_1"/>
  <p:tag name="KSO_WM_TAG_VERSION" val="3.0"/>
  <p:tag name="KSO_WM_UNIT_VALUE" val="735*689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generate_slide_ai*{&quot;ai_type&quot;:&quot;generate_ppt&quot;,&quot;id&quot;:&quot;VCG41N1199887433&quot;}*auto_gallery_ai_v2.0.9_ONLINE*1744622071542_10.5_9d9608d3a699-slide-32"/>
  <p:tag name="KSO_WM_UNIT_LINE_FILL_TYPE" val="2"/>
  <p:tag name="KSO_WM_UNIT_USESOURCEFORMAT_APPLY" val="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147_2*l_h_f*1_3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您思想的提炼"/>
  <p:tag name="KSO_WM_UNIT_TEXT_FILL_FORE_SCHEMECOLOR_INDEX" val="1"/>
  <p:tag name="KSO_WM_UNIT_TEXT_FILL_TYPE" val="1"/>
  <p:tag name="KSO_WM_UNIT_USESOURCEFORMAT_APPLY" val="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147_2*l_h_a*1_3_1"/>
  <p:tag name="KSO_WM_TEMPLATE_CATEGORY" val="diagram"/>
  <p:tag name="KSO_WM_TEMPLATE_INDEX" val="2023314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1412658691406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147_3*a*1"/>
  <p:tag name="KSO_WM_TEMPLATE_CATEGORY" val="diagram"/>
  <p:tag name="KSO_WM_TEMPLATE_INDEX" val="2023314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5"/>
  <p:tag name="KSO_WM_UNIT_TEXT_FILL_TYPE" val="1"/>
  <p:tag name="KSO_WM_UNIT_USESOURCEFORMAT_APPLY" val="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122_1*l_h_i*1_1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TYPE" val="1"/>
  <p:tag name="KSO_WM_UNIT_FILL_TYPE" val="1"/>
  <p:tag name="KSO_WM_UNIT_FILL_FORE_SCHEMECOLOR_INDEX" val="5"/>
  <p:tag name="KSO_WM_UNIT_FILL_FORE_SCHEMECOLOR_INDEX_BRIGHTNESS" val="0"/>
  <p:tag name="KSO_WM_BEAUTIFY_FLAG" val="#wm#"/>
  <p:tag name="KSO_WM_UNIT_USESOURCEFORMAT_APPLY" val="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122_1*l_h_i*1_2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TYPE" val="1"/>
  <p:tag name="KSO_WM_UNIT_FILL_TYPE" val="1"/>
  <p:tag name="KSO_WM_UNIT_FILL_FORE_SCHEMECOLOR_INDEX" val="5"/>
  <p:tag name="KSO_WM_UNIT_FILL_FORE_SCHEMECOLOR_INDEX_BRIGHTNESS" val="0"/>
  <p:tag name="KSO_WM_BEAUTIFY_FLAG" val="#wm#"/>
  <p:tag name="KSO_WM_UNIT_USESOURCEFORMAT_APPLY" val="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3122_1*l_h_i*1_2_2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solid&quot;:{&quot;brightness&quot;:0,&quot;colorType&quot;:2,&quot;rgb&quot;:&quot;#00993f&quot;,&quot;transparency&quot;:1},&quot;type&quot;:1},&quot;glow&quot;:{&quot;colorType&quot;:0},&quot;line&quot;:{&quot;solidLine&quot;:{&quot;brightness&quot;:0,&quot;colorType&quot;:1,&quot;foreColorIndex&quot;:13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BEAUTIFY_FLAG" val="#wm#"/>
  <p:tag name="KSO_WM_UNIT_LINE_FILL_TYPE" val="2"/>
  <p:tag name="KSO_WM_UNIT_USESOURCEFORMAT_APPLY" val="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22_1*l_h_a*1_1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BEAUTIFY_FLAG" val="#wm#"/>
  <p:tag name="KSO_WM_UNIT_USESOURCEFORMAT_APPLY" val="0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122_1*l_h_f*1_1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11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文本具体内容，简明扼要地阐述您的观点。"/>
  <p:tag name="KSO_WM_UNIT_TEXT_FILL_FORE_SCHEMECOLOR_INDEX" val="1"/>
  <p:tag name="KSO_WM_UNIT_TEXT_FILL_TYPE" val="1"/>
  <p:tag name="KSO_WM_BEAUTIFY_FLAG" val="#wm#"/>
  <p:tag name="KSO_WM_UNIT_USESOURCEFORMAT_APPLY" val="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22_1*l_h_a*1_2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5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BEAUTIFY_FLAG" val="#wm#"/>
  <p:tag name="KSO_WM_UNIT_USESOURCEFORMAT_APPLY" val="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122_1*l_h_f*1_2_1"/>
  <p:tag name="KSO_WM_TEMPLATE_CATEGORY" val="diagram"/>
  <p:tag name="KSO_WM_TEMPLATE_INDEX" val="2023312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74"/>
  <p:tag name="KSO_WM_DIAGRAM_MAX_ITEMCNT" val="4"/>
  <p:tag name="KSO_WM_DIAGRAM_MIN_ITEMCNT" val="2"/>
  <p:tag name="KSO_WM_DIAGRAM_VIRTUALLY_FRAME" val="{&quot;height&quot;:365.3846435546875,&quot;width&quot;:266.598022460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添加文本内容，简明扼要地阐述您的观点。"/>
  <p:tag name="KSO_WM_UNIT_TEXT_FILL_FORE_SCHEMECOLOR_INDEX" val="1"/>
  <p:tag name="KSO_WM_UNIT_TEXT_FILL_TYPE" val="1"/>
  <p:tag name="KSO_WM_BEAUTIFY_FLAG" val="#wm#"/>
  <p:tag name="KSO_WM_UNIT_USESOURCEFORMAT_APPLY" val="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629_1*i*1"/>
  <p:tag name="KSO_WM_TEMPLATE_CATEGORY" val="custom"/>
  <p:tag name="KSO_WM_TEMPLATE_INDEX" val="2023362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770*218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629_1*d*1"/>
  <p:tag name="KSO_WM_TEMPLATE_CATEGORY" val="custom"/>
  <p:tag name="KSO_WM_TEMPLATE_INDEX" val="20233629"/>
  <p:tag name="KSO_WM_UNIT_LAYERLEVEL" val="1"/>
  <p:tag name="KSO_WM_TAG_VERSION" val="3.0"/>
  <p:tag name="KSO_WM_BEAUTIFY_FLAG" val="#wm#"/>
  <p:tag name="KSO_WM_UNIT_PICTURE_SUBTYPE" val="a"/>
  <p:tag name="MH_PIC_SOURCE_TYPE" val="generate_slide_ai*{&quot;ai_type&quot;:&quot;generate_ppt&quot;,&quot;id&quot;:&quot;VCG211240152142&quot;}*auto_gallery_ai_v2.0.9_ONLINE*1744622071542_10.5_9d9608d3a699-slide-33"/>
  <p:tag name="KSO_WM_UNIT_FILL_FORE_SCHEMECOLOR_INDEX" val="13"/>
  <p:tag name="KSO_WM_UNIT_FILL_TYPE" val="1"/>
  <p:tag name="KSO_WM_UNIT_LINE_FORE_SCHEMECOLOR_INDEX" val="1"/>
  <p:tag name="KSO_WM_UNIT_LINE_FILL_TYPE" val="2"/>
  <p:tag name="KSO_WM_UNIT_USESOURCEFORMAT_APPLY" val="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315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custom"/>
  <p:tag name="KSO_WM_TEMPLATE_INDEX" val="20235971"/>
  <p:tag name="KSO_WM_SLIDE_TYPE" val="text"/>
  <p:tag name="KSO_WM_SLIDE_SUBTYPE" val="diag"/>
  <p:tag name="KSO_WM_SLIDE_SIZE" val="850.394*297.555"/>
  <p:tag name="KSO_WM_SLIDE_POSITION" val="54.8032*139.2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315_2*a*1"/>
  <p:tag name="KSO_WM_TEMPLATE_CATEGORY" val="diagram"/>
  <p:tag name="KSO_WM_TEMPLATE_INDEX" val="2023331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315_1*l_h_f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315_1*l_h_a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315_1*l_h_f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315_1*l_h_a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315_1*l_h_f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15_1*l_h_a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2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137737003&quot;}*auto_gallery_ai_v2.0.9_ONLINE*1744622071542_10.5_9d9608d3a699-slide-34"/>
  <p:tag name="KSO_WM_UNIT_LINE_FILL_TYPE" val="2"/>
  <p:tag name="KSO_WM_UNIT_USESOURCEFORMAT_APPLY" val="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362219069&quot;}*auto_gallery_ai_v2.0.9_ONLINE*1744622071542_10.5_9d9608d3a699-slide-34"/>
  <p:tag name="KSO_WM_UNIT_LINE_FILL_TYPE" val="2"/>
  <p:tag name="KSO_WM_UNIT_USESOURCEFORMAT_APPLY" val="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VALUE" val="450*450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PICTURE_SUBTYPE" val="b"/>
  <p:tag name="MH_PIC_SOURCE_TYPE" val="generate_slide_ai*{&quot;ai_type&quot;:&quot;generate_ppt&quot;,&quot;id&quot;:&quot;VCG41N1796458176&quot;}*auto_gallery_ai_v2.0.9_ONLINE*1744622071542_10.5_9d9608d3a699-slide-34"/>
  <p:tag name="KSO_WM_UNIT_LINE_FILL_TYPE" val="2"/>
  <p:tag name="KSO_WM_UNIT_USESOURCEFORMAT_APPLY" val="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1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2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i*1_3_1"/>
  <p:tag name="KSO_WM_TEMPLATE_CATEGORY" val="diagram"/>
  <p:tag name="KSO_WM_TEMPLATE_INDEX" val="20233315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05.4681091308594,&quot;width&quot;:850.393798828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SLIDE_TYPE" val="text"/>
  <p:tag name="KSO_WM_SLIDE_SUBTYPE" val="picTxt"/>
  <p:tag name="KSO_WM_SLIDE_SIZE" val="723.3*73.6"/>
  <p:tag name="KSO_WM_SLIDE_POSITION" val="117.95*404.45"/>
  <p:tag name="KSO_WM_DIAGRAM_GROUP_CODE" val="l1-1"/>
  <p:tag name="KSO_WM_SLIDE_DIAGTYPE" val="l"/>
  <p:tag name="KSO_WM_BEAUTIFY_FLAG" val="#wm#"/>
  <p:tag name="KSO_WM_TEMPLATE_CATEGORY" val="custom"/>
  <p:tag name="KSO_WM_SLIDE_LAYOUT" val="a_d_l"/>
  <p:tag name="KSO_WM_SLIDE_LAYOUT_CNT" val="1_1_1"/>
  <p:tag name="KSO_WM_TEMPLATE_INDEX" val="20235971"/>
  <p:tag name="KSO_WM_TEMPLATE_SUBCATEGORY" val="0"/>
  <p:tag name="KSO_WM_SLIDE_INDEX" val="1"/>
  <p:tag name="KSO_WM_TAG_VERSION" val="3.0"/>
  <p:tag name="KSO_WM_SLIDE_ID" val="custom20233595_1"/>
  <p:tag name="KSO_WM_SLIDE_ITEM_CNT" val="3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100*23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595_1*d*1"/>
  <p:tag name="KSO_WM_TEMPLATE_CATEGORY" val="custom"/>
  <p:tag name="KSO_WM_TEMPLATE_INDEX" val="20233595"/>
  <p:tag name="KSO_WM_UNIT_LAYERLEVEL" val="1"/>
  <p:tag name="KSO_WM_TAG_VERSION" val="3.0"/>
  <p:tag name="KSO_WM_BEAUTIFY_FLAG" val="#wm#"/>
  <p:tag name="KSO_WM_UNIT_PICTURE_SUBTYPE" val="b"/>
  <p:tag name="MH_PIC_SOURCE_TYPE" val="generate_slide_ai*{&quot;ai_type&quot;:&quot;generate_ppt&quot;,&quot;id&quot;:&quot;&quot;}*auto_ai_ai_v2.0.9_ONLINE*1744622071542_10.5_9d9608d3a699-slide-35"/>
  <p:tag name="KSO_WM_UNIT_LINE_FORE_SCHEMECOLOR_INDEX" val="13"/>
  <p:tag name="KSO_WM_UNIT_LINE_FILL_TYPE" val="2"/>
  <p:tag name="KSO_WM_UNIT_USESOURCEFORMAT_APPLY" val="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SUBTYPE" val="a"/>
  <p:tag name="KSO_WM_UNIT_PRESET_TEXT_INDEX" val="0"/>
  <p:tag name="KSO_WM_UNIT_PRESET_TEXT_LEN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526_1*l_h_f*1_1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单击添加文本内容，阐述您的观点。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PRESET_TEXT_INDEX" val="0"/>
  <p:tag name="KSO_WM_UNIT_PRESET_TEXT_LEN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526_1*l_h_a*1_1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添加项标题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526_1*l_h_i*1_1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-0.25"/>
  <p:tag name="KSO_WM_DIAGRAM_MAX_ITEMCNT" val="3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SUBTYPE" val="a"/>
  <p:tag name="KSO_WM_UNIT_PRESET_TEXT_INDEX" val="0"/>
  <p:tag name="KSO_WM_UNIT_PRESET_TEXT_LEN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526_1*l_h_f*1_2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单击添加文本内容，阐述您的观点。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PRESET_TEXT_INDEX" val="0"/>
  <p:tag name="KSO_WM_UNIT_PRESET_TEXT_LEN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526_1*l_h_a*1_2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添加项标题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526_1*l_h_i*1_2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-0.25"/>
  <p:tag name="KSO_WM_DIAGRAM_MAX_ITEMCNT" val="3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526_1*l_h_f*1_3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单击添加文本内容，阐述您的观点。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526_1*l_h_a*1_3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UNIT_PRESET_TEXT" val="添加项标题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5.6500015258789,&quot;width&quot;:723.2999877929688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3526_1*l_h_i*1_3_1"/>
  <p:tag name="KSO_WM_TEMPLATE_CATEGORY" val="diagram"/>
  <p:tag name="KSO_WM_TEMPLATE_INDEX" val="2023352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-0.25"/>
  <p:tag name="KSO_WM_DIAGRAM_MAX_ITEMCNT" val="3"/>
  <p:tag name="KSO_WM_DIAGRAM_MIN_ITEMCNT" val="3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7"/>
  <p:tag name="KSO_WM_SLIDE_ID" val="custom20235971_7"/>
  <p:tag name="KSO_WM_TEMPLATE_MASTER_TYPE" val="0"/>
  <p:tag name="KSO_WM_SLIDE_LAYOUT" val="a_e"/>
  <p:tag name="KSO_WM_SLIDE_LAYOUT_CNT" val="1_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971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1"/>
  <p:tag name="KSO_WM_TEMPLATE_CATEGORY" val="custom"/>
  <p:tag name="KSO_WM_UNIT_ISCONTENTSTITLE" val="0"/>
  <p:tag name="KSO_WM_UNIT_PRESET_TEXT" val="添加章节标题"/>
  <p:tag name="KSO_WM_UNIT_TEXT_TYPE" val="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29.861*365.65"/>
  <p:tag name="KSO_WM_SLIDE_POSITION" val="78.5387*108.23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5971"/>
  <p:tag name="KSO_WM_TEMPLATE_SUBCATEGORY" val="0"/>
  <p:tag name="KSO_WM_SLIDE_INDEX" val="1"/>
  <p:tag name="KSO_WM_TAG_VERSION" val="3.0"/>
  <p:tag name="KSO_WM_SLIDE_ID" val="custom20231717_1"/>
  <p:tag name="KSO_WM_SLIDE_ITEM_CNT" val="4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3*l_h_i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3*l_h_i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3*l_h_i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78_3*l_h_i*1_4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4_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3*l_h_a*1_1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3*l_h_a*1_4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3*l_h_a*1_3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diagram"/>
  <p:tag name="KSO_WM_TEMPLATE_INDEX" val="20231678"/>
  <p:tag name="KSO_WM_UNIT_LAYERLEVEL" val="1_1_1"/>
  <p:tag name="KSO_WM_TAG_VERSION" val="3.0"/>
  <p:tag name="KSO_WM_UNIT_VALUE" val="10"/>
  <p:tag name="KSO_WM_UNIT_TYPE" val="l_h_a"/>
  <p:tag name="KSO_WM_UNIT_ID" val="diagram20231678_3*l_h_a*1_2_1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PRESET_TEXT" val="添加标题"/>
  <p:tag name="KSO_WM_UNIT_TEXT_TYPE" val="1"/>
  <p:tag name="KSO_WM_UNIT_LINE_FILL_TYPE" val="2"/>
  <p:tag name="KSO_WM_UNIT_USESOURCEFORMAT_APPLY" val="0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78_3*l_h_f*1_1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78_3*l_h_f*1_2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678_3*l_h_f*1_3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678_3*l_h_f*1_4_1"/>
  <p:tag name="KSO_WM_TEMPLATE_CATEGORY" val="diagram"/>
  <p:tag name="KSO_WM_TEMPLATE_INDEX" val="2023167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65008544921875,&quot;width&quot;:558.4000854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(您的)智能图形项正文，文字是您思想的提炼，请尽量言简意赅的阐述观点。"/>
  <p:tag name="KSO_WM_UNIT_TEXT_TYPE" val="1"/>
  <p:tag name="KSO_WM_UNIT_USESOURCEFORMAT_APPLY" val="0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282093791&quot;}*auto_gallery_ai_v2.0.9_ONLINE*1744622071542_10.5_9d9608d3a699-slide-29"/>
  <p:tag name="KSO_WM_UNIT_LINE_FILL_TYPE" val="2"/>
  <p:tag name="KSO_WM_UNIT_USESOURCEFORMAT_APPLY" val="0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2*l_h_d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29*932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705393905&quot;}*auto_gallery_ai_v2.0.9_ONLINE*1744622071542_10.5_9d9608d3a699-slide-29"/>
  <p:tag name="KSO_WM_UNIT_LINE_FILL_TYPE" val="2"/>
  <p:tag name="KSO_WM_UNIT_USESOURCEFORMAT_APPLY" val="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29.861*365.65"/>
  <p:tag name="KSO_WM_SLIDE_POSITION" val="78.5387*108.23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5971"/>
  <p:tag name="KSO_WM_TEMPLATE_SUBCATEGORY" val="0"/>
  <p:tag name="KSO_WM_SLIDE_INDEX" val="1"/>
  <p:tag name="KSO_WM_TAG_VERSION" val="3.0"/>
  <p:tag name="KSO_WM_SLIDE_ID" val="custom20231717_1"/>
  <p:tag name="KSO_WM_SLIDE_ITEM_CNT" val="4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30"/>
  <p:tag name="KSO_WM_TEMPLATE_INDEX" val="20231717"/>
  <p:tag name="KSO_WM_UNIT_ID" val="custom20231717_1*a*1"/>
  <p:tag name="KSO_WM_UNIT_PRESET_TEXT" val="单击此处添加标题"/>
  <p:tag name="KSO_WM_UNIT_TEXT_TYPE" val="1"/>
  <p:tag name="KSO_WM_UNIT_TEXT_FILL_FORE_SCHEMECOLOR_INDEX" val="15"/>
  <p:tag name="KSO_WM_UNIT_TEXT_FILL_TYPE" val="1"/>
  <p:tag name="KSO_WM_UNIT_USESOURCEFORMAT_APPLY" val="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904*202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1806_1*d*1"/>
  <p:tag name="KSO_WM_TEMPLATE_CATEGORY" val="custom"/>
  <p:tag name="KSO_WM_TEMPLATE_INDEX" val="20231806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  <p:tag name="KSO_WM_UNIT_PICTURE_SUBTYPE" val="a"/>
  <p:tag name="MH_PIC_SOURCE_TYPE" val="generate_slide_ai*{&quot;ai_type&quot;:&quot;generate_ppt&quot;,&quot;id&quot;:&quot;VCG41N1463983366&quot;}*auto_gallery_ai_v2.0.9_ONLINE*1744622071542_10.5_9d9608d3a699-slide-45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24"/>
  <p:tag name="KSO_WM_TEMPLATE_INDEX" val="20231806"/>
  <p:tag name="KSO_WM_UNIT_ID" val="custom20231806_1*a*1"/>
  <p:tag name="KSO_WM_UNIT_FILL_FORE_SCHEMECOLOR_INDEX" val="5"/>
  <p:tag name="KSO_WM_UNIT_FILL_TYPE" val="1"/>
  <p:tag name="KSO_WM_UNIT_USESOURCEFORMAT_APPLY" val="1"/>
  <p:tag name="KSO_WM_UNIT_TEXT_TYPE" val="1"/>
  <p:tag name="KSO_WM_UNIT_PRESET_TEXT" val="单击此处添加页面标题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06_1*i*1"/>
  <p:tag name="KSO_WM_TEMPLATE_CATEGORY" val="custom"/>
  <p:tag name="KSO_WM_TEMPLATE_INDEX" val="20231806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06_1*c_f*1_1"/>
  <p:tag name="KSO_WM_TEMPLATE_CATEGORY" val="custom"/>
  <p:tag name="KSO_WM_TEMPLATE_INDEX" val="20231806"/>
  <p:tag name="KSO_WM_UNIT_LAYERLEVEL" val="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c_f"/>
  <p:tag name="KSO_WM_UNIT_INDEX" val="1_1"/>
  <p:tag name="KSO_WM_UNIT_VALUE" val="91"/>
  <p:tag name="KSO_WM_UNIT_PRESET_TEXT" val="单击添加正文，文字是您思想的提炼，为了最终演示发布的良好效果，请尽量言简意赅的阐述观点。根据需要可酌情增减文字，以便观者可以准确理解您所传达的信息。"/>
  <p:tag name="KSO_WM_UNIT_TEXT_TYPE" val="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1806_1*c_a*1_1"/>
  <p:tag name="KSO_WM_TEMPLATE_CATEGORY" val="custom"/>
  <p:tag name="KSO_WM_TEMPLATE_INDEX" val="20231806"/>
  <p:tag name="KSO_WM_UNIT_LAYERLEVEL" val="1_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c_a"/>
  <p:tag name="KSO_WM_UNIT_INDEX" val="1_1"/>
  <p:tag name="KSO_WM_UNIT_VALUE" val="30"/>
  <p:tag name="KSO_WM_UNIT_PRESET_TEXT" val="单击此处&#10;添小标题内容"/>
  <p:tag name="KSO_WM_UNIT_TEXT_TYPE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971"/>
  <p:tag name="KSO_WM_TEMPLATE_CATEGORY" val="custom"/>
  <p:tag name="KSO_WM_SLIDE_INDEX" val="9"/>
  <p:tag name="KSO_WM_SLIDE_ID" val="custom20235971_9"/>
  <p:tag name="KSO_WM_TEMPLATE_MASTER_TYPE" val="0"/>
  <p:tag name="KSO_WM_SLIDE_LAYOUT" val="a_f"/>
  <p:tag name="KSO_WM_SLIDE_LAYOUT_CNT" val="1_2"/>
</p:tagLst>
</file>

<file path=ppt/theme/theme1.xml><?xml version="1.0" encoding="utf-8"?>
<a:theme xmlns:a="http://schemas.openxmlformats.org/drawingml/2006/main" name="标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教学PPT字体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1154</Words>
  <Application>Microsoft Office PowerPoint</Application>
  <PresentationFormat>自定义</PresentationFormat>
  <Paragraphs>203</Paragraphs>
  <Slides>33</Slides>
  <Notes>11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4" baseType="lpstr">
      <vt:lpstr>标题</vt:lpstr>
      <vt:lpstr>《人工智能技术及应用》   张清华  主编  人工智能导论教学中心 </vt:lpstr>
      <vt:lpstr>第1章 绪论</vt:lpstr>
      <vt:lpstr>幻灯片 3</vt:lpstr>
      <vt:lpstr>1.1 人工智能概述</vt:lpstr>
      <vt:lpstr>定义与目标</vt:lpstr>
      <vt:lpstr>1.1.1 智能的起源</vt:lpstr>
      <vt:lpstr>1.1.1 智能的起源：化学起源假说</vt:lpstr>
      <vt:lpstr>1.1.1 智能的起源：生命演化与生物智能</vt:lpstr>
      <vt:lpstr>1.1.1 智能的起源：感知与记忆</vt:lpstr>
      <vt:lpstr>1.1.1 智能的起源：思维与学习</vt:lpstr>
      <vt:lpstr>1.1.1 智能的起源：行为能力</vt:lpstr>
      <vt:lpstr>1.1.2 人工智能：图灵测试</vt:lpstr>
      <vt:lpstr>1.1.2 人工智能：图灵测试</vt:lpstr>
      <vt:lpstr>1.1.3 人工智能历史</vt:lpstr>
      <vt:lpstr>1.1.3 人工智能的历史：萌芽阶段</vt:lpstr>
      <vt:lpstr>1.1.3 人工智能的历史：初现阶段</vt:lpstr>
      <vt:lpstr>1.1.3 人工智能的历史：发展阶段</vt:lpstr>
      <vt:lpstr>1.1.3 人工智能的历史</vt:lpstr>
      <vt:lpstr>1.2 人工智能的研究方法</vt:lpstr>
      <vt:lpstr>1.2.1 符号主义</vt:lpstr>
      <vt:lpstr>1.2.2 连接主义</vt:lpstr>
      <vt:lpstr>1.2.3 行为主义</vt:lpstr>
      <vt:lpstr>1.2.4 数据驱动方法</vt:lpstr>
      <vt:lpstr>1.3人工智能的研究内容</vt:lpstr>
      <vt:lpstr>1.3.1 知识表示</vt:lpstr>
      <vt:lpstr>1.3.2 机器感知</vt:lpstr>
      <vt:lpstr>1.3.3 机器推理</vt:lpstr>
      <vt:lpstr>1.3.4 机器学习</vt:lpstr>
      <vt:lpstr>1.3.5 机器行为</vt:lpstr>
      <vt:lpstr>1.4 挑战与未来展望</vt:lpstr>
      <vt:lpstr>1.4 挑战与未来展望</vt:lpstr>
      <vt:lpstr>课后习题1.6</vt:lpstr>
      <vt:lpstr>幻灯片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Administrator</cp:lastModifiedBy>
  <cp:revision>222</cp:revision>
  <dcterms:created xsi:type="dcterms:W3CDTF">2019-06-19T02:08:00Z</dcterms:created>
  <dcterms:modified xsi:type="dcterms:W3CDTF">2025-04-25T05:04:21Z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FAA888930EFA4E1FB7345D4B22E0726C_11</vt:lpwstr>
  </property>
</Properties>
</file>
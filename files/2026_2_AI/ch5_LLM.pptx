
<file path=[Content_Types].xml><?xml version="1.0" encoding="utf-8"?>
<Types xmlns="http://schemas.openxmlformats.org/package/2006/content-types">
  <Override PartName="/ppt/tags/tag8.xml" ContentType="application/vnd.openxmlformats-officedocument.presentationml.tags+xml"/>
  <Override PartName="/ppt/notesSlides/notesSlide2.xml" ContentType="application/vnd.openxmlformats-officedocument.presentationml.notesSlide+xml"/>
  <Override PartName="/ppt/tags/tag104.xml" ContentType="application/vnd.openxmlformats-officedocument.presentationml.tags+xml"/>
  <Override PartName="/ppt/tags/tag140.xml" ContentType="application/vnd.openxmlformats-officedocument.presentationml.tags+xml"/>
  <Override PartName="/ppt/tags/tag151.xml" ContentType="application/vnd.openxmlformats-officedocument.presentationml.tags+xml"/>
  <Override PartName="/ppt/slides/slide36.xml" ContentType="application/vnd.openxmlformats-officedocument.presentationml.slide+xml"/>
  <Override PartName="/ppt/slides/slide25.xml" ContentType="application/vnd.openxmlformats-officedocument.presentationml.slide+xml"/>
  <Override PartName="/ppt/slideLayouts/slideLayout2.xml" ContentType="application/vnd.openxmlformats-officedocument.presentationml.slideLayout+xml"/>
  <Override PartName="/ppt/tags/tag49.xml" ContentType="application/vnd.openxmlformats-officedocument.presentationml.tags+xml"/>
  <Override PartName="/ppt/tags/tag96.xml" ContentType="application/vnd.openxmlformats-officedocument.presentationml.tag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tags/tag38.xml" ContentType="application/vnd.openxmlformats-officedocument.presentationml.tags+xml"/>
  <Override PartName="/ppt/tags/tag85.xml" ContentType="application/vnd.openxmlformats-officedocument.presentationml.tags+xml"/>
  <Override PartName="/ppt/tableStyles.xml" ContentType="application/vnd.openxmlformats-officedocument.presentationml.tableStyles+xml"/>
  <Override PartName="/ppt/tags/tag16.xml" ContentType="application/vnd.openxmlformats-officedocument.presentationml.tags+xml"/>
  <Override PartName="/ppt/tags/tag27.xml" ContentType="application/vnd.openxmlformats-officedocument.presentationml.tags+xml"/>
  <Override PartName="/ppt/tags/tag63.xml" ContentType="application/vnd.openxmlformats-officedocument.presentationml.tags+xml"/>
  <Override PartName="/ppt/tags/tag74.xml" ContentType="application/vnd.openxmlformats-officedocument.presentationml.tags+xml"/>
  <Override PartName="/ppt/tags/tag178.xml" ContentType="application/vnd.openxmlformats-officedocument.presentationml.tags+xml"/>
  <Override PartName="/ppt/tags/tag52.xml" ContentType="application/vnd.openxmlformats-officedocument.presentationml.tags+xml"/>
  <Override PartName="/ppt/tags/tag109.xml" ContentType="application/vnd.openxmlformats-officedocument.presentationml.tags+xml"/>
  <Override PartName="/ppt/tags/tag156.xml" ContentType="application/vnd.openxmlformats-officedocument.presentationml.tags+xml"/>
  <Override PartName="/ppt/tags/tag167.xml" ContentType="application/vnd.openxmlformats-officedocument.presentationml.tags+xml"/>
  <Override PartName="/ppt/tags/tag41.xml" ContentType="application/vnd.openxmlformats-officedocument.presentationml.tags+xml"/>
  <Override PartName="/ppt/notesSlides/notesSlide7.xml" ContentType="application/vnd.openxmlformats-officedocument.presentationml.notesSlide+xml"/>
  <Override PartName="/ppt/tags/tag145.xml" ContentType="application/vnd.openxmlformats-officedocument.presentationml.tags+xml"/>
  <Override PartName="/ppt/tags/tag30.xml" ContentType="application/vnd.openxmlformats-officedocument.presentationml.tags+xml"/>
  <Override PartName="/ppt/tags/tag134.xml" ContentType="application/vnd.openxmlformats-officedocument.presentationml.tags+xml"/>
  <Override PartName="/ppt/tags/tag181.xml" ContentType="application/vnd.openxmlformats-officedocument.presentationml.tags+xml"/>
  <Override PartName="/ppt/slides/slide5.xml" ContentType="application/vnd.openxmlformats-officedocument.presentationml.slide+xml"/>
  <Override PartName="/ppt/slides/slide19.xml" ContentType="application/vnd.openxmlformats-officedocument.presentationml.slide+xml"/>
  <Default Extension="png" ContentType="image/png"/>
  <Override PartName="/ppt/tags/tag112.xml" ContentType="application/vnd.openxmlformats-officedocument.presentationml.tags+xml"/>
  <Override PartName="/ppt/tags/tag123.xml" ContentType="application/vnd.openxmlformats-officedocument.presentationml.tags+xml"/>
  <Override PartName="/ppt/tags/tag170.xml" ContentType="application/vnd.openxmlformats-officedocument.presentationml.tags+xml"/>
  <Override PartName="/ppt/theme/theme2.xml" ContentType="application/vnd.openxmlformats-officedocument.theme+xml"/>
  <Override PartName="/ppt/tags/tag5.xml" ContentType="application/vnd.openxmlformats-officedocument.presentationml.tags+xml"/>
  <Override PartName="/ppt/tags/tag79.xml" ContentType="application/vnd.openxmlformats-officedocument.presentationml.tags+xml"/>
  <Override PartName="/ppt/tags/tag101.xml" ContentType="application/vnd.openxmlformats-officedocument.presentationml.tags+xml"/>
  <Override PartName="/ppt/slides/slide33.xml" ContentType="application/vnd.openxmlformats-officedocument.presentationml.slide+xml"/>
  <Override PartName="/ppt/tags/tag68.xml" ContentType="application/vnd.openxmlformats-officedocument.presentationml.tags+xml"/>
  <Override PartName="/ppt/presentation.xml" ContentType="application/vnd.openxmlformats-officedocument.presentationml.presentation.main+xml"/>
  <Override PartName="/ppt/slides/slide22.xml" ContentType="application/vnd.openxmlformats-officedocument.presentationml.slide+xml"/>
  <Override PartName="/ppt/tags/tag57.xml" ContentType="application/vnd.openxmlformats-officedocument.presentationml.tags+xml"/>
  <Override PartName="/docProps/app.xml" ContentType="application/vnd.openxmlformats-officedocument.extended-properties+xml"/>
  <Override PartName="/ppt/slides/slide11.xml" ContentType="application/vnd.openxmlformats-officedocument.presentationml.slide+xml"/>
  <Override PartName="/ppt/tags/tag35.xml" ContentType="application/vnd.openxmlformats-officedocument.presentationml.tags+xml"/>
  <Override PartName="/ppt/tags/tag46.xml" ContentType="application/vnd.openxmlformats-officedocument.presentationml.tags+xml"/>
  <Override PartName="/ppt/tags/tag82.xml" ContentType="application/vnd.openxmlformats-officedocument.presentationml.tags+xml"/>
  <Override PartName="/ppt/tags/tag93.xml" ContentType="application/vnd.openxmlformats-officedocument.presentationml.tags+xml"/>
  <Override PartName="/ppt/tags/tag139.xml" ContentType="application/vnd.openxmlformats-officedocument.presentationml.tags+xml"/>
  <Override PartName="/ppt/notesSlides/notesSlide13.xml" ContentType="application/vnd.openxmlformats-officedocument.presentationml.notesSlide+xml"/>
  <Override PartName="/ppt/tags/tag186.xml" ContentType="application/vnd.openxmlformats-officedocument.presentationml.tags+xml"/>
  <Override PartName="/ppt/tags/tag24.xml" ContentType="application/vnd.openxmlformats-officedocument.presentationml.tags+xml"/>
  <Override PartName="/ppt/tags/tag53.xml" ContentType="application/vnd.openxmlformats-officedocument.presentationml.tags+xml"/>
  <Override PartName="/ppt/tags/tag71.xml" ContentType="application/vnd.openxmlformats-officedocument.presentationml.tags+xml"/>
  <Override PartName="/ppt/notesSlides/notesSlide8.xml" ContentType="application/vnd.openxmlformats-officedocument.presentationml.notesSlide+xml"/>
  <Override PartName="/ppt/tags/tag128.xml" ContentType="application/vnd.openxmlformats-officedocument.presentationml.tags+xml"/>
  <Override PartName="/ppt/tags/tag157.xml" ContentType="application/vnd.openxmlformats-officedocument.presentationml.tags+xml"/>
  <Override PartName="/ppt/tags/tag175.xml" ContentType="application/vnd.openxmlformats-officedocument.presentationml.tags+xml"/>
  <Override PartName="/ppt/tags/tag13.xml" ContentType="application/vnd.openxmlformats-officedocument.presentationml.tags+xml"/>
  <Override PartName="/ppt/tags/tag31.xml" ContentType="application/vnd.openxmlformats-officedocument.presentationml.tags+xml"/>
  <Override PartName="/ppt/tags/tag42.xml" ContentType="application/vnd.openxmlformats-officedocument.presentationml.tags+xml"/>
  <Override PartName="/ppt/tags/tag60.xml" ContentType="application/vnd.openxmlformats-officedocument.presentationml.tags+xml"/>
  <Override PartName="/ppt/tags/tag117.xml" ContentType="application/vnd.openxmlformats-officedocument.presentationml.tags+xml"/>
  <Override PartName="/ppt/tags/tag135.xml" ContentType="application/vnd.openxmlformats-officedocument.presentationml.tags+xml"/>
  <Override PartName="/ppt/tags/tag146.xml" ContentType="application/vnd.openxmlformats-officedocument.presentationml.tags+xml"/>
  <Override PartName="/ppt/tags/tag164.xml" ContentType="application/vnd.openxmlformats-officedocument.presentationml.tags+xml"/>
  <Override PartName="/ppt/tags/tag182.xml" ContentType="application/vnd.openxmlformats-officedocument.presentationml.tags+xml"/>
  <Override PartName="/ppt/tags/tag20.xml" ContentType="application/vnd.openxmlformats-officedocument.presentationml.tags+xml"/>
  <Override PartName="/ppt/notesSlides/notesSlide4.xml" ContentType="application/vnd.openxmlformats-officedocument.presentationml.notesSlide+xml"/>
  <Override PartName="/ppt/tags/tag106.xml" ContentType="application/vnd.openxmlformats-officedocument.presentationml.tags+xml"/>
  <Override PartName="/ppt/tags/tag124.xml" ContentType="application/vnd.openxmlformats-officedocument.presentationml.tags+xml"/>
  <Override PartName="/ppt/tags/tag142.xml" ContentType="application/vnd.openxmlformats-officedocument.presentationml.tags+xml"/>
  <Override PartName="/ppt/tags/tag153.xml" ContentType="application/vnd.openxmlformats-officedocument.presentationml.tags+xml"/>
  <Override PartName="/ppt/tags/tag171.xml" ContentType="application/vnd.openxmlformats-officedocument.presentationml.tags+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tags/tag6.xml" ContentType="application/vnd.openxmlformats-officedocument.presentationml.tags+xml"/>
  <Override PartName="/ppt/tags/tag113.xml" ContentType="application/vnd.openxmlformats-officedocument.presentationml.tags+xml"/>
  <Override PartName="/ppt/tags/tag131.xml" ContentType="application/vnd.openxmlformats-officedocument.presentationml.tags+xml"/>
  <Override PartName="/ppt/tags/tag160.xml" ContentType="application/vnd.openxmlformats-officedocument.presentationml.tags+xml"/>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tags/tag98.xml" ContentType="application/vnd.openxmlformats-officedocument.presentationml.tags+xml"/>
  <Override PartName="/ppt/tags/tag102.xml" ContentType="application/vnd.openxmlformats-officedocument.presentationml.tags+xml"/>
  <Override PartName="/ppt/tags/tag120.xml" ContentType="application/vnd.openxmlformats-officedocument.presentationml.tags+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tags/tag2.xml" ContentType="application/vnd.openxmlformats-officedocument.presentationml.tags+xml"/>
  <Override PartName="/ppt/tags/tag58.xml" ContentType="application/vnd.openxmlformats-officedocument.presentationml.tags+xml"/>
  <Override PartName="/ppt/tags/tag69.xml" ContentType="application/vnd.openxmlformats-officedocument.presentationml.tags+xml"/>
  <Override PartName="/ppt/tags/tag87.xml" ContentType="application/vnd.openxmlformats-officedocument.presentationml.tags+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tags/tag29.xml" ContentType="application/vnd.openxmlformats-officedocument.presentationml.tags+xml"/>
  <Override PartName="/ppt/tags/tag47.xml" ContentType="application/vnd.openxmlformats-officedocument.presentationml.tags+xml"/>
  <Override PartName="/ppt/tags/tag76.xml" ContentType="application/vnd.openxmlformats-officedocument.presentationml.tags+xml"/>
  <Override PartName="/ppt/tags/tag94.xml" ContentType="application/vnd.openxmlformats-officedocument.presentationml.tags+xml"/>
  <Override PartName="/ppt/slides/slide12.xml" ContentType="application/vnd.openxmlformats-officedocument.presentationml.slide+xml"/>
  <Override PartName="/ppt/slides/slide30.xml" ContentType="application/vnd.openxmlformats-officedocument.presentationml.slide+xml"/>
  <Override PartName="/ppt/tags/tag18.xml" ContentType="application/vnd.openxmlformats-officedocument.presentationml.tags+xml"/>
  <Override PartName="/ppt/tags/tag36.xml" ContentType="application/vnd.openxmlformats-officedocument.presentationml.tags+xml"/>
  <Override PartName="/ppt/tags/tag54.xml" ContentType="application/vnd.openxmlformats-officedocument.presentationml.tags+xml"/>
  <Override PartName="/ppt/tags/tag65.xml" ContentType="application/vnd.openxmlformats-officedocument.presentationml.tags+xml"/>
  <Override PartName="/ppt/tags/tag83.xml" ContentType="application/vnd.openxmlformats-officedocument.presentationml.tags+xml"/>
  <Override PartName="/ppt/tags/tag158.xml" ContentType="application/vnd.openxmlformats-officedocument.presentationml.tags+xml"/>
  <Override PartName="/ppt/tags/tag169.xml" ContentType="application/vnd.openxmlformats-officedocument.presentationml.tags+xml"/>
  <Override PartName="/ppt/commentAuthors.xml" ContentType="application/vnd.openxmlformats-officedocument.presentationml.commentAuthors+xml"/>
  <Override PartName="/ppt/tags/tag14.xml" ContentType="application/vnd.openxmlformats-officedocument.presentationml.tags+xml"/>
  <Override PartName="/ppt/tags/tag25.xml" ContentType="application/vnd.openxmlformats-officedocument.presentationml.tags+xml"/>
  <Override PartName="/ppt/tags/tag43.xml" ContentType="application/vnd.openxmlformats-officedocument.presentationml.tags+xml"/>
  <Override PartName="/ppt/tags/tag61.xml" ContentType="application/vnd.openxmlformats-officedocument.presentationml.tags+xml"/>
  <Override PartName="/ppt/tags/tag72.xml" ContentType="application/vnd.openxmlformats-officedocument.presentationml.tags+xml"/>
  <Override PartName="/ppt/tags/tag90.xml" ContentType="application/vnd.openxmlformats-officedocument.presentationml.tags+xml"/>
  <Override PartName="/ppt/notesSlides/notesSlide9.xml" ContentType="application/vnd.openxmlformats-officedocument.presentationml.notesSlide+xml"/>
  <Override PartName="/ppt/tags/tag118.xml" ContentType="application/vnd.openxmlformats-officedocument.presentationml.tags+xml"/>
  <Override PartName="/ppt/tags/tag129.xml" ContentType="application/vnd.openxmlformats-officedocument.presentationml.tags+xml"/>
  <Override PartName="/ppt/tags/tag147.xml" ContentType="application/vnd.openxmlformats-officedocument.presentationml.tags+xml"/>
  <Override PartName="/ppt/tags/tag165.xml" ContentType="application/vnd.openxmlformats-officedocument.presentationml.tags+xml"/>
  <Override PartName="/ppt/tags/tag176.xml" ContentType="application/vnd.openxmlformats-officedocument.presentationml.tags+xml"/>
  <Override PartName="/ppt/tags/tag32.xml" ContentType="application/vnd.openxmlformats-officedocument.presentationml.tags+xml"/>
  <Override PartName="/ppt/tags/tag50.xml" ContentType="application/vnd.openxmlformats-officedocument.presentationml.tags+xml"/>
  <Override PartName="/ppt/tags/tag107.xml" ContentType="application/vnd.openxmlformats-officedocument.presentationml.tags+xml"/>
  <Override PartName="/ppt/notesSlides/notesSlide10.xml" ContentType="application/vnd.openxmlformats-officedocument.presentationml.notesSlide+xml"/>
  <Override PartName="/ppt/tags/tag136.xml" ContentType="application/vnd.openxmlformats-officedocument.presentationml.tags+xml"/>
  <Override PartName="/ppt/tags/tag154.xml" ContentType="application/vnd.openxmlformats-officedocument.presentationml.tags+xml"/>
  <Override PartName="/ppt/tags/tag183.xml" ContentType="application/vnd.openxmlformats-officedocument.presentationml.tags+xml"/>
  <Override PartName="/ppt/slides/slide7.xml" ContentType="application/vnd.openxmlformats-officedocument.presentationml.slide+xml"/>
  <Override PartName="/ppt/tags/tag10.xml" ContentType="application/vnd.openxmlformats-officedocument.presentationml.tags+xml"/>
  <Override PartName="/ppt/tags/tag21.xml" ContentType="application/vnd.openxmlformats-officedocument.presentationml.tags+xml"/>
  <Override PartName="/ppt/notesSlides/notesSlide5.xml" ContentType="application/vnd.openxmlformats-officedocument.presentationml.notesSlide+xml"/>
  <Override PartName="/ppt/tags/tag114.xml" ContentType="application/vnd.openxmlformats-officedocument.presentationml.tags+xml"/>
  <Override PartName="/ppt/tags/tag125.xml" ContentType="application/vnd.openxmlformats-officedocument.presentationml.tags+xml"/>
  <Override PartName="/ppt/tags/tag143.xml" ContentType="application/vnd.openxmlformats-officedocument.presentationml.tags+xml"/>
  <Override PartName="/ppt/tags/tag161.xml" ContentType="application/vnd.openxmlformats-officedocument.presentationml.tags+xml"/>
  <Override PartName="/ppt/tags/tag172.xml" ContentType="application/vnd.openxmlformats-officedocument.presentationml.tags+xml"/>
  <Override PartName="/ppt/slides/slide28.xml" ContentType="application/vnd.openxmlformats-officedocument.presentationml.slide+xml"/>
  <Override PartName="/ppt/slides/slide39.xml" ContentType="application/vnd.openxmlformats-officedocument.presentationml.slide+xml"/>
  <Override PartName="/ppt/tags/tag7.xml" ContentType="application/vnd.openxmlformats-officedocument.presentationml.tags+xml"/>
  <Override PartName="/ppt/notesSlides/notesSlide1.xml" ContentType="application/vnd.openxmlformats-officedocument.presentationml.notesSlide+xml"/>
  <Override PartName="/ppt/tags/tag103.xml" ContentType="application/vnd.openxmlformats-officedocument.presentationml.tags+xml"/>
  <Override PartName="/ppt/tags/tag132.xml" ContentType="application/vnd.openxmlformats-officedocument.presentationml.tags+xml"/>
  <Override PartName="/ppt/tags/tag150.xml" ContentType="application/vnd.openxmlformats-officedocument.presentationml.tags+xml"/>
  <Override PartName="/ppt/slides/slide3.xml" ContentType="application/vnd.openxmlformats-officedocument.presentationml.slide+xml"/>
  <Override PartName="/ppt/slides/slide17.xml" ContentType="application/vnd.openxmlformats-officedocument.presentationml.slide+xml"/>
  <Override PartName="/ppt/slideLayouts/slideLayout5.xml" ContentType="application/vnd.openxmlformats-officedocument.presentationml.slideLayout+xml"/>
  <Override PartName="/ppt/tags/tag99.xml" ContentType="application/vnd.openxmlformats-officedocument.presentationml.tags+xml"/>
  <Override PartName="/ppt/tags/tag110.xml" ContentType="application/vnd.openxmlformats-officedocument.presentationml.tags+xml"/>
  <Override PartName="/ppt/tags/tag121.xml" ContentType="application/vnd.openxmlformats-officedocument.presentationml.tags+xml"/>
  <Override PartName="/ppt/slides/slide24.xml" ContentType="application/vnd.openxmlformats-officedocument.presentationml.slide+xml"/>
  <Override PartName="/ppt/slides/slide35.xml" ContentType="application/vnd.openxmlformats-officedocument.presentationml.slide+xml"/>
  <Default Extension="jpeg" ContentType="image/jpeg"/>
  <Override PartName="/ppt/tags/tag3.xml" ContentType="application/vnd.openxmlformats-officedocument.presentationml.tags+xml"/>
  <Override PartName="/ppt/tags/tag59.xml" ContentType="application/vnd.openxmlformats-officedocument.presentationml.tags+xml"/>
  <Override PartName="/ppt/tags/tag77.xml" ContentType="application/vnd.openxmlformats-officedocument.presentationml.tags+xml"/>
  <Override PartName="/ppt/tags/tag88.xml" ContentType="application/vnd.openxmlformats-officedocument.presentationml.tags+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tags/tag19.xml" ContentType="application/vnd.openxmlformats-officedocument.presentationml.tags+xml"/>
  <Override PartName="/ppt/tags/tag37.xml" ContentType="application/vnd.openxmlformats-officedocument.presentationml.tags+xml"/>
  <Override PartName="/ppt/tags/tag48.xml" ContentType="application/vnd.openxmlformats-officedocument.presentationml.tags+xml"/>
  <Override PartName="/ppt/tags/tag66.xml" ContentType="application/vnd.openxmlformats-officedocument.presentationml.tags+xml"/>
  <Override PartName="/ppt/tags/tag84.xml" ContentType="application/vnd.openxmlformats-officedocument.presentationml.tags+xml"/>
  <Override PartName="/ppt/tags/tag95.xml" ContentType="application/vnd.openxmlformats-officedocument.presentationml.tags+xml"/>
  <Override PartName="/ppt/slides/slide20.xml" ContentType="application/vnd.openxmlformats-officedocument.presentationml.slide+xml"/>
  <Override PartName="/ppt/tags/tag26.xml" ContentType="application/vnd.openxmlformats-officedocument.presentationml.tags+xml"/>
  <Override PartName="/ppt/tags/tag55.xml" ContentType="application/vnd.openxmlformats-officedocument.presentationml.tags+xml"/>
  <Override PartName="/ppt/tags/tag73.xml" ContentType="application/vnd.openxmlformats-officedocument.presentationml.tags+xml"/>
  <Override PartName="/ppt/tags/tag159.xml" ContentType="application/vnd.openxmlformats-officedocument.presentationml.tags+xml"/>
  <Override PartName="/ppt/tags/tag177.xml" ContentType="application/vnd.openxmlformats-officedocument.presentationml.tags+xml"/>
  <Override PartName="/ppt/tags/tag15.xml" ContentType="application/vnd.openxmlformats-officedocument.presentationml.tags+xml"/>
  <Override PartName="/ppt/tags/tag33.xml" ContentType="application/vnd.openxmlformats-officedocument.presentationml.tags+xml"/>
  <Override PartName="/ppt/tags/tag44.xml" ContentType="application/vnd.openxmlformats-officedocument.presentationml.tags+xml"/>
  <Override PartName="/ppt/tags/tag62.xml" ContentType="application/vnd.openxmlformats-officedocument.presentationml.tags+xml"/>
  <Override PartName="/ppt/tags/tag80.xml" ContentType="application/vnd.openxmlformats-officedocument.presentationml.tags+xml"/>
  <Override PartName="/ppt/tags/tag91.xml" ContentType="application/vnd.openxmlformats-officedocument.presentationml.tags+xml"/>
  <Override PartName="/ppt/tags/tag119.xml" ContentType="application/vnd.openxmlformats-officedocument.presentationml.tags+xml"/>
  <Override PartName="/ppt/notesSlides/notesSlide11.xml" ContentType="application/vnd.openxmlformats-officedocument.presentationml.notesSlide+xml"/>
  <Override PartName="/ppt/tags/tag137.xml" ContentType="application/vnd.openxmlformats-officedocument.presentationml.tags+xml"/>
  <Override PartName="/ppt/tags/tag148.xml" ContentType="application/vnd.openxmlformats-officedocument.presentationml.tags+xml"/>
  <Override PartName="/ppt/tags/tag166.xml" ContentType="application/vnd.openxmlformats-officedocument.presentationml.tags+xml"/>
  <Override PartName="/ppt/tags/tag184.xml" ContentType="application/vnd.openxmlformats-officedocument.presentationml.tags+xml"/>
  <Override PartName="/ppt/tags/tag22.xml" ContentType="application/vnd.openxmlformats-officedocument.presentationml.tags+xml"/>
  <Override PartName="/ppt/tags/tag40.xml" ContentType="application/vnd.openxmlformats-officedocument.presentationml.tags+xml"/>
  <Override PartName="/ppt/tags/tag51.xml" ContentType="application/vnd.openxmlformats-officedocument.presentationml.tags+xml"/>
  <Override PartName="/ppt/notesSlides/notesSlide6.xml" ContentType="application/vnd.openxmlformats-officedocument.presentationml.notesSlide+xml"/>
  <Override PartName="/ppt/tags/tag108.xml" ContentType="application/vnd.openxmlformats-officedocument.presentationml.tags+xml"/>
  <Override PartName="/ppt/tags/tag126.xml" ContentType="application/vnd.openxmlformats-officedocument.presentationml.tags+xml"/>
  <Override PartName="/ppt/tags/tag155.xml" ContentType="application/vnd.openxmlformats-officedocument.presentationml.tags+xml"/>
  <Override PartName="/ppt/tags/tag173.xml" ContentType="application/vnd.openxmlformats-officedocument.presentationml.tags+xml"/>
  <Override PartName="/ppt/slides/slide8.xml" ContentType="application/vnd.openxmlformats-officedocument.presentationml.slide+xml"/>
  <Override PartName="/ppt/tags/tag11.xml" ContentType="application/vnd.openxmlformats-officedocument.presentationml.tags+xml"/>
  <Override PartName="/ppt/tags/tag115.xml" ContentType="application/vnd.openxmlformats-officedocument.presentationml.tags+xml"/>
  <Override PartName="/ppt/tags/tag133.xml" ContentType="application/vnd.openxmlformats-officedocument.presentationml.tags+xml"/>
  <Override PartName="/ppt/tags/tag144.xml" ContentType="application/vnd.openxmlformats-officedocument.presentationml.tags+xml"/>
  <Override PartName="/ppt/tags/tag162.xml" ContentType="application/vnd.openxmlformats-officedocument.presentationml.tags+xml"/>
  <Override PartName="/ppt/tags/tag180.xml" ContentType="application/vnd.openxmlformats-officedocument.presentationml.tags+xml"/>
  <Override PartName="/ppt/slides/slide29.xml" ContentType="application/vnd.openxmlformats-officedocument.presentationml.slide+xml"/>
  <Override PartName="/ppt/tags/tag122.xml" ContentType="application/vnd.openxmlformats-officedocument.presentationml.tags+xml"/>
  <Override PartName="/ppt/slides/slide4.xml" ContentType="application/vnd.openxmlformats-officedocument.presentationml.slide+xml"/>
  <Override PartName="/ppt/slides/slide18.xml" ContentType="application/vnd.openxmlformats-officedocument.presentationml.slide+xml"/>
  <Override PartName="/ppt/slideLayouts/slideLayout6.xml" ContentType="application/vnd.openxmlformats-officedocument.presentationml.slideLayout+xml"/>
  <Override PartName="/ppt/tags/tag4.xml" ContentType="application/vnd.openxmlformats-officedocument.presentationml.tags+xml"/>
  <Override PartName="/ppt/tags/tag89.xml" ContentType="application/vnd.openxmlformats-officedocument.presentationml.tags+xml"/>
  <Override PartName="/ppt/tags/tag111.xml" ContentType="application/vnd.openxmlformats-officedocument.presentationml.tags+xml"/>
  <Override PartName="/ppt/slides/slide43.xml" ContentType="application/vnd.openxmlformats-officedocument.presentationml.slide+xml"/>
  <Override PartName="/ppt/theme/theme1.xml" ContentType="application/vnd.openxmlformats-officedocument.theme+xml"/>
  <Override PartName="/ppt/tags/tag78.xml" ContentType="application/vnd.openxmlformats-officedocument.presentationml.tags+xml"/>
  <Override PartName="/ppt/tags/tag100.xml" ContentType="application/vnd.openxmlformats-officedocument.presentationml.tags+xml"/>
  <Override PartName="/ppt/slides/slide32.xml" ContentType="application/vnd.openxmlformats-officedocument.presentationml.slide+xml"/>
  <Override PartName="/ppt/tags/tag56.xml" ContentType="application/vnd.openxmlformats-officedocument.presentationml.tags+xml"/>
  <Override PartName="/ppt/tags/tag67.xml" ContentType="application/vnd.openxmlformats-officedocument.presentationml.tags+xml"/>
  <Override PartName="/ppt/slides/slide10.xml" ContentType="application/vnd.openxmlformats-officedocument.presentationml.slide+xml"/>
  <Override PartName="/ppt/slides/slide21.xml" ContentType="application/vnd.openxmlformats-officedocument.presentationml.slide+xml"/>
  <Override PartName="/ppt/tags/tag45.xml" ContentType="application/vnd.openxmlformats-officedocument.presentationml.tags+xml"/>
  <Override PartName="/ppt/tags/tag92.xml" ContentType="application/vnd.openxmlformats-officedocument.presentationml.tags+xml"/>
  <Override PartName="/ppt/tags/tag149.xml" ContentType="application/vnd.openxmlformats-officedocument.presentationml.tags+xml"/>
  <Override PartName="/docProps/custom.xml" ContentType="application/vnd.openxmlformats-officedocument.custom-properties+xml"/>
  <Override PartName="/ppt/tags/tag34.xml" ContentType="application/vnd.openxmlformats-officedocument.presentationml.tags+xml"/>
  <Override PartName="/ppt/tags/tag81.xml" ContentType="application/vnd.openxmlformats-officedocument.presentationml.tags+xml"/>
  <Override PartName="/ppt/tags/tag138.xml" ContentType="application/vnd.openxmlformats-officedocument.presentationml.tags+xml"/>
  <Override PartName="/ppt/notesSlides/notesSlide12.xml" ContentType="application/vnd.openxmlformats-officedocument.presentationml.notesSlide+xml"/>
  <Override PartName="/ppt/tags/tag185.xml" ContentType="application/vnd.openxmlformats-officedocument.presentationml.tags+xml"/>
  <Override PartName="/ppt/tags/tag12.xml" ContentType="application/vnd.openxmlformats-officedocument.presentationml.tags+xml"/>
  <Override PartName="/ppt/tags/tag23.xml" ContentType="application/vnd.openxmlformats-officedocument.presentationml.tags+xml"/>
  <Override PartName="/ppt/tags/tag70.xml" ContentType="application/vnd.openxmlformats-officedocument.presentationml.tags+xml"/>
  <Override PartName="/ppt/tags/tag116.xml" ContentType="application/vnd.openxmlformats-officedocument.presentationml.tags+xml"/>
  <Override PartName="/ppt/tags/tag127.xml" ContentType="application/vnd.openxmlformats-officedocument.presentationml.tags+xml"/>
  <Override PartName="/ppt/tags/tag163.xml" ContentType="application/vnd.openxmlformats-officedocument.presentationml.tags+xml"/>
  <Override PartName="/ppt/tags/tag174.xml" ContentType="application/vnd.openxmlformats-officedocument.presentationml.tags+xml"/>
  <Override PartName="/ppt/slides/slide9.xml" ContentType="application/vnd.openxmlformats-officedocument.presentationml.slide+xml"/>
  <Override PartName="/ppt/viewProps.xml" ContentType="application/vnd.openxmlformats-officedocument.presentationml.viewProps+xml"/>
  <Override PartName="/ppt/tags/tag9.xml" ContentType="application/vnd.openxmlformats-officedocument.presentationml.tags+xml"/>
  <Override PartName="/ppt/tags/tag105.xml" ContentType="application/vnd.openxmlformats-officedocument.presentationml.tags+xml"/>
  <Override PartName="/ppt/tags/tag152.xml" ContentType="application/vnd.openxmlformats-officedocument.presentationml.tags+xml"/>
  <Override PartName="/ppt/notesSlides/notesSlide3.xml" ContentType="application/vnd.openxmlformats-officedocument.presentationml.notesSlide+xml"/>
  <Override PartName="/ppt/tags/tag141.xml" ContentType="application/vnd.openxmlformats-officedocument.presentationml.tags+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tags/tag130.xml" ContentType="application/vnd.openxmlformats-officedocument.presentationml.tags+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tags/tag39.xml" ContentType="application/vnd.openxmlformats-officedocument.presentationml.tags+xml"/>
  <Override PartName="/ppt/tags/tag86.xml" ContentType="application/vnd.openxmlformats-officedocument.presentationml.tags+xml"/>
  <Override PartName="/ppt/tags/tag97.xml" ContentType="application/vnd.openxmlformats-officedocument.presentationml.tags+xml"/>
  <Override PartName="/ppt/tags/tag1.xml" ContentType="application/vnd.openxmlformats-officedocument.presentationml.tags+xml"/>
  <Override PartName="/ppt/tags/tag28.xml" ContentType="application/vnd.openxmlformats-officedocument.presentationml.tags+xml"/>
  <Override PartName="/ppt/tags/tag75.xml" ContentType="application/vnd.openxmlformats-officedocument.presentationml.tags+xml"/>
  <Override PartName="/ppt/tags/tag179.xml" ContentType="application/vnd.openxmlformats-officedocument.presentationml.tags+xml"/>
  <Override PartName="/ppt/slides/slide40.xml" ContentType="application/vnd.openxmlformats-officedocument.presentationml.slide+xml"/>
  <Override PartName="/ppt/tags/tag17.xml" ContentType="application/vnd.openxmlformats-officedocument.presentationml.tags+xml"/>
  <Override PartName="/ppt/tags/tag64.xml" ContentType="application/vnd.openxmlformats-officedocument.presentationml.tags+xml"/>
  <Override PartName="/ppt/tags/tag168.xml" ContentType="application/vnd.openxmlformats-officedocument.presentationml.tags+xml"/>
  <Default Extension="wdp" ContentType="image/vnd.ms-photo"/>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2" r:id="rId1"/>
  </p:sldMasterIdLst>
  <p:notesMasterIdLst>
    <p:notesMasterId r:id="rId45"/>
  </p:notesMasterIdLst>
  <p:sldIdLst>
    <p:sldId id="257" r:id="rId2"/>
    <p:sldId id="258" r:id="rId3"/>
    <p:sldId id="260" r:id="rId4"/>
    <p:sldId id="302" r:id="rId5"/>
    <p:sldId id="262" r:id="rId6"/>
    <p:sldId id="303" r:id="rId7"/>
    <p:sldId id="304" r:id="rId8"/>
    <p:sldId id="264" r:id="rId9"/>
    <p:sldId id="265" r:id="rId10"/>
    <p:sldId id="305" r:id="rId11"/>
    <p:sldId id="306" r:id="rId12"/>
    <p:sldId id="267" r:id="rId13"/>
    <p:sldId id="307" r:id="rId14"/>
    <p:sldId id="268" r:id="rId15"/>
    <p:sldId id="269" r:id="rId16"/>
    <p:sldId id="270" r:id="rId17"/>
    <p:sldId id="271" r:id="rId18"/>
    <p:sldId id="308" r:id="rId19"/>
    <p:sldId id="272" r:id="rId20"/>
    <p:sldId id="309" r:id="rId21"/>
    <p:sldId id="274" r:id="rId22"/>
    <p:sldId id="275" r:id="rId23"/>
    <p:sldId id="276" r:id="rId24"/>
    <p:sldId id="277" r:id="rId25"/>
    <p:sldId id="278" r:id="rId26"/>
    <p:sldId id="315" r:id="rId27"/>
    <p:sldId id="310" r:id="rId28"/>
    <p:sldId id="311" r:id="rId29"/>
    <p:sldId id="281" r:id="rId30"/>
    <p:sldId id="282" r:id="rId31"/>
    <p:sldId id="283" r:id="rId32"/>
    <p:sldId id="312" r:id="rId33"/>
    <p:sldId id="285" r:id="rId34"/>
    <p:sldId id="286" r:id="rId35"/>
    <p:sldId id="287" r:id="rId36"/>
    <p:sldId id="288" r:id="rId37"/>
    <p:sldId id="289" r:id="rId38"/>
    <p:sldId id="290" r:id="rId39"/>
    <p:sldId id="291" r:id="rId40"/>
    <p:sldId id="295" r:id="rId41"/>
    <p:sldId id="314" r:id="rId42"/>
    <p:sldId id="313" r:id="rId43"/>
    <p:sldId id="301" r:id="rId44"/>
  </p:sldIdLst>
  <p:sldSz cx="12192000" cy="6858000"/>
  <p:notesSz cx="6858000" cy="9144000"/>
  <p:custDataLst>
    <p:tags r:id="rId4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xmlns=""/>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483810881" name="WPS_1679281038" initials="W" lastIdx="1" clrIdx="2"/>
  <p:cmAuthor id="1" name="123" initials="1"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3778" autoAdjust="0"/>
    <p:restoredTop sz="93776" autoAdjust="0"/>
  </p:normalViewPr>
  <p:slideViewPr>
    <p:cSldViewPr snapToGrid="0">
      <p:cViewPr>
        <p:scale>
          <a:sx n="100" d="100"/>
          <a:sy n="100" d="100"/>
        </p:scale>
        <p:origin x="-1062" y="-234"/>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pPr/>
              <a:t>2025/4/25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9A5F825-9C29-43CC-BB96-80A60E9689F0}" type="slidenum">
              <a:rPr lang="zh-CN" altLang="en-US" smtClean="0"/>
              <a:pPr/>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2DEC9DB-5763-D4C4-51CB-1BBDB9438DC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xmlns="" id="{5A69A45C-8B81-9C3C-022E-7E052E6B3B5C}"/>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xmlns="" id="{0AAB369A-CCED-FA67-4701-21380B46905F}"/>
              </a:ext>
            </a:extLst>
          </p:cNvPr>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xmlns="" val="41290790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2F09B37-D8D3-90F7-BD4E-A9A8AFD7F32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xmlns="" id="{7BE333F6-68F2-C7EE-FFDF-6487728E651D}"/>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xmlns="" id="{46D66381-D21C-5B1A-0F5E-2DD6623A49D3}"/>
              </a:ext>
            </a:extLst>
          </p:cNvPr>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xmlns="" val="28831205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AFDB29D-48D5-C20C-437C-AB5723D5B19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xmlns="" id="{F24147CA-5DD2-B073-4C62-2E49DD665647}"/>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xmlns="" id="{81084932-B043-32B5-656E-036986684EB7}"/>
              </a:ext>
            </a:extLst>
          </p:cNvPr>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xmlns="" val="9538024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pPr/>
              <a:t>15</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pPr/>
              <a:t>16</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pPr/>
              <a:t>23</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pPr/>
              <a:t>29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pPr/>
              <a:t>30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pPr/>
              <a:t>34</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pPr/>
              <a:t>35</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pPr/>
              <a:t>37</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jpeg"/><Relationship Id="rId4" Type="http://schemas.openxmlformats.org/officeDocument/2006/relationships/image" Target="../media/image6.jpe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7.jpe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1.jpe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7" name="标题 1"/>
          <p:cNvSpPr txBox="1"/>
          <p:nvPr userDrawn="1"/>
        </p:nvSpPr>
        <p:spPr>
          <a:xfrm>
            <a:off x="321303" y="961510"/>
            <a:ext cx="11549394" cy="3990500"/>
          </a:xfrm>
          <a:prstGeom prst="plaque">
            <a:avLst>
              <a:gd name="adj" fmla="val 4630"/>
            </a:avLst>
          </a:prstGeom>
          <a:solidFill>
            <a:schemeClr val="bg1"/>
          </a:solidFill>
          <a:ln w="12700" cap="sq">
            <a:noFill/>
            <a:miter/>
          </a:ln>
          <a:effectLst>
            <a:outerShdw blurRad="368300" algn="ctr" rotWithShape="0">
              <a:schemeClr val="accent1">
                <a:lumMod val="60000"/>
                <a:lumOff val="40000"/>
                <a:alpha val="40000"/>
              </a:schemeClr>
            </a:outerShdw>
          </a:effectLst>
        </p:spPr>
        <p:txBody>
          <a:bodyPr vert="horz" wrap="square" lIns="91440" tIns="4572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10000"/>
              </a:lnSpc>
            </a:pPr>
            <a:endParaRPr kumimoji="1" lang="zh-CN" altLang="en-US"/>
          </a:p>
        </p:txBody>
      </p:sp>
      <p:sp>
        <p:nvSpPr>
          <p:cNvPr id="8" name="标题 1"/>
          <p:cNvSpPr>
            <a:spLocks noGrp="1"/>
          </p:cNvSpPr>
          <p:nvPr>
            <p:ph type="ctrTitle"/>
          </p:nvPr>
        </p:nvSpPr>
        <p:spPr>
          <a:xfrm>
            <a:off x="1388188" y="970756"/>
            <a:ext cx="9415624" cy="2387600"/>
          </a:xfrm>
          <a:prstGeom prst="rect">
            <a:avLst/>
          </a:prstGeom>
        </p:spPr>
        <p:txBody>
          <a:bodyPr anchor="ctr"/>
          <a:lstStyle>
            <a:lvl1pPr algn="ctr">
              <a:defRPr sz="6000"/>
            </a:lvl1pPr>
          </a:lstStyle>
          <a:p>
            <a:r>
              <a:rPr lang="zh-CN" altLang="en-US" dirty="0"/>
              <a:t>单击此处编辑母版标题样式</a:t>
            </a:r>
          </a:p>
        </p:txBody>
      </p:sp>
      <p:cxnSp>
        <p:nvCxnSpPr>
          <p:cNvPr id="9" name="直线连接符 11"/>
          <p:cNvCxnSpPr/>
          <p:nvPr userDrawn="1"/>
        </p:nvCxnSpPr>
        <p:spPr>
          <a:xfrm>
            <a:off x="0" y="667469"/>
            <a:ext cx="12192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0" name="图片 9"/>
          <p:cNvPicPr>
            <a:picLocks noChangeAspect="1"/>
          </p:cNvPicPr>
          <p:nvPr userDrawn="1"/>
        </p:nvPicPr>
        <p:blipFill>
          <a:blip r:embed="rId2" cstate="print">
            <a:extLst>
              <a:ext uri="{28A0092B-C50C-407E-A947-70E740481C1C}">
                <a14:useLocalDpi xmlns:a14="http://schemas.microsoft.com/office/drawing/2010/main" xmlns="" val="0"/>
              </a:ext>
            </a:extLst>
          </a:blip>
          <a:srcRect t="42287"/>
          <a:stretch>
            <a:fillRect/>
          </a:stretch>
        </p:blipFill>
        <p:spPr>
          <a:xfrm>
            <a:off x="0" y="5075428"/>
            <a:ext cx="12192000" cy="1782572"/>
          </a:xfrm>
          <a:prstGeom prst="rect">
            <a:avLst/>
          </a:prstGeom>
        </p:spPr>
      </p:pic>
      <p:pic>
        <p:nvPicPr>
          <p:cNvPr id="11" name="图片 10"/>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a:xfrm>
            <a:off x="8248040" y="0"/>
            <a:ext cx="3943960" cy="655174"/>
          </a:xfrm>
          <a:prstGeom prst="rect">
            <a:avLst/>
          </a:prstGeom>
        </p:spPr>
      </p:pic>
      <p:pic>
        <p:nvPicPr>
          <p:cNvPr id="12" name="图片 11"/>
          <p:cNvPicPr>
            <a:picLocks noChangeAspect="1"/>
          </p:cNvPicPr>
          <p:nvPr userDrawn="1"/>
        </p:nvPicPr>
        <p:blipFill>
          <a:blip r:embed="rId4">
            <a:extLst>
              <a:ext uri="{28A0092B-C50C-407E-A947-70E740481C1C}">
                <a14:useLocalDpi xmlns:a14="http://schemas.microsoft.com/office/drawing/2010/main" xmlns="" val="0"/>
              </a:ext>
            </a:extLst>
          </a:blip>
          <a:srcRect/>
          <a:stretch>
            <a:fillRect/>
          </a:stretch>
        </p:blipFill>
        <p:spPr>
          <a:xfrm>
            <a:off x="0" y="52197"/>
            <a:ext cx="2634199" cy="553563"/>
          </a:xfrm>
          <a:prstGeom prst="rect">
            <a:avLst/>
          </a:prstGeom>
        </p:spPr>
      </p:pic>
      <p:sp>
        <p:nvSpPr>
          <p:cNvPr id="14" name="副标题 2"/>
          <p:cNvSpPr>
            <a:spLocks noGrp="1"/>
          </p:cNvSpPr>
          <p:nvPr>
            <p:ph type="subTitle" idx="1"/>
          </p:nvPr>
        </p:nvSpPr>
        <p:spPr>
          <a:xfrm>
            <a:off x="1388188" y="3481774"/>
            <a:ext cx="9415624" cy="912096"/>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Tree>
    <p:extLst>
      <p:ext uri="{BB962C8B-B14F-4D97-AF65-F5344CB8AC3E}">
        <p14:creationId xmlns:p14="http://schemas.microsoft.com/office/powerpoint/2010/main" xmlns="" val="1419503690"/>
      </p:ext>
    </p:extLst>
  </p:cSld>
  <p:clrMapOvr>
    <a:masterClrMapping/>
  </p:clrMapOvr>
  <p:extLst>
    <p:ext uri="{DCECCB84-F9BA-43D5-87BE-67443E8EF086}">
      <p15:sldGuideLst xmlns:p15="http://schemas.microsoft.com/office/powerpoint/2012/main" xmlns="">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7" name="矩形 6"/>
          <p:cNvSpPr/>
          <p:nvPr userDrawn="1"/>
        </p:nvSpPr>
        <p:spPr>
          <a:xfrm>
            <a:off x="0" y="4878222"/>
            <a:ext cx="12192000" cy="1979778"/>
          </a:xfrm>
          <a:prstGeom prst="rect">
            <a:avLst/>
          </a:prstGeom>
          <a:blipFill dpi="0" rotWithShape="1">
            <a:blip r:embed="rId2">
              <a:alphaModFix amt="6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object 3"/>
          <p:cNvSpPr/>
          <p:nvPr userDrawn="1"/>
        </p:nvSpPr>
        <p:spPr>
          <a:xfrm>
            <a:off x="0" y="0"/>
            <a:ext cx="4180840" cy="6858000"/>
          </a:xfrm>
          <a:custGeom>
            <a:avLst/>
            <a:gdLst/>
            <a:ahLst/>
            <a:cxnLst/>
            <a:rect l="l" t="t" r="r" b="b"/>
            <a:pathLst>
              <a:path w="4180840" h="6858000">
                <a:moveTo>
                  <a:pt x="0" y="6857999"/>
                </a:moveTo>
                <a:lnTo>
                  <a:pt x="4180331" y="6858000"/>
                </a:lnTo>
                <a:lnTo>
                  <a:pt x="4180331" y="0"/>
                </a:lnTo>
                <a:lnTo>
                  <a:pt x="0" y="0"/>
                </a:lnTo>
                <a:lnTo>
                  <a:pt x="0" y="6857999"/>
                </a:lnTo>
                <a:close/>
              </a:path>
            </a:pathLst>
          </a:custGeom>
          <a:solidFill>
            <a:srgbClr val="4471C4">
              <a:alpha val="90194"/>
            </a:srgbClr>
          </a:solidFill>
        </p:spPr>
        <p:txBody>
          <a:bodyPr wrap="square" lIns="0" tIns="0" rIns="0" bIns="0" rtlCol="0"/>
          <a:lstStyle/>
          <a:p>
            <a:pPr algn="ctr"/>
            <a:endParaRPr>
              <a:solidFill>
                <a:schemeClr val="bg1"/>
              </a:solidFill>
            </a:endParaRPr>
          </a:p>
        </p:txBody>
      </p:sp>
      <p:sp>
        <p:nvSpPr>
          <p:cNvPr id="9" name="object 6"/>
          <p:cNvSpPr txBox="1"/>
          <p:nvPr userDrawn="1"/>
        </p:nvSpPr>
        <p:spPr>
          <a:xfrm>
            <a:off x="-184052" y="3053256"/>
            <a:ext cx="4448931" cy="751488"/>
          </a:xfrm>
          <a:prstGeom prst="rect">
            <a:avLst/>
          </a:prstGeom>
        </p:spPr>
        <p:txBody>
          <a:bodyPr vert="horz" wrap="square" lIns="0" tIns="12700" rIns="0" bIns="0" rtlCol="0">
            <a:spAutoFit/>
          </a:bodyPr>
          <a:lstStyle/>
          <a:p>
            <a:pPr marL="12700" algn="ctr">
              <a:lnSpc>
                <a:spcPct val="100000"/>
              </a:lnSpc>
              <a:spcBef>
                <a:spcPts val="100"/>
              </a:spcBef>
            </a:pPr>
            <a:r>
              <a:rPr sz="4800" spc="285" dirty="0">
                <a:solidFill>
                  <a:schemeClr val="bg1"/>
                </a:solidFill>
                <a:latin typeface="+mj-lt"/>
                <a:cs typeface="宋体" panose="02010600030101010101" pitchFamily="2" charset="-122"/>
              </a:rPr>
              <a:t>C</a:t>
            </a:r>
            <a:r>
              <a:rPr sz="4800" spc="-265" dirty="0">
                <a:solidFill>
                  <a:schemeClr val="bg1"/>
                </a:solidFill>
                <a:latin typeface="+mj-lt"/>
                <a:cs typeface="宋体" panose="02010600030101010101" pitchFamily="2" charset="-122"/>
              </a:rPr>
              <a:t> </a:t>
            </a:r>
            <a:r>
              <a:rPr sz="4800" spc="610" dirty="0">
                <a:solidFill>
                  <a:schemeClr val="bg1"/>
                </a:solidFill>
                <a:latin typeface="+mj-lt"/>
                <a:cs typeface="宋体" panose="02010600030101010101" pitchFamily="2" charset="-122"/>
              </a:rPr>
              <a:t>O</a:t>
            </a:r>
            <a:r>
              <a:rPr sz="4800" spc="-270" dirty="0">
                <a:solidFill>
                  <a:schemeClr val="bg1"/>
                </a:solidFill>
                <a:latin typeface="+mj-lt"/>
                <a:cs typeface="宋体" panose="02010600030101010101" pitchFamily="2" charset="-122"/>
              </a:rPr>
              <a:t> </a:t>
            </a:r>
            <a:r>
              <a:rPr sz="4800" spc="540" dirty="0">
                <a:solidFill>
                  <a:schemeClr val="bg1"/>
                </a:solidFill>
                <a:latin typeface="+mj-lt"/>
                <a:cs typeface="宋体" panose="02010600030101010101" pitchFamily="2" charset="-122"/>
              </a:rPr>
              <a:t>N</a:t>
            </a:r>
            <a:r>
              <a:rPr lang="en-US" sz="4800" spc="-265" dirty="0">
                <a:solidFill>
                  <a:schemeClr val="bg1"/>
                </a:solidFill>
                <a:latin typeface="+mj-lt"/>
                <a:cs typeface="宋体" panose="02010600030101010101" pitchFamily="2" charset="-122"/>
              </a:rPr>
              <a:t> </a:t>
            </a:r>
            <a:r>
              <a:rPr sz="4800" dirty="0">
                <a:solidFill>
                  <a:schemeClr val="bg1"/>
                </a:solidFill>
                <a:latin typeface="+mj-lt"/>
                <a:cs typeface="宋体" panose="02010600030101010101" pitchFamily="2" charset="-122"/>
              </a:rPr>
              <a:t>T</a:t>
            </a:r>
            <a:r>
              <a:rPr sz="4800" spc="-260" dirty="0">
                <a:solidFill>
                  <a:schemeClr val="bg1"/>
                </a:solidFill>
                <a:latin typeface="+mj-lt"/>
                <a:cs typeface="宋体" panose="02010600030101010101" pitchFamily="2" charset="-122"/>
              </a:rPr>
              <a:t> </a:t>
            </a:r>
            <a:r>
              <a:rPr sz="4800" dirty="0">
                <a:solidFill>
                  <a:schemeClr val="bg1"/>
                </a:solidFill>
                <a:latin typeface="+mj-lt"/>
                <a:cs typeface="宋体" panose="02010600030101010101" pitchFamily="2" charset="-122"/>
              </a:rPr>
              <a:t>E</a:t>
            </a:r>
            <a:r>
              <a:rPr sz="4800" spc="-270" dirty="0">
                <a:solidFill>
                  <a:schemeClr val="bg1"/>
                </a:solidFill>
                <a:latin typeface="+mj-lt"/>
                <a:cs typeface="宋体" panose="02010600030101010101" pitchFamily="2" charset="-122"/>
              </a:rPr>
              <a:t> </a:t>
            </a:r>
            <a:r>
              <a:rPr sz="4800" spc="540" dirty="0">
                <a:solidFill>
                  <a:schemeClr val="bg1"/>
                </a:solidFill>
                <a:latin typeface="+mj-lt"/>
                <a:cs typeface="宋体" panose="02010600030101010101" pitchFamily="2" charset="-122"/>
              </a:rPr>
              <a:t>N</a:t>
            </a:r>
            <a:r>
              <a:rPr sz="4800" spc="-254" dirty="0">
                <a:solidFill>
                  <a:schemeClr val="bg1"/>
                </a:solidFill>
                <a:latin typeface="+mj-lt"/>
                <a:cs typeface="宋体" panose="02010600030101010101" pitchFamily="2" charset="-122"/>
              </a:rPr>
              <a:t> </a:t>
            </a:r>
            <a:r>
              <a:rPr sz="4800" spc="-50" dirty="0">
                <a:solidFill>
                  <a:schemeClr val="bg1"/>
                </a:solidFill>
                <a:latin typeface="+mj-lt"/>
                <a:cs typeface="宋体" panose="02010600030101010101" pitchFamily="2" charset="-122"/>
              </a:rPr>
              <a:t>T</a:t>
            </a:r>
            <a:endParaRPr sz="4800" dirty="0">
              <a:solidFill>
                <a:schemeClr val="bg1"/>
              </a:solidFill>
              <a:latin typeface="+mj-lt"/>
              <a:cs typeface="宋体" panose="02010600030101010101" pitchFamily="2" charset="-122"/>
            </a:endParaRPr>
          </a:p>
        </p:txBody>
      </p:sp>
      <p:sp>
        <p:nvSpPr>
          <p:cNvPr id="10" name="object 7"/>
          <p:cNvSpPr txBox="1"/>
          <p:nvPr userDrawn="1"/>
        </p:nvSpPr>
        <p:spPr>
          <a:xfrm>
            <a:off x="-134046" y="714337"/>
            <a:ext cx="4245384" cy="1859483"/>
          </a:xfrm>
          <a:prstGeom prst="rect">
            <a:avLst/>
          </a:prstGeom>
        </p:spPr>
        <p:txBody>
          <a:bodyPr vert="horz" wrap="square" lIns="0" tIns="12700" rIns="0" bIns="0" rtlCol="0">
            <a:spAutoFit/>
          </a:bodyPr>
          <a:lstStyle/>
          <a:p>
            <a:pPr marL="12700" algn="ctr">
              <a:lnSpc>
                <a:spcPct val="100000"/>
              </a:lnSpc>
              <a:spcBef>
                <a:spcPts val="100"/>
              </a:spcBef>
              <a:tabLst>
                <a:tab pos="1324610" algn="l"/>
              </a:tabLst>
            </a:pPr>
            <a:r>
              <a:rPr sz="12000" spc="-50" dirty="0">
                <a:solidFill>
                  <a:schemeClr val="bg1"/>
                </a:solidFill>
                <a:latin typeface="微软雅黑" panose="020B0503020204020204" charset="-122"/>
                <a:cs typeface="微软雅黑" panose="020B0503020204020204" charset="-122"/>
              </a:rPr>
              <a:t>目</a:t>
            </a:r>
            <a:r>
              <a:rPr sz="12000" dirty="0">
                <a:solidFill>
                  <a:schemeClr val="bg1"/>
                </a:solidFill>
                <a:latin typeface="微软雅黑" panose="020B0503020204020204" charset="-122"/>
                <a:cs typeface="微软雅黑" panose="020B0503020204020204" charset="-122"/>
              </a:rPr>
              <a:t>	</a:t>
            </a:r>
            <a:r>
              <a:rPr sz="12000" spc="-50" dirty="0">
                <a:solidFill>
                  <a:schemeClr val="bg1"/>
                </a:solidFill>
                <a:latin typeface="微软雅黑" panose="020B0503020204020204" charset="-122"/>
                <a:cs typeface="微软雅黑" panose="020B0503020204020204" charset="-122"/>
              </a:rPr>
              <a:t>录</a:t>
            </a:r>
            <a:endParaRPr sz="12000" dirty="0">
              <a:solidFill>
                <a:schemeClr val="bg1"/>
              </a:solidFill>
              <a:latin typeface="微软雅黑" panose="020B0503020204020204" charset="-122"/>
              <a:cs typeface="微软雅黑" panose="020B0503020204020204" charset="-122"/>
            </a:endParaRPr>
          </a:p>
        </p:txBody>
      </p:sp>
      <p:grpSp>
        <p:nvGrpSpPr>
          <p:cNvPr id="12" name="组合 11"/>
          <p:cNvGrpSpPr/>
          <p:nvPr userDrawn="1"/>
        </p:nvGrpSpPr>
        <p:grpSpPr>
          <a:xfrm>
            <a:off x="292937" y="4552540"/>
            <a:ext cx="3391417" cy="1557664"/>
            <a:chOff x="144167" y="4585999"/>
            <a:chExt cx="3391417" cy="1557664"/>
          </a:xfrm>
        </p:grpSpPr>
        <p:pic>
          <p:nvPicPr>
            <p:cNvPr id="13" name="object 18"/>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xmlns="" val="0"/>
                </a:ext>
              </a:extLst>
            </a:blip>
            <a:srcRect l="24401" t="15529" r="24997" b="12057"/>
            <a:stretch>
              <a:fillRect/>
            </a:stretch>
          </p:blipFill>
          <p:spPr>
            <a:xfrm>
              <a:off x="1981687" y="4585999"/>
              <a:ext cx="1553897" cy="1557664"/>
            </a:xfrm>
            <a:prstGeom prst="rect">
              <a:avLst/>
            </a:prstGeom>
          </p:spPr>
        </p:pic>
        <p:pic>
          <p:nvPicPr>
            <p:cNvPr id="14" name="Picture 2" descr="广东石油化工学院"/>
            <p:cNvPicPr>
              <a:picLocks noChangeAspect="1" noChangeArrowheads="1"/>
            </p:cNvPicPr>
            <p:nvPr userDrawn="1"/>
          </p:nvPicPr>
          <p:blipFill rotWithShape="1">
            <a:blip r:embed="rId4" cstate="print">
              <a:clrChange>
                <a:clrFrom>
                  <a:srgbClr val="FFFFFF"/>
                </a:clrFrom>
                <a:clrTo>
                  <a:srgbClr val="FFFFFF">
                    <a:alpha val="0"/>
                  </a:srgbClr>
                </a:clrTo>
              </a:clrChange>
              <a:duotone>
                <a:schemeClr val="bg2">
                  <a:shade val="45000"/>
                  <a:satMod val="135000"/>
                </a:schemeClr>
                <a:prstClr val="white"/>
              </a:duotone>
              <a:extLst>
                <a:ext uri="{28A0092B-C50C-407E-A947-70E740481C1C}">
                  <a14:useLocalDpi xmlns:a14="http://schemas.microsoft.com/office/drawing/2010/main" xmlns="" val="0"/>
                </a:ext>
              </a:extLst>
            </a:blip>
            <a:srcRect l="24589" t="13775" r="26846" b="13201"/>
            <a:stretch>
              <a:fillRect/>
            </a:stretch>
          </p:blipFill>
          <p:spPr bwMode="auto">
            <a:xfrm>
              <a:off x="144167" y="4585999"/>
              <a:ext cx="1553897" cy="1557664"/>
            </a:xfrm>
            <a:prstGeom prst="rect">
              <a:avLst/>
            </a:prstGeom>
            <a:noFill/>
            <a:extLst>
              <a:ext uri="{909E8E84-426E-40DD-AFC4-6F175D3DCCD1}">
                <a14:hiddenFill xmlns:a14="http://schemas.microsoft.com/office/drawing/2010/main" xmlns="">
                  <a:solidFill>
                    <a:srgbClr val="FFFFFF"/>
                  </a:solidFill>
                </a14:hiddenFill>
              </a:ext>
            </a:extLst>
          </p:spPr>
        </p:pic>
        <p:cxnSp>
          <p:nvCxnSpPr>
            <p:cNvPr id="15" name="直接连接符 14"/>
            <p:cNvCxnSpPr/>
            <p:nvPr userDrawn="1"/>
          </p:nvCxnSpPr>
          <p:spPr>
            <a:xfrm>
              <a:off x="1886611" y="4585999"/>
              <a:ext cx="0" cy="155766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7" name="内容占位符 2"/>
          <p:cNvSpPr>
            <a:spLocks noGrp="1"/>
          </p:cNvSpPr>
          <p:nvPr>
            <p:ph idx="1"/>
          </p:nvPr>
        </p:nvSpPr>
        <p:spPr>
          <a:xfrm>
            <a:off x="4725914" y="1516773"/>
            <a:ext cx="6967506"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pic>
        <p:nvPicPr>
          <p:cNvPr id="19" name="Picture 2" descr="广东石油化工学院"/>
          <p:cNvPicPr>
            <a:picLocks noChangeAspect="1" noChangeArrowheads="1"/>
          </p:cNvPicPr>
          <p:nvPr userDrawn="1"/>
        </p:nvPicPr>
        <p:blipFill rotWithShape="1">
          <a:blip r:embed="rId5" cstate="print">
            <a:alphaModFix amt="50000"/>
            <a:clrChange>
              <a:clrFrom>
                <a:srgbClr val="FFFFFF"/>
              </a:clrFrom>
              <a:clrTo>
                <a:srgbClr val="FFFFFF">
                  <a:alpha val="0"/>
                </a:srgbClr>
              </a:clrTo>
            </a:clrChange>
            <a:extLst>
              <a:ext uri="{28A0092B-C50C-407E-A947-70E740481C1C}">
                <a14:useLocalDpi xmlns:a14="http://schemas.microsoft.com/office/drawing/2010/main" xmlns="" val="0"/>
              </a:ext>
            </a:extLst>
          </a:blip>
          <a:srcRect l="24589" t="13775" r="26846" b="13201"/>
          <a:stretch>
            <a:fillRect/>
          </a:stretch>
        </p:blipFill>
        <p:spPr bwMode="auto">
          <a:xfrm>
            <a:off x="11545817" y="16342"/>
            <a:ext cx="634857" cy="636396"/>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1686101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grpSp>
        <p:nvGrpSpPr>
          <p:cNvPr id="7" name="组合 6"/>
          <p:cNvGrpSpPr/>
          <p:nvPr userDrawn="1"/>
        </p:nvGrpSpPr>
        <p:grpSpPr>
          <a:xfrm>
            <a:off x="48289" y="48432"/>
            <a:ext cx="12138214" cy="6858000"/>
            <a:chOff x="1" y="0"/>
            <a:chExt cx="11907435" cy="6858000"/>
          </a:xfrm>
        </p:grpSpPr>
        <p:pic>
          <p:nvPicPr>
            <p:cNvPr id="8" name="图片 7"/>
            <p:cNvPicPr preferRelativeResize="0"/>
            <p:nvPr userDrawn="1"/>
          </p:nvPicPr>
          <p:blipFill>
            <a:blip r:embed="rId2" cstate="screen"/>
            <a:srcRect/>
            <a:stretch>
              <a:fillRect/>
            </a:stretch>
          </p:blipFill>
          <p:spPr>
            <a:xfrm flipH="1">
              <a:off x="1" y="0"/>
              <a:ext cx="5942055" cy="6858000"/>
            </a:xfrm>
            <a:custGeom>
              <a:avLst/>
              <a:gdLst>
                <a:gd name="connsiteX0" fmla="*/ 0 w 5942055"/>
                <a:gd name="connsiteY0" fmla="*/ 0 h 6858000"/>
                <a:gd name="connsiteX1" fmla="*/ 5942055 w 5942055"/>
                <a:gd name="connsiteY1" fmla="*/ 0 h 6858000"/>
                <a:gd name="connsiteX2" fmla="*/ 5942055 w 5942055"/>
                <a:gd name="connsiteY2" fmla="*/ 6858000 h 6858000"/>
                <a:gd name="connsiteX3" fmla="*/ 0 w 594205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942055" h="6858000">
                  <a:moveTo>
                    <a:pt x="0" y="0"/>
                  </a:moveTo>
                  <a:lnTo>
                    <a:pt x="5942055" y="0"/>
                  </a:lnTo>
                  <a:lnTo>
                    <a:pt x="5942055" y="6858000"/>
                  </a:lnTo>
                  <a:lnTo>
                    <a:pt x="0" y="6858000"/>
                  </a:lnTo>
                  <a:close/>
                </a:path>
              </a:pathLst>
            </a:custGeom>
          </p:spPr>
        </p:pic>
        <p:pic>
          <p:nvPicPr>
            <p:cNvPr id="9" name="图片 8"/>
            <p:cNvPicPr preferRelativeResize="0"/>
            <p:nvPr userDrawn="1"/>
          </p:nvPicPr>
          <p:blipFill>
            <a:blip r:embed="rId2" cstate="screen"/>
            <a:srcRect/>
            <a:stretch>
              <a:fillRect/>
            </a:stretch>
          </p:blipFill>
          <p:spPr>
            <a:xfrm>
              <a:off x="5965381" y="0"/>
              <a:ext cx="5942055" cy="6858000"/>
            </a:xfrm>
            <a:custGeom>
              <a:avLst/>
              <a:gdLst>
                <a:gd name="connsiteX0" fmla="*/ 0 w 5942055"/>
                <a:gd name="connsiteY0" fmla="*/ 0 h 6858000"/>
                <a:gd name="connsiteX1" fmla="*/ 5942055 w 5942055"/>
                <a:gd name="connsiteY1" fmla="*/ 0 h 6858000"/>
                <a:gd name="connsiteX2" fmla="*/ 5942055 w 5942055"/>
                <a:gd name="connsiteY2" fmla="*/ 6858000 h 6858000"/>
                <a:gd name="connsiteX3" fmla="*/ 0 w 594205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942055" h="6858000">
                  <a:moveTo>
                    <a:pt x="0" y="0"/>
                  </a:moveTo>
                  <a:lnTo>
                    <a:pt x="5942055" y="0"/>
                  </a:lnTo>
                  <a:lnTo>
                    <a:pt x="5942055" y="6858000"/>
                  </a:lnTo>
                  <a:lnTo>
                    <a:pt x="0" y="6858000"/>
                  </a:lnTo>
                  <a:close/>
                </a:path>
              </a:pathLst>
            </a:custGeom>
          </p:spPr>
        </p:pic>
      </p:grpSp>
      <p:sp>
        <p:nvSpPr>
          <p:cNvPr id="10" name="矩形: 圆角 9"/>
          <p:cNvSpPr/>
          <p:nvPr userDrawn="1"/>
        </p:nvSpPr>
        <p:spPr>
          <a:xfrm>
            <a:off x="4160232" y="2202744"/>
            <a:ext cx="7630116" cy="2892781"/>
          </a:xfrm>
          <a:prstGeom prst="roundRect">
            <a:avLst/>
          </a:prstGeom>
          <a:gradFill>
            <a:gsLst>
              <a:gs pos="100000">
                <a:schemeClr val="accent1"/>
              </a:gs>
              <a:gs pos="0">
                <a:schemeClr val="accent1">
                  <a:lumMod val="20000"/>
                  <a:lumOff val="8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userDrawn="1"/>
        </p:nvSpPr>
        <p:spPr>
          <a:xfrm>
            <a:off x="147652" y="1156837"/>
            <a:ext cx="4984594" cy="4984594"/>
          </a:xfrm>
          <a:prstGeom prst="ellipse">
            <a:avLst/>
          </a:prstGeom>
          <a:solidFill>
            <a:schemeClr val="accent1">
              <a:lumMod val="60000"/>
              <a:lumOff val="4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p:cNvPicPr>
            <a:picLocks noChangeAspect="1"/>
          </p:cNvPicPr>
          <p:nvPr userDrawn="1"/>
        </p:nvPicPr>
        <p:blipFill>
          <a:blip r:embed="rId3">
            <a:extLst>
              <a:ext uri="{28A0092B-C50C-407E-A947-70E740481C1C}">
                <a14:useLocalDpi xmlns:a14="http://schemas.microsoft.com/office/drawing/2010/main" xmlns="" val="0"/>
              </a:ext>
            </a:extLst>
          </a:blip>
          <a:srcRect/>
          <a:stretch>
            <a:fillRect/>
          </a:stretch>
        </p:blipFill>
        <p:spPr>
          <a:xfrm>
            <a:off x="406025" y="1473378"/>
            <a:ext cx="4470266" cy="4470266"/>
          </a:xfrm>
          <a:custGeom>
            <a:avLst/>
            <a:gdLst>
              <a:gd name="connsiteX0" fmla="*/ 2025472 w 4470266"/>
              <a:gd name="connsiteY0" fmla="*/ 0 h 4459677"/>
              <a:gd name="connsiteX1" fmla="*/ 2444795 w 4470266"/>
              <a:gd name="connsiteY1" fmla="*/ 0 h 4459677"/>
              <a:gd name="connsiteX2" fmla="*/ 2463663 w 4470266"/>
              <a:gd name="connsiteY2" fmla="*/ 953 h 4459677"/>
              <a:gd name="connsiteX3" fmla="*/ 4470266 w 4470266"/>
              <a:gd name="connsiteY3" fmla="*/ 2224546 h 4459677"/>
              <a:gd name="connsiteX4" fmla="*/ 2463663 w 4470266"/>
              <a:gd name="connsiteY4" fmla="*/ 4448139 h 4459677"/>
              <a:gd name="connsiteX5" fmla="*/ 2235173 w 4470266"/>
              <a:gd name="connsiteY5" fmla="*/ 4459677 h 4459677"/>
              <a:gd name="connsiteX6" fmla="*/ 2235094 w 4470266"/>
              <a:gd name="connsiteY6" fmla="*/ 4459677 h 4459677"/>
              <a:gd name="connsiteX7" fmla="*/ 2006604 w 4470266"/>
              <a:gd name="connsiteY7" fmla="*/ 4448139 h 4459677"/>
              <a:gd name="connsiteX8" fmla="*/ 0 w 4470266"/>
              <a:gd name="connsiteY8" fmla="*/ 2224546 h 4459677"/>
              <a:gd name="connsiteX9" fmla="*/ 2006604 w 4470266"/>
              <a:gd name="connsiteY9" fmla="*/ 953 h 4459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0266" h="4459677">
                <a:moveTo>
                  <a:pt x="2025472" y="0"/>
                </a:moveTo>
                <a:lnTo>
                  <a:pt x="2444795" y="0"/>
                </a:lnTo>
                <a:lnTo>
                  <a:pt x="2463663" y="953"/>
                </a:lnTo>
                <a:cubicBezTo>
                  <a:pt x="3590742" y="115414"/>
                  <a:pt x="4470266" y="1067268"/>
                  <a:pt x="4470266" y="2224546"/>
                </a:cubicBezTo>
                <a:cubicBezTo>
                  <a:pt x="4470266" y="3381824"/>
                  <a:pt x="3590742" y="4333678"/>
                  <a:pt x="2463663" y="4448139"/>
                </a:cubicBezTo>
                <a:lnTo>
                  <a:pt x="2235173" y="4459677"/>
                </a:lnTo>
                <a:lnTo>
                  <a:pt x="2235094" y="4459677"/>
                </a:lnTo>
                <a:lnTo>
                  <a:pt x="2006604" y="4448139"/>
                </a:lnTo>
                <a:cubicBezTo>
                  <a:pt x="879524" y="4333678"/>
                  <a:pt x="0" y="3381824"/>
                  <a:pt x="0" y="2224546"/>
                </a:cubicBezTo>
                <a:cubicBezTo>
                  <a:pt x="0" y="1067268"/>
                  <a:pt x="879524" y="115414"/>
                  <a:pt x="2006604" y="953"/>
                </a:cubicBezTo>
                <a:close/>
              </a:path>
            </a:pathLst>
          </a:custGeom>
        </p:spPr>
      </p:pic>
      <p:sp>
        <p:nvSpPr>
          <p:cNvPr id="13" name="椭圆 12"/>
          <p:cNvSpPr/>
          <p:nvPr userDrawn="1"/>
        </p:nvSpPr>
        <p:spPr>
          <a:xfrm>
            <a:off x="406025" y="1464472"/>
            <a:ext cx="4470266" cy="4470266"/>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标题 1"/>
          <p:cNvSpPr>
            <a:spLocks noGrp="1"/>
          </p:cNvSpPr>
          <p:nvPr>
            <p:ph type="title"/>
          </p:nvPr>
        </p:nvSpPr>
        <p:spPr>
          <a:xfrm>
            <a:off x="5132246" y="2864881"/>
            <a:ext cx="721327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单击此处编辑母版标题样式</a:t>
            </a:r>
          </a:p>
        </p:txBody>
      </p:sp>
      <p:pic>
        <p:nvPicPr>
          <p:cNvPr id="17" name="Picture 2" descr="广东石油化工学院"/>
          <p:cNvPicPr>
            <a:picLocks noChangeAspect="1" noChangeArrowheads="1"/>
          </p:cNvPicPr>
          <p:nvPr userDrawn="1"/>
        </p:nvPicPr>
        <p:blipFill rotWithShape="1">
          <a:blip r:embed="rId4" cstate="print">
            <a:alphaModFix amt="50000"/>
            <a:clrChange>
              <a:clrFrom>
                <a:srgbClr val="FFFFFF"/>
              </a:clrFrom>
              <a:clrTo>
                <a:srgbClr val="FFFFFF">
                  <a:alpha val="0"/>
                </a:srgbClr>
              </a:clrTo>
            </a:clrChange>
            <a:extLst>
              <a:ext uri="{28A0092B-C50C-407E-A947-70E740481C1C}">
                <a14:useLocalDpi xmlns:a14="http://schemas.microsoft.com/office/drawing/2010/main" xmlns="" val="0"/>
              </a:ext>
            </a:extLst>
          </a:blip>
          <a:srcRect l="24589" t="13775" r="26846" b="13201"/>
          <a:stretch>
            <a:fillRect/>
          </a:stretch>
        </p:blipFill>
        <p:spPr bwMode="auto">
          <a:xfrm>
            <a:off x="11545817" y="16342"/>
            <a:ext cx="634857" cy="636396"/>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10224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cxnSp>
        <p:nvCxnSpPr>
          <p:cNvPr id="8" name="直线连接符 11"/>
          <p:cNvCxnSpPr/>
          <p:nvPr userDrawn="1"/>
        </p:nvCxnSpPr>
        <p:spPr>
          <a:xfrm>
            <a:off x="0" y="667469"/>
            <a:ext cx="12192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矩形 9"/>
          <p:cNvSpPr/>
          <p:nvPr userDrawn="1"/>
        </p:nvSpPr>
        <p:spPr>
          <a:xfrm>
            <a:off x="276679" y="276679"/>
            <a:ext cx="248040" cy="248040"/>
          </a:xfrm>
          <a:prstGeom prst="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endParaRPr lang="zh-CN" altLang="en-US" sz="1600">
              <a:solidFill>
                <a:schemeClr val="bg1"/>
              </a:solidFill>
              <a:latin typeface="+mj-ea"/>
              <a:ea typeface="+mj-ea"/>
            </a:endParaRPr>
          </a:p>
        </p:txBody>
      </p:sp>
      <p:sp>
        <p:nvSpPr>
          <p:cNvPr id="11" name="矩形 10"/>
          <p:cNvSpPr/>
          <p:nvPr userDrawn="1"/>
        </p:nvSpPr>
        <p:spPr>
          <a:xfrm>
            <a:off x="0" y="0"/>
            <a:ext cx="393701" cy="3937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endParaRPr lang="zh-CN" altLang="en-US" sz="1600">
              <a:solidFill>
                <a:schemeClr val="bg1"/>
              </a:solidFill>
              <a:latin typeface="+mj-ea"/>
              <a:ea typeface="+mj-ea"/>
            </a:endParaRPr>
          </a:p>
        </p:txBody>
      </p:sp>
      <p:cxnSp>
        <p:nvCxnSpPr>
          <p:cNvPr id="12" name="直线连接符 6"/>
          <p:cNvCxnSpPr/>
          <p:nvPr userDrawn="1"/>
        </p:nvCxnSpPr>
        <p:spPr>
          <a:xfrm>
            <a:off x="0" y="6814457"/>
            <a:ext cx="12192000" cy="0"/>
          </a:xfrm>
          <a:prstGeom prst="line">
            <a:avLst/>
          </a:prstGeom>
          <a:ln w="101600" cmpd="thinThick">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灯片编号占位符 5"/>
          <p:cNvSpPr txBox="1"/>
          <p:nvPr userDrawn="1"/>
        </p:nvSpPr>
        <p:spPr>
          <a:xfrm>
            <a:off x="11508581" y="6602431"/>
            <a:ext cx="683418" cy="261859"/>
          </a:xfrm>
          <a:prstGeom prst="rect">
            <a:avLst/>
          </a:prstGeom>
          <a:solidFill>
            <a:schemeClr val="accent2">
              <a:lumMod val="60000"/>
              <a:lumOff val="40000"/>
            </a:schemeClr>
          </a:solidFill>
          <a:ln w="25400" cap="flat" cmpd="sng" algn="ctr">
            <a:noFill/>
            <a:prstDash val="solid"/>
          </a:ln>
        </p:spPr>
        <p:style>
          <a:lnRef idx="2">
            <a:schemeClr val="accent1">
              <a:shade val="50000"/>
            </a:schemeClr>
          </a:lnRef>
          <a:fillRef idx="1">
            <a:schemeClr val="accent1"/>
          </a:fillRef>
          <a:effectRef idx="0">
            <a:schemeClr val="accent1"/>
          </a:effectRef>
          <a:fontRef idx="none"/>
        </p:style>
        <p:txBody>
          <a:bodyPr vert="horz" lIns="0" tIns="45720" rIns="0" bIns="45720" rtlCol="0" anchor="ctr"/>
          <a:lstStyle>
            <a:defPPr>
              <a:defRPr lang="zh-CN"/>
            </a:defPPr>
            <a:lvl1pPr marL="0" algn="ctr" defTabSz="914400" rtl="0" eaLnBrk="1" latinLnBrk="0" hangingPunct="1">
              <a:defRPr sz="1400" b="1" kern="1200">
                <a:solidFill>
                  <a:schemeClr val="bg1"/>
                </a:solidFill>
                <a:latin typeface="微软雅黑" panose="020B0503020204020204" charset="-122"/>
                <a:ea typeface="微软雅黑" panose="020B050302020402020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18B1CCC-5B4E-41DC-9FD8-30B8F0069F97}" type="slidenum">
              <a:rPr lang="zh-CN" altLang="en-US" sz="1400" smtClean="0"/>
              <a:pPr/>
              <a:t>‹#›</a:t>
            </a:fld>
            <a:endParaRPr lang="zh-CN" altLang="en-US" sz="1400" dirty="0"/>
          </a:p>
        </p:txBody>
      </p:sp>
      <p:sp>
        <p:nvSpPr>
          <p:cNvPr id="14" name="日期占位符 3"/>
          <p:cNvSpPr>
            <a:spLocks noGrp="1"/>
          </p:cNvSpPr>
          <p:nvPr>
            <p:ph type="dt" sz="half" idx="10"/>
          </p:nvPr>
        </p:nvSpPr>
        <p:spPr>
          <a:xfrm>
            <a:off x="0" y="6419869"/>
            <a:ext cx="1169194" cy="365125"/>
          </a:xfrm>
          <a:prstGeom prst="rect">
            <a:avLst/>
          </a:prstGeom>
        </p:spPr>
        <p:txBody>
          <a:bodyPr/>
          <a:lstStyle>
            <a:lvl1pPr algn="ctr">
              <a:defRPr>
                <a:solidFill>
                  <a:schemeClr val="accent1"/>
                </a:solidFill>
              </a:defRPr>
            </a:lvl1pPr>
          </a:lstStyle>
          <a:p>
            <a:fld id="{427B852C-D69C-4447-A656-272F5CAA5127}" type="datetimeFigureOut">
              <a:rPr lang="zh-CN" altLang="en-US" smtClean="0"/>
              <a:pPr/>
              <a:t>2025/4/25</a:t>
            </a:fld>
            <a:endParaRPr lang="zh-CN" altLang="en-US" dirty="0"/>
          </a:p>
        </p:txBody>
      </p:sp>
      <p:sp>
        <p:nvSpPr>
          <p:cNvPr id="16" name="标题 1"/>
          <p:cNvSpPr>
            <a:spLocks noGrp="1"/>
          </p:cNvSpPr>
          <p:nvPr>
            <p:ph type="title"/>
          </p:nvPr>
        </p:nvSpPr>
        <p:spPr>
          <a:xfrm>
            <a:off x="749135" y="43542"/>
            <a:ext cx="8775438" cy="599705"/>
          </a:xfrm>
          <a:prstGeom prst="rect">
            <a:avLst/>
          </a:prstGeom>
        </p:spPr>
        <p:txBody>
          <a:bodyPr vert="horz" lIns="91440" tIns="45720" rIns="91440" bIns="45720" rtlCol="0" anchor="ctr">
            <a:normAutofit/>
          </a:bodyPr>
          <a:lstStyle>
            <a:lvl1pPr marL="0" algn="l" defTabSz="914400" rtl="0" eaLnBrk="1" latinLnBrk="0" hangingPunct="1">
              <a:lnSpc>
                <a:spcPct val="100000"/>
              </a:lnSpc>
              <a:spcBef>
                <a:spcPct val="0"/>
              </a:spcBef>
              <a:buNone/>
              <a:defRPr lang="zh-CN" altLang="en-US" sz="3600" kern="1200" dirty="0">
                <a:solidFill>
                  <a:schemeClr val="accent1"/>
                </a:solidFill>
                <a:latin typeface="+mj-lt"/>
                <a:ea typeface="+mj-ea"/>
                <a:cs typeface="+mj-cs"/>
              </a:defRPr>
            </a:lvl1pPr>
          </a:lstStyle>
          <a:p>
            <a:r>
              <a:rPr lang="zh-CN" altLang="en-US" dirty="0"/>
              <a:t>单击此处编辑母版标题样式</a:t>
            </a:r>
          </a:p>
        </p:txBody>
      </p:sp>
      <p:pic>
        <p:nvPicPr>
          <p:cNvPr id="17" name="Picture 2" descr="广东石油化工学院"/>
          <p:cNvPicPr>
            <a:picLocks noChangeAspect="1" noChangeArrowheads="1"/>
          </p:cNvPicPr>
          <p:nvPr userDrawn="1"/>
        </p:nvPicPr>
        <p:blipFill rotWithShape="1">
          <a:blip r:embed="rId2" cstate="print">
            <a:alphaModFix amt="50000"/>
            <a:clrChange>
              <a:clrFrom>
                <a:srgbClr val="FFFFFF"/>
              </a:clrFrom>
              <a:clrTo>
                <a:srgbClr val="FFFFFF">
                  <a:alpha val="0"/>
                </a:srgbClr>
              </a:clrTo>
            </a:clrChange>
            <a:extLst>
              <a:ext uri="{28A0092B-C50C-407E-A947-70E740481C1C}">
                <a14:useLocalDpi xmlns:a14="http://schemas.microsoft.com/office/drawing/2010/main" xmlns="" val="0"/>
              </a:ext>
            </a:extLst>
          </a:blip>
          <a:srcRect l="24589" t="13775" r="26846" b="13201"/>
          <a:stretch>
            <a:fillRect/>
          </a:stretch>
        </p:blipFill>
        <p:spPr bwMode="auto">
          <a:xfrm>
            <a:off x="11545817" y="16342"/>
            <a:ext cx="634857" cy="636396"/>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84158266"/>
      </p:ext>
    </p:extLst>
  </p:cSld>
  <p:clrMapOvr>
    <a:masterClrMapping/>
  </p:clrMapOvr>
  <p:extLst>
    <p:ext uri="{DCECCB84-F9BA-43D5-87BE-67443E8EF086}">
      <p15:sldGuideLst xmlns:p15="http://schemas.microsoft.com/office/powerpoint/2012/main" xmlns="">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5" name="object 4"/>
          <p:cNvPicPr/>
          <p:nvPr userDrawn="1"/>
        </p:nvPicPr>
        <p:blipFill>
          <a:blip r:embed="rId2" cstate="print">
            <a:extLst>
              <a:ext uri="{BEBA8EAE-BF5A-486C-A8C5-ECC9F3942E4B}">
                <a14:imgProps xmlns:a14="http://schemas.microsoft.com/office/drawing/2010/main" xmlns="">
                  <a14:imgLayer r:embed="rId3">
                    <a14:imgEffect>
                      <a14:artisticPhotocopy detail="2"/>
                    </a14:imgEffect>
                    <a14:imgEffect>
                      <a14:sharpenSoften amount="-99000"/>
                    </a14:imgEffect>
                  </a14:imgLayer>
                </a14:imgProps>
              </a:ext>
            </a:extLst>
          </a:blip>
          <a:stretch>
            <a:fillRect/>
          </a:stretch>
        </p:blipFill>
        <p:spPr>
          <a:xfrm>
            <a:off x="0" y="8473"/>
            <a:ext cx="12192000" cy="6858000"/>
          </a:xfrm>
          <a:prstGeom prst="rect">
            <a:avLst/>
          </a:prstGeom>
        </p:spPr>
      </p:pic>
      <p:grpSp>
        <p:nvGrpSpPr>
          <p:cNvPr id="6" name="组合 5"/>
          <p:cNvGrpSpPr/>
          <p:nvPr userDrawn="1"/>
        </p:nvGrpSpPr>
        <p:grpSpPr>
          <a:xfrm>
            <a:off x="1893835" y="1413748"/>
            <a:ext cx="8590598" cy="4030504"/>
            <a:chOff x="276701" y="1331119"/>
            <a:chExt cx="8590598" cy="4030504"/>
          </a:xfrm>
          <a:solidFill>
            <a:schemeClr val="bg1"/>
          </a:solidFill>
        </p:grpSpPr>
        <p:sp>
          <p:nvSpPr>
            <p:cNvPr id="7" name="矩形 6"/>
            <p:cNvSpPr/>
            <p:nvPr/>
          </p:nvSpPr>
          <p:spPr>
            <a:xfrm>
              <a:off x="276701" y="1331119"/>
              <a:ext cx="8590598" cy="4030504"/>
            </a:xfrm>
            <a:prstGeom prst="rect">
              <a:avLst/>
            </a:prstGeom>
            <a:grp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文本框 7"/>
            <p:cNvSpPr txBox="1"/>
            <p:nvPr/>
          </p:nvSpPr>
          <p:spPr>
            <a:xfrm>
              <a:off x="1453039" y="2510314"/>
              <a:ext cx="6236494" cy="1107996"/>
            </a:xfrm>
            <a:prstGeom prst="rect">
              <a:avLst/>
            </a:prstGeom>
            <a:grpFill/>
            <a:effectLst/>
          </p:spPr>
          <p:txBody>
            <a:bodyPr wrap="square" rtlCol="0">
              <a:spAutoFit/>
            </a:bodyPr>
            <a:lstStyle/>
            <a:p>
              <a:pPr algn="ctr"/>
              <a:r>
                <a:rPr lang="en-US" altLang="zh-CN" sz="6600" b="1" dirty="0">
                  <a:solidFill>
                    <a:schemeClr val="tx1">
                      <a:lumMod val="75000"/>
                      <a:lumOff val="25000"/>
                    </a:schemeClr>
                  </a:solidFill>
                  <a:cs typeface="+mn-ea"/>
                  <a:sym typeface="+mn-lt"/>
                </a:rPr>
                <a:t>THANK YOU</a:t>
              </a:r>
            </a:p>
          </p:txBody>
        </p:sp>
        <p:cxnSp>
          <p:nvCxnSpPr>
            <p:cNvPr id="9" name="直接连接符 8"/>
            <p:cNvCxnSpPr/>
            <p:nvPr/>
          </p:nvCxnSpPr>
          <p:spPr>
            <a:xfrm>
              <a:off x="276702" y="3052286"/>
              <a:ext cx="1273016" cy="0"/>
            </a:xfrm>
            <a:prstGeom prst="line">
              <a:avLst/>
            </a:prstGeom>
            <a:grpFill/>
            <a:ln w="254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7594283" y="3052286"/>
              <a:ext cx="1273016" cy="0"/>
            </a:xfrm>
            <a:prstGeom prst="line">
              <a:avLst/>
            </a:prstGeom>
            <a:grpFill/>
            <a:ln w="254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4542949" y="1331119"/>
              <a:ext cx="57150" cy="333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pic>
        <p:nvPicPr>
          <p:cNvPr id="13" name="Picture 2" descr="广东石油化工学院"/>
          <p:cNvPicPr>
            <a:picLocks noChangeAspect="1" noChangeArrowheads="1"/>
          </p:cNvPicPr>
          <p:nvPr userDrawn="1"/>
        </p:nvPicPr>
        <p:blipFill rotWithShape="1">
          <a:blip r:embed="rId4" cstate="print">
            <a:alphaModFix amt="50000"/>
            <a:clrChange>
              <a:clrFrom>
                <a:srgbClr val="FFFFFF"/>
              </a:clrFrom>
              <a:clrTo>
                <a:srgbClr val="FFFFFF">
                  <a:alpha val="0"/>
                </a:srgbClr>
              </a:clrTo>
            </a:clrChange>
            <a:extLst>
              <a:ext uri="{28A0092B-C50C-407E-A947-70E740481C1C}">
                <a14:useLocalDpi xmlns:a14="http://schemas.microsoft.com/office/drawing/2010/main" xmlns="" val="0"/>
              </a:ext>
            </a:extLst>
          </a:blip>
          <a:srcRect l="24589" t="13775" r="26846" b="13201"/>
          <a:stretch>
            <a:fillRect/>
          </a:stretch>
        </p:blipFill>
        <p:spPr bwMode="auto">
          <a:xfrm>
            <a:off x="5469615" y="1474261"/>
            <a:ext cx="1252769" cy="1255806"/>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7555857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a:xfrm>
            <a:off x="609600" y="1600203"/>
            <a:ext cx="109728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xmlns="" val="3729529645"/>
      </p:ext>
    </p:extLst>
  </p:cSld>
  <p:clrMapOvr>
    <a:masterClrMapping/>
  </p:clrMapOvr>
  <p:extLst>
    <p:ext uri="{DCECCB84-F9BA-43D5-87BE-67443E8EF086}">
      <p15:sldGuideLst xmlns:p15="http://schemas.microsoft.com/office/powerpoint/2012/main" xmlns="">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390068091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8" Type="http://schemas.openxmlformats.org/officeDocument/2006/relationships/tags" Target="../tags/tag11.xml"/><Relationship Id="rId13" Type="http://schemas.openxmlformats.org/officeDocument/2006/relationships/tags" Target="../tags/tag16.xml"/><Relationship Id="rId18" Type="http://schemas.openxmlformats.org/officeDocument/2006/relationships/tags" Target="../tags/tag21.xml"/><Relationship Id="rId26" Type="http://schemas.openxmlformats.org/officeDocument/2006/relationships/slideLayout" Target="../slideLayouts/slideLayout2.xml"/><Relationship Id="rId3" Type="http://schemas.openxmlformats.org/officeDocument/2006/relationships/tags" Target="../tags/tag6.xml"/><Relationship Id="rId21" Type="http://schemas.openxmlformats.org/officeDocument/2006/relationships/tags" Target="../tags/tag24.xml"/><Relationship Id="rId7" Type="http://schemas.openxmlformats.org/officeDocument/2006/relationships/tags" Target="../tags/tag10.xml"/><Relationship Id="rId12" Type="http://schemas.openxmlformats.org/officeDocument/2006/relationships/tags" Target="../tags/tag15.xml"/><Relationship Id="rId17" Type="http://schemas.openxmlformats.org/officeDocument/2006/relationships/tags" Target="../tags/tag20.xml"/><Relationship Id="rId25" Type="http://schemas.openxmlformats.org/officeDocument/2006/relationships/tags" Target="../tags/tag28.xml"/><Relationship Id="rId2" Type="http://schemas.openxmlformats.org/officeDocument/2006/relationships/tags" Target="../tags/tag5.xml"/><Relationship Id="rId16" Type="http://schemas.openxmlformats.org/officeDocument/2006/relationships/tags" Target="../tags/tag19.xml"/><Relationship Id="rId20" Type="http://schemas.openxmlformats.org/officeDocument/2006/relationships/tags" Target="../tags/tag23.xml"/><Relationship Id="rId1" Type="http://schemas.openxmlformats.org/officeDocument/2006/relationships/tags" Target="../tags/tag4.xml"/><Relationship Id="rId6" Type="http://schemas.openxmlformats.org/officeDocument/2006/relationships/tags" Target="../tags/tag9.xml"/><Relationship Id="rId11" Type="http://schemas.openxmlformats.org/officeDocument/2006/relationships/tags" Target="../tags/tag14.xml"/><Relationship Id="rId24" Type="http://schemas.openxmlformats.org/officeDocument/2006/relationships/tags" Target="../tags/tag27.xml"/><Relationship Id="rId5" Type="http://schemas.openxmlformats.org/officeDocument/2006/relationships/tags" Target="../tags/tag8.xml"/><Relationship Id="rId15" Type="http://schemas.openxmlformats.org/officeDocument/2006/relationships/tags" Target="../tags/tag18.xml"/><Relationship Id="rId23" Type="http://schemas.openxmlformats.org/officeDocument/2006/relationships/tags" Target="../tags/tag26.xml"/><Relationship Id="rId10" Type="http://schemas.openxmlformats.org/officeDocument/2006/relationships/tags" Target="../tags/tag13.xml"/><Relationship Id="rId19" Type="http://schemas.openxmlformats.org/officeDocument/2006/relationships/tags" Target="../tags/tag22.xml"/><Relationship Id="rId4" Type="http://schemas.openxmlformats.org/officeDocument/2006/relationships/tags" Target="../tags/tag7.xml"/><Relationship Id="rId9" Type="http://schemas.openxmlformats.org/officeDocument/2006/relationships/tags" Target="../tags/tag12.xml"/><Relationship Id="rId14" Type="http://schemas.openxmlformats.org/officeDocument/2006/relationships/tags" Target="../tags/tag17.xml"/><Relationship Id="rId22" Type="http://schemas.openxmlformats.org/officeDocument/2006/relationships/tags" Target="../tags/tag25.xml"/><Relationship Id="rId27"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30.xml"/><Relationship Id="rId1" Type="http://schemas.openxmlformats.org/officeDocument/2006/relationships/tags" Target="../tags/tag29.xml"/></Relationships>
</file>

<file path=ppt/slides/_rels/slide4.xml.rels><?xml version="1.0" encoding="UTF-8" standalone="yes"?>
<Relationships xmlns="http://schemas.openxmlformats.org/package/2006/relationships"><Relationship Id="rId8" Type="http://schemas.openxmlformats.org/officeDocument/2006/relationships/tags" Target="../tags/tag38.xml"/><Relationship Id="rId13" Type="http://schemas.openxmlformats.org/officeDocument/2006/relationships/tags" Target="../tags/tag36.xml"/><Relationship Id="rId3" Type="http://schemas.openxmlformats.org/officeDocument/2006/relationships/tags" Target="../tags/tag33.xml"/><Relationship Id="rId7" Type="http://schemas.openxmlformats.org/officeDocument/2006/relationships/tags" Target="../tags/tag37.xml"/><Relationship Id="rId12" Type="http://schemas.openxmlformats.org/officeDocument/2006/relationships/image" Target="../media/image12.jpe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tags" Target="../tags/tag36.xml"/><Relationship Id="rId11" Type="http://schemas.openxmlformats.org/officeDocument/2006/relationships/notesSlide" Target="../notesSlides/notesSlide2.xml"/><Relationship Id="rId5" Type="http://schemas.openxmlformats.org/officeDocument/2006/relationships/tags" Target="../tags/tag35.xml"/><Relationship Id="rId10" Type="http://schemas.openxmlformats.org/officeDocument/2006/relationships/slideLayout" Target="../slideLayouts/slideLayout4.xml"/><Relationship Id="rId4" Type="http://schemas.openxmlformats.org/officeDocument/2006/relationships/tags" Target="../tags/tag34.xml"/><Relationship Id="rId9" Type="http://schemas.openxmlformats.org/officeDocument/2006/relationships/tags" Target="../tags/tag39.xml"/><Relationship Id="rId1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0.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41.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tags" Target="../tags/tag42.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44.xml"/><Relationship Id="rId1" Type="http://schemas.openxmlformats.org/officeDocument/2006/relationships/tags" Target="../tags/tag43.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6.xml"/><Relationship Id="rId1" Type="http://schemas.openxmlformats.org/officeDocument/2006/relationships/tags" Target="../tags/tag45.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8.xml"/><Relationship Id="rId1" Type="http://schemas.openxmlformats.org/officeDocument/2006/relationships/tags" Target="../tags/tag47.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0.xml"/><Relationship Id="rId1" Type="http://schemas.openxmlformats.org/officeDocument/2006/relationships/tags" Target="../tags/tag49.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2.xml"/><Relationship Id="rId1" Type="http://schemas.openxmlformats.org/officeDocument/2006/relationships/tags" Target="../tags/tag51.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4.xml"/><Relationship Id="rId1" Type="http://schemas.openxmlformats.org/officeDocument/2006/relationships/tags" Target="../tags/tag53.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6.xml"/><Relationship Id="rId1" Type="http://schemas.openxmlformats.org/officeDocument/2006/relationships/tags" Target="../tags/tag55.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8" Type="http://schemas.openxmlformats.org/officeDocument/2006/relationships/tags" Target="../tags/tag64.xml"/><Relationship Id="rId3" Type="http://schemas.openxmlformats.org/officeDocument/2006/relationships/tags" Target="../tags/tag59.xml"/><Relationship Id="rId7" Type="http://schemas.openxmlformats.org/officeDocument/2006/relationships/tags" Target="../tags/tag63.xml"/><Relationship Id="rId12" Type="http://schemas.openxmlformats.org/officeDocument/2006/relationships/image" Target="../media/image24.jpeg"/><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tags" Target="../tags/tag62.xml"/><Relationship Id="rId11" Type="http://schemas.openxmlformats.org/officeDocument/2006/relationships/image" Target="../media/image23.jpeg"/><Relationship Id="rId5" Type="http://schemas.openxmlformats.org/officeDocument/2006/relationships/tags" Target="../tags/tag61.xml"/><Relationship Id="rId10" Type="http://schemas.openxmlformats.org/officeDocument/2006/relationships/notesSlide" Target="../notesSlides/notesSlide6.xml"/><Relationship Id="rId4" Type="http://schemas.openxmlformats.org/officeDocument/2006/relationships/tags" Target="../tags/tag60.xml"/><Relationship Id="rId9"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8" Type="http://schemas.openxmlformats.org/officeDocument/2006/relationships/tags" Target="../tags/tag72.xml"/><Relationship Id="rId3" Type="http://schemas.openxmlformats.org/officeDocument/2006/relationships/tags" Target="../tags/tag67.xml"/><Relationship Id="rId7" Type="http://schemas.openxmlformats.org/officeDocument/2006/relationships/tags" Target="../tags/tag71.xml"/><Relationship Id="rId12" Type="http://schemas.openxmlformats.org/officeDocument/2006/relationships/image" Target="../media/image25.jpeg"/><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tags" Target="../tags/tag70.xml"/><Relationship Id="rId11" Type="http://schemas.openxmlformats.org/officeDocument/2006/relationships/notesSlide" Target="../notesSlides/notesSlide7.xml"/><Relationship Id="rId5" Type="http://schemas.openxmlformats.org/officeDocument/2006/relationships/tags" Target="../tags/tag69.xml"/><Relationship Id="rId10" Type="http://schemas.openxmlformats.org/officeDocument/2006/relationships/slideLayout" Target="../slideLayouts/slideLayout4.xml"/><Relationship Id="rId4" Type="http://schemas.openxmlformats.org/officeDocument/2006/relationships/tags" Target="../tags/tag68.xml"/><Relationship Id="rId9" Type="http://schemas.openxmlformats.org/officeDocument/2006/relationships/tags" Target="../tags/tag73.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75.xml"/><Relationship Id="rId1" Type="http://schemas.openxmlformats.org/officeDocument/2006/relationships/tags" Target="../tags/tag74.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77.xml"/><Relationship Id="rId1" Type="http://schemas.openxmlformats.org/officeDocument/2006/relationships/tags" Target="../tags/tag76.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79.xml"/><Relationship Id="rId1" Type="http://schemas.openxmlformats.org/officeDocument/2006/relationships/tags" Target="../tags/tag78.xml"/><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81.xml"/><Relationship Id="rId1" Type="http://schemas.openxmlformats.org/officeDocument/2006/relationships/tags" Target="../tags/tag80.xml"/><Relationship Id="rId5" Type="http://schemas.openxmlformats.org/officeDocument/2006/relationships/image" Target="../media/image29.png"/><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83.xml"/><Relationship Id="rId1" Type="http://schemas.openxmlformats.org/officeDocument/2006/relationships/tags" Target="../tags/tag82.xml"/><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8" Type="http://schemas.openxmlformats.org/officeDocument/2006/relationships/tags" Target="../tags/tag91.xml"/><Relationship Id="rId3" Type="http://schemas.openxmlformats.org/officeDocument/2006/relationships/tags" Target="../tags/tag86.xml"/><Relationship Id="rId7" Type="http://schemas.openxmlformats.org/officeDocument/2006/relationships/tags" Target="../tags/tag90.xml"/><Relationship Id="rId2" Type="http://schemas.openxmlformats.org/officeDocument/2006/relationships/tags" Target="../tags/tag85.xml"/><Relationship Id="rId1" Type="http://schemas.openxmlformats.org/officeDocument/2006/relationships/tags" Target="../tags/tag84.xml"/><Relationship Id="rId6" Type="http://schemas.openxmlformats.org/officeDocument/2006/relationships/tags" Target="../tags/tag89.xml"/><Relationship Id="rId11" Type="http://schemas.openxmlformats.org/officeDocument/2006/relationships/image" Target="../media/image31.png"/><Relationship Id="rId5" Type="http://schemas.openxmlformats.org/officeDocument/2006/relationships/tags" Target="../tags/tag88.xml"/><Relationship Id="rId10" Type="http://schemas.openxmlformats.org/officeDocument/2006/relationships/slideLayout" Target="../slideLayouts/slideLayout4.xml"/><Relationship Id="rId4" Type="http://schemas.openxmlformats.org/officeDocument/2006/relationships/tags" Target="../tags/tag87.xml"/><Relationship Id="rId9" Type="http://schemas.openxmlformats.org/officeDocument/2006/relationships/tags" Target="../tags/tag92.xml"/></Relationships>
</file>

<file path=ppt/slides/_rels/slide23.xml.rels><?xml version="1.0" encoding="UTF-8" standalone="yes"?>
<Relationships xmlns="http://schemas.openxmlformats.org/package/2006/relationships"><Relationship Id="rId8" Type="http://schemas.openxmlformats.org/officeDocument/2006/relationships/tags" Target="../tags/tag100.xml"/><Relationship Id="rId3" Type="http://schemas.openxmlformats.org/officeDocument/2006/relationships/tags" Target="../tags/tag95.xml"/><Relationship Id="rId7" Type="http://schemas.openxmlformats.org/officeDocument/2006/relationships/tags" Target="../tags/tag99.xml"/><Relationship Id="rId2" Type="http://schemas.openxmlformats.org/officeDocument/2006/relationships/tags" Target="../tags/tag94.xml"/><Relationship Id="rId1" Type="http://schemas.openxmlformats.org/officeDocument/2006/relationships/tags" Target="../tags/tag93.xml"/><Relationship Id="rId6" Type="http://schemas.openxmlformats.org/officeDocument/2006/relationships/tags" Target="../tags/tag98.xml"/><Relationship Id="rId11" Type="http://schemas.openxmlformats.org/officeDocument/2006/relationships/image" Target="../media/image32.png"/><Relationship Id="rId5" Type="http://schemas.openxmlformats.org/officeDocument/2006/relationships/tags" Target="../tags/tag97.xml"/><Relationship Id="rId10" Type="http://schemas.openxmlformats.org/officeDocument/2006/relationships/notesSlide" Target="../notesSlides/notesSlide8.xml"/><Relationship Id="rId4" Type="http://schemas.openxmlformats.org/officeDocument/2006/relationships/tags" Target="../tags/tag96.xml"/><Relationship Id="rId9"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slideLayout" Target="../slideLayouts/slideLayout4.xml"/><Relationship Id="rId1" Type="http://schemas.openxmlformats.org/officeDocument/2006/relationships/tags" Target="../tags/tag101.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03.xml"/><Relationship Id="rId1" Type="http://schemas.openxmlformats.org/officeDocument/2006/relationships/tags" Target="../tags/tag10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05.xml"/><Relationship Id="rId1" Type="http://schemas.openxmlformats.org/officeDocument/2006/relationships/tags" Target="../tags/tag104.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07.xml"/><Relationship Id="rId1" Type="http://schemas.openxmlformats.org/officeDocument/2006/relationships/tags" Target="../tags/tag106.xml"/><Relationship Id="rId5" Type="http://schemas.openxmlformats.org/officeDocument/2006/relationships/image" Target="../media/image35.png"/><Relationship Id="rId4" Type="http://schemas.openxmlformats.org/officeDocument/2006/relationships/image" Target="../media/image34.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09.xml"/><Relationship Id="rId1" Type="http://schemas.openxmlformats.org/officeDocument/2006/relationships/tags" Target="../tags/tag108.xml"/><Relationship Id="rId5" Type="http://schemas.openxmlformats.org/officeDocument/2006/relationships/image" Target="../media/image37.png"/><Relationship Id="rId4" Type="http://schemas.openxmlformats.org/officeDocument/2006/relationships/image" Target="../media/image36.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11.xml"/><Relationship Id="rId1" Type="http://schemas.openxmlformats.org/officeDocument/2006/relationships/tags" Target="../tags/tag110.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notesSlide" Target="../notesSlides/notesSlide9.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112.xml"/><Relationship Id="rId4" Type="http://schemas.openxmlformats.org/officeDocument/2006/relationships/image" Target="../media/image40.png"/></Relationships>
</file>

<file path=ppt/slides/_rels/slide31.xml.rels><?xml version="1.0" encoding="UTF-8" standalone="yes"?>
<Relationships xmlns="http://schemas.openxmlformats.org/package/2006/relationships"><Relationship Id="rId3" Type="http://schemas.openxmlformats.org/officeDocument/2006/relationships/tags" Target="../tags/tag115.xml"/><Relationship Id="rId2" Type="http://schemas.openxmlformats.org/officeDocument/2006/relationships/tags" Target="../tags/tag114.xml"/><Relationship Id="rId1" Type="http://schemas.openxmlformats.org/officeDocument/2006/relationships/tags" Target="../tags/tag113.xml"/><Relationship Id="rId5" Type="http://schemas.openxmlformats.org/officeDocument/2006/relationships/image" Target="../media/image41.png"/><Relationship Id="rId4"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tags" Target="../tags/tag116.xml"/><Relationship Id="rId6" Type="http://schemas.openxmlformats.org/officeDocument/2006/relationships/image" Target="../media/image42.png"/><Relationship Id="rId5" Type="http://schemas.openxmlformats.org/officeDocument/2006/relationships/slideLayout" Target="../slideLayouts/slideLayout4.xml"/><Relationship Id="rId4" Type="http://schemas.openxmlformats.org/officeDocument/2006/relationships/tags" Target="../tags/tag119.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21.xml"/><Relationship Id="rId1" Type="http://schemas.openxmlformats.org/officeDocument/2006/relationships/tags" Target="../tags/tag120.xml"/></Relationships>
</file>

<file path=ppt/slides/_rels/slide34.xml.rels><?xml version="1.0" encoding="UTF-8" standalone="yes"?>
<Relationships xmlns="http://schemas.openxmlformats.org/package/2006/relationships"><Relationship Id="rId8" Type="http://schemas.openxmlformats.org/officeDocument/2006/relationships/tags" Target="../tags/tag129.xml"/><Relationship Id="rId13" Type="http://schemas.openxmlformats.org/officeDocument/2006/relationships/notesSlide" Target="../notesSlides/notesSlide11.xml"/><Relationship Id="rId3" Type="http://schemas.openxmlformats.org/officeDocument/2006/relationships/tags" Target="../tags/tag124.xml"/><Relationship Id="rId7" Type="http://schemas.openxmlformats.org/officeDocument/2006/relationships/tags" Target="../tags/tag128.xml"/><Relationship Id="rId12" Type="http://schemas.openxmlformats.org/officeDocument/2006/relationships/slideLayout" Target="../slideLayouts/slideLayout4.xml"/><Relationship Id="rId2" Type="http://schemas.openxmlformats.org/officeDocument/2006/relationships/tags" Target="../tags/tag123.xml"/><Relationship Id="rId16" Type="http://schemas.openxmlformats.org/officeDocument/2006/relationships/image" Target="../media/image45.jpeg"/><Relationship Id="rId1" Type="http://schemas.openxmlformats.org/officeDocument/2006/relationships/tags" Target="../tags/tag122.xml"/><Relationship Id="rId6" Type="http://schemas.openxmlformats.org/officeDocument/2006/relationships/tags" Target="../tags/tag127.xml"/><Relationship Id="rId11" Type="http://schemas.openxmlformats.org/officeDocument/2006/relationships/tags" Target="../tags/tag132.xml"/><Relationship Id="rId5" Type="http://schemas.openxmlformats.org/officeDocument/2006/relationships/tags" Target="../tags/tag126.xml"/><Relationship Id="rId15" Type="http://schemas.openxmlformats.org/officeDocument/2006/relationships/image" Target="../media/image44.jpeg"/><Relationship Id="rId10" Type="http://schemas.openxmlformats.org/officeDocument/2006/relationships/tags" Target="../tags/tag131.xml"/><Relationship Id="rId4" Type="http://schemas.openxmlformats.org/officeDocument/2006/relationships/tags" Target="../tags/tag125.xml"/><Relationship Id="rId9" Type="http://schemas.openxmlformats.org/officeDocument/2006/relationships/tags" Target="../tags/tag130.xml"/><Relationship Id="rId14" Type="http://schemas.openxmlformats.org/officeDocument/2006/relationships/image" Target="../media/image43.jpeg"/></Relationships>
</file>

<file path=ppt/slides/_rels/slide35.xml.rels><?xml version="1.0" encoding="UTF-8" standalone="yes"?>
<Relationships xmlns="http://schemas.openxmlformats.org/package/2006/relationships"><Relationship Id="rId8" Type="http://schemas.openxmlformats.org/officeDocument/2006/relationships/tags" Target="../tags/tag140.xml"/><Relationship Id="rId13" Type="http://schemas.openxmlformats.org/officeDocument/2006/relationships/slideLayout" Target="../slideLayouts/slideLayout4.xml"/><Relationship Id="rId3" Type="http://schemas.openxmlformats.org/officeDocument/2006/relationships/tags" Target="../tags/tag135.xml"/><Relationship Id="rId7" Type="http://schemas.openxmlformats.org/officeDocument/2006/relationships/tags" Target="../tags/tag139.xml"/><Relationship Id="rId12" Type="http://schemas.openxmlformats.org/officeDocument/2006/relationships/tags" Target="../tags/tag144.xml"/><Relationship Id="rId2" Type="http://schemas.openxmlformats.org/officeDocument/2006/relationships/tags" Target="../tags/tag134.xml"/><Relationship Id="rId1" Type="http://schemas.openxmlformats.org/officeDocument/2006/relationships/tags" Target="../tags/tag133.xml"/><Relationship Id="rId6" Type="http://schemas.openxmlformats.org/officeDocument/2006/relationships/tags" Target="../tags/tag138.xml"/><Relationship Id="rId11" Type="http://schemas.openxmlformats.org/officeDocument/2006/relationships/tags" Target="../tags/tag143.xml"/><Relationship Id="rId5" Type="http://schemas.openxmlformats.org/officeDocument/2006/relationships/tags" Target="../tags/tag137.xml"/><Relationship Id="rId15" Type="http://schemas.openxmlformats.org/officeDocument/2006/relationships/image" Target="../media/image46.jpeg"/><Relationship Id="rId10" Type="http://schemas.openxmlformats.org/officeDocument/2006/relationships/tags" Target="../tags/tag142.xml"/><Relationship Id="rId4" Type="http://schemas.openxmlformats.org/officeDocument/2006/relationships/tags" Target="../tags/tag136.xml"/><Relationship Id="rId9" Type="http://schemas.openxmlformats.org/officeDocument/2006/relationships/tags" Target="../tags/tag141.xml"/><Relationship Id="rId14" Type="http://schemas.openxmlformats.org/officeDocument/2006/relationships/notesSlide" Target="../notesSlides/notesSlide12.xml"/></Relationships>
</file>

<file path=ppt/slides/_rels/slide36.xml.rels><?xml version="1.0" encoding="UTF-8" standalone="yes"?>
<Relationships xmlns="http://schemas.openxmlformats.org/package/2006/relationships"><Relationship Id="rId8" Type="http://schemas.openxmlformats.org/officeDocument/2006/relationships/tags" Target="../tags/tag152.xml"/><Relationship Id="rId13" Type="http://schemas.openxmlformats.org/officeDocument/2006/relationships/image" Target="../media/image48.jpeg"/><Relationship Id="rId3" Type="http://schemas.openxmlformats.org/officeDocument/2006/relationships/tags" Target="../tags/tag147.xml"/><Relationship Id="rId7" Type="http://schemas.openxmlformats.org/officeDocument/2006/relationships/tags" Target="../tags/tag151.xml"/><Relationship Id="rId12" Type="http://schemas.openxmlformats.org/officeDocument/2006/relationships/image" Target="../media/image47.jpeg"/><Relationship Id="rId2" Type="http://schemas.openxmlformats.org/officeDocument/2006/relationships/tags" Target="../tags/tag146.xml"/><Relationship Id="rId1" Type="http://schemas.openxmlformats.org/officeDocument/2006/relationships/tags" Target="../tags/tag145.xml"/><Relationship Id="rId6" Type="http://schemas.openxmlformats.org/officeDocument/2006/relationships/tags" Target="../tags/tag150.xml"/><Relationship Id="rId11" Type="http://schemas.openxmlformats.org/officeDocument/2006/relationships/slideLayout" Target="../slideLayouts/slideLayout4.xml"/><Relationship Id="rId5" Type="http://schemas.openxmlformats.org/officeDocument/2006/relationships/tags" Target="../tags/tag149.xml"/><Relationship Id="rId10" Type="http://schemas.openxmlformats.org/officeDocument/2006/relationships/tags" Target="../tags/tag154.xml"/><Relationship Id="rId4" Type="http://schemas.openxmlformats.org/officeDocument/2006/relationships/tags" Target="../tags/tag148.xml"/><Relationship Id="rId9" Type="http://schemas.openxmlformats.org/officeDocument/2006/relationships/tags" Target="../tags/tag153.xml"/></Relationships>
</file>

<file path=ppt/slides/_rels/slide37.xml.rels><?xml version="1.0" encoding="UTF-8" standalone="yes"?>
<Relationships xmlns="http://schemas.openxmlformats.org/package/2006/relationships"><Relationship Id="rId8" Type="http://schemas.openxmlformats.org/officeDocument/2006/relationships/tags" Target="../tags/tag162.xml"/><Relationship Id="rId3" Type="http://schemas.openxmlformats.org/officeDocument/2006/relationships/tags" Target="../tags/tag157.xml"/><Relationship Id="rId7" Type="http://schemas.openxmlformats.org/officeDocument/2006/relationships/tags" Target="../tags/tag161.xml"/><Relationship Id="rId12" Type="http://schemas.openxmlformats.org/officeDocument/2006/relationships/image" Target="../media/image49.jpeg"/><Relationship Id="rId2" Type="http://schemas.openxmlformats.org/officeDocument/2006/relationships/tags" Target="../tags/tag156.xml"/><Relationship Id="rId1" Type="http://schemas.openxmlformats.org/officeDocument/2006/relationships/tags" Target="../tags/tag155.xml"/><Relationship Id="rId6" Type="http://schemas.openxmlformats.org/officeDocument/2006/relationships/tags" Target="../tags/tag160.xml"/><Relationship Id="rId11" Type="http://schemas.openxmlformats.org/officeDocument/2006/relationships/notesSlide" Target="../notesSlides/notesSlide13.xml"/><Relationship Id="rId5" Type="http://schemas.openxmlformats.org/officeDocument/2006/relationships/tags" Target="../tags/tag159.xml"/><Relationship Id="rId10" Type="http://schemas.openxmlformats.org/officeDocument/2006/relationships/slideLayout" Target="../slideLayouts/slideLayout4.xml"/><Relationship Id="rId4" Type="http://schemas.openxmlformats.org/officeDocument/2006/relationships/tags" Target="../tags/tag158.xml"/><Relationship Id="rId9" Type="http://schemas.openxmlformats.org/officeDocument/2006/relationships/tags" Target="../tags/tag163.xml"/></Relationships>
</file>

<file path=ppt/slides/_rels/slide38.xml.rels><?xml version="1.0" encoding="UTF-8" standalone="yes"?>
<Relationships xmlns="http://schemas.openxmlformats.org/package/2006/relationships"><Relationship Id="rId8" Type="http://schemas.openxmlformats.org/officeDocument/2006/relationships/tags" Target="../tags/tag171.xml"/><Relationship Id="rId13" Type="http://schemas.openxmlformats.org/officeDocument/2006/relationships/tags" Target="../tags/tag176.xml"/><Relationship Id="rId18" Type="http://schemas.openxmlformats.org/officeDocument/2006/relationships/image" Target="../media/image52.jpeg"/><Relationship Id="rId3" Type="http://schemas.openxmlformats.org/officeDocument/2006/relationships/tags" Target="../tags/tag166.xml"/><Relationship Id="rId7" Type="http://schemas.openxmlformats.org/officeDocument/2006/relationships/tags" Target="../tags/tag170.xml"/><Relationship Id="rId12" Type="http://schemas.openxmlformats.org/officeDocument/2006/relationships/tags" Target="../tags/tag175.xml"/><Relationship Id="rId17" Type="http://schemas.openxmlformats.org/officeDocument/2006/relationships/image" Target="../media/image51.jpeg"/><Relationship Id="rId2" Type="http://schemas.openxmlformats.org/officeDocument/2006/relationships/tags" Target="../tags/tag165.xml"/><Relationship Id="rId16" Type="http://schemas.openxmlformats.org/officeDocument/2006/relationships/image" Target="../media/image50.jpeg"/><Relationship Id="rId1" Type="http://schemas.openxmlformats.org/officeDocument/2006/relationships/tags" Target="../tags/tag164.xml"/><Relationship Id="rId6" Type="http://schemas.openxmlformats.org/officeDocument/2006/relationships/tags" Target="../tags/tag169.xml"/><Relationship Id="rId11" Type="http://schemas.openxmlformats.org/officeDocument/2006/relationships/tags" Target="../tags/tag174.xml"/><Relationship Id="rId5" Type="http://schemas.openxmlformats.org/officeDocument/2006/relationships/tags" Target="../tags/tag168.xml"/><Relationship Id="rId15" Type="http://schemas.openxmlformats.org/officeDocument/2006/relationships/slideLayout" Target="../slideLayouts/slideLayout4.xml"/><Relationship Id="rId10" Type="http://schemas.openxmlformats.org/officeDocument/2006/relationships/tags" Target="../tags/tag173.xml"/><Relationship Id="rId4" Type="http://schemas.openxmlformats.org/officeDocument/2006/relationships/tags" Target="../tags/tag167.xml"/><Relationship Id="rId9" Type="http://schemas.openxmlformats.org/officeDocument/2006/relationships/tags" Target="../tags/tag172.xml"/><Relationship Id="rId14" Type="http://schemas.openxmlformats.org/officeDocument/2006/relationships/tags" Target="../tags/tag177.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79.xml"/><Relationship Id="rId1" Type="http://schemas.openxmlformats.org/officeDocument/2006/relationships/tags" Target="../tags/tag178.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81.xml"/><Relationship Id="rId1" Type="http://schemas.openxmlformats.org/officeDocument/2006/relationships/tags" Target="../tags/tag180.xml"/><Relationship Id="rId4" Type="http://schemas.openxmlformats.org/officeDocument/2006/relationships/image" Target="../media/image53.png"/></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83.xml"/><Relationship Id="rId1" Type="http://schemas.openxmlformats.org/officeDocument/2006/relationships/tags" Target="../tags/tag182.xml"/><Relationship Id="rId5" Type="http://schemas.openxmlformats.org/officeDocument/2006/relationships/image" Target="../media/image55.png"/><Relationship Id="rId4" Type="http://schemas.openxmlformats.org/officeDocument/2006/relationships/image" Target="../media/image54.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85.xml"/><Relationship Id="rId1" Type="http://schemas.openxmlformats.org/officeDocument/2006/relationships/tags" Target="../tags/tag184.xml"/><Relationship Id="rId4" Type="http://schemas.openxmlformats.org/officeDocument/2006/relationships/image" Target="../media/image56.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8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a:extLst>
              <a:ext uri="{FF2B5EF4-FFF2-40B4-BE49-F238E27FC236}">
                <a16:creationId xmlns:a16="http://schemas.microsoft.com/office/drawing/2014/main" xmlns="" id="{C6791AE0-5962-A80D-983A-5A33AE6FE634}"/>
              </a:ext>
            </a:extLst>
          </p:cNvPr>
          <p:cNvSpPr>
            <a:spLocks noGrp="1"/>
          </p:cNvSpPr>
          <p:nvPr>
            <p:ph type="ctrTitle"/>
            <p:custDataLst>
              <p:tags r:id="rId2"/>
            </p:custDataLst>
          </p:nvPr>
        </p:nvSpPr>
        <p:spPr>
          <a:xfrm>
            <a:off x="1388188" y="1673489"/>
            <a:ext cx="9415624" cy="2387600"/>
          </a:xfrm>
        </p:spPr>
        <p:txBody>
          <a:bodyPr>
            <a:normAutofit/>
          </a:bodyPr>
          <a:lstStyle/>
          <a:p>
            <a:pPr algn="ctr"/>
            <a:r>
              <a:rPr lang="zh-CN" altLang="en-US" sz="6600" dirty="0"/>
              <a:t>人工智能导论 </a:t>
            </a:r>
            <a:r>
              <a:rPr lang="en-US" altLang="zh-CN" sz="4400" dirty="0"/>
              <a:t/>
            </a:r>
            <a:br>
              <a:rPr lang="en-US" altLang="zh-CN" sz="4400" dirty="0"/>
            </a:br>
            <a:r>
              <a:rPr lang="en-US" altLang="zh-CN" sz="4400" dirty="0"/>
              <a:t/>
            </a:r>
            <a:br>
              <a:rPr lang="en-US" altLang="zh-CN" sz="4400" dirty="0"/>
            </a:br>
            <a:r>
              <a:rPr lang="zh-CN" altLang="en-US" sz="4400" dirty="0"/>
              <a:t>第</a:t>
            </a:r>
            <a:r>
              <a:rPr lang="en-US" altLang="zh-CN" sz="4400" dirty="0"/>
              <a:t>5</a:t>
            </a:r>
            <a:r>
              <a:rPr lang="zh-CN" altLang="en-US" sz="4400" dirty="0"/>
              <a:t>章 </a:t>
            </a:r>
            <a:r>
              <a:rPr lang="en-US" altLang="zh-CN" sz="4400" dirty="0"/>
              <a:t>AI</a:t>
            </a:r>
            <a:r>
              <a:rPr lang="zh-CN" altLang="en-US" sz="4400" dirty="0"/>
              <a:t>大模型</a:t>
            </a:r>
          </a:p>
        </p:txBody>
      </p:sp>
    </p:spTree>
    <p:custDataLst>
      <p:tags r:id="rId1"/>
    </p:custDataLst>
  </p:cSld>
  <p:clrMapOvr>
    <a:masterClrMapping/>
  </p:clrMapOvr>
  <mc:AlternateContent xmlns:mc="http://schemas.openxmlformats.org/markup-compatibility/2006">
    <mc:Choice xmlns:p14="http://schemas.microsoft.com/office/powerpoint/2010/main" xmlns="" Requires="p14">
      <p:transition>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a:extLst>
              <a:ext uri="{FF2B5EF4-FFF2-40B4-BE49-F238E27FC236}">
                <a16:creationId xmlns:a16="http://schemas.microsoft.com/office/drawing/2014/main" xmlns="" id="{2DFFAB19-6FD7-12A4-9F9E-7494AAA7C4D5}"/>
              </a:ext>
            </a:extLst>
          </p:cNvPr>
          <p:cNvGrpSpPr/>
          <p:nvPr/>
        </p:nvGrpSpPr>
        <p:grpSpPr>
          <a:xfrm>
            <a:off x="5181016" y="618269"/>
            <a:ext cx="4853267" cy="736447"/>
            <a:chOff x="4284032" y="231806"/>
            <a:chExt cx="4853267" cy="736447"/>
          </a:xfrm>
        </p:grpSpPr>
        <p:sp>
          <p:nvSpPr>
            <p:cNvPr id="17" name="矩形: 圆角 16">
              <a:extLst>
                <a:ext uri="{FF2B5EF4-FFF2-40B4-BE49-F238E27FC236}">
                  <a16:creationId xmlns:a16="http://schemas.microsoft.com/office/drawing/2014/main" xmlns="" id="{420DE56A-35DB-2D3D-B976-C8E3A7D11267}"/>
                </a:ext>
              </a:extLst>
            </p:cNvPr>
            <p:cNvSpPr/>
            <p:nvPr>
              <p:custDataLst>
                <p:tags r:id="rId22"/>
              </p:custDataLst>
            </p:nvPr>
          </p:nvSpPr>
          <p:spPr>
            <a:xfrm>
              <a:off x="4284032" y="231806"/>
              <a:ext cx="4853267" cy="736447"/>
            </a:xfrm>
            <a:prstGeom prst="roundRect">
              <a:avLst>
                <a:gd name="adj" fmla="val 6375"/>
              </a:avLst>
            </a:prstGeom>
            <a:solidFill>
              <a:schemeClr val="accent1">
                <a:alpha val="15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dirty="0">
                <a:solidFill>
                  <a:schemeClr val="bg1"/>
                </a:solidFill>
                <a:latin typeface="+mn-ea"/>
                <a:sym typeface="+mn-ea"/>
              </a:endParaRPr>
            </a:p>
          </p:txBody>
        </p:sp>
        <p:cxnSp>
          <p:nvCxnSpPr>
            <p:cNvPr id="18" name="直接连接符 17">
              <a:extLst>
                <a:ext uri="{FF2B5EF4-FFF2-40B4-BE49-F238E27FC236}">
                  <a16:creationId xmlns:a16="http://schemas.microsoft.com/office/drawing/2014/main" xmlns="" id="{B31B240F-40CC-CB05-CEBD-898EE4EE9E9A}"/>
                </a:ext>
              </a:extLst>
            </p:cNvPr>
            <p:cNvCxnSpPr>
              <a:cxnSpLocks/>
            </p:cNvCxnSpPr>
            <p:nvPr>
              <p:custDataLst>
                <p:tags r:id="rId23"/>
              </p:custDataLst>
            </p:nvPr>
          </p:nvCxnSpPr>
          <p:spPr>
            <a:xfrm flipV="1">
              <a:off x="5464534" y="380608"/>
              <a:ext cx="0" cy="459602"/>
            </a:xfrm>
            <a:prstGeom prst="line">
              <a:avLst/>
            </a:prstGeom>
            <a:ln w="25400" cap="rnd">
              <a:solidFill>
                <a:schemeClr val="accent1">
                  <a:lumMod val="40000"/>
                  <a:lumOff val="60000"/>
                  <a:alpha val="80000"/>
                </a:schemeClr>
              </a:solidFill>
            </a:ln>
          </p:spPr>
          <p:style>
            <a:lnRef idx="1">
              <a:schemeClr val="accent1"/>
            </a:lnRef>
            <a:fillRef idx="0">
              <a:schemeClr val="accent1"/>
            </a:fillRef>
            <a:effectRef idx="0">
              <a:schemeClr val="accent1"/>
            </a:effectRef>
            <a:fontRef idx="minor">
              <a:schemeClr val="tx1"/>
            </a:fontRef>
          </p:style>
        </p:cxnSp>
        <p:sp>
          <p:nvSpPr>
            <p:cNvPr id="19" name="项标题">
              <a:extLst>
                <a:ext uri="{FF2B5EF4-FFF2-40B4-BE49-F238E27FC236}">
                  <a16:creationId xmlns:a16="http://schemas.microsoft.com/office/drawing/2014/main" xmlns="" id="{0F307629-6163-3F03-9C1B-B3420CF2E008}"/>
                </a:ext>
              </a:extLst>
            </p:cNvPr>
            <p:cNvSpPr txBox="1"/>
            <p:nvPr>
              <p:custDataLst>
                <p:tags r:id="rId24"/>
              </p:custDataLst>
            </p:nvPr>
          </p:nvSpPr>
          <p:spPr>
            <a:xfrm>
              <a:off x="5877378" y="346349"/>
              <a:ext cx="3041386" cy="533084"/>
            </a:xfrm>
            <a:prstGeom prst="rect">
              <a:avLst/>
            </a:prstGeom>
            <a:noFill/>
          </p:spPr>
          <p:txBody>
            <a:bodyPr wrap="square" lIns="0" tIns="0" rIns="0" bIns="0" rtlCol="0" anchor="ctr" anchorCtr="0">
              <a:noAutofit/>
            </a:bodyPr>
            <a:lstStyle/>
            <a:p>
              <a:pPr>
                <a:lnSpc>
                  <a:spcPct val="120000"/>
                </a:lnSpc>
              </a:pPr>
              <a:r>
                <a:rPr lang="en-US" altLang="zh-CN" b="1" spc="300" dirty="0">
                  <a:solidFill>
                    <a:schemeClr val="tx2"/>
                  </a:solidFill>
                  <a:latin typeface="+mn-ea"/>
                </a:rPr>
                <a:t>AI</a:t>
              </a:r>
              <a:r>
                <a:rPr lang="zh-CN" altLang="en-US" b="1" spc="300" dirty="0">
                  <a:solidFill>
                    <a:schemeClr val="tx2"/>
                  </a:solidFill>
                  <a:latin typeface="+mn-ea"/>
                </a:rPr>
                <a:t>大模型概述</a:t>
              </a:r>
            </a:p>
          </p:txBody>
        </p:sp>
        <p:sp>
          <p:nvSpPr>
            <p:cNvPr id="20" name="序号">
              <a:extLst>
                <a:ext uri="{FF2B5EF4-FFF2-40B4-BE49-F238E27FC236}">
                  <a16:creationId xmlns:a16="http://schemas.microsoft.com/office/drawing/2014/main" xmlns="" id="{670967F5-EB5F-329B-CE99-6358833CF32D}"/>
                </a:ext>
              </a:extLst>
            </p:cNvPr>
            <p:cNvSpPr txBox="1"/>
            <p:nvPr>
              <p:custDataLst>
                <p:tags r:id="rId25"/>
              </p:custDataLst>
            </p:nvPr>
          </p:nvSpPr>
          <p:spPr>
            <a:xfrm>
              <a:off x="4435509" y="231806"/>
              <a:ext cx="872890" cy="736447"/>
            </a:xfrm>
            <a:prstGeom prst="rect">
              <a:avLst/>
            </a:prstGeom>
            <a:noFill/>
          </p:spPr>
          <p:txBody>
            <a:bodyPr wrap="none" lIns="0" tIns="0" rIns="0" bIns="0" rtlCol="0" anchor="ctr" anchorCtr="0">
              <a:noAutofit/>
            </a:bodyPr>
            <a:lstStyle/>
            <a:p>
              <a:pPr algn="ctr">
                <a:lnSpc>
                  <a:spcPct val="100000"/>
                </a:lnSpc>
              </a:pPr>
              <a:r>
                <a:rPr lang="en-US" sz="3600" b="1" dirty="0">
                  <a:gradFill flip="none" rotWithShape="1">
                    <a:gsLst>
                      <a:gs pos="19000">
                        <a:schemeClr val="accent1"/>
                      </a:gs>
                      <a:gs pos="74000">
                        <a:schemeClr val="accent2"/>
                      </a:gs>
                    </a:gsLst>
                    <a:lin ang="2700000" scaled="1"/>
                    <a:tileRect/>
                  </a:gradFill>
                  <a:latin typeface="+mn-ea"/>
                </a:rPr>
                <a:t>01</a:t>
              </a:r>
            </a:p>
          </p:txBody>
        </p:sp>
      </p:grpSp>
      <p:grpSp>
        <p:nvGrpSpPr>
          <p:cNvPr id="21" name="组合 20">
            <a:extLst>
              <a:ext uri="{FF2B5EF4-FFF2-40B4-BE49-F238E27FC236}">
                <a16:creationId xmlns:a16="http://schemas.microsoft.com/office/drawing/2014/main" xmlns="" id="{62E46408-E4B2-7FEC-D194-924106A24E4B}"/>
              </a:ext>
            </a:extLst>
          </p:cNvPr>
          <p:cNvGrpSpPr/>
          <p:nvPr/>
        </p:nvGrpSpPr>
        <p:grpSpPr>
          <a:xfrm>
            <a:off x="5181016" y="1598348"/>
            <a:ext cx="4853267" cy="736447"/>
            <a:chOff x="4284032" y="231806"/>
            <a:chExt cx="4853267" cy="736447"/>
          </a:xfrm>
        </p:grpSpPr>
        <p:sp>
          <p:nvSpPr>
            <p:cNvPr id="22" name="矩形: 圆角 21">
              <a:extLst>
                <a:ext uri="{FF2B5EF4-FFF2-40B4-BE49-F238E27FC236}">
                  <a16:creationId xmlns:a16="http://schemas.microsoft.com/office/drawing/2014/main" xmlns="" id="{4588CDF7-4C55-8119-FE05-C893DC5D824F}"/>
                </a:ext>
              </a:extLst>
            </p:cNvPr>
            <p:cNvSpPr/>
            <p:nvPr>
              <p:custDataLst>
                <p:tags r:id="rId18"/>
              </p:custDataLst>
            </p:nvPr>
          </p:nvSpPr>
          <p:spPr>
            <a:xfrm>
              <a:off x="4284032" y="231806"/>
              <a:ext cx="4853267" cy="736447"/>
            </a:xfrm>
            <a:prstGeom prst="roundRect">
              <a:avLst>
                <a:gd name="adj" fmla="val 6375"/>
              </a:avLst>
            </a:prstGeom>
            <a:solidFill>
              <a:schemeClr val="accent1">
                <a:alpha val="15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dirty="0">
                <a:solidFill>
                  <a:schemeClr val="bg1"/>
                </a:solidFill>
                <a:latin typeface="+mn-ea"/>
                <a:sym typeface="+mn-ea"/>
              </a:endParaRPr>
            </a:p>
          </p:txBody>
        </p:sp>
        <p:cxnSp>
          <p:nvCxnSpPr>
            <p:cNvPr id="23" name="直接连接符 22">
              <a:extLst>
                <a:ext uri="{FF2B5EF4-FFF2-40B4-BE49-F238E27FC236}">
                  <a16:creationId xmlns:a16="http://schemas.microsoft.com/office/drawing/2014/main" xmlns="" id="{4B05C14A-9003-0847-AF0C-F174D376317F}"/>
                </a:ext>
              </a:extLst>
            </p:cNvPr>
            <p:cNvCxnSpPr>
              <a:cxnSpLocks/>
            </p:cNvCxnSpPr>
            <p:nvPr>
              <p:custDataLst>
                <p:tags r:id="rId19"/>
              </p:custDataLst>
            </p:nvPr>
          </p:nvCxnSpPr>
          <p:spPr>
            <a:xfrm flipV="1">
              <a:off x="5464534" y="380608"/>
              <a:ext cx="0" cy="459602"/>
            </a:xfrm>
            <a:prstGeom prst="line">
              <a:avLst/>
            </a:prstGeom>
            <a:ln w="25400" cap="rnd">
              <a:solidFill>
                <a:schemeClr val="accent1">
                  <a:lumMod val="40000"/>
                  <a:lumOff val="60000"/>
                  <a:alpha val="80000"/>
                </a:schemeClr>
              </a:solidFill>
            </a:ln>
          </p:spPr>
          <p:style>
            <a:lnRef idx="1">
              <a:schemeClr val="accent1"/>
            </a:lnRef>
            <a:fillRef idx="0">
              <a:schemeClr val="accent1"/>
            </a:fillRef>
            <a:effectRef idx="0">
              <a:schemeClr val="accent1"/>
            </a:effectRef>
            <a:fontRef idx="minor">
              <a:schemeClr val="tx1"/>
            </a:fontRef>
          </p:style>
        </p:cxnSp>
        <p:sp>
          <p:nvSpPr>
            <p:cNvPr id="24" name="项标题">
              <a:extLst>
                <a:ext uri="{FF2B5EF4-FFF2-40B4-BE49-F238E27FC236}">
                  <a16:creationId xmlns:a16="http://schemas.microsoft.com/office/drawing/2014/main" xmlns="" id="{44737C8E-54A6-E8FD-78F4-BBBB3B2EB8A3}"/>
                </a:ext>
              </a:extLst>
            </p:cNvPr>
            <p:cNvSpPr txBox="1"/>
            <p:nvPr>
              <p:custDataLst>
                <p:tags r:id="rId20"/>
              </p:custDataLst>
            </p:nvPr>
          </p:nvSpPr>
          <p:spPr>
            <a:xfrm>
              <a:off x="5877378" y="346349"/>
              <a:ext cx="3041386" cy="533084"/>
            </a:xfrm>
            <a:prstGeom prst="rect">
              <a:avLst/>
            </a:prstGeom>
            <a:noFill/>
          </p:spPr>
          <p:txBody>
            <a:bodyPr wrap="square" lIns="0" tIns="0" rIns="0" bIns="0" rtlCol="0" anchor="ctr" anchorCtr="0">
              <a:noAutofit/>
            </a:bodyPr>
            <a:lstStyle/>
            <a:p>
              <a:pPr>
                <a:lnSpc>
                  <a:spcPct val="120000"/>
                </a:lnSpc>
              </a:pPr>
              <a:r>
                <a:rPr lang="en-US" altLang="zh-CN" b="1" spc="300" dirty="0">
                  <a:solidFill>
                    <a:schemeClr val="tx2"/>
                  </a:solidFill>
                  <a:latin typeface="+mn-ea"/>
                </a:rPr>
                <a:t>AI</a:t>
              </a:r>
              <a:r>
                <a:rPr lang="zh-CN" altLang="en-US" b="1" spc="300" dirty="0">
                  <a:solidFill>
                    <a:schemeClr val="tx2"/>
                  </a:solidFill>
                  <a:latin typeface="+mn-ea"/>
                </a:rPr>
                <a:t>大模型的核心技术</a:t>
              </a:r>
            </a:p>
          </p:txBody>
        </p:sp>
        <p:sp>
          <p:nvSpPr>
            <p:cNvPr id="25" name="序号">
              <a:extLst>
                <a:ext uri="{FF2B5EF4-FFF2-40B4-BE49-F238E27FC236}">
                  <a16:creationId xmlns:a16="http://schemas.microsoft.com/office/drawing/2014/main" xmlns="" id="{F1CC09C6-77B7-880B-32F9-1EB229593C99}"/>
                </a:ext>
              </a:extLst>
            </p:cNvPr>
            <p:cNvSpPr txBox="1"/>
            <p:nvPr>
              <p:custDataLst>
                <p:tags r:id="rId21"/>
              </p:custDataLst>
            </p:nvPr>
          </p:nvSpPr>
          <p:spPr>
            <a:xfrm>
              <a:off x="4435509" y="231806"/>
              <a:ext cx="872890" cy="736447"/>
            </a:xfrm>
            <a:prstGeom prst="rect">
              <a:avLst/>
            </a:prstGeom>
            <a:noFill/>
          </p:spPr>
          <p:txBody>
            <a:bodyPr wrap="none" lIns="0" tIns="0" rIns="0" bIns="0" rtlCol="0" anchor="ctr" anchorCtr="0">
              <a:noAutofit/>
            </a:bodyPr>
            <a:lstStyle/>
            <a:p>
              <a:pPr algn="ctr">
                <a:lnSpc>
                  <a:spcPct val="100000"/>
                </a:lnSpc>
              </a:pPr>
              <a:r>
                <a:rPr lang="en-US" sz="3600" b="1" dirty="0">
                  <a:gradFill flip="none" rotWithShape="1">
                    <a:gsLst>
                      <a:gs pos="19000">
                        <a:schemeClr val="accent1"/>
                      </a:gs>
                      <a:gs pos="74000">
                        <a:schemeClr val="accent2"/>
                      </a:gs>
                    </a:gsLst>
                    <a:lin ang="2700000" scaled="1"/>
                    <a:tileRect/>
                  </a:gradFill>
                  <a:latin typeface="+mn-ea"/>
                </a:rPr>
                <a:t>02</a:t>
              </a:r>
            </a:p>
          </p:txBody>
        </p:sp>
      </p:grpSp>
      <p:grpSp>
        <p:nvGrpSpPr>
          <p:cNvPr id="27" name="组合 26">
            <a:extLst>
              <a:ext uri="{FF2B5EF4-FFF2-40B4-BE49-F238E27FC236}">
                <a16:creationId xmlns:a16="http://schemas.microsoft.com/office/drawing/2014/main" xmlns="" id="{621E21C1-9CC6-0860-0A83-4294F6E39206}"/>
              </a:ext>
            </a:extLst>
          </p:cNvPr>
          <p:cNvGrpSpPr/>
          <p:nvPr/>
        </p:nvGrpSpPr>
        <p:grpSpPr>
          <a:xfrm>
            <a:off x="5181016" y="2578427"/>
            <a:ext cx="4853267" cy="736447"/>
            <a:chOff x="4284032" y="231806"/>
            <a:chExt cx="4853267" cy="736447"/>
          </a:xfrm>
        </p:grpSpPr>
        <p:sp>
          <p:nvSpPr>
            <p:cNvPr id="28" name="矩形: 圆角 27">
              <a:extLst>
                <a:ext uri="{FF2B5EF4-FFF2-40B4-BE49-F238E27FC236}">
                  <a16:creationId xmlns:a16="http://schemas.microsoft.com/office/drawing/2014/main" xmlns="" id="{2E73FECE-E863-3F60-705B-03F83C544CD0}"/>
                </a:ext>
              </a:extLst>
            </p:cNvPr>
            <p:cNvSpPr/>
            <p:nvPr>
              <p:custDataLst>
                <p:tags r:id="rId14"/>
              </p:custDataLst>
            </p:nvPr>
          </p:nvSpPr>
          <p:spPr>
            <a:xfrm>
              <a:off x="4284032" y="231806"/>
              <a:ext cx="4853267" cy="736447"/>
            </a:xfrm>
            <a:prstGeom prst="roundRect">
              <a:avLst>
                <a:gd name="adj" fmla="val 6375"/>
              </a:avLst>
            </a:prstGeom>
            <a:solidFill>
              <a:schemeClr val="accent1">
                <a:alpha val="15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dirty="0">
                <a:solidFill>
                  <a:schemeClr val="bg1"/>
                </a:solidFill>
                <a:latin typeface="+mn-ea"/>
                <a:sym typeface="+mn-ea"/>
              </a:endParaRPr>
            </a:p>
          </p:txBody>
        </p:sp>
        <p:cxnSp>
          <p:nvCxnSpPr>
            <p:cNvPr id="29" name="直接连接符 28">
              <a:extLst>
                <a:ext uri="{FF2B5EF4-FFF2-40B4-BE49-F238E27FC236}">
                  <a16:creationId xmlns:a16="http://schemas.microsoft.com/office/drawing/2014/main" xmlns="" id="{4AB61677-C980-5857-2FAF-553A3030667C}"/>
                </a:ext>
              </a:extLst>
            </p:cNvPr>
            <p:cNvCxnSpPr>
              <a:cxnSpLocks/>
            </p:cNvCxnSpPr>
            <p:nvPr>
              <p:custDataLst>
                <p:tags r:id="rId15"/>
              </p:custDataLst>
            </p:nvPr>
          </p:nvCxnSpPr>
          <p:spPr>
            <a:xfrm flipV="1">
              <a:off x="5464534" y="380608"/>
              <a:ext cx="0" cy="459602"/>
            </a:xfrm>
            <a:prstGeom prst="line">
              <a:avLst/>
            </a:prstGeom>
            <a:ln w="25400" cap="rnd">
              <a:solidFill>
                <a:schemeClr val="accent1">
                  <a:lumMod val="40000"/>
                  <a:lumOff val="60000"/>
                  <a:alpha val="80000"/>
                </a:schemeClr>
              </a:solidFill>
            </a:ln>
          </p:spPr>
          <p:style>
            <a:lnRef idx="1">
              <a:schemeClr val="accent1"/>
            </a:lnRef>
            <a:fillRef idx="0">
              <a:schemeClr val="accent1"/>
            </a:fillRef>
            <a:effectRef idx="0">
              <a:schemeClr val="accent1"/>
            </a:effectRef>
            <a:fontRef idx="minor">
              <a:schemeClr val="tx1"/>
            </a:fontRef>
          </p:style>
        </p:cxnSp>
        <p:sp>
          <p:nvSpPr>
            <p:cNvPr id="30" name="项标题">
              <a:extLst>
                <a:ext uri="{FF2B5EF4-FFF2-40B4-BE49-F238E27FC236}">
                  <a16:creationId xmlns:a16="http://schemas.microsoft.com/office/drawing/2014/main" xmlns="" id="{FD47A032-C729-7E2F-04C6-5B728D323FB5}"/>
                </a:ext>
              </a:extLst>
            </p:cNvPr>
            <p:cNvSpPr txBox="1"/>
            <p:nvPr>
              <p:custDataLst>
                <p:tags r:id="rId16"/>
              </p:custDataLst>
            </p:nvPr>
          </p:nvSpPr>
          <p:spPr>
            <a:xfrm>
              <a:off x="5877378" y="346349"/>
              <a:ext cx="3041386" cy="533084"/>
            </a:xfrm>
            <a:prstGeom prst="rect">
              <a:avLst/>
            </a:prstGeom>
            <a:noFill/>
          </p:spPr>
          <p:txBody>
            <a:bodyPr wrap="square" lIns="0" tIns="0" rIns="0" bIns="0" rtlCol="0" anchor="ctr" anchorCtr="0">
              <a:noAutofit/>
            </a:bodyPr>
            <a:lstStyle/>
            <a:p>
              <a:pPr>
                <a:lnSpc>
                  <a:spcPct val="120000"/>
                </a:lnSpc>
              </a:pPr>
              <a:r>
                <a:rPr lang="zh-CN" altLang="en-US" b="1" spc="300" dirty="0">
                  <a:solidFill>
                    <a:schemeClr val="tx2"/>
                  </a:solidFill>
                  <a:latin typeface="+mn-ea"/>
                </a:rPr>
                <a:t>典型</a:t>
              </a:r>
              <a:r>
                <a:rPr lang="en-US" altLang="zh-CN" b="1" spc="300" dirty="0">
                  <a:solidFill>
                    <a:schemeClr val="tx2"/>
                  </a:solidFill>
                  <a:latin typeface="+mn-ea"/>
                </a:rPr>
                <a:t>AI</a:t>
              </a:r>
              <a:r>
                <a:rPr lang="zh-CN" altLang="en-US" b="1" spc="300" dirty="0">
                  <a:solidFill>
                    <a:schemeClr val="tx2"/>
                  </a:solidFill>
                  <a:latin typeface="+mn-ea"/>
                </a:rPr>
                <a:t>大模型简介</a:t>
              </a:r>
            </a:p>
          </p:txBody>
        </p:sp>
        <p:sp>
          <p:nvSpPr>
            <p:cNvPr id="31" name="序号">
              <a:extLst>
                <a:ext uri="{FF2B5EF4-FFF2-40B4-BE49-F238E27FC236}">
                  <a16:creationId xmlns:a16="http://schemas.microsoft.com/office/drawing/2014/main" xmlns="" id="{311B1D66-2EE3-6AA3-318B-248A8BB67E44}"/>
                </a:ext>
              </a:extLst>
            </p:cNvPr>
            <p:cNvSpPr txBox="1"/>
            <p:nvPr>
              <p:custDataLst>
                <p:tags r:id="rId17"/>
              </p:custDataLst>
            </p:nvPr>
          </p:nvSpPr>
          <p:spPr>
            <a:xfrm>
              <a:off x="4435509" y="231806"/>
              <a:ext cx="872890" cy="736447"/>
            </a:xfrm>
            <a:prstGeom prst="rect">
              <a:avLst/>
            </a:prstGeom>
            <a:noFill/>
          </p:spPr>
          <p:txBody>
            <a:bodyPr wrap="none" lIns="0" tIns="0" rIns="0" bIns="0" rtlCol="0" anchor="ctr" anchorCtr="0">
              <a:noAutofit/>
            </a:bodyPr>
            <a:lstStyle/>
            <a:p>
              <a:pPr algn="ctr">
                <a:lnSpc>
                  <a:spcPct val="100000"/>
                </a:lnSpc>
              </a:pPr>
              <a:r>
                <a:rPr lang="en-US" sz="3600" b="1" dirty="0">
                  <a:gradFill flip="none" rotWithShape="1">
                    <a:gsLst>
                      <a:gs pos="19000">
                        <a:schemeClr val="accent1"/>
                      </a:gs>
                      <a:gs pos="74000">
                        <a:schemeClr val="accent2"/>
                      </a:gs>
                    </a:gsLst>
                    <a:lin ang="2700000" scaled="1"/>
                    <a:tileRect/>
                  </a:gradFill>
                  <a:latin typeface="+mn-ea"/>
                </a:rPr>
                <a:t>03</a:t>
              </a:r>
            </a:p>
          </p:txBody>
        </p:sp>
      </p:grpSp>
      <p:grpSp>
        <p:nvGrpSpPr>
          <p:cNvPr id="32" name="组合 31">
            <a:extLst>
              <a:ext uri="{FF2B5EF4-FFF2-40B4-BE49-F238E27FC236}">
                <a16:creationId xmlns:a16="http://schemas.microsoft.com/office/drawing/2014/main" xmlns="" id="{916AC4D3-09E9-34DC-06DD-2B0711774434}"/>
              </a:ext>
            </a:extLst>
          </p:cNvPr>
          <p:cNvGrpSpPr/>
          <p:nvPr/>
        </p:nvGrpSpPr>
        <p:grpSpPr>
          <a:xfrm>
            <a:off x="5181016" y="3558506"/>
            <a:ext cx="4853267" cy="736447"/>
            <a:chOff x="4284032" y="231806"/>
            <a:chExt cx="4853267" cy="736447"/>
          </a:xfrm>
        </p:grpSpPr>
        <p:sp>
          <p:nvSpPr>
            <p:cNvPr id="33" name="矩形: 圆角 32">
              <a:extLst>
                <a:ext uri="{FF2B5EF4-FFF2-40B4-BE49-F238E27FC236}">
                  <a16:creationId xmlns:a16="http://schemas.microsoft.com/office/drawing/2014/main" xmlns="" id="{C20B1F59-F592-E827-F7BC-E1ACEE080BDD}"/>
                </a:ext>
              </a:extLst>
            </p:cNvPr>
            <p:cNvSpPr/>
            <p:nvPr>
              <p:custDataLst>
                <p:tags r:id="rId10"/>
              </p:custDataLst>
            </p:nvPr>
          </p:nvSpPr>
          <p:spPr>
            <a:xfrm>
              <a:off x="4284032" y="231806"/>
              <a:ext cx="4853267" cy="736447"/>
            </a:xfrm>
            <a:prstGeom prst="roundRect">
              <a:avLst>
                <a:gd name="adj" fmla="val 6375"/>
              </a:avLst>
            </a:prstGeom>
            <a:solidFill>
              <a:schemeClr val="accent1">
                <a:alpha val="15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dirty="0">
                <a:solidFill>
                  <a:schemeClr val="bg1"/>
                </a:solidFill>
                <a:latin typeface="+mn-ea"/>
                <a:sym typeface="+mn-ea"/>
              </a:endParaRPr>
            </a:p>
          </p:txBody>
        </p:sp>
        <p:cxnSp>
          <p:nvCxnSpPr>
            <p:cNvPr id="38" name="直接连接符 37">
              <a:extLst>
                <a:ext uri="{FF2B5EF4-FFF2-40B4-BE49-F238E27FC236}">
                  <a16:creationId xmlns:a16="http://schemas.microsoft.com/office/drawing/2014/main" xmlns="" id="{41FE7D18-88A6-AD11-7044-4B4D63BFE2EF}"/>
                </a:ext>
              </a:extLst>
            </p:cNvPr>
            <p:cNvCxnSpPr>
              <a:cxnSpLocks/>
            </p:cNvCxnSpPr>
            <p:nvPr>
              <p:custDataLst>
                <p:tags r:id="rId11"/>
              </p:custDataLst>
            </p:nvPr>
          </p:nvCxnSpPr>
          <p:spPr>
            <a:xfrm flipV="1">
              <a:off x="5464534" y="380608"/>
              <a:ext cx="0" cy="459602"/>
            </a:xfrm>
            <a:prstGeom prst="line">
              <a:avLst/>
            </a:prstGeom>
            <a:ln w="25400" cap="rnd">
              <a:solidFill>
                <a:schemeClr val="accent1">
                  <a:lumMod val="40000"/>
                  <a:lumOff val="60000"/>
                  <a:alpha val="80000"/>
                </a:schemeClr>
              </a:solidFill>
            </a:ln>
          </p:spPr>
          <p:style>
            <a:lnRef idx="1">
              <a:schemeClr val="accent1"/>
            </a:lnRef>
            <a:fillRef idx="0">
              <a:schemeClr val="accent1"/>
            </a:fillRef>
            <a:effectRef idx="0">
              <a:schemeClr val="accent1"/>
            </a:effectRef>
            <a:fontRef idx="minor">
              <a:schemeClr val="tx1"/>
            </a:fontRef>
          </p:style>
        </p:cxnSp>
        <p:sp>
          <p:nvSpPr>
            <p:cNvPr id="39" name="项标题">
              <a:extLst>
                <a:ext uri="{FF2B5EF4-FFF2-40B4-BE49-F238E27FC236}">
                  <a16:creationId xmlns:a16="http://schemas.microsoft.com/office/drawing/2014/main" xmlns="" id="{302DA6D6-69CD-86F6-9EF1-FFC02F07EC10}"/>
                </a:ext>
              </a:extLst>
            </p:cNvPr>
            <p:cNvSpPr txBox="1"/>
            <p:nvPr>
              <p:custDataLst>
                <p:tags r:id="rId12"/>
              </p:custDataLst>
            </p:nvPr>
          </p:nvSpPr>
          <p:spPr>
            <a:xfrm>
              <a:off x="5877378" y="346349"/>
              <a:ext cx="3041386" cy="533084"/>
            </a:xfrm>
            <a:prstGeom prst="rect">
              <a:avLst/>
            </a:prstGeom>
            <a:noFill/>
          </p:spPr>
          <p:txBody>
            <a:bodyPr wrap="square" lIns="0" tIns="0" rIns="0" bIns="0" rtlCol="0" anchor="ctr" anchorCtr="0">
              <a:noAutofit/>
            </a:bodyPr>
            <a:lstStyle/>
            <a:p>
              <a:pPr>
                <a:lnSpc>
                  <a:spcPct val="120000"/>
                </a:lnSpc>
              </a:pPr>
              <a:r>
                <a:rPr lang="en-US" altLang="zh-CN" b="1" spc="300" dirty="0">
                  <a:solidFill>
                    <a:schemeClr val="tx2"/>
                  </a:solidFill>
                  <a:latin typeface="+mn-ea"/>
                </a:rPr>
                <a:t>AI</a:t>
              </a:r>
              <a:r>
                <a:rPr lang="zh-CN" altLang="en-US" b="1" spc="300" dirty="0">
                  <a:solidFill>
                    <a:schemeClr val="tx2"/>
                  </a:solidFill>
                  <a:latin typeface="+mn-ea"/>
                </a:rPr>
                <a:t>大模型应用开发基础</a:t>
              </a:r>
            </a:p>
          </p:txBody>
        </p:sp>
        <p:sp>
          <p:nvSpPr>
            <p:cNvPr id="40" name="序号">
              <a:extLst>
                <a:ext uri="{FF2B5EF4-FFF2-40B4-BE49-F238E27FC236}">
                  <a16:creationId xmlns:a16="http://schemas.microsoft.com/office/drawing/2014/main" xmlns="" id="{4348C9FE-2024-207D-CB15-1F64A65B3A8B}"/>
                </a:ext>
              </a:extLst>
            </p:cNvPr>
            <p:cNvSpPr txBox="1"/>
            <p:nvPr>
              <p:custDataLst>
                <p:tags r:id="rId13"/>
              </p:custDataLst>
            </p:nvPr>
          </p:nvSpPr>
          <p:spPr>
            <a:xfrm>
              <a:off x="4435509" y="231806"/>
              <a:ext cx="872890" cy="736447"/>
            </a:xfrm>
            <a:prstGeom prst="rect">
              <a:avLst/>
            </a:prstGeom>
            <a:noFill/>
          </p:spPr>
          <p:txBody>
            <a:bodyPr wrap="none" lIns="0" tIns="0" rIns="0" bIns="0" rtlCol="0" anchor="ctr" anchorCtr="0">
              <a:noAutofit/>
            </a:bodyPr>
            <a:lstStyle/>
            <a:p>
              <a:pPr algn="ctr">
                <a:lnSpc>
                  <a:spcPct val="100000"/>
                </a:lnSpc>
              </a:pPr>
              <a:r>
                <a:rPr lang="en-US" sz="3600" b="1" dirty="0">
                  <a:gradFill flip="none" rotWithShape="1">
                    <a:gsLst>
                      <a:gs pos="19000">
                        <a:schemeClr val="accent1"/>
                      </a:gs>
                      <a:gs pos="74000">
                        <a:schemeClr val="accent2"/>
                      </a:gs>
                    </a:gsLst>
                    <a:lin ang="2700000" scaled="1"/>
                    <a:tileRect/>
                  </a:gradFill>
                  <a:latin typeface="+mn-ea"/>
                </a:rPr>
                <a:t>04</a:t>
              </a:r>
            </a:p>
          </p:txBody>
        </p:sp>
      </p:grpSp>
      <p:grpSp>
        <p:nvGrpSpPr>
          <p:cNvPr id="41" name="组合 40">
            <a:extLst>
              <a:ext uri="{FF2B5EF4-FFF2-40B4-BE49-F238E27FC236}">
                <a16:creationId xmlns:a16="http://schemas.microsoft.com/office/drawing/2014/main" xmlns="" id="{A5E9C42B-3FC3-D640-976C-BE90BF809FA9}"/>
              </a:ext>
            </a:extLst>
          </p:cNvPr>
          <p:cNvGrpSpPr/>
          <p:nvPr/>
        </p:nvGrpSpPr>
        <p:grpSpPr>
          <a:xfrm>
            <a:off x="5181016" y="4538585"/>
            <a:ext cx="4853267" cy="736447"/>
            <a:chOff x="4284032" y="231806"/>
            <a:chExt cx="4853267" cy="736447"/>
          </a:xfrm>
        </p:grpSpPr>
        <p:sp>
          <p:nvSpPr>
            <p:cNvPr id="42" name="矩形: 圆角 41">
              <a:extLst>
                <a:ext uri="{FF2B5EF4-FFF2-40B4-BE49-F238E27FC236}">
                  <a16:creationId xmlns:a16="http://schemas.microsoft.com/office/drawing/2014/main" xmlns="" id="{C5B058BA-5058-841B-B26C-4F3A48E48738}"/>
                </a:ext>
              </a:extLst>
            </p:cNvPr>
            <p:cNvSpPr/>
            <p:nvPr>
              <p:custDataLst>
                <p:tags r:id="rId6"/>
              </p:custDataLst>
            </p:nvPr>
          </p:nvSpPr>
          <p:spPr>
            <a:xfrm>
              <a:off x="4284032" y="231806"/>
              <a:ext cx="4853267" cy="736447"/>
            </a:xfrm>
            <a:prstGeom prst="roundRect">
              <a:avLst>
                <a:gd name="adj" fmla="val 6375"/>
              </a:avLst>
            </a:prstGeom>
            <a:solidFill>
              <a:schemeClr val="accent1">
                <a:alpha val="15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dirty="0">
                <a:solidFill>
                  <a:schemeClr val="bg1"/>
                </a:solidFill>
                <a:latin typeface="+mn-ea"/>
                <a:sym typeface="+mn-ea"/>
              </a:endParaRPr>
            </a:p>
          </p:txBody>
        </p:sp>
        <p:cxnSp>
          <p:nvCxnSpPr>
            <p:cNvPr id="43" name="直接连接符 42">
              <a:extLst>
                <a:ext uri="{FF2B5EF4-FFF2-40B4-BE49-F238E27FC236}">
                  <a16:creationId xmlns:a16="http://schemas.microsoft.com/office/drawing/2014/main" xmlns="" id="{734F3BCB-00B4-0CF9-3E9E-6F0D5299CB83}"/>
                </a:ext>
              </a:extLst>
            </p:cNvPr>
            <p:cNvCxnSpPr>
              <a:cxnSpLocks/>
            </p:cNvCxnSpPr>
            <p:nvPr>
              <p:custDataLst>
                <p:tags r:id="rId7"/>
              </p:custDataLst>
            </p:nvPr>
          </p:nvCxnSpPr>
          <p:spPr>
            <a:xfrm flipV="1">
              <a:off x="5464534" y="380608"/>
              <a:ext cx="0" cy="459602"/>
            </a:xfrm>
            <a:prstGeom prst="line">
              <a:avLst/>
            </a:prstGeom>
            <a:ln w="25400" cap="rnd">
              <a:solidFill>
                <a:schemeClr val="accent1">
                  <a:lumMod val="40000"/>
                  <a:lumOff val="60000"/>
                  <a:alpha val="80000"/>
                </a:schemeClr>
              </a:solidFill>
            </a:ln>
          </p:spPr>
          <p:style>
            <a:lnRef idx="1">
              <a:schemeClr val="accent1"/>
            </a:lnRef>
            <a:fillRef idx="0">
              <a:schemeClr val="accent1"/>
            </a:fillRef>
            <a:effectRef idx="0">
              <a:schemeClr val="accent1"/>
            </a:effectRef>
            <a:fontRef idx="minor">
              <a:schemeClr val="tx1"/>
            </a:fontRef>
          </p:style>
        </p:cxnSp>
        <p:sp>
          <p:nvSpPr>
            <p:cNvPr id="44" name="项标题">
              <a:extLst>
                <a:ext uri="{FF2B5EF4-FFF2-40B4-BE49-F238E27FC236}">
                  <a16:creationId xmlns:a16="http://schemas.microsoft.com/office/drawing/2014/main" xmlns="" id="{1064C99B-29EE-D2A4-26FA-28EE184F1160}"/>
                </a:ext>
              </a:extLst>
            </p:cNvPr>
            <p:cNvSpPr txBox="1"/>
            <p:nvPr>
              <p:custDataLst>
                <p:tags r:id="rId8"/>
              </p:custDataLst>
            </p:nvPr>
          </p:nvSpPr>
          <p:spPr>
            <a:xfrm>
              <a:off x="5877378" y="346349"/>
              <a:ext cx="3041386" cy="533084"/>
            </a:xfrm>
            <a:prstGeom prst="rect">
              <a:avLst/>
            </a:prstGeom>
            <a:noFill/>
          </p:spPr>
          <p:txBody>
            <a:bodyPr wrap="square" lIns="0" tIns="0" rIns="0" bIns="0" rtlCol="0" anchor="ctr" anchorCtr="0">
              <a:noAutofit/>
            </a:bodyPr>
            <a:lstStyle/>
            <a:p>
              <a:pPr>
                <a:lnSpc>
                  <a:spcPct val="120000"/>
                </a:lnSpc>
              </a:pPr>
              <a:r>
                <a:rPr lang="en-US" altLang="zh-CN" b="1" spc="300" dirty="0">
                  <a:solidFill>
                    <a:schemeClr val="tx2"/>
                  </a:solidFill>
                  <a:latin typeface="+mn-ea"/>
                </a:rPr>
                <a:t>AI</a:t>
              </a:r>
              <a:r>
                <a:rPr lang="zh-CN" altLang="en-US" b="1" spc="300" dirty="0">
                  <a:solidFill>
                    <a:schemeClr val="tx2"/>
                  </a:solidFill>
                  <a:latin typeface="+mn-ea"/>
                </a:rPr>
                <a:t>大模型的典型应用</a:t>
              </a:r>
            </a:p>
          </p:txBody>
        </p:sp>
        <p:sp>
          <p:nvSpPr>
            <p:cNvPr id="45" name="序号">
              <a:extLst>
                <a:ext uri="{FF2B5EF4-FFF2-40B4-BE49-F238E27FC236}">
                  <a16:creationId xmlns:a16="http://schemas.microsoft.com/office/drawing/2014/main" xmlns="" id="{D01B4DA5-A0B2-F949-4621-33E234089D47}"/>
                </a:ext>
              </a:extLst>
            </p:cNvPr>
            <p:cNvSpPr txBox="1"/>
            <p:nvPr>
              <p:custDataLst>
                <p:tags r:id="rId9"/>
              </p:custDataLst>
            </p:nvPr>
          </p:nvSpPr>
          <p:spPr>
            <a:xfrm>
              <a:off x="4435509" y="231806"/>
              <a:ext cx="872890" cy="736447"/>
            </a:xfrm>
            <a:prstGeom prst="rect">
              <a:avLst/>
            </a:prstGeom>
            <a:noFill/>
          </p:spPr>
          <p:txBody>
            <a:bodyPr wrap="none" lIns="0" tIns="0" rIns="0" bIns="0" rtlCol="0" anchor="ctr" anchorCtr="0">
              <a:noAutofit/>
            </a:bodyPr>
            <a:lstStyle/>
            <a:p>
              <a:pPr algn="ctr">
                <a:lnSpc>
                  <a:spcPct val="100000"/>
                </a:lnSpc>
              </a:pPr>
              <a:r>
                <a:rPr lang="en-US" sz="3600" b="1" dirty="0">
                  <a:gradFill flip="none" rotWithShape="1">
                    <a:gsLst>
                      <a:gs pos="19000">
                        <a:schemeClr val="accent1"/>
                      </a:gs>
                      <a:gs pos="74000">
                        <a:schemeClr val="accent2"/>
                      </a:gs>
                    </a:gsLst>
                    <a:lin ang="2700000" scaled="1"/>
                    <a:tileRect/>
                  </a:gradFill>
                  <a:latin typeface="+mn-ea"/>
                </a:rPr>
                <a:t>05</a:t>
              </a:r>
            </a:p>
          </p:txBody>
        </p:sp>
      </p:grpSp>
      <p:grpSp>
        <p:nvGrpSpPr>
          <p:cNvPr id="46" name="组合 45">
            <a:extLst>
              <a:ext uri="{FF2B5EF4-FFF2-40B4-BE49-F238E27FC236}">
                <a16:creationId xmlns:a16="http://schemas.microsoft.com/office/drawing/2014/main" xmlns="" id="{D23285B3-A3F4-CC7C-CEBB-F69F0C2EC421}"/>
              </a:ext>
            </a:extLst>
          </p:cNvPr>
          <p:cNvGrpSpPr/>
          <p:nvPr/>
        </p:nvGrpSpPr>
        <p:grpSpPr>
          <a:xfrm>
            <a:off x="5181016" y="5518665"/>
            <a:ext cx="4853267" cy="736447"/>
            <a:chOff x="4284032" y="231806"/>
            <a:chExt cx="4853267" cy="736447"/>
          </a:xfrm>
        </p:grpSpPr>
        <p:sp>
          <p:nvSpPr>
            <p:cNvPr id="47" name="矩形: 圆角 46">
              <a:extLst>
                <a:ext uri="{FF2B5EF4-FFF2-40B4-BE49-F238E27FC236}">
                  <a16:creationId xmlns:a16="http://schemas.microsoft.com/office/drawing/2014/main" xmlns="" id="{EB7BA1EB-E31E-36C4-174D-214493B36DA7}"/>
                </a:ext>
              </a:extLst>
            </p:cNvPr>
            <p:cNvSpPr/>
            <p:nvPr>
              <p:custDataLst>
                <p:tags r:id="rId2"/>
              </p:custDataLst>
            </p:nvPr>
          </p:nvSpPr>
          <p:spPr>
            <a:xfrm>
              <a:off x="4284032" y="231806"/>
              <a:ext cx="4853267" cy="736447"/>
            </a:xfrm>
            <a:prstGeom prst="roundRect">
              <a:avLst>
                <a:gd name="adj" fmla="val 6375"/>
              </a:avLst>
            </a:prstGeom>
            <a:solidFill>
              <a:schemeClr val="accent1">
                <a:alpha val="15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dirty="0">
                <a:solidFill>
                  <a:schemeClr val="bg1"/>
                </a:solidFill>
                <a:latin typeface="+mn-ea"/>
                <a:sym typeface="+mn-ea"/>
              </a:endParaRPr>
            </a:p>
          </p:txBody>
        </p:sp>
        <p:cxnSp>
          <p:nvCxnSpPr>
            <p:cNvPr id="48" name="直接连接符 47">
              <a:extLst>
                <a:ext uri="{FF2B5EF4-FFF2-40B4-BE49-F238E27FC236}">
                  <a16:creationId xmlns:a16="http://schemas.microsoft.com/office/drawing/2014/main" xmlns="" id="{8DA7369A-7FAD-9CCC-EBD1-C1B4604C3A6A}"/>
                </a:ext>
              </a:extLst>
            </p:cNvPr>
            <p:cNvCxnSpPr>
              <a:cxnSpLocks/>
            </p:cNvCxnSpPr>
            <p:nvPr>
              <p:custDataLst>
                <p:tags r:id="rId3"/>
              </p:custDataLst>
            </p:nvPr>
          </p:nvCxnSpPr>
          <p:spPr>
            <a:xfrm flipV="1">
              <a:off x="5464534" y="380608"/>
              <a:ext cx="0" cy="459602"/>
            </a:xfrm>
            <a:prstGeom prst="line">
              <a:avLst/>
            </a:prstGeom>
            <a:ln w="25400" cap="rnd">
              <a:solidFill>
                <a:schemeClr val="accent1">
                  <a:lumMod val="40000"/>
                  <a:lumOff val="60000"/>
                  <a:alpha val="80000"/>
                </a:schemeClr>
              </a:solidFill>
            </a:ln>
          </p:spPr>
          <p:style>
            <a:lnRef idx="1">
              <a:schemeClr val="accent1"/>
            </a:lnRef>
            <a:fillRef idx="0">
              <a:schemeClr val="accent1"/>
            </a:fillRef>
            <a:effectRef idx="0">
              <a:schemeClr val="accent1"/>
            </a:effectRef>
            <a:fontRef idx="minor">
              <a:schemeClr val="tx1"/>
            </a:fontRef>
          </p:style>
        </p:cxnSp>
        <p:sp>
          <p:nvSpPr>
            <p:cNvPr id="49" name="项标题">
              <a:extLst>
                <a:ext uri="{FF2B5EF4-FFF2-40B4-BE49-F238E27FC236}">
                  <a16:creationId xmlns:a16="http://schemas.microsoft.com/office/drawing/2014/main" xmlns="" id="{5E8C4746-AEF7-6B18-E862-E76555C571E6}"/>
                </a:ext>
              </a:extLst>
            </p:cNvPr>
            <p:cNvSpPr txBox="1"/>
            <p:nvPr>
              <p:custDataLst>
                <p:tags r:id="rId4"/>
              </p:custDataLst>
            </p:nvPr>
          </p:nvSpPr>
          <p:spPr>
            <a:xfrm>
              <a:off x="5877378" y="346349"/>
              <a:ext cx="3041386" cy="533084"/>
            </a:xfrm>
            <a:prstGeom prst="rect">
              <a:avLst/>
            </a:prstGeom>
            <a:noFill/>
          </p:spPr>
          <p:txBody>
            <a:bodyPr wrap="square" lIns="0" tIns="0" rIns="0" bIns="0" rtlCol="0" anchor="ctr" anchorCtr="0">
              <a:noAutofit/>
            </a:bodyPr>
            <a:lstStyle/>
            <a:p>
              <a:pPr>
                <a:lnSpc>
                  <a:spcPct val="120000"/>
                </a:lnSpc>
              </a:pPr>
              <a:r>
                <a:rPr lang="zh-CN" altLang="en-US" b="1" spc="300" dirty="0">
                  <a:solidFill>
                    <a:schemeClr val="tx2"/>
                  </a:solidFill>
                  <a:latin typeface="+mn-ea"/>
                </a:rPr>
                <a:t>课后习题</a:t>
              </a:r>
            </a:p>
          </p:txBody>
        </p:sp>
        <p:sp>
          <p:nvSpPr>
            <p:cNvPr id="50" name="序号">
              <a:extLst>
                <a:ext uri="{FF2B5EF4-FFF2-40B4-BE49-F238E27FC236}">
                  <a16:creationId xmlns:a16="http://schemas.microsoft.com/office/drawing/2014/main" xmlns="" id="{5446ABF8-7C7E-E8CB-B3D7-6F94E43ECEF6}"/>
                </a:ext>
              </a:extLst>
            </p:cNvPr>
            <p:cNvSpPr txBox="1"/>
            <p:nvPr>
              <p:custDataLst>
                <p:tags r:id="rId5"/>
              </p:custDataLst>
            </p:nvPr>
          </p:nvSpPr>
          <p:spPr>
            <a:xfrm>
              <a:off x="4435509" y="231806"/>
              <a:ext cx="872890" cy="736447"/>
            </a:xfrm>
            <a:prstGeom prst="rect">
              <a:avLst/>
            </a:prstGeom>
            <a:noFill/>
          </p:spPr>
          <p:txBody>
            <a:bodyPr wrap="none" lIns="0" tIns="0" rIns="0" bIns="0" rtlCol="0" anchor="ctr" anchorCtr="0">
              <a:noAutofit/>
            </a:bodyPr>
            <a:lstStyle/>
            <a:p>
              <a:pPr algn="ctr">
                <a:lnSpc>
                  <a:spcPct val="100000"/>
                </a:lnSpc>
              </a:pPr>
              <a:r>
                <a:rPr lang="en-US" sz="3600" b="1" dirty="0">
                  <a:gradFill flip="none" rotWithShape="1">
                    <a:gsLst>
                      <a:gs pos="19000">
                        <a:schemeClr val="accent1"/>
                      </a:gs>
                      <a:gs pos="74000">
                        <a:schemeClr val="accent2"/>
                      </a:gs>
                    </a:gsLst>
                    <a:lin ang="2700000" scaled="1"/>
                    <a:tileRect/>
                  </a:gradFill>
                  <a:latin typeface="+mn-ea"/>
                </a:rPr>
                <a:t>06</a:t>
              </a:r>
            </a:p>
          </p:txBody>
        </p:sp>
      </p:grpSp>
    </p:spTree>
    <p:custDataLst>
      <p:tags r:id="rId1"/>
    </p:custDataLst>
  </p:cSld>
  <p:clrMapOvr>
    <a:masterClrMapping/>
  </p:clrMapOvr>
  <mc:AlternateContent xmlns:mc="http://schemas.openxmlformats.org/markup-compatibility/2006">
    <mc:Choice xmlns:p14="http://schemas.microsoft.com/office/powerpoint/2010/main" xmlns="" Requires="p14">
      <p:transition>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2"/>
            </p:custDataLst>
          </p:nvPr>
        </p:nvSpPr>
        <p:spPr>
          <a:xfrm>
            <a:off x="5132246" y="2864881"/>
            <a:ext cx="6658064" cy="1325563"/>
          </a:xfrm>
        </p:spPr>
        <p:txBody>
          <a:bodyPr>
            <a:normAutofit/>
          </a:bodyPr>
          <a:lstStyle/>
          <a:p>
            <a:pPr algn="ctr"/>
            <a:r>
              <a:rPr lang="en-US" altLang="zh-CN" dirty="0"/>
              <a:t>5.1  </a:t>
            </a:r>
            <a:r>
              <a:rPr lang="zh-CN" altLang="en-US" dirty="0"/>
              <a:t>AI 大模型概述</a:t>
            </a:r>
          </a:p>
        </p:txBody>
      </p:sp>
    </p:spTree>
    <p:custDataLst>
      <p:tags r:id="rId1"/>
    </p:custDataLst>
  </p:cSld>
  <p:clrMapOvr>
    <a:masterClrMapping/>
  </p:clrMapOvr>
  <mc:AlternateContent xmlns:mc="http://schemas.openxmlformats.org/markup-compatibility/2006">
    <mc:Choice xmlns:p14="http://schemas.microsoft.com/office/powerpoint/2010/main" xmlns="" Requires="p14">
      <p:transition>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1569672-8A65-2EF6-4F5E-FDFBB93E0102}"/>
            </a:ext>
          </a:extLst>
        </p:cNvPr>
        <p:cNvGrpSpPr/>
        <p:nvPr/>
      </p:nvGrpSpPr>
      <p:grpSpPr>
        <a:xfrm>
          <a:off x="0" y="0"/>
          <a:ext cx="0" cy="0"/>
          <a:chOff x="0" y="0"/>
          <a:chExt cx="0" cy="0"/>
        </a:xfrm>
      </p:grpSpPr>
      <p:pic>
        <p:nvPicPr>
          <p:cNvPr id="24" name="图片 23" descr="/data/temp/b53b1b9f-1b8d-11f0-b0b7-0ecf1bd43941.jpgb53b1b9f-1b8d-11f0-b0b7-0ecf1bd43941">
            <a:extLst>
              <a:ext uri="{FF2B5EF4-FFF2-40B4-BE49-F238E27FC236}">
                <a16:creationId xmlns:a16="http://schemas.microsoft.com/office/drawing/2014/main" xmlns="" id="{4E1BF7F6-6D08-F512-112B-F11A9358FC0C}"/>
              </a:ext>
            </a:extLst>
          </p:cNvPr>
          <p:cNvPicPr>
            <a:picLocks noChangeAspect="1"/>
          </p:cNvPicPr>
          <p:nvPr>
            <p:custDataLst>
              <p:tags r:id="rId2"/>
            </p:custDataLst>
          </p:nvPr>
        </p:nvPicPr>
        <p:blipFill>
          <a:blip r:embed="rId12"/>
          <a:srcRect t="41" b="41"/>
          <a:stretch>
            <a:fillRect/>
          </a:stretch>
        </p:blipFill>
        <p:spPr>
          <a:xfrm>
            <a:off x="0" y="710899"/>
            <a:ext cx="12168775" cy="2780446"/>
          </a:xfrm>
          <a:prstGeom prst="rect">
            <a:avLst/>
          </a:prstGeom>
          <a:solidFill>
            <a:schemeClr val="accent1"/>
          </a:solidFill>
          <a:ln w="9525" cap="flat" cmpd="sng" algn="ctr">
            <a:solidFill>
              <a:schemeClr val="dk1">
                <a:lumMod val="40000"/>
                <a:lumOff val="60000"/>
                <a:alpha val="50000"/>
              </a:schemeClr>
            </a:solidFill>
            <a:prstDash val="solid"/>
            <a:round/>
            <a:headEnd type="none" w="med" len="med"/>
            <a:tailEnd type="none" w="med" len="med"/>
          </a:ln>
        </p:spPr>
      </p:pic>
      <p:sp>
        <p:nvSpPr>
          <p:cNvPr id="15" name="标题 14">
            <a:extLst>
              <a:ext uri="{FF2B5EF4-FFF2-40B4-BE49-F238E27FC236}">
                <a16:creationId xmlns:a16="http://schemas.microsoft.com/office/drawing/2014/main" xmlns="" id="{1FF69E5B-3E2C-6717-D694-60C8DBD3F8F5}"/>
              </a:ext>
            </a:extLst>
          </p:cNvPr>
          <p:cNvSpPr>
            <a:spLocks noGrp="1"/>
          </p:cNvSpPr>
          <p:nvPr>
            <p:ph type="title"/>
          </p:nvPr>
        </p:nvSpPr>
        <p:spPr/>
        <p:txBody>
          <a:bodyPr>
            <a:normAutofit fontScale="90000"/>
          </a:bodyPr>
          <a:lstStyle/>
          <a:p>
            <a:r>
              <a:rPr lang="en-US" altLang="zh-CN" dirty="0"/>
              <a:t>5.1.1 AI</a:t>
            </a:r>
            <a:r>
              <a:rPr lang="zh-CN" altLang="en-US" dirty="0"/>
              <a:t>大模型的相关概念</a:t>
            </a:r>
          </a:p>
        </p:txBody>
      </p:sp>
      <p:sp>
        <p:nvSpPr>
          <p:cNvPr id="16" name="矩形: 圆角 15">
            <a:extLst>
              <a:ext uri="{FF2B5EF4-FFF2-40B4-BE49-F238E27FC236}">
                <a16:creationId xmlns:a16="http://schemas.microsoft.com/office/drawing/2014/main" xmlns="" id="{5C021B76-03CB-4A37-E24C-218088184ABE}"/>
              </a:ext>
            </a:extLst>
          </p:cNvPr>
          <p:cNvSpPr/>
          <p:nvPr>
            <p:custDataLst>
              <p:tags r:id="rId3"/>
            </p:custDataLst>
          </p:nvPr>
        </p:nvSpPr>
        <p:spPr>
          <a:xfrm>
            <a:off x="530225" y="3091180"/>
            <a:ext cx="11129010" cy="3237865"/>
          </a:xfrm>
          <a:prstGeom prst="roundRect">
            <a:avLst>
              <a:gd name="adj" fmla="val 9236"/>
            </a:avLst>
          </a:prstGeom>
          <a:solidFill>
            <a:schemeClr val="lt1">
              <a:lumMod val="100000"/>
            </a:schemeClr>
          </a:solidFill>
          <a:ln w="3175" cap="flat" cmpd="sng" algn="ctr">
            <a:solidFill>
              <a:schemeClr val="accent1">
                <a:lumMod val="100000"/>
                <a:alpha val="20000"/>
              </a:schemeClr>
            </a:solidFill>
            <a:prstDash val="solid"/>
            <a:round/>
            <a:headEnd type="none" w="med" len="med"/>
            <a:tailEnd type="none" w="med" len="med"/>
          </a:ln>
          <a:effectLst>
            <a:outerShdw blurRad="508000" dist="76200" dir="5399999" algn="bl" rotWithShape="0">
              <a:schemeClr val="accent1">
                <a:alpha val="20000"/>
              </a:schemeClr>
            </a:outerShdw>
          </a:effectLst>
        </p:spPr>
        <p:txBody>
          <a:bodyPr rtlCol="0" anchor="ctr"/>
          <a:lstStyle/>
          <a:p>
            <a:pPr algn="ctr"/>
            <a:endParaRPr kumimoji="1" lang="zh-CN" altLang="en-US" sz="3200">
              <a:latin typeface="+mj-ea"/>
              <a:ea typeface="+mj-ea"/>
              <a:sym typeface="微软雅黑" panose="020B0503020204020204" charset="-122"/>
            </a:endParaRPr>
          </a:p>
        </p:txBody>
      </p:sp>
      <p:sp>
        <p:nvSpPr>
          <p:cNvPr id="18" name="矩形 17">
            <a:extLst>
              <a:ext uri="{FF2B5EF4-FFF2-40B4-BE49-F238E27FC236}">
                <a16:creationId xmlns:a16="http://schemas.microsoft.com/office/drawing/2014/main" xmlns="" id="{A1FB9CFA-F1F0-B4DD-B9E2-79CB0EAC31FB}"/>
              </a:ext>
            </a:extLst>
          </p:cNvPr>
          <p:cNvSpPr/>
          <p:nvPr>
            <p:custDataLst>
              <p:tags r:id="rId4"/>
            </p:custDataLst>
          </p:nvPr>
        </p:nvSpPr>
        <p:spPr>
          <a:xfrm>
            <a:off x="1527175" y="4363391"/>
            <a:ext cx="2670752" cy="1218565"/>
          </a:xfrm>
          <a:prstGeom prst="rect">
            <a:avLst/>
          </a:prstGeom>
          <a:noFill/>
        </p:spPr>
        <p:txBody>
          <a:bodyPr wrap="square" lIns="0" tIns="0" rIns="0" bIns="0" rtlCol="0" anchor="t">
            <a:noAutofit/>
          </a:bodyPr>
          <a:lstStyle/>
          <a:p>
            <a:pPr algn="just">
              <a:lnSpc>
                <a:spcPct val="150000"/>
              </a:lnSpc>
              <a:spcBef>
                <a:spcPct val="0"/>
              </a:spcBef>
              <a:spcAft>
                <a:spcPct val="0"/>
              </a:spcAft>
            </a:pPr>
            <a:r>
              <a:rPr lang="zh-CN" altLang="en-US" sz="2000" dirty="0">
                <a:solidFill>
                  <a:srgbClr val="000000"/>
                </a:solidFill>
                <a:latin typeface="+mn-ea"/>
                <a:cs typeface="+mn-ea"/>
                <a:sym typeface="+mn-ea"/>
              </a:rPr>
              <a:t>深度神经网络模型，通过海量数据训练实现智能涌现</a:t>
            </a:r>
          </a:p>
        </p:txBody>
      </p:sp>
      <p:sp>
        <p:nvSpPr>
          <p:cNvPr id="19" name="矩形 18">
            <a:extLst>
              <a:ext uri="{FF2B5EF4-FFF2-40B4-BE49-F238E27FC236}">
                <a16:creationId xmlns:a16="http://schemas.microsoft.com/office/drawing/2014/main" xmlns="" id="{46291D38-422C-1298-0249-7FC5B3D755E6}"/>
              </a:ext>
            </a:extLst>
          </p:cNvPr>
          <p:cNvSpPr/>
          <p:nvPr>
            <p:custDataLst>
              <p:tags r:id="rId5"/>
            </p:custDataLst>
          </p:nvPr>
        </p:nvSpPr>
        <p:spPr>
          <a:xfrm>
            <a:off x="1461861" y="3892171"/>
            <a:ext cx="2891476" cy="349250"/>
          </a:xfrm>
          <a:prstGeom prst="rect">
            <a:avLst/>
          </a:prstGeom>
          <a:noFill/>
        </p:spPr>
        <p:txBody>
          <a:bodyPr wrap="square" lIns="0" tIns="0" rIns="0" bIns="0" rtlCol="0" anchor="b" anchorCtr="0">
            <a:noAutofit/>
          </a:bodyPr>
          <a:lstStyle/>
          <a:p>
            <a:pPr algn="ctr">
              <a:spcBef>
                <a:spcPct val="0"/>
              </a:spcBef>
              <a:spcAft>
                <a:spcPct val="0"/>
              </a:spcAft>
            </a:pPr>
            <a:r>
              <a:rPr lang="zh-CN" altLang="en-US" sz="2400" b="1" dirty="0">
                <a:solidFill>
                  <a:schemeClr val="accent1"/>
                </a:solidFill>
                <a:latin typeface="+mn-ea"/>
                <a:cs typeface="+mn-ea"/>
                <a:sym typeface="+mn-ea"/>
              </a:rPr>
              <a:t>AI大模型定义</a:t>
            </a:r>
          </a:p>
        </p:txBody>
      </p:sp>
      <mc:AlternateContent xmlns:mc="http://schemas.openxmlformats.org/markup-compatibility/2006">
        <mc:Choice xmlns:a14="http://schemas.microsoft.com/office/drawing/2010/main" xmlns="" Requires="a14">
          <p:sp>
            <p:nvSpPr>
              <p:cNvPr id="20" name="矩形 19">
                <a:extLst>
                  <a:ext uri="{FF2B5EF4-FFF2-40B4-BE49-F238E27FC236}">
                    <a16:creationId xmlns:a16="http://schemas.microsoft.com/office/drawing/2014/main" id="{45B27A09-3224-8861-B21B-63AE74CAB98F}"/>
                  </a:ext>
                </a:extLst>
              </p:cNvPr>
              <p:cNvSpPr/>
              <p:nvPr>
                <p:custDataLst>
                  <p:tags r:id="rId13"/>
                </p:custDataLst>
              </p:nvPr>
            </p:nvSpPr>
            <p:spPr>
              <a:xfrm>
                <a:off x="8542688" y="4358402"/>
                <a:ext cx="2891476" cy="1218565"/>
              </a:xfrm>
              <a:prstGeom prst="rect">
                <a:avLst/>
              </a:prstGeom>
              <a:noFill/>
            </p:spPr>
            <p:txBody>
              <a:bodyPr wrap="square" lIns="0" tIns="0" rIns="0" bIns="0" rtlCol="0" anchor="t">
                <a:noAutofit/>
              </a:bodyPr>
              <a:lstStyle/>
              <a:p>
                <a:pPr algn="just">
                  <a:lnSpc>
                    <a:spcPct val="150000"/>
                  </a:lnSpc>
                  <a:spcBef>
                    <a:spcPct val="0"/>
                  </a:spcBef>
                  <a:spcAft>
                    <a:spcPct val="0"/>
                  </a:spcAft>
                </a:pPr>
                <a:r>
                  <a:rPr lang="en-US" altLang="zh-CN" sz="2000" dirty="0" err="1">
                    <a:solidFill>
                      <a:srgbClr val="000000"/>
                    </a:solidFill>
                    <a:latin typeface="+mn-ea"/>
                    <a:cs typeface="+mn-ea"/>
                    <a:sym typeface="+mn-ea"/>
                  </a:rPr>
                  <a:t>Deepseek</a:t>
                </a:r>
                <a:r>
                  <a:rPr lang="en-US" altLang="zh-CN" sz="2000" dirty="0">
                    <a:solidFill>
                      <a:srgbClr val="000000"/>
                    </a:solidFill>
                    <a:latin typeface="+mn-ea"/>
                    <a:cs typeface="+mn-ea"/>
                    <a:sym typeface="+mn-ea"/>
                  </a:rPr>
                  <a:t> R1(671B</a:t>
                </a:r>
                <a:r>
                  <a:rPr lang="zh-CN" altLang="en-US" sz="2000" dirty="0">
                    <a:solidFill>
                      <a:srgbClr val="000000"/>
                    </a:solidFill>
                    <a:latin typeface="+mn-ea"/>
                    <a:cs typeface="+mn-ea"/>
                    <a:sym typeface="+mn-ea"/>
                  </a:rPr>
                  <a:t>参数</a:t>
                </a:r>
                <a:r>
                  <a:rPr lang="en-US" altLang="zh-CN" sz="2000" dirty="0">
                    <a:solidFill>
                      <a:srgbClr val="000000"/>
                    </a:solidFill>
                    <a:latin typeface="+mn-ea"/>
                    <a:cs typeface="+mn-ea"/>
                    <a:sym typeface="+mn-ea"/>
                  </a:rPr>
                  <a:t>)</a:t>
                </a:r>
              </a:p>
              <a:p>
                <a:pPr algn="just">
                  <a:lnSpc>
                    <a:spcPct val="150000"/>
                  </a:lnSpc>
                  <a:spcBef>
                    <a:spcPct val="0"/>
                  </a:spcBef>
                  <a:spcAft>
                    <a:spcPct val="0"/>
                  </a:spcAft>
                </a:pPr>
                <a:r>
                  <a:rPr lang="zh-CN" altLang="en-US" sz="2000" dirty="0">
                    <a:solidFill>
                      <a:srgbClr val="000000"/>
                    </a:solidFill>
                    <a:latin typeface="+mn-ea"/>
                    <a:cs typeface="+mn-ea"/>
                    <a:sym typeface="+mn-ea"/>
                  </a:rPr>
                  <a:t>GPT-</a:t>
                </a:r>
                <a:r>
                  <a:rPr lang="en-US" altLang="zh-CN" sz="2000" dirty="0">
                    <a:solidFill>
                      <a:srgbClr val="000000"/>
                    </a:solidFill>
                    <a:latin typeface="+mn-ea"/>
                    <a:cs typeface="+mn-ea"/>
                    <a:sym typeface="+mn-ea"/>
                  </a:rPr>
                  <a:t>4</a:t>
                </a:r>
                <a:r>
                  <a:rPr lang="zh-CN" altLang="en-US" sz="2000" dirty="0">
                    <a:solidFill>
                      <a:srgbClr val="000000"/>
                    </a:solidFill>
                    <a:latin typeface="+mn-ea"/>
                    <a:cs typeface="+mn-ea"/>
                    <a:sym typeface="+mn-ea"/>
                  </a:rPr>
                  <a:t>（</a:t>
                </a:r>
                <a:r>
                  <a:rPr lang="en-US" altLang="zh-CN" sz="2000" dirty="0">
                    <a:solidFill>
                      <a:srgbClr val="000000"/>
                    </a:solidFill>
                    <a:latin typeface="+mn-ea"/>
                    <a:cs typeface="+mn-ea"/>
                    <a:sym typeface="+mn-ea"/>
                  </a:rPr>
                  <a:t>1</a:t>
                </a:r>
                <a14:m>
                  <m:oMath xmlns:m="http://schemas.openxmlformats.org/officeDocument/2006/math">
                    <m:r>
                      <a:rPr lang="en-US" altLang="zh-CN" sz="2000" i="1" smtClean="0">
                        <a:solidFill>
                          <a:srgbClr val="000000"/>
                        </a:solidFill>
                        <a:latin typeface="Cambria Math" panose="02040503050406030204" pitchFamily="18" charset="0"/>
                        <a:ea typeface="Cambria Math" panose="02040503050406030204" pitchFamily="18" charset="0"/>
                        <a:cs typeface="+mn-ea"/>
                        <a:sym typeface="+mn-ea"/>
                      </a:rPr>
                      <m:t>~</m:t>
                    </m:r>
                  </m:oMath>
                </a14:m>
                <a:r>
                  <a:rPr lang="en-US" altLang="zh-CN" sz="2000" dirty="0">
                    <a:solidFill>
                      <a:srgbClr val="000000"/>
                    </a:solidFill>
                    <a:latin typeface="+mn-ea"/>
                    <a:cs typeface="+mn-ea"/>
                    <a:sym typeface="+mn-ea"/>
                  </a:rPr>
                  <a:t>1.8T</a:t>
                </a:r>
                <a:r>
                  <a:rPr lang="zh-CN" altLang="en-US" sz="2000" dirty="0">
                    <a:solidFill>
                      <a:srgbClr val="000000"/>
                    </a:solidFill>
                    <a:latin typeface="+mn-ea"/>
                    <a:cs typeface="+mn-ea"/>
                    <a:sym typeface="+mn-ea"/>
                  </a:rPr>
                  <a:t>参数）</a:t>
                </a:r>
              </a:p>
            </p:txBody>
          </p:sp>
        </mc:Choice>
        <mc:Fallback>
          <p:sp>
            <p:nvSpPr>
              <p:cNvPr id="20" name="矩形 19">
                <a:extLst>
                  <a:ext uri="{FF2B5EF4-FFF2-40B4-BE49-F238E27FC236}">
                    <a16:creationId xmlns:a16="http://schemas.microsoft.com/office/drawing/2014/main" xmlns="" xmlns:a14="http://schemas.microsoft.com/office/drawing/2010/main" id="{45B27A09-3224-8861-B21B-63AE74CAB98F}"/>
                  </a:ext>
                </a:extLst>
              </p:cNvPr>
              <p:cNvSpPr>
                <a:spLocks noRot="1" noChangeAspect="1" noMove="1" noResize="1" noEditPoints="1" noAdjustHandles="1" noChangeArrowheads="1" noChangeShapeType="1" noTextEdit="1"/>
              </p:cNvSpPr>
              <p:nvPr>
                <p:custDataLst>
                  <p:tags r:id="rId6"/>
                </p:custDataLst>
              </p:nvPr>
            </p:nvSpPr>
            <p:spPr>
              <a:xfrm>
                <a:off x="8542688" y="4358402"/>
                <a:ext cx="2891476" cy="1218565"/>
              </a:xfrm>
              <a:prstGeom prst="rect">
                <a:avLst/>
              </a:prstGeom>
              <a:blipFill>
                <a:blip r:embed="rId14"/>
                <a:stretch>
                  <a:fillRect l="-5263"/>
                </a:stretch>
              </a:blipFill>
            </p:spPr>
            <p:txBody>
              <a:bodyPr/>
              <a:lstStyle/>
              <a:p>
                <a:r>
                  <a:rPr lang="zh-CN" altLang="en-US">
                    <a:noFill/>
                  </a:rPr>
                  <a:t> </a:t>
                </a:r>
              </a:p>
            </p:txBody>
          </p:sp>
        </mc:Fallback>
      </mc:AlternateContent>
      <p:sp>
        <p:nvSpPr>
          <p:cNvPr id="21" name="矩形 20">
            <a:extLst>
              <a:ext uri="{FF2B5EF4-FFF2-40B4-BE49-F238E27FC236}">
                <a16:creationId xmlns:a16="http://schemas.microsoft.com/office/drawing/2014/main" xmlns="" id="{D55A1B4E-7CC5-2217-6C35-40850E395ECF}"/>
              </a:ext>
            </a:extLst>
          </p:cNvPr>
          <p:cNvSpPr/>
          <p:nvPr>
            <p:custDataLst>
              <p:tags r:id="rId7"/>
            </p:custDataLst>
          </p:nvPr>
        </p:nvSpPr>
        <p:spPr>
          <a:xfrm>
            <a:off x="8288111" y="3892171"/>
            <a:ext cx="2891476" cy="349250"/>
          </a:xfrm>
          <a:prstGeom prst="rect">
            <a:avLst/>
          </a:prstGeom>
          <a:noFill/>
        </p:spPr>
        <p:txBody>
          <a:bodyPr wrap="square" lIns="0" tIns="0" rIns="0" bIns="0" rtlCol="0" anchor="b" anchorCtr="0">
            <a:noAutofit/>
          </a:bodyPr>
          <a:lstStyle/>
          <a:p>
            <a:pPr algn="ctr">
              <a:spcBef>
                <a:spcPct val="0"/>
              </a:spcBef>
              <a:spcAft>
                <a:spcPct val="0"/>
              </a:spcAft>
            </a:pPr>
            <a:r>
              <a:rPr lang="zh-CN" altLang="en-US" sz="2400" b="1">
                <a:solidFill>
                  <a:schemeClr val="accent1"/>
                </a:solidFill>
                <a:latin typeface="+mn-ea"/>
                <a:cs typeface="+mn-ea"/>
                <a:sym typeface="+mn-ea"/>
              </a:rPr>
              <a:t>AI大模型示例</a:t>
            </a:r>
          </a:p>
        </p:txBody>
      </p:sp>
      <p:sp>
        <p:nvSpPr>
          <p:cNvPr id="22" name="矩形 21">
            <a:extLst>
              <a:ext uri="{FF2B5EF4-FFF2-40B4-BE49-F238E27FC236}">
                <a16:creationId xmlns:a16="http://schemas.microsoft.com/office/drawing/2014/main" xmlns="" id="{57550400-BD74-2DEB-34BB-8BDB5560E740}"/>
              </a:ext>
            </a:extLst>
          </p:cNvPr>
          <p:cNvSpPr/>
          <p:nvPr>
            <p:custDataLst>
              <p:tags r:id="rId8"/>
            </p:custDataLst>
          </p:nvPr>
        </p:nvSpPr>
        <p:spPr>
          <a:xfrm>
            <a:off x="4874986" y="4351911"/>
            <a:ext cx="2998354" cy="1218565"/>
          </a:xfrm>
          <a:prstGeom prst="rect">
            <a:avLst/>
          </a:prstGeom>
          <a:noFill/>
        </p:spPr>
        <p:txBody>
          <a:bodyPr wrap="square" lIns="0" tIns="0" rIns="0" bIns="0" rtlCol="0" anchor="t">
            <a:noAutofit/>
          </a:bodyPr>
          <a:lstStyle/>
          <a:p>
            <a:pPr algn="just">
              <a:lnSpc>
                <a:spcPct val="150000"/>
              </a:lnSpc>
              <a:spcBef>
                <a:spcPct val="0"/>
              </a:spcBef>
              <a:spcAft>
                <a:spcPct val="0"/>
              </a:spcAft>
            </a:pPr>
            <a:r>
              <a:rPr lang="zh-CN" altLang="en-US" sz="2000" dirty="0">
                <a:solidFill>
                  <a:srgbClr val="000000"/>
                </a:solidFill>
                <a:latin typeface="+mn-ea"/>
                <a:cs typeface="+mn-ea"/>
                <a:sym typeface="+mn-ea"/>
              </a:rPr>
              <a:t>庞大参数、上下文理解、泛化能力、计算资源需求、迁移学习、预训练与微调、多领域应用</a:t>
            </a:r>
          </a:p>
        </p:txBody>
      </p:sp>
      <p:sp>
        <p:nvSpPr>
          <p:cNvPr id="23" name="矩形 22">
            <a:extLst>
              <a:ext uri="{FF2B5EF4-FFF2-40B4-BE49-F238E27FC236}">
                <a16:creationId xmlns:a16="http://schemas.microsoft.com/office/drawing/2014/main" xmlns="" id="{9C0E5D33-ADDA-680B-96B9-556D90D6CAAE}"/>
              </a:ext>
            </a:extLst>
          </p:cNvPr>
          <p:cNvSpPr/>
          <p:nvPr>
            <p:custDataLst>
              <p:tags r:id="rId9"/>
            </p:custDataLst>
          </p:nvPr>
        </p:nvSpPr>
        <p:spPr>
          <a:xfrm>
            <a:off x="4874986" y="3892171"/>
            <a:ext cx="2891476" cy="349250"/>
          </a:xfrm>
          <a:prstGeom prst="rect">
            <a:avLst/>
          </a:prstGeom>
          <a:noFill/>
        </p:spPr>
        <p:txBody>
          <a:bodyPr wrap="square" lIns="0" tIns="0" rIns="0" bIns="0" rtlCol="0" anchor="b" anchorCtr="0">
            <a:noAutofit/>
          </a:bodyPr>
          <a:lstStyle/>
          <a:p>
            <a:pPr algn="ctr">
              <a:spcBef>
                <a:spcPct val="0"/>
              </a:spcBef>
              <a:spcAft>
                <a:spcPct val="0"/>
              </a:spcAft>
            </a:pPr>
            <a:r>
              <a:rPr lang="zh-CN" altLang="en-US" sz="2400" b="1">
                <a:solidFill>
                  <a:schemeClr val="accent1"/>
                </a:solidFill>
                <a:latin typeface="+mn-ea"/>
                <a:cs typeface="+mn-ea"/>
                <a:sym typeface="+mn-ea"/>
              </a:rPr>
              <a:t>AI大模型特点</a:t>
            </a:r>
          </a:p>
        </p:txBody>
      </p:sp>
    </p:spTree>
    <p:custDataLst>
      <p:tags r:id="rId1"/>
    </p:custDataLst>
    <p:extLst>
      <p:ext uri="{BB962C8B-B14F-4D97-AF65-F5344CB8AC3E}">
        <p14:creationId xmlns:p14="http://schemas.microsoft.com/office/powerpoint/2010/main" xmlns="" val="1085639214"/>
      </p:ext>
    </p:extLst>
  </p:cSld>
  <p:clrMapOvr>
    <a:masterClrMapping/>
  </p:clrMapOvr>
  <mc:AlternateContent xmlns:mc="http://schemas.openxmlformats.org/markup-compatibility/2006">
    <mc:Choice xmlns:p14="http://schemas.microsoft.com/office/powerpoint/2010/main" xmlns="" Requires="p14">
      <p:transition>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标题 14">
            <a:extLst>
              <a:ext uri="{FF2B5EF4-FFF2-40B4-BE49-F238E27FC236}">
                <a16:creationId xmlns:a16="http://schemas.microsoft.com/office/drawing/2014/main" xmlns="" id="{48F46C09-1F9B-0AA6-40EB-6F7AC8F26E92}"/>
              </a:ext>
            </a:extLst>
          </p:cNvPr>
          <p:cNvSpPr>
            <a:spLocks noGrp="1"/>
          </p:cNvSpPr>
          <p:nvPr>
            <p:ph type="title"/>
          </p:nvPr>
        </p:nvSpPr>
        <p:spPr/>
        <p:txBody>
          <a:bodyPr>
            <a:normAutofit fontScale="90000"/>
          </a:bodyPr>
          <a:lstStyle/>
          <a:p>
            <a:r>
              <a:rPr lang="en-US" altLang="zh-CN" dirty="0"/>
              <a:t>5.1.2 AI</a:t>
            </a:r>
            <a:r>
              <a:rPr lang="zh-CN" altLang="en-US" dirty="0"/>
              <a:t>大模型的发展历程</a:t>
            </a:r>
          </a:p>
        </p:txBody>
      </p:sp>
      <p:pic>
        <p:nvPicPr>
          <p:cNvPr id="16" name="图片 15">
            <a:extLst>
              <a:ext uri="{FF2B5EF4-FFF2-40B4-BE49-F238E27FC236}">
                <a16:creationId xmlns:a16="http://schemas.microsoft.com/office/drawing/2014/main" xmlns="" id="{846A25C7-3B5E-282B-0802-458606888D06}"/>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0" y="1038981"/>
            <a:ext cx="12192000" cy="5017543"/>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xmlns="" Requires="p14">
      <p:transition>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D2CC5BD-4CEB-FD0A-79A5-50ADA0A52C9D}"/>
            </a:ext>
          </a:extLst>
        </p:cNvPr>
        <p:cNvGrpSpPr/>
        <p:nvPr/>
      </p:nvGrpSpPr>
      <p:grpSpPr>
        <a:xfrm>
          <a:off x="0" y="0"/>
          <a:ext cx="0" cy="0"/>
          <a:chOff x="0" y="0"/>
          <a:chExt cx="0" cy="0"/>
        </a:xfrm>
      </p:grpSpPr>
      <p:sp>
        <p:nvSpPr>
          <p:cNvPr id="15" name="标题 14">
            <a:extLst>
              <a:ext uri="{FF2B5EF4-FFF2-40B4-BE49-F238E27FC236}">
                <a16:creationId xmlns:a16="http://schemas.microsoft.com/office/drawing/2014/main" xmlns="" id="{DB9623F1-E228-6F71-8F9D-64158ADF3F94}"/>
              </a:ext>
            </a:extLst>
          </p:cNvPr>
          <p:cNvSpPr>
            <a:spLocks noGrp="1"/>
          </p:cNvSpPr>
          <p:nvPr>
            <p:ph type="title"/>
          </p:nvPr>
        </p:nvSpPr>
        <p:spPr/>
        <p:txBody>
          <a:bodyPr>
            <a:normAutofit fontScale="90000"/>
          </a:bodyPr>
          <a:lstStyle/>
          <a:p>
            <a:r>
              <a:rPr lang="en-US" altLang="zh-CN" dirty="0"/>
              <a:t>5.1.3 AI</a:t>
            </a:r>
            <a:r>
              <a:rPr lang="zh-CN" altLang="en-US" dirty="0"/>
              <a:t>大模型的构建流程</a:t>
            </a:r>
          </a:p>
        </p:txBody>
      </p:sp>
      <p:pic>
        <p:nvPicPr>
          <p:cNvPr id="2" name="图片 1">
            <a:extLst>
              <a:ext uri="{FF2B5EF4-FFF2-40B4-BE49-F238E27FC236}">
                <a16:creationId xmlns:a16="http://schemas.microsoft.com/office/drawing/2014/main" xmlns="" id="{D4328E79-5F02-F17B-37A0-351B08320BC4}"/>
              </a:ext>
            </a:extLst>
          </p:cNvPr>
          <p:cNvPicPr>
            <a:picLocks noChangeAspect="1"/>
          </p:cNvPicPr>
          <p:nvPr/>
        </p:nvPicPr>
        <p:blipFill>
          <a:blip r:embed="rId4"/>
          <a:stretch>
            <a:fillRect/>
          </a:stretch>
        </p:blipFill>
        <p:spPr>
          <a:xfrm>
            <a:off x="1352550" y="1079751"/>
            <a:ext cx="9626600" cy="3970575"/>
          </a:xfrm>
          <a:prstGeom prst="rect">
            <a:avLst/>
          </a:prstGeom>
        </p:spPr>
      </p:pic>
      <p:sp>
        <p:nvSpPr>
          <p:cNvPr id="4" name="文本框 3">
            <a:extLst>
              <a:ext uri="{FF2B5EF4-FFF2-40B4-BE49-F238E27FC236}">
                <a16:creationId xmlns:a16="http://schemas.microsoft.com/office/drawing/2014/main" xmlns="" id="{5A2EC3E9-BF9E-57DB-4C34-540AF8CF80C6}"/>
              </a:ext>
            </a:extLst>
          </p:cNvPr>
          <p:cNvSpPr txBox="1"/>
          <p:nvPr/>
        </p:nvSpPr>
        <p:spPr>
          <a:xfrm>
            <a:off x="1104900" y="5386685"/>
            <a:ext cx="9982200" cy="830997"/>
          </a:xfrm>
          <a:prstGeom prst="rect">
            <a:avLst/>
          </a:prstGeom>
          <a:noFill/>
        </p:spPr>
        <p:txBody>
          <a:bodyPr wrap="square">
            <a:spAutoFit/>
          </a:bodyPr>
          <a:lstStyle/>
          <a:p>
            <a:r>
              <a:rPr lang="zh-CN" altLang="en-US" sz="2400" dirty="0"/>
              <a:t>从头构建完整</a:t>
            </a:r>
            <a:r>
              <a:rPr lang="en-US" altLang="zh-CN" sz="2400" dirty="0"/>
              <a:t>AI </a:t>
            </a:r>
            <a:r>
              <a:rPr lang="zh-CN" altLang="en-US" sz="2400" dirty="0"/>
              <a:t>大模型涉及数据准备、模型设计、训练、微调和评估等多个流程</a:t>
            </a:r>
          </a:p>
        </p:txBody>
      </p:sp>
    </p:spTree>
    <p:custDataLst>
      <p:tags r:id="rId1"/>
    </p:custDataLst>
    <p:extLst>
      <p:ext uri="{BB962C8B-B14F-4D97-AF65-F5344CB8AC3E}">
        <p14:creationId xmlns:p14="http://schemas.microsoft.com/office/powerpoint/2010/main" xmlns="" val="362368767"/>
      </p:ext>
    </p:extLst>
  </p:cSld>
  <p:clrMapOvr>
    <a:masterClrMapping/>
  </p:clrMapOvr>
  <mc:AlternateContent xmlns:mc="http://schemas.openxmlformats.org/markup-compatibility/2006">
    <mc:Choice xmlns:p14="http://schemas.microsoft.com/office/powerpoint/2010/main" xmlns="" Requires="p14">
      <p:transition>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DAD07EF-CBAE-805D-C738-1D0D38CD1E7C}"/>
            </a:ext>
          </a:extLst>
        </p:cNvPr>
        <p:cNvGrpSpPr/>
        <p:nvPr/>
      </p:nvGrpSpPr>
      <p:grpSpPr>
        <a:xfrm>
          <a:off x="0" y="0"/>
          <a:ext cx="0" cy="0"/>
          <a:chOff x="0" y="0"/>
          <a:chExt cx="0" cy="0"/>
        </a:xfrm>
      </p:grpSpPr>
      <p:sp>
        <p:nvSpPr>
          <p:cNvPr id="15" name="标题 14">
            <a:extLst>
              <a:ext uri="{FF2B5EF4-FFF2-40B4-BE49-F238E27FC236}">
                <a16:creationId xmlns:a16="http://schemas.microsoft.com/office/drawing/2014/main" xmlns="" id="{FD2E583A-0F1C-3FDA-102F-2028BB279130}"/>
              </a:ext>
            </a:extLst>
          </p:cNvPr>
          <p:cNvSpPr>
            <a:spLocks noGrp="1"/>
          </p:cNvSpPr>
          <p:nvPr>
            <p:ph type="title"/>
          </p:nvPr>
        </p:nvSpPr>
        <p:spPr/>
        <p:txBody>
          <a:bodyPr>
            <a:normAutofit fontScale="90000"/>
          </a:bodyPr>
          <a:lstStyle/>
          <a:p>
            <a:r>
              <a:rPr lang="en-US" altLang="zh-CN" dirty="0"/>
              <a:t>5.1.3 AI</a:t>
            </a:r>
            <a:r>
              <a:rPr lang="zh-CN" altLang="en-US" dirty="0"/>
              <a:t>大模型的构建流程</a:t>
            </a:r>
          </a:p>
        </p:txBody>
      </p:sp>
      <p:pic>
        <p:nvPicPr>
          <p:cNvPr id="2" name="图片 1">
            <a:extLst>
              <a:ext uri="{FF2B5EF4-FFF2-40B4-BE49-F238E27FC236}">
                <a16:creationId xmlns:a16="http://schemas.microsoft.com/office/drawing/2014/main" xmlns="" id="{6C7E112A-37D7-D264-2F0D-9230D53F5B0D}"/>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xmlns="" val="0"/>
              </a:ext>
            </a:extLst>
          </a:blip>
          <a:srcRect/>
          <a:stretch/>
        </p:blipFill>
        <p:spPr>
          <a:xfrm>
            <a:off x="2213343" y="682081"/>
            <a:ext cx="7765314" cy="4399070"/>
          </a:xfrm>
          <a:prstGeom prst="rect">
            <a:avLst/>
          </a:prstGeom>
        </p:spPr>
      </p:pic>
      <p:sp>
        <p:nvSpPr>
          <p:cNvPr id="4" name="文本框 3">
            <a:extLst>
              <a:ext uri="{FF2B5EF4-FFF2-40B4-BE49-F238E27FC236}">
                <a16:creationId xmlns:a16="http://schemas.microsoft.com/office/drawing/2014/main" xmlns="" id="{C124500B-F96A-1517-9267-C97C07691D82}"/>
              </a:ext>
            </a:extLst>
          </p:cNvPr>
          <p:cNvSpPr txBox="1"/>
          <p:nvPr/>
        </p:nvSpPr>
        <p:spPr>
          <a:xfrm>
            <a:off x="292100" y="5166320"/>
            <a:ext cx="11607800" cy="1323439"/>
          </a:xfrm>
          <a:prstGeom prst="rect">
            <a:avLst/>
          </a:prstGeom>
          <a:noFill/>
        </p:spPr>
        <p:txBody>
          <a:bodyPr wrap="square">
            <a:spAutoFit/>
          </a:bodyPr>
          <a:lstStyle/>
          <a:p>
            <a:pPr marL="342900" indent="-342900">
              <a:buFont typeface="Wingdings" panose="05000000000000000000" pitchFamily="2" charset="2"/>
              <a:buChar char="l"/>
            </a:pPr>
            <a:r>
              <a:rPr lang="zh-CN" altLang="en-US" sz="2000" dirty="0"/>
              <a:t>左侧为多任务独立训练阶段，通过不同任务（</a:t>
            </a:r>
            <a:r>
              <a:rPr lang="en-US" altLang="zh-CN" sz="2000" dirty="0"/>
              <a:t>A/B/C</a:t>
            </a:r>
            <a:r>
              <a:rPr lang="zh-CN" altLang="en-US" sz="2000" dirty="0"/>
              <a:t>）的批次数据训练出专用模型（各</a:t>
            </a:r>
            <a:r>
              <a:rPr lang="en-US" altLang="zh-CN" sz="2000" dirty="0"/>
              <a:t>110</a:t>
            </a:r>
            <a:r>
              <a:rPr lang="zh-CN" altLang="en-US" sz="2000" dirty="0"/>
              <a:t>亿参数）</a:t>
            </a:r>
            <a:endParaRPr lang="en-US" altLang="zh-CN" sz="2000" dirty="0"/>
          </a:p>
          <a:p>
            <a:pPr marL="342900" indent="-342900">
              <a:buFont typeface="Wingdings" panose="05000000000000000000" pitchFamily="2" charset="2"/>
              <a:buChar char="l"/>
            </a:pPr>
            <a:endParaRPr lang="en-US" altLang="zh-CN" sz="2000" dirty="0"/>
          </a:p>
          <a:p>
            <a:pPr marL="342900" indent="-342900">
              <a:buFont typeface="Wingdings" panose="05000000000000000000" pitchFamily="2" charset="2"/>
              <a:buChar char="l"/>
            </a:pPr>
            <a:r>
              <a:rPr lang="zh-CN" altLang="en-US" sz="2000" dirty="0"/>
              <a:t>右侧为提示调优阶段，通过轻量的任务专属提示（每个</a:t>
            </a:r>
            <a:r>
              <a:rPr lang="en-US" altLang="zh-CN" sz="2000" dirty="0"/>
              <a:t>20K</a:t>
            </a:r>
            <a:r>
              <a:rPr lang="zh-CN" altLang="en-US" sz="2000" dirty="0"/>
              <a:t>参数）引导同一预训练模型（</a:t>
            </a:r>
            <a:r>
              <a:rPr lang="en-US" altLang="zh-CN" sz="2000" dirty="0"/>
              <a:t>110</a:t>
            </a:r>
            <a:r>
              <a:rPr lang="zh-CN" altLang="en-US" sz="2000" dirty="0"/>
              <a:t>亿参数）适配混合任务批次，实现参数高效迁移</a:t>
            </a:r>
          </a:p>
        </p:txBody>
      </p:sp>
    </p:spTree>
    <p:custDataLst>
      <p:tags r:id="rId1"/>
    </p:custDataLst>
    <p:extLst>
      <p:ext uri="{BB962C8B-B14F-4D97-AF65-F5344CB8AC3E}">
        <p14:creationId xmlns:p14="http://schemas.microsoft.com/office/powerpoint/2010/main" xmlns="" val="3176623873"/>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2"/>
            </p:custDataLst>
          </p:nvPr>
        </p:nvSpPr>
        <p:spPr>
          <a:xfrm>
            <a:off x="5132246" y="2864881"/>
            <a:ext cx="6653354" cy="1325563"/>
          </a:xfrm>
        </p:spPr>
        <p:txBody>
          <a:bodyPr>
            <a:normAutofit/>
          </a:bodyPr>
          <a:lstStyle/>
          <a:p>
            <a:pPr algn="ctr"/>
            <a:r>
              <a:rPr lang="en-US" altLang="zh-CN" dirty="0"/>
              <a:t>5.2  </a:t>
            </a:r>
            <a:r>
              <a:rPr lang="zh-CN" altLang="en-US" dirty="0"/>
              <a:t>AI 大模型核心技术</a:t>
            </a:r>
          </a:p>
        </p:txBody>
      </p:sp>
    </p:spTree>
    <p:custDataLst>
      <p:tags r:id="rId1"/>
    </p:custDataLst>
  </p:cSld>
  <p:clrMapOvr>
    <a:masterClrMapping/>
  </p:clrMapOvr>
  <mc:AlternateContent xmlns:mc="http://schemas.openxmlformats.org/markup-compatibility/2006">
    <mc:Choice xmlns:p14="http://schemas.microsoft.com/office/powerpoint/2010/main" xmlns="" Requires="p14">
      <p:transition>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p:txBody>
          <a:bodyPr>
            <a:normAutofit fontScale="90000"/>
          </a:bodyPr>
          <a:lstStyle/>
          <a:p>
            <a:r>
              <a:rPr lang="en-US" altLang="zh-CN" dirty="0"/>
              <a:t>5.2.1 </a:t>
            </a:r>
            <a:r>
              <a:rPr lang="zh-CN" altLang="en-US" dirty="0"/>
              <a:t>基于Transformer 的模型基座</a:t>
            </a:r>
          </a:p>
        </p:txBody>
      </p:sp>
      <p:pic>
        <p:nvPicPr>
          <p:cNvPr id="6" name="图片 5">
            <a:extLst>
              <a:ext uri="{FF2B5EF4-FFF2-40B4-BE49-F238E27FC236}">
                <a16:creationId xmlns:a16="http://schemas.microsoft.com/office/drawing/2014/main" xmlns="" id="{05D15C49-0854-2190-327A-91121CC911C7}"/>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6561538" y="643247"/>
            <a:ext cx="4576362" cy="5944943"/>
          </a:xfrm>
          <a:prstGeom prst="rect">
            <a:avLst/>
          </a:prstGeom>
        </p:spPr>
      </p:pic>
      <p:sp>
        <p:nvSpPr>
          <p:cNvPr id="8" name="文本框 7">
            <a:extLst>
              <a:ext uri="{FF2B5EF4-FFF2-40B4-BE49-F238E27FC236}">
                <a16:creationId xmlns:a16="http://schemas.microsoft.com/office/drawing/2014/main" xmlns="" id="{E11D617B-DEDB-343D-D121-9D40A9B31580}"/>
              </a:ext>
            </a:extLst>
          </p:cNvPr>
          <p:cNvSpPr txBox="1"/>
          <p:nvPr/>
        </p:nvSpPr>
        <p:spPr>
          <a:xfrm>
            <a:off x="1003135" y="1966774"/>
            <a:ext cx="4881328" cy="3727239"/>
          </a:xfrm>
          <a:prstGeom prst="rect">
            <a:avLst/>
          </a:prstGeom>
          <a:noFill/>
        </p:spPr>
        <p:txBody>
          <a:bodyPr wrap="square">
            <a:spAutoFit/>
          </a:bodyPr>
          <a:lstStyle/>
          <a:p>
            <a:pPr>
              <a:lnSpc>
                <a:spcPct val="150000"/>
              </a:lnSpc>
            </a:pPr>
            <a:r>
              <a:rPr lang="zh-CN" altLang="en-US" sz="2000" dirty="0"/>
              <a:t>基于</a:t>
            </a:r>
            <a:r>
              <a:rPr lang="en-US" altLang="zh-CN" sz="2000" dirty="0"/>
              <a:t>Transformer</a:t>
            </a:r>
            <a:r>
              <a:rPr lang="zh-CN" altLang="en-US" sz="2000" dirty="0"/>
              <a:t>的模型基座采用编码器</a:t>
            </a:r>
            <a:r>
              <a:rPr lang="en-US" altLang="zh-CN" sz="2000" dirty="0"/>
              <a:t>-</a:t>
            </a:r>
            <a:r>
              <a:rPr lang="zh-CN" altLang="en-US" sz="2000" dirty="0"/>
              <a:t>解码器双栈架构，编码器通过多头自注意力、前馈网络和规范化层堆叠处理输入序列，解码器则利用掩码自注意力捕捉序列依赖，并结合编码器信息逐步生成输出，最终通过线性层和</a:t>
            </a:r>
            <a:r>
              <a:rPr lang="en-US" altLang="zh-CN" sz="2000" dirty="0" err="1"/>
              <a:t>Softmax</a:t>
            </a:r>
            <a:r>
              <a:rPr lang="zh-CN" altLang="en-US" sz="2000" dirty="0"/>
              <a:t>输出概率分布，其核心通过位置编码与模块化堆叠实现全局语义建模和序列转换。</a:t>
            </a:r>
          </a:p>
        </p:txBody>
      </p:sp>
    </p:spTree>
    <p:custDataLst>
      <p:tags r:id="rId1"/>
    </p:custDataLst>
  </p:cSld>
  <p:clrMapOvr>
    <a:masterClrMapping/>
  </p:clrMapOvr>
  <mc:AlternateContent xmlns:mc="http://schemas.openxmlformats.org/markup-compatibility/2006">
    <mc:Choice xmlns:p14="http://schemas.microsoft.com/office/powerpoint/2010/main" xmlns="" Requires="p14">
      <p:transition>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D57894A-DB8C-D598-B818-E2E9F753ECE4}"/>
            </a:ext>
          </a:extLst>
        </p:cNvPr>
        <p:cNvGrpSpPr/>
        <p:nvPr/>
      </p:nvGrpSpPr>
      <p:grpSpPr>
        <a:xfrm>
          <a:off x="0" y="0"/>
          <a:ext cx="0" cy="0"/>
          <a:chOff x="0" y="0"/>
          <a:chExt cx="0" cy="0"/>
        </a:xfrm>
      </p:grpSpPr>
      <p:sp>
        <p:nvSpPr>
          <p:cNvPr id="17" name="标题 16">
            <a:extLst>
              <a:ext uri="{FF2B5EF4-FFF2-40B4-BE49-F238E27FC236}">
                <a16:creationId xmlns:a16="http://schemas.microsoft.com/office/drawing/2014/main" xmlns="" id="{674EA6C9-1F42-D888-6544-B1A8A29BCAF6}"/>
              </a:ext>
            </a:extLst>
          </p:cNvPr>
          <p:cNvSpPr>
            <a:spLocks noGrp="1"/>
          </p:cNvSpPr>
          <p:nvPr>
            <p:ph type="title"/>
            <p:custDataLst>
              <p:tags r:id="rId2"/>
            </p:custDataLst>
          </p:nvPr>
        </p:nvSpPr>
        <p:spPr/>
        <p:txBody>
          <a:bodyPr>
            <a:normAutofit fontScale="90000"/>
          </a:bodyPr>
          <a:lstStyle/>
          <a:p>
            <a:r>
              <a:rPr lang="en-US" altLang="zh-CN" dirty="0"/>
              <a:t>5.2.2 </a:t>
            </a:r>
            <a:r>
              <a:rPr lang="zh-CN" altLang="en-US" dirty="0"/>
              <a:t>提示学习与指令微调</a:t>
            </a:r>
          </a:p>
        </p:txBody>
      </p:sp>
      <p:sp>
        <p:nvSpPr>
          <p:cNvPr id="8" name="文本框 7">
            <a:extLst>
              <a:ext uri="{FF2B5EF4-FFF2-40B4-BE49-F238E27FC236}">
                <a16:creationId xmlns:a16="http://schemas.microsoft.com/office/drawing/2014/main" xmlns="" id="{6DB59A00-0D6A-8AA4-E777-45EC407D0762}"/>
              </a:ext>
            </a:extLst>
          </p:cNvPr>
          <p:cNvSpPr txBox="1"/>
          <p:nvPr/>
        </p:nvSpPr>
        <p:spPr>
          <a:xfrm>
            <a:off x="761917" y="5478324"/>
            <a:ext cx="10668166" cy="957250"/>
          </a:xfrm>
          <a:prstGeom prst="rect">
            <a:avLst/>
          </a:prstGeom>
          <a:noFill/>
        </p:spPr>
        <p:txBody>
          <a:bodyPr wrap="square">
            <a:spAutoFit/>
          </a:bodyPr>
          <a:lstStyle/>
          <a:p>
            <a:pPr>
              <a:lnSpc>
                <a:spcPct val="150000"/>
              </a:lnSpc>
            </a:pPr>
            <a:r>
              <a:rPr lang="zh-CN" altLang="en-US" sz="2000" dirty="0"/>
              <a:t>提示学习（</a:t>
            </a:r>
            <a:r>
              <a:rPr lang="en-US" altLang="zh-CN" sz="2000" dirty="0"/>
              <a:t>Prompt Learning</a:t>
            </a:r>
            <a:r>
              <a:rPr lang="zh-CN" altLang="en-US" sz="2000" dirty="0"/>
              <a:t>）是一种通过设计特定文本提示（</a:t>
            </a:r>
            <a:r>
              <a:rPr lang="en-US" altLang="zh-CN" sz="2000" dirty="0"/>
              <a:t>Prompt</a:t>
            </a:r>
            <a:r>
              <a:rPr lang="zh-CN" altLang="en-US" sz="2000" dirty="0"/>
              <a:t>）来激活预训练语言模型（如</a:t>
            </a:r>
            <a:r>
              <a:rPr lang="en-US" altLang="zh-CN" sz="2000" dirty="0"/>
              <a:t>GPT</a:t>
            </a:r>
            <a:r>
              <a:rPr lang="zh-CN" altLang="en-US" sz="2000" dirty="0"/>
              <a:t>、</a:t>
            </a:r>
            <a:r>
              <a:rPr lang="en-US" altLang="zh-CN" sz="2000" dirty="0"/>
              <a:t>BERT</a:t>
            </a:r>
            <a:r>
              <a:rPr lang="zh-CN" altLang="en-US" sz="2000" dirty="0"/>
              <a:t>等）中的先验知识，从而无需传统微调即可适配下游任务的参数高效方法</a:t>
            </a:r>
          </a:p>
        </p:txBody>
      </p:sp>
      <p:pic>
        <p:nvPicPr>
          <p:cNvPr id="4" name="图片 3">
            <a:extLst>
              <a:ext uri="{FF2B5EF4-FFF2-40B4-BE49-F238E27FC236}">
                <a16:creationId xmlns:a16="http://schemas.microsoft.com/office/drawing/2014/main" xmlns="" id="{0F33DF51-7FFC-D3C9-073B-A0018026187D}"/>
              </a:ext>
            </a:extLst>
          </p:cNvPr>
          <p:cNvPicPr>
            <a:picLocks noChangeAspect="1"/>
          </p:cNvPicPr>
          <p:nvPr/>
        </p:nvPicPr>
        <p:blipFill>
          <a:blip r:embed="rId4"/>
          <a:stretch>
            <a:fillRect/>
          </a:stretch>
        </p:blipFill>
        <p:spPr>
          <a:xfrm>
            <a:off x="3505149" y="819759"/>
            <a:ext cx="5070604" cy="4761891"/>
          </a:xfrm>
          <a:prstGeom prst="rect">
            <a:avLst/>
          </a:prstGeom>
        </p:spPr>
      </p:pic>
      <p:sp>
        <p:nvSpPr>
          <p:cNvPr id="5" name="矩形 4">
            <a:extLst>
              <a:ext uri="{FF2B5EF4-FFF2-40B4-BE49-F238E27FC236}">
                <a16:creationId xmlns:a16="http://schemas.microsoft.com/office/drawing/2014/main" xmlns="" id="{23CAE1A6-AC65-E57E-3558-27916D1F332E}"/>
              </a:ext>
            </a:extLst>
          </p:cNvPr>
          <p:cNvSpPr/>
          <p:nvPr/>
        </p:nvSpPr>
        <p:spPr>
          <a:xfrm>
            <a:off x="6402427" y="819759"/>
            <a:ext cx="2273300" cy="59629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extLst>
      <p:ext uri="{BB962C8B-B14F-4D97-AF65-F5344CB8AC3E}">
        <p14:creationId xmlns:p14="http://schemas.microsoft.com/office/powerpoint/2010/main" xmlns="" val="326905470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BD81DD-26B9-D011-1368-216A4BC25402}"/>
            </a:ext>
          </a:extLst>
        </p:cNvPr>
        <p:cNvGrpSpPr/>
        <p:nvPr/>
      </p:nvGrpSpPr>
      <p:grpSpPr>
        <a:xfrm>
          <a:off x="0" y="0"/>
          <a:ext cx="0" cy="0"/>
          <a:chOff x="0" y="0"/>
          <a:chExt cx="0" cy="0"/>
        </a:xfrm>
      </p:grpSpPr>
      <p:sp>
        <p:nvSpPr>
          <p:cNvPr id="17" name="标题 16">
            <a:extLst>
              <a:ext uri="{FF2B5EF4-FFF2-40B4-BE49-F238E27FC236}">
                <a16:creationId xmlns:a16="http://schemas.microsoft.com/office/drawing/2014/main" xmlns="" id="{09796761-9C15-6887-61DE-8B6C87EFB05D}"/>
              </a:ext>
            </a:extLst>
          </p:cNvPr>
          <p:cNvSpPr>
            <a:spLocks noGrp="1"/>
          </p:cNvSpPr>
          <p:nvPr>
            <p:ph type="title"/>
            <p:custDataLst>
              <p:tags r:id="rId2"/>
            </p:custDataLst>
          </p:nvPr>
        </p:nvSpPr>
        <p:spPr/>
        <p:txBody>
          <a:bodyPr>
            <a:normAutofit fontScale="90000"/>
          </a:bodyPr>
          <a:lstStyle/>
          <a:p>
            <a:r>
              <a:rPr lang="en-US" altLang="zh-CN" dirty="0"/>
              <a:t>5.2.2 </a:t>
            </a:r>
            <a:r>
              <a:rPr lang="zh-CN" altLang="en-US" dirty="0"/>
              <a:t>提示学习与指令微调</a:t>
            </a:r>
          </a:p>
        </p:txBody>
      </p:sp>
      <p:sp>
        <p:nvSpPr>
          <p:cNvPr id="8" name="文本框 7">
            <a:extLst>
              <a:ext uri="{FF2B5EF4-FFF2-40B4-BE49-F238E27FC236}">
                <a16:creationId xmlns:a16="http://schemas.microsoft.com/office/drawing/2014/main" xmlns="" id="{F74435AB-2E7F-8F6E-ABF3-9541D90D6819}"/>
              </a:ext>
            </a:extLst>
          </p:cNvPr>
          <p:cNvSpPr txBox="1"/>
          <p:nvPr/>
        </p:nvSpPr>
        <p:spPr>
          <a:xfrm>
            <a:off x="749135" y="5469217"/>
            <a:ext cx="10668166" cy="957250"/>
          </a:xfrm>
          <a:prstGeom prst="rect">
            <a:avLst/>
          </a:prstGeom>
          <a:noFill/>
        </p:spPr>
        <p:txBody>
          <a:bodyPr wrap="square">
            <a:spAutoFit/>
          </a:bodyPr>
          <a:lstStyle/>
          <a:p>
            <a:pPr>
              <a:lnSpc>
                <a:spcPct val="150000"/>
              </a:lnSpc>
            </a:pPr>
            <a:r>
              <a:rPr lang="zh-CN" altLang="en-US" sz="2000" dirty="0"/>
              <a:t>指令微调（</a:t>
            </a:r>
            <a:r>
              <a:rPr lang="en-US" altLang="zh-CN" sz="2000" dirty="0"/>
              <a:t>instruction tuning</a:t>
            </a:r>
            <a:r>
              <a:rPr lang="zh-CN" altLang="en-US" sz="2000" dirty="0"/>
              <a:t>）：与提示学习相辅相成，涉及到调整模型的内部参数，以便模型能更好地理解和遵循给定的指令</a:t>
            </a:r>
          </a:p>
        </p:txBody>
      </p:sp>
      <p:pic>
        <p:nvPicPr>
          <p:cNvPr id="3" name="图片 2">
            <a:extLst>
              <a:ext uri="{FF2B5EF4-FFF2-40B4-BE49-F238E27FC236}">
                <a16:creationId xmlns:a16="http://schemas.microsoft.com/office/drawing/2014/main" xmlns="" id="{63ADA264-2B1D-DA48-97AC-35973C07DF7B}"/>
              </a:ext>
            </a:extLst>
          </p:cNvPr>
          <p:cNvPicPr>
            <a:picLocks noChangeAspect="1"/>
          </p:cNvPicPr>
          <p:nvPr/>
        </p:nvPicPr>
        <p:blipFill>
          <a:blip r:embed="rId4"/>
          <a:stretch>
            <a:fillRect/>
          </a:stretch>
        </p:blipFill>
        <p:spPr>
          <a:xfrm>
            <a:off x="1482725" y="910158"/>
            <a:ext cx="9226550" cy="4466695"/>
          </a:xfrm>
          <a:prstGeom prst="rect">
            <a:avLst/>
          </a:prstGeom>
        </p:spPr>
      </p:pic>
    </p:spTree>
    <p:custDataLst>
      <p:tags r:id="rId1"/>
    </p:custDataLst>
    <p:extLst>
      <p:ext uri="{BB962C8B-B14F-4D97-AF65-F5344CB8AC3E}">
        <p14:creationId xmlns:p14="http://schemas.microsoft.com/office/powerpoint/2010/main" xmlns="" val="3830572404"/>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p:txBody>
          <a:bodyPr>
            <a:normAutofit fontScale="90000"/>
          </a:bodyPr>
          <a:lstStyle/>
          <a:p>
            <a:r>
              <a:rPr lang="en-US" altLang="zh-CN" dirty="0"/>
              <a:t>5.2.3 </a:t>
            </a:r>
            <a:r>
              <a:rPr lang="zh-CN" altLang="en-US" dirty="0"/>
              <a:t>基于人工反馈的强化学习</a:t>
            </a:r>
          </a:p>
        </p:txBody>
      </p:sp>
      <p:pic>
        <p:nvPicPr>
          <p:cNvPr id="9" name="图片 8">
            <a:extLst>
              <a:ext uri="{FF2B5EF4-FFF2-40B4-BE49-F238E27FC236}">
                <a16:creationId xmlns:a16="http://schemas.microsoft.com/office/drawing/2014/main" xmlns="" id="{C93A0CCA-763E-4756-F6FA-F801FBC3516F}"/>
              </a:ext>
            </a:extLst>
          </p:cNvPr>
          <p:cNvPicPr>
            <a:picLocks noChangeAspect="1"/>
          </p:cNvPicPr>
          <p:nvPr/>
        </p:nvPicPr>
        <p:blipFill>
          <a:blip r:embed="rId4"/>
          <a:stretch>
            <a:fillRect/>
          </a:stretch>
        </p:blipFill>
        <p:spPr>
          <a:xfrm>
            <a:off x="571500" y="883558"/>
            <a:ext cx="11049000" cy="5682342"/>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xmlns="" Requires="p14">
      <p:transition>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54EEB41-1276-BE25-5DA3-B6A8DC226D82}"/>
            </a:ext>
          </a:extLst>
        </p:cNvPr>
        <p:cNvGrpSpPr/>
        <p:nvPr/>
      </p:nvGrpSpPr>
      <p:grpSpPr>
        <a:xfrm>
          <a:off x="0" y="0"/>
          <a:ext cx="0" cy="0"/>
          <a:chOff x="0" y="0"/>
          <a:chExt cx="0" cy="0"/>
        </a:xfrm>
      </p:grpSpPr>
      <p:sp>
        <p:nvSpPr>
          <p:cNvPr id="17" name="标题 16">
            <a:extLst>
              <a:ext uri="{FF2B5EF4-FFF2-40B4-BE49-F238E27FC236}">
                <a16:creationId xmlns:a16="http://schemas.microsoft.com/office/drawing/2014/main" xmlns="" id="{A073DD81-433E-0922-D180-AC032EC58EFD}"/>
              </a:ext>
            </a:extLst>
          </p:cNvPr>
          <p:cNvSpPr>
            <a:spLocks noGrp="1"/>
          </p:cNvSpPr>
          <p:nvPr>
            <p:ph type="title"/>
            <p:custDataLst>
              <p:tags r:id="rId2"/>
            </p:custDataLst>
          </p:nvPr>
        </p:nvSpPr>
        <p:spPr/>
        <p:txBody>
          <a:bodyPr>
            <a:normAutofit fontScale="90000"/>
          </a:bodyPr>
          <a:lstStyle/>
          <a:p>
            <a:r>
              <a:rPr lang="en-US" altLang="zh-CN" dirty="0"/>
              <a:t>5.2.4 </a:t>
            </a:r>
            <a:r>
              <a:rPr lang="zh-CN" altLang="en-US" dirty="0"/>
              <a:t>思维链方法与集成学习</a:t>
            </a:r>
          </a:p>
        </p:txBody>
      </p:sp>
      <p:sp>
        <p:nvSpPr>
          <p:cNvPr id="3" name="文本框 2">
            <a:extLst>
              <a:ext uri="{FF2B5EF4-FFF2-40B4-BE49-F238E27FC236}">
                <a16:creationId xmlns:a16="http://schemas.microsoft.com/office/drawing/2014/main" xmlns="" id="{B7282476-7514-2767-89BC-942D1805BE80}"/>
              </a:ext>
            </a:extLst>
          </p:cNvPr>
          <p:cNvSpPr txBox="1"/>
          <p:nvPr/>
        </p:nvSpPr>
        <p:spPr>
          <a:xfrm>
            <a:off x="831850" y="5953904"/>
            <a:ext cx="10528300" cy="707886"/>
          </a:xfrm>
          <a:prstGeom prst="rect">
            <a:avLst/>
          </a:prstGeom>
          <a:noFill/>
        </p:spPr>
        <p:txBody>
          <a:bodyPr wrap="square">
            <a:spAutoFit/>
          </a:bodyPr>
          <a:lstStyle/>
          <a:p>
            <a:r>
              <a:rPr lang="zh-CN" altLang="en-US" sz="2000" dirty="0"/>
              <a:t>思维链（</a:t>
            </a:r>
            <a:r>
              <a:rPr lang="en-US" altLang="zh-CN" sz="2000" dirty="0"/>
              <a:t>chain-of-thought</a:t>
            </a:r>
            <a:r>
              <a:rPr lang="zh-CN" altLang="en-US" sz="2000" dirty="0"/>
              <a:t>，</a:t>
            </a:r>
            <a:r>
              <a:rPr lang="en-US" altLang="zh-CN" sz="2000" dirty="0" err="1"/>
              <a:t>CoT</a:t>
            </a:r>
            <a:r>
              <a:rPr lang="zh-CN" altLang="en-US" sz="2000" dirty="0"/>
              <a:t>），可以理解为让</a:t>
            </a:r>
            <a:r>
              <a:rPr lang="en-US" altLang="zh-CN" sz="2000" dirty="0"/>
              <a:t>AI </a:t>
            </a:r>
            <a:r>
              <a:rPr lang="zh-CN" altLang="en-US" sz="2000" dirty="0"/>
              <a:t>大模型学会像人类一样进行逻辑推理和连贯思考</a:t>
            </a:r>
          </a:p>
        </p:txBody>
      </p:sp>
      <p:pic>
        <p:nvPicPr>
          <p:cNvPr id="5" name="图片 4">
            <a:extLst>
              <a:ext uri="{FF2B5EF4-FFF2-40B4-BE49-F238E27FC236}">
                <a16:creationId xmlns:a16="http://schemas.microsoft.com/office/drawing/2014/main" xmlns="" id="{636A5914-B0A0-9668-388D-6C09DCBFE3E3}"/>
              </a:ext>
            </a:extLst>
          </p:cNvPr>
          <p:cNvPicPr>
            <a:picLocks noChangeAspect="1"/>
          </p:cNvPicPr>
          <p:nvPr/>
        </p:nvPicPr>
        <p:blipFill>
          <a:blip r:embed="rId4"/>
          <a:stretch>
            <a:fillRect/>
          </a:stretch>
        </p:blipFill>
        <p:spPr>
          <a:xfrm>
            <a:off x="1699089" y="774202"/>
            <a:ext cx="8628391" cy="5048747"/>
          </a:xfrm>
          <a:prstGeom prst="rect">
            <a:avLst/>
          </a:prstGeom>
        </p:spPr>
      </p:pic>
    </p:spTree>
    <p:custDataLst>
      <p:tags r:id="rId1"/>
    </p:custDataLst>
    <p:extLst>
      <p:ext uri="{BB962C8B-B14F-4D97-AF65-F5344CB8AC3E}">
        <p14:creationId xmlns:p14="http://schemas.microsoft.com/office/powerpoint/2010/main" xmlns="" val="2356414638"/>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p:txBody>
          <a:bodyPr>
            <a:normAutofit fontScale="90000"/>
          </a:bodyPr>
          <a:lstStyle/>
          <a:p>
            <a:r>
              <a:rPr lang="en-US" altLang="zh-CN" dirty="0"/>
              <a:t>5.2.4 </a:t>
            </a:r>
            <a:r>
              <a:rPr lang="zh-CN" altLang="en-US" dirty="0"/>
              <a:t>思维链方法与集成学习</a:t>
            </a:r>
          </a:p>
        </p:txBody>
      </p:sp>
      <p:sp>
        <p:nvSpPr>
          <p:cNvPr id="3" name="文本框 2">
            <a:extLst>
              <a:ext uri="{FF2B5EF4-FFF2-40B4-BE49-F238E27FC236}">
                <a16:creationId xmlns:a16="http://schemas.microsoft.com/office/drawing/2014/main" xmlns="" id="{B5995838-67C1-8BBD-43B1-03E0B12E798C}"/>
              </a:ext>
            </a:extLst>
          </p:cNvPr>
          <p:cNvSpPr txBox="1"/>
          <p:nvPr/>
        </p:nvSpPr>
        <p:spPr>
          <a:xfrm>
            <a:off x="749135" y="5953904"/>
            <a:ext cx="10528300" cy="707886"/>
          </a:xfrm>
          <a:prstGeom prst="rect">
            <a:avLst/>
          </a:prstGeom>
          <a:noFill/>
        </p:spPr>
        <p:txBody>
          <a:bodyPr wrap="square">
            <a:spAutoFit/>
          </a:bodyPr>
          <a:lstStyle/>
          <a:p>
            <a:r>
              <a:rPr lang="zh-CN" altLang="en-US" sz="2000" dirty="0"/>
              <a:t>集成学习是一种机器学习范式，它通过构建并组合多个学习模型来解决同一个问题，目的是通过模型之间的互补和协作，达到比单一模型更好的预测性能</a:t>
            </a:r>
          </a:p>
        </p:txBody>
      </p:sp>
      <p:pic>
        <p:nvPicPr>
          <p:cNvPr id="5" name="图片 4">
            <a:extLst>
              <a:ext uri="{FF2B5EF4-FFF2-40B4-BE49-F238E27FC236}">
                <a16:creationId xmlns:a16="http://schemas.microsoft.com/office/drawing/2014/main" xmlns="" id="{84008DD5-124C-EC16-F94A-3CB1AC366336}"/>
              </a:ext>
            </a:extLst>
          </p:cNvPr>
          <p:cNvPicPr>
            <a:picLocks noChangeAspect="1"/>
          </p:cNvPicPr>
          <p:nvPr/>
        </p:nvPicPr>
        <p:blipFill>
          <a:blip r:embed="rId4">
            <a:extLst>
              <a:ext uri="{28A0092B-C50C-407E-A947-70E740481C1C}">
                <a14:useLocalDpi xmlns:a14="http://schemas.microsoft.com/office/drawing/2010/main" xmlns="" val="0"/>
              </a:ext>
            </a:extLst>
          </a:blip>
          <a:srcRect/>
          <a:stretch/>
        </p:blipFill>
        <p:spPr>
          <a:xfrm>
            <a:off x="1699089" y="918810"/>
            <a:ext cx="8628391" cy="4759531"/>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xmlns="" Requires="p14">
      <p:transition>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p:cNvSpPr>
            <a:spLocks noGrp="1"/>
          </p:cNvSpPr>
          <p:nvPr>
            <p:ph type="title"/>
            <p:custDataLst>
              <p:tags r:id="rId2"/>
            </p:custDataLst>
          </p:nvPr>
        </p:nvSpPr>
        <p:spPr/>
        <p:txBody>
          <a:bodyPr>
            <a:normAutofit fontScale="90000"/>
          </a:bodyPr>
          <a:lstStyle/>
          <a:p>
            <a:r>
              <a:rPr lang="en-US" altLang="zh-CN" dirty="0"/>
              <a:t>5.2.5 AI</a:t>
            </a:r>
            <a:r>
              <a:rPr lang="zh-CN" altLang="en-US" dirty="0"/>
              <a:t>大模型的推理与评价</a:t>
            </a:r>
          </a:p>
        </p:txBody>
      </p:sp>
      <p:pic>
        <p:nvPicPr>
          <p:cNvPr id="16" name="图片 15" descr="/data/temp/b8d07888-1b8d-11f0-b0b7-0ecf1bd43941.jpgb8d07888-1b8d-11f0-b0b7-0ecf1bd43941"/>
          <p:cNvPicPr>
            <a:picLocks noChangeAspect="1"/>
          </p:cNvPicPr>
          <p:nvPr>
            <p:custDataLst>
              <p:tags r:id="rId3"/>
            </p:custDataLst>
          </p:nvPr>
        </p:nvPicPr>
        <p:blipFill rotWithShape="1">
          <a:blip r:embed="rId11" cstate="print"/>
          <a:srcRect t="660" b="660"/>
          <a:stretch>
            <a:fillRect/>
          </a:stretch>
        </p:blipFill>
        <p:spPr>
          <a:xfrm>
            <a:off x="2274927" y="1799464"/>
            <a:ext cx="2627340" cy="2805145"/>
          </a:xfrm>
          <a:custGeom>
            <a:avLst/>
            <a:gdLst>
              <a:gd name="connsiteX0" fmla="*/ 1313698 w 2627403"/>
              <a:gd name="connsiteY0" fmla="*/ 0 h 2805212"/>
              <a:gd name="connsiteX1" fmla="*/ 1393218 w 2627403"/>
              <a:gd name="connsiteY1" fmla="*/ 19125 h 2805212"/>
              <a:gd name="connsiteX2" fmla="*/ 2529110 w 2627403"/>
              <a:gd name="connsiteY2" fmla="*/ 587071 h 2805212"/>
              <a:gd name="connsiteX3" fmla="*/ 2627403 w 2627403"/>
              <a:gd name="connsiteY3" fmla="*/ 746105 h 2805212"/>
              <a:gd name="connsiteX4" fmla="*/ 2627403 w 2627403"/>
              <a:gd name="connsiteY4" fmla="*/ 2059094 h 2805212"/>
              <a:gd name="connsiteX5" fmla="*/ 2529117 w 2627403"/>
              <a:gd name="connsiteY5" fmla="*/ 2218139 h 2805212"/>
              <a:gd name="connsiteX6" fmla="*/ 1393225 w 2627403"/>
              <a:gd name="connsiteY6" fmla="*/ 2786085 h 2805212"/>
              <a:gd name="connsiteX7" fmla="*/ 1234185 w 2627403"/>
              <a:gd name="connsiteY7" fmla="*/ 2786089 h 2805212"/>
              <a:gd name="connsiteX8" fmla="*/ 98293 w 2627403"/>
              <a:gd name="connsiteY8" fmla="*/ 2218143 h 2805212"/>
              <a:gd name="connsiteX9" fmla="*/ 0 w 2627403"/>
              <a:gd name="connsiteY9" fmla="*/ 2059109 h 2805212"/>
              <a:gd name="connsiteX10" fmla="*/ 0 w 2627403"/>
              <a:gd name="connsiteY10" fmla="*/ 746120 h 2805212"/>
              <a:gd name="connsiteX11" fmla="*/ 98286 w 2627403"/>
              <a:gd name="connsiteY11" fmla="*/ 587075 h 2805212"/>
              <a:gd name="connsiteX12" fmla="*/ 1234178 w 2627403"/>
              <a:gd name="connsiteY12" fmla="*/ 19129 h 2805212"/>
              <a:gd name="connsiteX13" fmla="*/ 1313698 w 2627403"/>
              <a:gd name="connsiteY13" fmla="*/ 0 h 2805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27403" h="2805212">
                <a:moveTo>
                  <a:pt x="1313698" y="0"/>
                </a:moveTo>
                <a:cubicBezTo>
                  <a:pt x="1340707" y="-1"/>
                  <a:pt x="1367716" y="6374"/>
                  <a:pt x="1393218" y="19125"/>
                </a:cubicBezTo>
                <a:cubicBezTo>
                  <a:pt x="1444222" y="44627"/>
                  <a:pt x="2467209" y="556120"/>
                  <a:pt x="2529110" y="587071"/>
                </a:cubicBezTo>
                <a:cubicBezTo>
                  <a:pt x="2591012" y="618021"/>
                  <a:pt x="2627404" y="676896"/>
                  <a:pt x="2627403" y="746105"/>
                </a:cubicBezTo>
                <a:lnTo>
                  <a:pt x="2627403" y="2059094"/>
                </a:lnTo>
                <a:cubicBezTo>
                  <a:pt x="2627404" y="2128301"/>
                  <a:pt x="2591020" y="2187187"/>
                  <a:pt x="2529117" y="2218139"/>
                </a:cubicBezTo>
                <a:cubicBezTo>
                  <a:pt x="2467217" y="2249089"/>
                  <a:pt x="1444230" y="2760582"/>
                  <a:pt x="1393225" y="2786085"/>
                </a:cubicBezTo>
                <a:cubicBezTo>
                  <a:pt x="1342222" y="2811586"/>
                  <a:pt x="1285190" y="2811590"/>
                  <a:pt x="1234185" y="2786089"/>
                </a:cubicBezTo>
                <a:cubicBezTo>
                  <a:pt x="1183181" y="2760586"/>
                  <a:pt x="160195" y="2249092"/>
                  <a:pt x="98293" y="2218143"/>
                </a:cubicBezTo>
                <a:cubicBezTo>
                  <a:pt x="36393" y="2187191"/>
                  <a:pt x="1" y="2128316"/>
                  <a:pt x="0" y="2059109"/>
                </a:cubicBezTo>
                <a:cubicBezTo>
                  <a:pt x="1" y="1989900"/>
                  <a:pt x="1" y="815327"/>
                  <a:pt x="0" y="746120"/>
                </a:cubicBezTo>
                <a:cubicBezTo>
                  <a:pt x="1" y="676911"/>
                  <a:pt x="36386" y="618025"/>
                  <a:pt x="98286" y="587075"/>
                </a:cubicBezTo>
                <a:cubicBezTo>
                  <a:pt x="160188" y="556123"/>
                  <a:pt x="1183174" y="44630"/>
                  <a:pt x="1234178" y="19129"/>
                </a:cubicBezTo>
                <a:cubicBezTo>
                  <a:pt x="1259681" y="6378"/>
                  <a:pt x="1286689" y="1"/>
                  <a:pt x="1313698" y="0"/>
                </a:cubicBezTo>
                <a:close/>
              </a:path>
            </a:pathLst>
          </a:custGeom>
          <a:solidFill>
            <a:schemeClr val="accent1">
              <a:alpha val="50000"/>
            </a:schemeClr>
          </a:solidFill>
          <a:ln w="3175" cap="flat" cmpd="sng" algn="ctr">
            <a:solidFill>
              <a:schemeClr val="tx1">
                <a:lumMod val="40000"/>
                <a:lumOff val="60000"/>
                <a:alpha val="20000"/>
              </a:schemeClr>
            </a:solidFill>
            <a:prstDash val="solid"/>
            <a:round/>
            <a:headEnd type="none" w="med" len="med"/>
            <a:tailEnd type="none" w="med" len="med"/>
          </a:ln>
        </p:spPr>
      </p:pic>
      <p:sp>
        <p:nvSpPr>
          <p:cNvPr id="10" name="矩形 9"/>
          <p:cNvSpPr/>
          <p:nvPr>
            <p:custDataLst>
              <p:tags r:id="rId4"/>
            </p:custDataLst>
          </p:nvPr>
        </p:nvSpPr>
        <p:spPr>
          <a:xfrm>
            <a:off x="1506596" y="5331885"/>
            <a:ext cx="4162325" cy="1104874"/>
          </a:xfrm>
          <a:prstGeom prst="rect">
            <a:avLst/>
          </a:prstGeom>
          <a:noFill/>
        </p:spPr>
        <p:txBody>
          <a:bodyPr wrap="square" lIns="0" tIns="0" rIns="0" bIns="0" rtlCol="0" anchor="t" anchorCtr="0">
            <a:noAutofit/>
          </a:bodyPr>
          <a:lstStyle/>
          <a:p>
            <a:pPr algn="ctr">
              <a:lnSpc>
                <a:spcPct val="150000"/>
              </a:lnSpc>
              <a:spcBef>
                <a:spcPct val="0"/>
              </a:spcBef>
              <a:spcAft>
                <a:spcPct val="0"/>
              </a:spcAft>
            </a:pPr>
            <a:r>
              <a:rPr lang="zh-CN" altLang="en-US" dirty="0">
                <a:ln>
                  <a:noFill/>
                  <a:prstDash val="sysDot"/>
                </a:ln>
                <a:solidFill>
                  <a:schemeClr val="tx1">
                    <a:lumMod val="85000"/>
                    <a:lumOff val="15000"/>
                  </a:schemeClr>
                </a:solidFill>
                <a:latin typeface="+mn-ea"/>
                <a:cs typeface="+mn-ea"/>
              </a:rPr>
              <a:t>包括逻辑推理、常识推理等，是AI大模型的重要能力</a:t>
            </a:r>
          </a:p>
        </p:txBody>
      </p:sp>
      <p:sp>
        <p:nvSpPr>
          <p:cNvPr id="11" name="矩形 10"/>
          <p:cNvSpPr/>
          <p:nvPr>
            <p:custDataLst>
              <p:tags r:id="rId5"/>
            </p:custDataLst>
          </p:nvPr>
        </p:nvSpPr>
        <p:spPr>
          <a:xfrm>
            <a:off x="2085702" y="4831517"/>
            <a:ext cx="3004748" cy="462269"/>
          </a:xfrm>
          <a:prstGeom prst="rect">
            <a:avLst/>
          </a:prstGeom>
          <a:noFill/>
        </p:spPr>
        <p:txBody>
          <a:bodyPr wrap="square" lIns="0" tIns="0" rIns="0" bIns="0" rtlCol="0" anchor="b">
            <a:noAutofit/>
          </a:bodyPr>
          <a:lstStyle/>
          <a:p>
            <a:pPr algn="ctr">
              <a:spcBef>
                <a:spcPct val="0"/>
              </a:spcBef>
              <a:spcAft>
                <a:spcPct val="0"/>
              </a:spcAft>
            </a:pPr>
            <a:r>
              <a:rPr lang="zh-CN" altLang="en-US" sz="2800" b="1" kern="0" dirty="0">
                <a:solidFill>
                  <a:schemeClr val="accent1"/>
                </a:solidFill>
                <a:latin typeface="+mn-ea"/>
                <a:cs typeface="+mn-ea"/>
              </a:rPr>
              <a:t>推理能力</a:t>
            </a:r>
          </a:p>
        </p:txBody>
      </p:sp>
      <p:pic>
        <p:nvPicPr>
          <p:cNvPr id="13" name="图片 12" descr="/data/temp/b8d07ac0-1b8d-11f0-b0b7-0ecf1bd43941.jpgb8d07ac0-1b8d-11f0-b0b7-0ecf1bd43941"/>
          <p:cNvPicPr>
            <a:picLocks noChangeAspect="1"/>
          </p:cNvPicPr>
          <p:nvPr>
            <p:custDataLst>
              <p:tags r:id="rId6"/>
            </p:custDataLst>
          </p:nvPr>
        </p:nvPicPr>
        <p:blipFill rotWithShape="1">
          <a:blip r:embed="rId12" cstate="print"/>
          <a:srcRect t="660" b="660"/>
          <a:stretch>
            <a:fillRect/>
          </a:stretch>
        </p:blipFill>
        <p:spPr>
          <a:xfrm>
            <a:off x="7285592" y="1799464"/>
            <a:ext cx="2627340" cy="2805145"/>
          </a:xfrm>
          <a:custGeom>
            <a:avLst/>
            <a:gdLst>
              <a:gd name="connsiteX0" fmla="*/ 1313698 w 2627403"/>
              <a:gd name="connsiteY0" fmla="*/ 0 h 2805212"/>
              <a:gd name="connsiteX1" fmla="*/ 1393218 w 2627403"/>
              <a:gd name="connsiteY1" fmla="*/ 19125 h 2805212"/>
              <a:gd name="connsiteX2" fmla="*/ 2529110 w 2627403"/>
              <a:gd name="connsiteY2" fmla="*/ 587071 h 2805212"/>
              <a:gd name="connsiteX3" fmla="*/ 2627403 w 2627403"/>
              <a:gd name="connsiteY3" fmla="*/ 746105 h 2805212"/>
              <a:gd name="connsiteX4" fmla="*/ 2627403 w 2627403"/>
              <a:gd name="connsiteY4" fmla="*/ 2059094 h 2805212"/>
              <a:gd name="connsiteX5" fmla="*/ 2529117 w 2627403"/>
              <a:gd name="connsiteY5" fmla="*/ 2218139 h 2805212"/>
              <a:gd name="connsiteX6" fmla="*/ 1393225 w 2627403"/>
              <a:gd name="connsiteY6" fmla="*/ 2786085 h 2805212"/>
              <a:gd name="connsiteX7" fmla="*/ 1234185 w 2627403"/>
              <a:gd name="connsiteY7" fmla="*/ 2786089 h 2805212"/>
              <a:gd name="connsiteX8" fmla="*/ 98293 w 2627403"/>
              <a:gd name="connsiteY8" fmla="*/ 2218143 h 2805212"/>
              <a:gd name="connsiteX9" fmla="*/ 0 w 2627403"/>
              <a:gd name="connsiteY9" fmla="*/ 2059109 h 2805212"/>
              <a:gd name="connsiteX10" fmla="*/ 0 w 2627403"/>
              <a:gd name="connsiteY10" fmla="*/ 746120 h 2805212"/>
              <a:gd name="connsiteX11" fmla="*/ 98286 w 2627403"/>
              <a:gd name="connsiteY11" fmla="*/ 587075 h 2805212"/>
              <a:gd name="connsiteX12" fmla="*/ 1234178 w 2627403"/>
              <a:gd name="connsiteY12" fmla="*/ 19129 h 2805212"/>
              <a:gd name="connsiteX13" fmla="*/ 1313698 w 2627403"/>
              <a:gd name="connsiteY13" fmla="*/ 0 h 2805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27403" h="2805212">
                <a:moveTo>
                  <a:pt x="1313698" y="0"/>
                </a:moveTo>
                <a:cubicBezTo>
                  <a:pt x="1340707" y="-1"/>
                  <a:pt x="1367715" y="6374"/>
                  <a:pt x="1393218" y="19125"/>
                </a:cubicBezTo>
                <a:cubicBezTo>
                  <a:pt x="1444222" y="44627"/>
                  <a:pt x="2467209" y="556120"/>
                  <a:pt x="2529110" y="587071"/>
                </a:cubicBezTo>
                <a:cubicBezTo>
                  <a:pt x="2591012" y="618021"/>
                  <a:pt x="2627404" y="676896"/>
                  <a:pt x="2627403" y="746105"/>
                </a:cubicBezTo>
                <a:cubicBezTo>
                  <a:pt x="2627404" y="815312"/>
                  <a:pt x="2627404" y="1989885"/>
                  <a:pt x="2627403" y="2059094"/>
                </a:cubicBezTo>
                <a:cubicBezTo>
                  <a:pt x="2627404" y="2128301"/>
                  <a:pt x="2591020" y="2187187"/>
                  <a:pt x="2529117" y="2218139"/>
                </a:cubicBezTo>
                <a:cubicBezTo>
                  <a:pt x="2467217" y="2249089"/>
                  <a:pt x="1444230" y="2760582"/>
                  <a:pt x="1393225" y="2786085"/>
                </a:cubicBezTo>
                <a:cubicBezTo>
                  <a:pt x="1342222" y="2811586"/>
                  <a:pt x="1285190" y="2811590"/>
                  <a:pt x="1234185" y="2786089"/>
                </a:cubicBezTo>
                <a:cubicBezTo>
                  <a:pt x="1183181" y="2760586"/>
                  <a:pt x="160195" y="2249092"/>
                  <a:pt x="98293" y="2218143"/>
                </a:cubicBezTo>
                <a:cubicBezTo>
                  <a:pt x="36393" y="2187191"/>
                  <a:pt x="1" y="2128316"/>
                  <a:pt x="0" y="2059109"/>
                </a:cubicBezTo>
                <a:cubicBezTo>
                  <a:pt x="1" y="1989900"/>
                  <a:pt x="1" y="815327"/>
                  <a:pt x="0" y="746120"/>
                </a:cubicBezTo>
                <a:cubicBezTo>
                  <a:pt x="1" y="676911"/>
                  <a:pt x="36386" y="618025"/>
                  <a:pt x="98286" y="587075"/>
                </a:cubicBezTo>
                <a:cubicBezTo>
                  <a:pt x="160188" y="556123"/>
                  <a:pt x="1183174" y="44630"/>
                  <a:pt x="1234178" y="19129"/>
                </a:cubicBezTo>
                <a:cubicBezTo>
                  <a:pt x="1259681" y="6378"/>
                  <a:pt x="1286689" y="1"/>
                  <a:pt x="1313698" y="0"/>
                </a:cubicBezTo>
                <a:close/>
              </a:path>
            </a:pathLst>
          </a:custGeom>
          <a:solidFill>
            <a:schemeClr val="accent1">
              <a:alpha val="50000"/>
            </a:schemeClr>
          </a:solidFill>
          <a:ln w="3175" cap="flat" cmpd="sng" algn="ctr">
            <a:solidFill>
              <a:schemeClr val="tx1">
                <a:lumMod val="40000"/>
                <a:lumOff val="60000"/>
                <a:alpha val="20000"/>
              </a:schemeClr>
            </a:solidFill>
            <a:prstDash val="solid"/>
            <a:round/>
            <a:headEnd type="none" w="med" len="med"/>
            <a:tailEnd type="none" w="med" len="med"/>
          </a:ln>
        </p:spPr>
      </p:pic>
      <p:sp>
        <p:nvSpPr>
          <p:cNvPr id="14" name="矩形 13"/>
          <p:cNvSpPr/>
          <p:nvPr>
            <p:custDataLst>
              <p:tags r:id="rId7"/>
            </p:custDataLst>
          </p:nvPr>
        </p:nvSpPr>
        <p:spPr>
          <a:xfrm>
            <a:off x="6410581" y="5331885"/>
            <a:ext cx="4816219" cy="1104874"/>
          </a:xfrm>
          <a:prstGeom prst="rect">
            <a:avLst/>
          </a:prstGeom>
          <a:noFill/>
        </p:spPr>
        <p:txBody>
          <a:bodyPr wrap="square" lIns="0" tIns="0" rIns="0" bIns="0" rtlCol="0" anchor="t" anchorCtr="0">
            <a:noAutofit/>
          </a:bodyPr>
          <a:lstStyle/>
          <a:p>
            <a:pPr algn="ctr">
              <a:lnSpc>
                <a:spcPct val="150000"/>
              </a:lnSpc>
              <a:spcBef>
                <a:spcPct val="0"/>
              </a:spcBef>
              <a:spcAft>
                <a:spcPct val="0"/>
              </a:spcAft>
            </a:pPr>
            <a:r>
              <a:rPr lang="zh-CN" altLang="en-US" dirty="0">
                <a:ln>
                  <a:noFill/>
                  <a:prstDash val="sysDot"/>
                </a:ln>
                <a:solidFill>
                  <a:schemeClr val="tx1">
                    <a:lumMod val="85000"/>
                    <a:lumOff val="15000"/>
                  </a:schemeClr>
                </a:solidFill>
                <a:latin typeface="+mn-ea"/>
                <a:cs typeface="+mn-ea"/>
              </a:rPr>
              <a:t>涵盖知识和能力评价、对齐评价、安全评价、行业</a:t>
            </a:r>
            <a:r>
              <a:rPr lang="en-US" altLang="zh-CN" dirty="0">
                <a:ln>
                  <a:noFill/>
                  <a:prstDash val="sysDot"/>
                </a:ln>
                <a:solidFill>
                  <a:schemeClr val="tx1">
                    <a:lumMod val="85000"/>
                    <a:lumOff val="15000"/>
                  </a:schemeClr>
                </a:solidFill>
                <a:latin typeface="+mn-ea"/>
                <a:cs typeface="+mn-ea"/>
              </a:rPr>
              <a:t>AI</a:t>
            </a:r>
            <a:r>
              <a:rPr lang="zh-CN" altLang="en-US" dirty="0">
                <a:ln>
                  <a:noFill/>
                  <a:prstDash val="sysDot"/>
                </a:ln>
                <a:solidFill>
                  <a:schemeClr val="tx1">
                    <a:lumMod val="85000"/>
                    <a:lumOff val="15000"/>
                  </a:schemeClr>
                </a:solidFill>
                <a:latin typeface="+mn-ea"/>
                <a:cs typeface="+mn-ea"/>
              </a:rPr>
              <a:t>大模型评价、（综合）评价组织等</a:t>
            </a:r>
          </a:p>
        </p:txBody>
      </p:sp>
      <p:sp>
        <p:nvSpPr>
          <p:cNvPr id="15" name="矩形 14"/>
          <p:cNvSpPr/>
          <p:nvPr>
            <p:custDataLst>
              <p:tags r:id="rId8"/>
            </p:custDataLst>
          </p:nvPr>
        </p:nvSpPr>
        <p:spPr>
          <a:xfrm>
            <a:off x="7097637" y="4831517"/>
            <a:ext cx="3004748" cy="462269"/>
          </a:xfrm>
          <a:prstGeom prst="rect">
            <a:avLst/>
          </a:prstGeom>
          <a:noFill/>
        </p:spPr>
        <p:txBody>
          <a:bodyPr wrap="square" lIns="0" tIns="0" rIns="0" bIns="0" rtlCol="0" anchor="b">
            <a:noAutofit/>
          </a:bodyPr>
          <a:lstStyle/>
          <a:p>
            <a:pPr algn="ctr">
              <a:spcBef>
                <a:spcPct val="0"/>
              </a:spcBef>
              <a:spcAft>
                <a:spcPct val="0"/>
              </a:spcAft>
            </a:pPr>
            <a:r>
              <a:rPr lang="zh-CN" altLang="en-US" sz="2800" b="1" kern="0" dirty="0">
                <a:solidFill>
                  <a:schemeClr val="accent1"/>
                </a:solidFill>
                <a:latin typeface="+mn-ea"/>
                <a:cs typeface="+mn-ea"/>
              </a:rPr>
              <a:t>评价类别</a:t>
            </a:r>
          </a:p>
        </p:txBody>
      </p:sp>
    </p:spTree>
    <p:custDataLst>
      <p:tags r:id="rId1"/>
    </p:custDataLst>
  </p:cSld>
  <p:clrMapOvr>
    <a:masterClrMapping/>
  </p:clrMapOvr>
  <mc:AlternateContent xmlns:mc="http://schemas.openxmlformats.org/markup-compatibility/2006">
    <mc:Choice xmlns:p14="http://schemas.microsoft.com/office/powerpoint/2010/main" xmlns="" Requires="p14">
      <p:transition>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p:txBody>
          <a:bodyPr>
            <a:normAutofit fontScale="90000"/>
          </a:bodyPr>
          <a:lstStyle/>
          <a:p>
            <a:pPr lvl="0"/>
            <a:r>
              <a:rPr lang="en-US" altLang="zh-CN" dirty="0"/>
              <a:t>5.2.6 </a:t>
            </a:r>
            <a:r>
              <a:rPr lang="zh-CN" altLang="en-US" dirty="0"/>
              <a:t>多模态 AI 大模型</a:t>
            </a:r>
          </a:p>
        </p:txBody>
      </p:sp>
      <p:pic>
        <p:nvPicPr>
          <p:cNvPr id="8" name="图片 7" descr="/data/temp/b88a2c21-1b8d-11f0-b0b7-0ecf1bd43941.jpgb88a2c21-1b8d-11f0-b0b7-0ecf1bd43941"/>
          <p:cNvPicPr>
            <a:picLocks noChangeAspect="1"/>
          </p:cNvPicPr>
          <p:nvPr>
            <p:custDataLst>
              <p:tags r:id="rId3"/>
            </p:custDataLst>
          </p:nvPr>
        </p:nvPicPr>
        <p:blipFill>
          <a:blip r:embed="rId12" cstate="print"/>
          <a:srcRect t="410" b="410"/>
          <a:stretch>
            <a:fillRect/>
          </a:stretch>
        </p:blipFill>
        <p:spPr>
          <a:xfrm>
            <a:off x="8219004" y="1362905"/>
            <a:ext cx="3277671" cy="4644000"/>
          </a:xfrm>
          <a:prstGeom prst="round1Rect">
            <a:avLst>
              <a:gd name="adj" fmla="val 39814"/>
            </a:avLst>
          </a:prstGeom>
          <a:ln w="9525" cap="flat" cmpd="sng" algn="ctr">
            <a:solidFill>
              <a:schemeClr val="accent1">
                <a:lumMod val="100000"/>
                <a:alpha val="28000"/>
              </a:schemeClr>
            </a:solidFill>
            <a:prstDash val="solid"/>
            <a:round/>
            <a:headEnd type="none" w="med" len="med"/>
            <a:tailEnd type="none" w="med" len="med"/>
          </a:ln>
          <a:effectLst>
            <a:outerShdw blurRad="203200" dist="38100" dir="2700000" algn="tl" rotWithShape="0">
              <a:schemeClr val="accent1">
                <a:alpha val="60000"/>
              </a:schemeClr>
            </a:outerShdw>
          </a:effectLst>
        </p:spPr>
      </p:pic>
      <p:sp>
        <p:nvSpPr>
          <p:cNvPr id="31" name="圆角矩形 30"/>
          <p:cNvSpPr/>
          <p:nvPr>
            <p:custDataLst>
              <p:tags r:id="rId4"/>
            </p:custDataLst>
          </p:nvPr>
        </p:nvSpPr>
        <p:spPr>
          <a:xfrm>
            <a:off x="1000157" y="1742344"/>
            <a:ext cx="6727158" cy="1763272"/>
          </a:xfrm>
          <a:prstGeom prst="roundRect">
            <a:avLst>
              <a:gd name="adj" fmla="val 11525"/>
            </a:avLst>
          </a:prstGeom>
          <a:gradFill>
            <a:gsLst>
              <a:gs pos="0">
                <a:schemeClr val="accent1">
                  <a:lumMod val="20000"/>
                  <a:lumOff val="80000"/>
                  <a:alpha val="0"/>
                </a:schemeClr>
              </a:gs>
              <a:gs pos="100000">
                <a:schemeClr val="accent1">
                  <a:lumMod val="20000"/>
                  <a:lumOff val="80000"/>
                  <a:alpha val="44000"/>
                </a:schemeClr>
              </a:gs>
            </a:gsLst>
            <a:lin ang="10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a:buClrTx/>
              <a:buSzTx/>
              <a:buFontTx/>
            </a:pPr>
            <a:endParaRPr lang="zh-CN" altLang="en-US" sz="1600">
              <a:sym typeface="+mn-ea"/>
            </a:endParaRPr>
          </a:p>
        </p:txBody>
      </p:sp>
      <p:sp>
        <p:nvSpPr>
          <p:cNvPr id="36" name="圆角矩形 35"/>
          <p:cNvSpPr/>
          <p:nvPr>
            <p:custDataLst>
              <p:tags r:id="rId5"/>
            </p:custDataLst>
          </p:nvPr>
        </p:nvSpPr>
        <p:spPr>
          <a:xfrm>
            <a:off x="634999" y="2263726"/>
            <a:ext cx="2088187" cy="720065"/>
          </a:xfrm>
          <a:prstGeom prst="roundRect">
            <a:avLst>
              <a:gd name="adj" fmla="val 14111"/>
            </a:avLst>
          </a:prstGeom>
          <a:solidFill>
            <a:schemeClr val="accent1"/>
          </a:solidFill>
          <a:ln>
            <a:solidFill>
              <a:schemeClr val="accent1">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spcBef>
                <a:spcPct val="0"/>
              </a:spcBef>
              <a:spcAft>
                <a:spcPct val="0"/>
              </a:spcAft>
            </a:pPr>
            <a:r>
              <a:rPr lang="zh-CN" altLang="en-US" sz="2000" b="1">
                <a:solidFill>
                  <a:schemeClr val="lt1">
                    <a:lumMod val="100000"/>
                  </a:schemeClr>
                </a:solidFill>
                <a:latin typeface="+mn-ea"/>
                <a:cs typeface="+mn-ea"/>
                <a:sym typeface="+mn-ea"/>
              </a:rPr>
              <a:t>多模态架构</a:t>
            </a:r>
          </a:p>
        </p:txBody>
      </p:sp>
      <p:sp>
        <p:nvSpPr>
          <p:cNvPr id="5" name="矩形 4"/>
          <p:cNvSpPr/>
          <p:nvPr>
            <p:custDataLst>
              <p:tags r:id="rId6"/>
            </p:custDataLst>
          </p:nvPr>
        </p:nvSpPr>
        <p:spPr>
          <a:xfrm>
            <a:off x="2961848" y="1909364"/>
            <a:ext cx="4519699" cy="1428626"/>
          </a:xfrm>
          <a:prstGeom prst="rect">
            <a:avLst/>
          </a:prstGeom>
          <a:noFill/>
        </p:spPr>
        <p:txBody>
          <a:bodyPr wrap="square" lIns="0" tIns="0" rIns="0" bIns="0" rtlCol="0" anchor="ctr" anchorCtr="0">
            <a:noAutofit/>
          </a:bodyPr>
          <a:lstStyle/>
          <a:p>
            <a:pPr algn="just" fontAlgn="b">
              <a:lnSpc>
                <a:spcPct val="150000"/>
              </a:lnSpc>
              <a:spcBef>
                <a:spcPct val="0"/>
              </a:spcBef>
              <a:spcAft>
                <a:spcPct val="0"/>
              </a:spcAft>
            </a:pPr>
            <a:r>
              <a:rPr lang="zh-CN" altLang="en-US" sz="1700">
                <a:solidFill>
                  <a:schemeClr val="tx1">
                    <a:lumMod val="85000"/>
                    <a:lumOff val="15000"/>
                  </a:schemeClr>
                </a:solidFill>
                <a:latin typeface="+mn-ea"/>
                <a:cs typeface="+mn-ea"/>
              </a:rPr>
              <a:t>整合文本、图像、音频等数据，实现跨模态任务。</a:t>
            </a:r>
          </a:p>
        </p:txBody>
      </p:sp>
      <p:sp>
        <p:nvSpPr>
          <p:cNvPr id="66" name="圆角矩形 65"/>
          <p:cNvSpPr/>
          <p:nvPr>
            <p:custDataLst>
              <p:tags r:id="rId7"/>
            </p:custDataLst>
          </p:nvPr>
        </p:nvSpPr>
        <p:spPr>
          <a:xfrm>
            <a:off x="1000157" y="3887566"/>
            <a:ext cx="6727158" cy="1763272"/>
          </a:xfrm>
          <a:prstGeom prst="roundRect">
            <a:avLst>
              <a:gd name="adj" fmla="val 11525"/>
            </a:avLst>
          </a:prstGeom>
          <a:gradFill>
            <a:gsLst>
              <a:gs pos="0">
                <a:schemeClr val="accent1">
                  <a:lumMod val="20000"/>
                  <a:lumOff val="80000"/>
                  <a:alpha val="0"/>
                </a:schemeClr>
              </a:gs>
              <a:gs pos="100000">
                <a:schemeClr val="accent1">
                  <a:lumMod val="20000"/>
                  <a:lumOff val="80000"/>
                  <a:alpha val="44000"/>
                </a:schemeClr>
              </a:gs>
            </a:gsLst>
            <a:lin ang="10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a:buClrTx/>
              <a:buSzTx/>
              <a:buFontTx/>
            </a:pPr>
            <a:endParaRPr lang="zh-CN" altLang="en-US" sz="1600">
              <a:sym typeface="+mn-ea"/>
            </a:endParaRPr>
          </a:p>
        </p:txBody>
      </p:sp>
      <p:sp>
        <p:nvSpPr>
          <p:cNvPr id="4" name="圆角矩形 35"/>
          <p:cNvSpPr/>
          <p:nvPr>
            <p:custDataLst>
              <p:tags r:id="rId8"/>
            </p:custDataLst>
          </p:nvPr>
        </p:nvSpPr>
        <p:spPr>
          <a:xfrm>
            <a:off x="634999" y="4408948"/>
            <a:ext cx="2088187" cy="720065"/>
          </a:xfrm>
          <a:prstGeom prst="roundRect">
            <a:avLst>
              <a:gd name="adj" fmla="val 14111"/>
            </a:avLst>
          </a:prstGeom>
          <a:solidFill>
            <a:schemeClr val="accent1"/>
          </a:solidFill>
          <a:ln>
            <a:solidFill>
              <a:schemeClr val="accent1">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spcBef>
                <a:spcPct val="0"/>
              </a:spcBef>
              <a:spcAft>
                <a:spcPct val="0"/>
              </a:spcAft>
            </a:pPr>
            <a:r>
              <a:rPr lang="zh-CN" altLang="en-US" sz="2000" b="1">
                <a:solidFill>
                  <a:schemeClr val="lt1">
                    <a:lumMod val="100000"/>
                  </a:schemeClr>
                </a:solidFill>
                <a:latin typeface="+mn-ea"/>
                <a:cs typeface="+mn-ea"/>
                <a:sym typeface="+mn-ea"/>
              </a:rPr>
              <a:t>应用领域</a:t>
            </a:r>
          </a:p>
        </p:txBody>
      </p:sp>
      <p:sp>
        <p:nvSpPr>
          <p:cNvPr id="6" name="矩形 5"/>
          <p:cNvSpPr/>
          <p:nvPr>
            <p:custDataLst>
              <p:tags r:id="rId9"/>
            </p:custDataLst>
          </p:nvPr>
        </p:nvSpPr>
        <p:spPr>
          <a:xfrm>
            <a:off x="2961848" y="4054586"/>
            <a:ext cx="4519699" cy="1428626"/>
          </a:xfrm>
          <a:prstGeom prst="rect">
            <a:avLst/>
          </a:prstGeom>
          <a:noFill/>
        </p:spPr>
        <p:txBody>
          <a:bodyPr wrap="square" lIns="0" tIns="0" rIns="0" bIns="0" rtlCol="0" anchor="ctr" anchorCtr="0">
            <a:noAutofit/>
          </a:bodyPr>
          <a:lstStyle/>
          <a:p>
            <a:pPr algn="just" fontAlgn="b">
              <a:lnSpc>
                <a:spcPct val="150000"/>
              </a:lnSpc>
              <a:spcBef>
                <a:spcPct val="0"/>
              </a:spcBef>
              <a:spcAft>
                <a:spcPct val="0"/>
              </a:spcAft>
            </a:pPr>
            <a:r>
              <a:rPr lang="zh-CN" altLang="en-US" sz="1700">
                <a:solidFill>
                  <a:schemeClr val="tx1">
                    <a:lumMod val="85000"/>
                    <a:lumOff val="15000"/>
                  </a:schemeClr>
                </a:solidFill>
                <a:latin typeface="+mn-ea"/>
                <a:cs typeface="+mn-ea"/>
              </a:rPr>
              <a:t>如增强现实、虚拟现实等，拓展了AI大模型的应用范围。</a:t>
            </a:r>
          </a:p>
        </p:txBody>
      </p:sp>
    </p:spTree>
    <p:custDataLst>
      <p:tags r:id="rId1"/>
    </p:custDataLst>
  </p:cSld>
  <p:clrMapOvr>
    <a:masterClrMapping/>
  </p:clrMapOvr>
  <mc:AlternateContent xmlns:mc="http://schemas.openxmlformats.org/markup-compatibility/2006">
    <mc:Choice xmlns:p14="http://schemas.microsoft.com/office/powerpoint/2010/main" xmlns="" Requires="p14">
      <p:transition>
        <p:fade/>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2"/>
            </p:custDataLst>
          </p:nvPr>
        </p:nvSpPr>
        <p:spPr>
          <a:xfrm>
            <a:off x="5132246" y="2864881"/>
            <a:ext cx="6640654" cy="1325563"/>
          </a:xfrm>
        </p:spPr>
        <p:txBody>
          <a:bodyPr>
            <a:normAutofit/>
          </a:bodyPr>
          <a:lstStyle/>
          <a:p>
            <a:pPr algn="ctr"/>
            <a:r>
              <a:rPr lang="en-US" altLang="zh-CN" dirty="0"/>
              <a:t>5.3 </a:t>
            </a:r>
            <a:r>
              <a:rPr lang="zh-CN" altLang="en-US" dirty="0"/>
              <a:t>典型 AI 大模型简介</a:t>
            </a:r>
          </a:p>
        </p:txBody>
      </p:sp>
    </p:spTree>
    <p:custDataLst>
      <p:tags r:id="rId1"/>
    </p:custDataLst>
  </p:cSld>
  <p:clrMapOvr>
    <a:masterClrMapping/>
  </p:clrMapOvr>
  <mc:AlternateContent xmlns:mc="http://schemas.openxmlformats.org/markup-compatibility/2006">
    <mc:Choice xmlns:p14="http://schemas.microsoft.com/office/powerpoint/2010/main" xmlns="" Requires="p14">
      <p:transition>
        <p:fade/>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FC8179A-2415-8A47-3468-B4FC462B9BB5}"/>
            </a:ext>
          </a:extLst>
        </p:cNvPr>
        <p:cNvGrpSpPr/>
        <p:nvPr/>
      </p:nvGrpSpPr>
      <p:grpSpPr>
        <a:xfrm>
          <a:off x="0" y="0"/>
          <a:ext cx="0" cy="0"/>
          <a:chOff x="0" y="0"/>
          <a:chExt cx="0" cy="0"/>
        </a:xfrm>
      </p:grpSpPr>
      <p:sp>
        <p:nvSpPr>
          <p:cNvPr id="17" name="标题 16">
            <a:extLst>
              <a:ext uri="{FF2B5EF4-FFF2-40B4-BE49-F238E27FC236}">
                <a16:creationId xmlns:a16="http://schemas.microsoft.com/office/drawing/2014/main" xmlns="" id="{979255BE-72D1-6A9A-31C3-1D81475E41C1}"/>
              </a:ext>
            </a:extLst>
          </p:cNvPr>
          <p:cNvSpPr>
            <a:spLocks noGrp="1"/>
          </p:cNvSpPr>
          <p:nvPr>
            <p:ph type="title"/>
            <p:custDataLst>
              <p:tags r:id="rId2"/>
            </p:custDataLst>
          </p:nvPr>
        </p:nvSpPr>
        <p:spPr/>
        <p:txBody>
          <a:bodyPr>
            <a:normAutofit fontScale="90000"/>
          </a:bodyPr>
          <a:lstStyle/>
          <a:p>
            <a:r>
              <a:rPr lang="en-US" altLang="zh-CN" dirty="0" err="1"/>
              <a:t>DeepSeek</a:t>
            </a:r>
            <a:r>
              <a:rPr lang="zh-CN" altLang="en-US" dirty="0"/>
              <a:t>模型迭代及发展历程</a:t>
            </a:r>
          </a:p>
        </p:txBody>
      </p:sp>
      <p:pic>
        <p:nvPicPr>
          <p:cNvPr id="2" name="图片 1">
            <a:extLst>
              <a:ext uri="{FF2B5EF4-FFF2-40B4-BE49-F238E27FC236}">
                <a16:creationId xmlns:a16="http://schemas.microsoft.com/office/drawing/2014/main" xmlns="" id="{917B9295-ED99-9EDC-4ADE-9E194B106982}"/>
              </a:ext>
            </a:extLst>
          </p:cNvPr>
          <p:cNvPicPr>
            <a:picLocks noChangeAspect="1"/>
          </p:cNvPicPr>
          <p:nvPr/>
        </p:nvPicPr>
        <p:blipFill>
          <a:blip r:embed="rId4"/>
          <a:srcRect t="9186" b="10041"/>
          <a:stretch/>
        </p:blipFill>
        <p:spPr>
          <a:xfrm>
            <a:off x="0" y="1644649"/>
            <a:ext cx="12192000" cy="3003551"/>
          </a:xfrm>
          <a:prstGeom prst="rect">
            <a:avLst/>
          </a:prstGeom>
        </p:spPr>
      </p:pic>
      <p:sp>
        <p:nvSpPr>
          <p:cNvPr id="6" name="文本框 5">
            <a:extLst>
              <a:ext uri="{FF2B5EF4-FFF2-40B4-BE49-F238E27FC236}">
                <a16:creationId xmlns:a16="http://schemas.microsoft.com/office/drawing/2014/main" xmlns="" id="{5FFA9210-7C72-198C-41CB-E7805EC9B2C7}"/>
              </a:ext>
            </a:extLst>
          </p:cNvPr>
          <p:cNvSpPr txBox="1"/>
          <p:nvPr/>
        </p:nvSpPr>
        <p:spPr>
          <a:xfrm>
            <a:off x="254000" y="4907687"/>
            <a:ext cx="11182350" cy="1569660"/>
          </a:xfrm>
          <a:prstGeom prst="rect">
            <a:avLst/>
          </a:prstGeom>
          <a:noFill/>
        </p:spPr>
        <p:txBody>
          <a:bodyPr wrap="square">
            <a:spAutoFit/>
          </a:bodyPr>
          <a:lstStyle/>
          <a:p>
            <a:r>
              <a:rPr lang="en-US" altLang="zh-CN" sz="2400" dirty="0" err="1"/>
              <a:t>DeepSeek</a:t>
            </a:r>
            <a:r>
              <a:rPr lang="zh-CN" altLang="en-US" sz="2400" dirty="0"/>
              <a:t>是由中国杭州深度求索公司研发的开源大语言模型，以</a:t>
            </a:r>
            <a:r>
              <a:rPr lang="zh-CN" altLang="en-US" sz="2400" b="1" dirty="0">
                <a:solidFill>
                  <a:schemeClr val="accent1"/>
                </a:solidFill>
              </a:rPr>
              <a:t>高性价比技术突破</a:t>
            </a:r>
            <a:r>
              <a:rPr lang="zh-CN" altLang="en-US" sz="2400" dirty="0"/>
              <a:t>和</a:t>
            </a:r>
            <a:r>
              <a:rPr lang="zh-CN" altLang="en-US" sz="2400" b="1" dirty="0">
                <a:solidFill>
                  <a:schemeClr val="accent1"/>
                </a:solidFill>
              </a:rPr>
              <a:t>多领域场景应用</a:t>
            </a:r>
            <a:r>
              <a:rPr lang="zh-CN" altLang="en-US" sz="2400" dirty="0"/>
              <a:t>为核心竞争力，通过仅数百万美元的低成本训练实现媲美</a:t>
            </a:r>
            <a:r>
              <a:rPr lang="en-US" altLang="zh-CN" sz="2400" dirty="0"/>
              <a:t>GPT-4</a:t>
            </a:r>
            <a:r>
              <a:rPr lang="zh-CN" altLang="en-US" sz="2400" dirty="0"/>
              <a:t>等顶尖模型的性能，覆盖代码生成、数据分析、创意设计等复杂任务，并凭借用户友好的交互设计成为全球下载量领先的</a:t>
            </a:r>
            <a:r>
              <a:rPr lang="en-US" altLang="zh-CN" sz="2400" dirty="0"/>
              <a:t>AI</a:t>
            </a:r>
            <a:r>
              <a:rPr lang="zh-CN" altLang="en-US" sz="2400" dirty="0"/>
              <a:t>助手。</a:t>
            </a:r>
          </a:p>
        </p:txBody>
      </p:sp>
    </p:spTree>
    <p:custDataLst>
      <p:tags r:id="rId1"/>
    </p:custDataLst>
    <p:extLst>
      <p:ext uri="{BB962C8B-B14F-4D97-AF65-F5344CB8AC3E}">
        <p14:creationId xmlns:p14="http://schemas.microsoft.com/office/powerpoint/2010/main" xmlns="" val="301128245"/>
      </p:ext>
    </p:extLst>
  </p:cSld>
  <p:clrMapOvr>
    <a:masterClrMapping/>
  </p:clrMapOvr>
  <mc:AlternateContent xmlns:mc="http://schemas.openxmlformats.org/markup-compatibility/2006">
    <mc:Choice xmlns:p14="http://schemas.microsoft.com/office/powerpoint/2010/main" xmlns="" Requires="p14">
      <p:transition>
        <p:fade/>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p:txBody>
          <a:bodyPr>
            <a:normAutofit fontScale="90000"/>
          </a:bodyPr>
          <a:lstStyle/>
          <a:p>
            <a:r>
              <a:rPr lang="en-US" altLang="zh-CN" dirty="0"/>
              <a:t>5.3.1 </a:t>
            </a:r>
            <a:r>
              <a:rPr lang="zh-CN" altLang="en-US" dirty="0"/>
              <a:t>OpenAI：GPT </a:t>
            </a:r>
          </a:p>
        </p:txBody>
      </p:sp>
      <p:pic>
        <p:nvPicPr>
          <p:cNvPr id="2" name="图片 1">
            <a:extLst>
              <a:ext uri="{FF2B5EF4-FFF2-40B4-BE49-F238E27FC236}">
                <a16:creationId xmlns:a16="http://schemas.microsoft.com/office/drawing/2014/main" xmlns="" id="{ED293C3B-A70D-593D-E88A-0E6927505423}"/>
              </a:ext>
            </a:extLst>
          </p:cNvPr>
          <p:cNvPicPr>
            <a:picLocks noChangeAspect="1"/>
          </p:cNvPicPr>
          <p:nvPr/>
        </p:nvPicPr>
        <p:blipFill>
          <a:blip r:embed="rId4"/>
          <a:stretch>
            <a:fillRect/>
          </a:stretch>
        </p:blipFill>
        <p:spPr>
          <a:xfrm>
            <a:off x="76200" y="799936"/>
            <a:ext cx="12192000" cy="4724728"/>
          </a:xfrm>
          <a:prstGeom prst="rect">
            <a:avLst/>
          </a:prstGeom>
        </p:spPr>
      </p:pic>
      <p:sp>
        <p:nvSpPr>
          <p:cNvPr id="6" name="文本框 5">
            <a:extLst>
              <a:ext uri="{FF2B5EF4-FFF2-40B4-BE49-F238E27FC236}">
                <a16:creationId xmlns:a16="http://schemas.microsoft.com/office/drawing/2014/main" xmlns="" id="{27D24373-96BC-AC63-8385-6601B28EE2B6}"/>
              </a:ext>
            </a:extLst>
          </p:cNvPr>
          <p:cNvSpPr txBox="1"/>
          <p:nvPr/>
        </p:nvSpPr>
        <p:spPr>
          <a:xfrm>
            <a:off x="76200" y="5704121"/>
            <a:ext cx="11931650" cy="707886"/>
          </a:xfrm>
          <a:prstGeom prst="rect">
            <a:avLst/>
          </a:prstGeom>
          <a:noFill/>
        </p:spPr>
        <p:txBody>
          <a:bodyPr wrap="square">
            <a:spAutoFit/>
          </a:bodyPr>
          <a:lstStyle/>
          <a:p>
            <a:r>
              <a:rPr lang="en-US" altLang="zh-CN" sz="2000" dirty="0"/>
              <a:t>GPT</a:t>
            </a:r>
            <a:r>
              <a:rPr lang="zh-CN" altLang="en-US" sz="2000" dirty="0"/>
              <a:t>（</a:t>
            </a:r>
            <a:r>
              <a:rPr lang="en-US" altLang="zh-CN" sz="2000" dirty="0"/>
              <a:t>Generative Pre-trained Transformer</a:t>
            </a:r>
            <a:r>
              <a:rPr lang="zh-CN" altLang="en-US" sz="2000" dirty="0"/>
              <a:t>）是</a:t>
            </a:r>
            <a:r>
              <a:rPr lang="en-US" altLang="zh-CN" sz="2000" dirty="0"/>
              <a:t>OpenAI</a:t>
            </a:r>
            <a:r>
              <a:rPr lang="zh-CN" altLang="en-US" sz="2000" dirty="0"/>
              <a:t>研发的基于</a:t>
            </a:r>
            <a:r>
              <a:rPr lang="en-US" altLang="zh-CN" sz="2000" dirty="0"/>
              <a:t>Transformer</a:t>
            </a:r>
            <a:r>
              <a:rPr lang="zh-CN" altLang="en-US" sz="2000" dirty="0"/>
              <a:t>架构的生成式预训练大模型，通过大规模数据无监督预训练与下游任务微调，实现文本生成、代码创作、多模态交互等跨领域任务处理。</a:t>
            </a:r>
          </a:p>
        </p:txBody>
      </p:sp>
    </p:spTree>
    <p:custDataLst>
      <p:tags r:id="rId1"/>
    </p:custDataLst>
  </p:cSld>
  <p:clrMapOvr>
    <a:masterClrMapping/>
  </p:clrMapOvr>
  <mc:AlternateContent xmlns:mc="http://schemas.openxmlformats.org/markup-compatibility/2006">
    <mc:Choice xmlns:p14="http://schemas.microsoft.com/office/powerpoint/2010/main" xmlns="" Requires="p14">
      <p:transition>
        <p:fade/>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5F57FFF-4BF8-9CAE-0A53-9DED8ECFBB7D}"/>
            </a:ext>
          </a:extLst>
        </p:cNvPr>
        <p:cNvGrpSpPr/>
        <p:nvPr/>
      </p:nvGrpSpPr>
      <p:grpSpPr>
        <a:xfrm>
          <a:off x="0" y="0"/>
          <a:ext cx="0" cy="0"/>
          <a:chOff x="0" y="0"/>
          <a:chExt cx="0" cy="0"/>
        </a:xfrm>
      </p:grpSpPr>
      <p:sp>
        <p:nvSpPr>
          <p:cNvPr id="17" name="标题 16">
            <a:extLst>
              <a:ext uri="{FF2B5EF4-FFF2-40B4-BE49-F238E27FC236}">
                <a16:creationId xmlns:a16="http://schemas.microsoft.com/office/drawing/2014/main" xmlns="" id="{790B4ED9-918F-9DAE-77F3-0169A7E9E0D1}"/>
              </a:ext>
            </a:extLst>
          </p:cNvPr>
          <p:cNvSpPr>
            <a:spLocks noGrp="1"/>
          </p:cNvSpPr>
          <p:nvPr>
            <p:ph type="title"/>
            <p:custDataLst>
              <p:tags r:id="rId2"/>
            </p:custDataLst>
          </p:nvPr>
        </p:nvSpPr>
        <p:spPr/>
        <p:txBody>
          <a:bodyPr>
            <a:normAutofit fontScale="90000"/>
          </a:bodyPr>
          <a:lstStyle/>
          <a:p>
            <a:r>
              <a:rPr lang="en-US" altLang="zh-CN" dirty="0"/>
              <a:t>5.3.2 </a:t>
            </a:r>
            <a:r>
              <a:rPr lang="zh-CN" altLang="en-US" dirty="0"/>
              <a:t>谷歌：</a:t>
            </a:r>
            <a:r>
              <a:rPr lang="en-US" altLang="zh-CN" dirty="0" err="1"/>
              <a:t>PaLM</a:t>
            </a:r>
            <a:r>
              <a:rPr lang="en-US" altLang="zh-CN" dirty="0"/>
              <a:t> </a:t>
            </a:r>
            <a:r>
              <a:rPr lang="zh-CN" altLang="en-US" dirty="0"/>
              <a:t>和 </a:t>
            </a:r>
            <a:r>
              <a:rPr lang="en-US" altLang="zh-CN" dirty="0"/>
              <a:t>Gemini</a:t>
            </a:r>
            <a:r>
              <a:rPr lang="zh-CN" altLang="en-US" dirty="0"/>
              <a:t>模型</a:t>
            </a:r>
          </a:p>
        </p:txBody>
      </p:sp>
      <p:sp>
        <p:nvSpPr>
          <p:cNvPr id="6" name="文本框 5">
            <a:extLst>
              <a:ext uri="{FF2B5EF4-FFF2-40B4-BE49-F238E27FC236}">
                <a16:creationId xmlns:a16="http://schemas.microsoft.com/office/drawing/2014/main" xmlns="" id="{09C34A5D-8299-66F1-A113-14AA17833CA0}"/>
              </a:ext>
            </a:extLst>
          </p:cNvPr>
          <p:cNvSpPr txBox="1"/>
          <p:nvPr/>
        </p:nvSpPr>
        <p:spPr>
          <a:xfrm>
            <a:off x="57150" y="4865261"/>
            <a:ext cx="11931650" cy="1631216"/>
          </a:xfrm>
          <a:prstGeom prst="rect">
            <a:avLst/>
          </a:prstGeom>
          <a:noFill/>
        </p:spPr>
        <p:txBody>
          <a:bodyPr wrap="square">
            <a:spAutoFit/>
          </a:bodyPr>
          <a:lstStyle/>
          <a:p>
            <a:pPr marL="342900" indent="-342900">
              <a:buFont typeface="Wingdings" panose="05000000000000000000" pitchFamily="2" charset="2"/>
              <a:buChar char="n"/>
            </a:pPr>
            <a:r>
              <a:rPr lang="en-US" altLang="zh-CN" sz="2000" dirty="0" err="1"/>
              <a:t>PaLM</a:t>
            </a:r>
            <a:r>
              <a:rPr lang="zh-CN" altLang="en-US" sz="2000" dirty="0"/>
              <a:t>（</a:t>
            </a:r>
            <a:r>
              <a:rPr lang="en-US" altLang="zh-CN" sz="2000" dirty="0"/>
              <a:t>Pathways Language Model</a:t>
            </a:r>
            <a:r>
              <a:rPr lang="zh-CN" altLang="en-US" sz="2000" dirty="0"/>
              <a:t>）是</a:t>
            </a:r>
            <a:r>
              <a:rPr lang="en-US" altLang="zh-CN" sz="2000" dirty="0"/>
              <a:t>Google</a:t>
            </a:r>
            <a:r>
              <a:rPr lang="zh-CN" altLang="en-US" sz="2000" dirty="0"/>
              <a:t>于</a:t>
            </a:r>
            <a:r>
              <a:rPr lang="en-US" altLang="zh-CN" sz="2000" dirty="0"/>
              <a:t>2022</a:t>
            </a:r>
            <a:r>
              <a:rPr lang="zh-CN" altLang="en-US" sz="2000" dirty="0"/>
              <a:t>年推出的​​千亿级参数通用语言模型​​，通过多任务预训练实现文本生成与推理能力的突破</a:t>
            </a:r>
            <a:endParaRPr lang="en-US" altLang="zh-CN" sz="2000" dirty="0"/>
          </a:p>
          <a:p>
            <a:pPr marL="342900" indent="-342900">
              <a:buFont typeface="Wingdings" panose="05000000000000000000" pitchFamily="2" charset="2"/>
              <a:buChar char="n"/>
            </a:pPr>
            <a:endParaRPr lang="en-US" altLang="zh-CN" sz="2000" dirty="0"/>
          </a:p>
          <a:p>
            <a:pPr marL="342900" indent="-342900">
              <a:buFont typeface="Wingdings" panose="05000000000000000000" pitchFamily="2" charset="2"/>
              <a:buChar char="n"/>
            </a:pPr>
            <a:r>
              <a:rPr lang="en-US" altLang="zh-CN" sz="2000" dirty="0"/>
              <a:t>Gemini</a:t>
            </a:r>
            <a:r>
              <a:rPr lang="zh-CN" altLang="en-US" sz="2000" dirty="0"/>
              <a:t>是</a:t>
            </a:r>
            <a:r>
              <a:rPr lang="en-US" altLang="zh-CN" sz="2000" dirty="0"/>
              <a:t>Google</a:t>
            </a:r>
            <a:r>
              <a:rPr lang="zh-CN" altLang="en-US" sz="2000" dirty="0"/>
              <a:t>于</a:t>
            </a:r>
            <a:r>
              <a:rPr lang="en-US" altLang="zh-CN" sz="2000" dirty="0"/>
              <a:t>2023</a:t>
            </a:r>
            <a:r>
              <a:rPr lang="zh-CN" altLang="en-US" sz="2000" dirty="0"/>
              <a:t>年迭代升级的​​原生多模态大模型​​，基于改进的</a:t>
            </a:r>
            <a:r>
              <a:rPr lang="en-US" altLang="zh-CN" sz="2000" dirty="0"/>
              <a:t>Transformer</a:t>
            </a:r>
            <a:r>
              <a:rPr lang="zh-CN" altLang="en-US" sz="2000" dirty="0"/>
              <a:t>架构融合文本、图像、音频、视频等多模态理解与生成能力</a:t>
            </a:r>
          </a:p>
        </p:txBody>
      </p:sp>
      <p:pic>
        <p:nvPicPr>
          <p:cNvPr id="3" name="图片 2">
            <a:extLst>
              <a:ext uri="{FF2B5EF4-FFF2-40B4-BE49-F238E27FC236}">
                <a16:creationId xmlns:a16="http://schemas.microsoft.com/office/drawing/2014/main" xmlns="" id="{CD197769-CD14-84CE-A6FC-EF5EA6DBF131}"/>
              </a:ext>
            </a:extLst>
          </p:cNvPr>
          <p:cNvPicPr>
            <a:picLocks noChangeAspect="1"/>
          </p:cNvPicPr>
          <p:nvPr/>
        </p:nvPicPr>
        <p:blipFill>
          <a:blip r:embed="rId4"/>
          <a:stretch>
            <a:fillRect/>
          </a:stretch>
        </p:blipFill>
        <p:spPr>
          <a:xfrm>
            <a:off x="6408564" y="1177131"/>
            <a:ext cx="5400000" cy="3235000"/>
          </a:xfrm>
          <a:prstGeom prst="rect">
            <a:avLst/>
          </a:prstGeom>
        </p:spPr>
      </p:pic>
      <p:pic>
        <p:nvPicPr>
          <p:cNvPr id="4" name="图片 3">
            <a:extLst>
              <a:ext uri="{FF2B5EF4-FFF2-40B4-BE49-F238E27FC236}">
                <a16:creationId xmlns:a16="http://schemas.microsoft.com/office/drawing/2014/main" xmlns="" id="{1AE1CFA4-28B5-3B48-3F87-C84900D37EE6}"/>
              </a:ext>
            </a:extLst>
          </p:cNvPr>
          <p:cNvPicPr>
            <a:picLocks noChangeAspect="1"/>
          </p:cNvPicPr>
          <p:nvPr/>
        </p:nvPicPr>
        <p:blipFill>
          <a:blip r:embed="rId5" cstate="print"/>
          <a:srcRect b="11381"/>
          <a:stretch/>
        </p:blipFill>
        <p:spPr>
          <a:xfrm>
            <a:off x="311856" y="1448723"/>
            <a:ext cx="5400000" cy="2691815"/>
          </a:xfrm>
          <a:prstGeom prst="rect">
            <a:avLst/>
          </a:prstGeom>
        </p:spPr>
      </p:pic>
    </p:spTree>
    <p:custDataLst>
      <p:tags r:id="rId1"/>
    </p:custDataLst>
    <p:extLst>
      <p:ext uri="{BB962C8B-B14F-4D97-AF65-F5344CB8AC3E}">
        <p14:creationId xmlns:p14="http://schemas.microsoft.com/office/powerpoint/2010/main" xmlns="" val="825444624"/>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a:normAutofit fontScale="90000"/>
          </a:bodyPr>
          <a:lstStyle/>
          <a:p>
            <a:r>
              <a:rPr lang="en-US" altLang="zh-CN" dirty="0"/>
              <a:t>5.3.3 </a:t>
            </a:r>
            <a:r>
              <a:rPr lang="zh-CN" altLang="en-US" dirty="0"/>
              <a:t>Meta：LLaMA</a:t>
            </a:r>
          </a:p>
        </p:txBody>
      </p:sp>
      <p:pic>
        <p:nvPicPr>
          <p:cNvPr id="4" name="图片 3">
            <a:extLst>
              <a:ext uri="{FF2B5EF4-FFF2-40B4-BE49-F238E27FC236}">
                <a16:creationId xmlns:a16="http://schemas.microsoft.com/office/drawing/2014/main" xmlns="" id="{01CCF811-977E-0D83-3FD3-81F0C674B75C}"/>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2526452" y="722381"/>
            <a:ext cx="6547698" cy="4407206"/>
          </a:xfrm>
          <a:prstGeom prst="rect">
            <a:avLst/>
          </a:prstGeom>
        </p:spPr>
      </p:pic>
      <p:sp>
        <p:nvSpPr>
          <p:cNvPr id="6" name="文本框 5">
            <a:extLst>
              <a:ext uri="{FF2B5EF4-FFF2-40B4-BE49-F238E27FC236}">
                <a16:creationId xmlns:a16="http://schemas.microsoft.com/office/drawing/2014/main" xmlns="" id="{B4395CE3-30C9-5CE3-3003-783B3FDBECB3}"/>
              </a:ext>
            </a:extLst>
          </p:cNvPr>
          <p:cNvSpPr txBox="1"/>
          <p:nvPr/>
        </p:nvSpPr>
        <p:spPr>
          <a:xfrm>
            <a:off x="396875" y="5378788"/>
            <a:ext cx="11106150" cy="1015663"/>
          </a:xfrm>
          <a:prstGeom prst="rect">
            <a:avLst/>
          </a:prstGeom>
          <a:noFill/>
        </p:spPr>
        <p:txBody>
          <a:bodyPr wrap="square">
            <a:spAutoFit/>
          </a:bodyPr>
          <a:lstStyle/>
          <a:p>
            <a:r>
              <a:rPr lang="en-US" altLang="zh-CN" sz="2000" dirty="0" err="1"/>
              <a:t>LLaMA</a:t>
            </a:r>
            <a:r>
              <a:rPr lang="zh-CN" altLang="en-US" sz="2000" dirty="0"/>
              <a:t>是由</a:t>
            </a:r>
            <a:r>
              <a:rPr lang="en-US" altLang="zh-CN" sz="2000" dirty="0"/>
              <a:t>Meta AI</a:t>
            </a:r>
            <a:r>
              <a:rPr lang="zh-CN" altLang="en-US" sz="2000" dirty="0"/>
              <a:t>研发的</a:t>
            </a:r>
            <a:r>
              <a:rPr lang="zh-CN" altLang="en-US" sz="2000" b="1" dirty="0">
                <a:solidFill>
                  <a:schemeClr val="accent1"/>
                </a:solidFill>
              </a:rPr>
              <a:t>开源大语言模型系列</a:t>
            </a:r>
            <a:r>
              <a:rPr lang="zh-CN" altLang="en-US" sz="2000" dirty="0"/>
              <a:t>，基于改进的</a:t>
            </a:r>
            <a:r>
              <a:rPr lang="en-US" altLang="zh-CN" sz="2000" dirty="0"/>
              <a:t>Transformer</a:t>
            </a:r>
            <a:r>
              <a:rPr lang="zh-CN" altLang="en-US" sz="2000" dirty="0"/>
              <a:t>架构提供从</a:t>
            </a:r>
            <a:r>
              <a:rPr lang="en-US" altLang="zh-CN" sz="2000" dirty="0"/>
              <a:t>70</a:t>
            </a:r>
            <a:r>
              <a:rPr lang="zh-CN" altLang="en-US" sz="2000" dirty="0"/>
              <a:t>亿到</a:t>
            </a:r>
            <a:r>
              <a:rPr lang="en-US" altLang="zh-CN" sz="2000" dirty="0"/>
              <a:t>4050</a:t>
            </a:r>
            <a:r>
              <a:rPr lang="zh-CN" altLang="en-US" sz="2000" dirty="0"/>
              <a:t>亿参数的多样化版本，以</a:t>
            </a:r>
            <a:r>
              <a:rPr lang="zh-CN" altLang="en-US" sz="2000" b="1" dirty="0">
                <a:solidFill>
                  <a:schemeClr val="accent1"/>
                </a:solidFill>
              </a:rPr>
              <a:t>开源生态</a:t>
            </a:r>
            <a:r>
              <a:rPr lang="zh-CN" altLang="en-US" sz="2000" dirty="0"/>
              <a:t>和</a:t>
            </a:r>
            <a:r>
              <a:rPr lang="zh-CN" altLang="en-US" sz="2000" b="1" dirty="0">
                <a:solidFill>
                  <a:schemeClr val="accent1"/>
                </a:solidFill>
              </a:rPr>
              <a:t>高效训练</a:t>
            </a:r>
            <a:r>
              <a:rPr lang="zh-CN" altLang="en-US" sz="2000" dirty="0"/>
              <a:t>为核心优势，仅用</a:t>
            </a:r>
            <a:r>
              <a:rPr lang="en-US" altLang="zh-CN" sz="2000" dirty="0"/>
              <a:t>1/10</a:t>
            </a:r>
            <a:r>
              <a:rPr lang="zh-CN" altLang="en-US" sz="2000" dirty="0"/>
              <a:t>参数量即可实现媲美</a:t>
            </a:r>
            <a:r>
              <a:rPr lang="en-US" altLang="zh-CN" sz="2000" dirty="0"/>
              <a:t>GPT-3</a:t>
            </a:r>
            <a:r>
              <a:rPr lang="zh-CN" altLang="en-US" sz="2000" dirty="0"/>
              <a:t>等更大模型的性能，覆盖文本生成、代码开发、多模态交互等场景，并持续迭代至</a:t>
            </a:r>
            <a:r>
              <a:rPr lang="en-US" altLang="zh-CN" sz="2000" dirty="0"/>
              <a:t>Llama 4</a:t>
            </a:r>
            <a:r>
              <a:rPr lang="zh-CN" altLang="en-US" sz="2000" dirty="0"/>
              <a:t>版本。</a:t>
            </a:r>
          </a:p>
        </p:txBody>
      </p:sp>
    </p:spTree>
    <p:custDataLst>
      <p:tags r:id="rId1"/>
    </p:custDataLst>
  </p:cSld>
  <p:clrMapOvr>
    <a:masterClrMapping/>
  </p:clrMapOvr>
  <mc:AlternateContent xmlns:mc="http://schemas.openxmlformats.org/markup-compatibility/2006">
    <mc:Choice xmlns:p14="http://schemas.microsoft.com/office/powerpoint/2010/main" xmlns="" Requires="p14">
      <p:transition>
        <p:fade/>
      </p:transition>
    </mc:Choice>
    <mc:Fallback>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任意多边形 14"/>
          <p:cNvSpPr/>
          <p:nvPr>
            <p:custDataLst>
              <p:tags r:id="rId2"/>
            </p:custDataLst>
          </p:nvPr>
        </p:nvSpPr>
        <p:spPr>
          <a:xfrm flipH="1" flipV="1">
            <a:off x="2199562" y="2970666"/>
            <a:ext cx="3409950" cy="2887345"/>
          </a:xfrm>
          <a:custGeom>
            <a:avLst/>
            <a:gdLst>
              <a:gd name="connsiteX0" fmla="*/ 1 w 570"/>
              <a:gd name="connsiteY0" fmla="*/ 476 h 476"/>
              <a:gd name="connsiteX1" fmla="*/ 0 w 570"/>
              <a:gd name="connsiteY1" fmla="*/ 0 h 476"/>
              <a:gd name="connsiteX2" fmla="*/ 570 w 570"/>
              <a:gd name="connsiteY2" fmla="*/ 476 h 476"/>
              <a:gd name="connsiteX3" fmla="*/ 1 w 570"/>
              <a:gd name="connsiteY3" fmla="*/ 476 h 476"/>
            </a:gdLst>
            <a:ahLst/>
            <a:cxnLst>
              <a:cxn ang="0">
                <a:pos x="connsiteX0" y="connsiteY0"/>
              </a:cxn>
              <a:cxn ang="0">
                <a:pos x="connsiteX1" y="connsiteY1"/>
              </a:cxn>
              <a:cxn ang="0">
                <a:pos x="connsiteX2" y="connsiteY2"/>
              </a:cxn>
              <a:cxn ang="0">
                <a:pos x="connsiteX3" y="connsiteY3"/>
              </a:cxn>
            </a:cxnLst>
            <a:rect l="l" t="t" r="r" b="b"/>
            <a:pathLst>
              <a:path w="5370" h="4547">
                <a:moveTo>
                  <a:pt x="579" y="0"/>
                </a:moveTo>
                <a:lnTo>
                  <a:pt x="1030" y="362"/>
                </a:lnTo>
                <a:lnTo>
                  <a:pt x="5026" y="362"/>
                </a:lnTo>
                <a:cubicBezTo>
                  <a:pt x="5185" y="362"/>
                  <a:pt x="5317" y="471"/>
                  <a:pt x="5354" y="618"/>
                </a:cubicBezTo>
                <a:lnTo>
                  <a:pt x="5355" y="624"/>
                </a:lnTo>
                <a:lnTo>
                  <a:pt x="5359" y="638"/>
                </a:lnTo>
                <a:cubicBezTo>
                  <a:pt x="5366" y="666"/>
                  <a:pt x="5370" y="695"/>
                  <a:pt x="5370" y="726"/>
                </a:cubicBezTo>
                <a:lnTo>
                  <a:pt x="5370" y="4198"/>
                </a:lnTo>
                <a:cubicBezTo>
                  <a:pt x="5370" y="4391"/>
                  <a:pt x="5214" y="4547"/>
                  <a:pt x="5021" y="4547"/>
                </a:cubicBezTo>
                <a:lnTo>
                  <a:pt x="349" y="4547"/>
                </a:lnTo>
                <a:cubicBezTo>
                  <a:pt x="258" y="4547"/>
                  <a:pt x="176" y="4513"/>
                  <a:pt x="114" y="4456"/>
                </a:cubicBezTo>
                <a:lnTo>
                  <a:pt x="114" y="4456"/>
                </a:lnTo>
                <a:lnTo>
                  <a:pt x="111" y="4453"/>
                </a:lnTo>
                <a:cubicBezTo>
                  <a:pt x="43" y="4392"/>
                  <a:pt x="0" y="4302"/>
                  <a:pt x="0" y="4203"/>
                </a:cubicBezTo>
                <a:lnTo>
                  <a:pt x="0" y="4198"/>
                </a:lnTo>
                <a:lnTo>
                  <a:pt x="0" y="726"/>
                </a:lnTo>
                <a:lnTo>
                  <a:pt x="0" y="700"/>
                </a:lnTo>
                <a:cubicBezTo>
                  <a:pt x="0" y="513"/>
                  <a:pt x="151" y="362"/>
                  <a:pt x="338" y="362"/>
                </a:cubicBezTo>
                <a:lnTo>
                  <a:pt x="580" y="362"/>
                </a:lnTo>
                <a:lnTo>
                  <a:pt x="579" y="0"/>
                </a:lnTo>
                <a:close/>
              </a:path>
            </a:pathLst>
          </a:custGeom>
          <a:gradFill>
            <a:gsLst>
              <a:gs pos="80000">
                <a:schemeClr val="accent1">
                  <a:alpha val="60000"/>
                </a:schemeClr>
              </a:gs>
              <a:gs pos="0">
                <a:schemeClr val="accent1">
                  <a:lumMod val="60000"/>
                  <a:lumOff val="40000"/>
                  <a:alpha val="40000"/>
                </a:schemeClr>
              </a:gs>
            </a:gsLst>
            <a:path path="circle">
              <a:fillToRect l="100000" t="100000"/>
            </a:path>
            <a:tileRect r="-100000" b="-10000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p>
        </p:txBody>
      </p:sp>
      <p:sp>
        <p:nvSpPr>
          <p:cNvPr id="23" name="任意多边形 15"/>
          <p:cNvSpPr/>
          <p:nvPr>
            <p:custDataLst>
              <p:tags r:id="rId3"/>
            </p:custDataLst>
          </p:nvPr>
        </p:nvSpPr>
        <p:spPr>
          <a:xfrm>
            <a:off x="704137" y="1826396"/>
            <a:ext cx="4646295" cy="3843064"/>
          </a:xfrm>
          <a:custGeom>
            <a:avLst/>
            <a:gdLst>
              <a:gd name="adj" fmla="val 8696"/>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7317" h="6052">
                <a:moveTo>
                  <a:pt x="489" y="0"/>
                </a:moveTo>
                <a:lnTo>
                  <a:pt x="6828" y="0"/>
                </a:lnTo>
                <a:cubicBezTo>
                  <a:pt x="7098" y="0"/>
                  <a:pt x="7317" y="219"/>
                  <a:pt x="7317" y="489"/>
                </a:cubicBezTo>
                <a:lnTo>
                  <a:pt x="7317" y="5134"/>
                </a:lnTo>
                <a:cubicBezTo>
                  <a:pt x="7317" y="5404"/>
                  <a:pt x="7098" y="5623"/>
                  <a:pt x="6828" y="5623"/>
                </a:cubicBezTo>
                <a:lnTo>
                  <a:pt x="1234" y="5623"/>
                </a:lnTo>
                <a:lnTo>
                  <a:pt x="699" y="6052"/>
                </a:lnTo>
                <a:lnTo>
                  <a:pt x="700" y="5623"/>
                </a:lnTo>
                <a:lnTo>
                  <a:pt x="489" y="5623"/>
                </a:lnTo>
                <a:cubicBezTo>
                  <a:pt x="219" y="5623"/>
                  <a:pt x="0" y="5404"/>
                  <a:pt x="0" y="5134"/>
                </a:cubicBezTo>
                <a:lnTo>
                  <a:pt x="0" y="489"/>
                </a:lnTo>
                <a:cubicBezTo>
                  <a:pt x="0" y="219"/>
                  <a:pt x="219" y="0"/>
                  <a:pt x="489" y="0"/>
                </a:cubicBezTo>
                <a:close/>
              </a:path>
            </a:pathLst>
          </a:custGeom>
          <a:gradFill>
            <a:gsLst>
              <a:gs pos="65000">
                <a:schemeClr val="accent1"/>
              </a:gs>
              <a:gs pos="20000">
                <a:schemeClr val="accent1">
                  <a:lumMod val="60000"/>
                  <a:lumOff val="40000"/>
                </a:schemeClr>
              </a:gs>
            </a:gsLst>
            <a:path path="circle">
              <a:fillToRect r="100000" b="100000"/>
            </a:path>
            <a:tileRect l="-100000" t="-10000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p>
        </p:txBody>
      </p:sp>
      <p:pic>
        <p:nvPicPr>
          <p:cNvPr id="14" name="图片 13"/>
          <p:cNvPicPr>
            <a:picLocks noChangeAspect="1"/>
          </p:cNvPicPr>
          <p:nvPr>
            <p:custDataLst>
              <p:tags r:id="rId4"/>
            </p:custDataLst>
          </p:nvPr>
        </p:nvPicPr>
        <p:blipFill rotWithShape="1">
          <a:blip r:embed="rId11">
            <a:extLst>
              <a:ext uri="{28A0092B-C50C-407E-A947-70E740481C1C}">
                <a14:useLocalDpi xmlns:a14="http://schemas.microsoft.com/office/drawing/2010/main" xmlns="" val="0"/>
              </a:ext>
            </a:extLst>
          </a:blip>
          <a:srcRect l="107" r="107"/>
          <a:stretch/>
        </p:blipFill>
        <p:spPr>
          <a:xfrm>
            <a:off x="838200" y="1971302"/>
            <a:ext cx="4356100" cy="327406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3" name="标题 2"/>
          <p:cNvSpPr>
            <a:spLocks noGrp="1"/>
          </p:cNvSpPr>
          <p:nvPr>
            <p:ph type="title"/>
            <p:custDataLst>
              <p:tags r:id="rId5"/>
            </p:custDataLst>
          </p:nvPr>
        </p:nvSpPr>
        <p:spPr/>
        <p:txBody>
          <a:bodyPr>
            <a:normAutofit fontScale="90000"/>
          </a:bodyPr>
          <a:lstStyle/>
          <a:p>
            <a:r>
              <a:rPr lang="en-US" altLang="zh-CN" dirty="0"/>
              <a:t>5.3.4 </a:t>
            </a:r>
            <a:r>
              <a:rPr lang="zh-CN" altLang="en-US" dirty="0"/>
              <a:t>百度：文心大模型</a:t>
            </a:r>
          </a:p>
        </p:txBody>
      </p:sp>
      <p:sp>
        <p:nvSpPr>
          <p:cNvPr id="4" name="圆角矩形 13"/>
          <p:cNvSpPr/>
          <p:nvPr>
            <p:custDataLst>
              <p:tags r:id="rId6"/>
            </p:custDataLst>
          </p:nvPr>
        </p:nvSpPr>
        <p:spPr>
          <a:xfrm>
            <a:off x="6211934" y="1654137"/>
            <a:ext cx="1826527" cy="527357"/>
          </a:xfrm>
          <a:prstGeom prst="roundRect">
            <a:avLst>
              <a:gd name="adj" fmla="val 12041"/>
            </a:avLst>
          </a:prstGeom>
          <a:solidFill>
            <a:schemeClr val="accent1"/>
          </a:solidFill>
          <a:ln>
            <a:noFill/>
          </a:ln>
          <a:effec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lIns="0" tIns="0" rIns="0" bIns="0" numCol="1" spcCol="0" rtlCol="0" fromWordArt="0" anchor="ctr" anchorCtr="0" forceAA="0" compatLnSpc="1">
            <a:noAutofit/>
          </a:bodyPr>
          <a:lstStyle/>
          <a:p>
            <a:pPr algn="ctr">
              <a:spcBef>
                <a:spcPct val="0"/>
              </a:spcBef>
              <a:spcAft>
                <a:spcPct val="0"/>
              </a:spcAft>
            </a:pPr>
            <a:r>
              <a:rPr lang="zh-CN" altLang="en-US" b="1" dirty="0">
                <a:solidFill>
                  <a:srgbClr val="FFFFFF"/>
                </a:solidFill>
                <a:latin typeface="+mn-ea"/>
                <a:cs typeface="+mn-ea"/>
                <a:sym typeface="+mn-ea"/>
              </a:rPr>
              <a:t>知识增强特性</a:t>
            </a:r>
          </a:p>
        </p:txBody>
      </p:sp>
      <p:sp>
        <p:nvSpPr>
          <p:cNvPr id="9" name="矩形 8"/>
          <p:cNvSpPr/>
          <p:nvPr>
            <p:custDataLst>
              <p:tags r:id="rId7"/>
            </p:custDataLst>
          </p:nvPr>
        </p:nvSpPr>
        <p:spPr>
          <a:xfrm>
            <a:off x="6211934" y="2251025"/>
            <a:ext cx="5246174" cy="1498492"/>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dirty="0">
                <a:solidFill>
                  <a:schemeClr val="tx1">
                    <a:lumMod val="85000"/>
                    <a:lumOff val="15000"/>
                  </a:schemeClr>
                </a:solidFill>
                <a:latin typeface="+mn-ea"/>
                <a:cs typeface="+mn-ea"/>
              </a:rPr>
              <a:t>文心大模型支持中文语言特性，具有知识增强功能。</a:t>
            </a:r>
          </a:p>
        </p:txBody>
      </p:sp>
      <p:sp>
        <p:nvSpPr>
          <p:cNvPr id="10" name="圆角矩形 24"/>
          <p:cNvSpPr/>
          <p:nvPr>
            <p:custDataLst>
              <p:tags r:id="rId8"/>
            </p:custDataLst>
          </p:nvPr>
        </p:nvSpPr>
        <p:spPr>
          <a:xfrm>
            <a:off x="6211934" y="4168055"/>
            <a:ext cx="1826527" cy="529190"/>
          </a:xfrm>
          <a:prstGeom prst="roundRect">
            <a:avLst>
              <a:gd name="adj" fmla="val 11999"/>
            </a:avLst>
          </a:prstGeom>
          <a:solidFill>
            <a:schemeClr val="accent1"/>
          </a:solidFill>
          <a:ln>
            <a:noFill/>
          </a:ln>
          <a:effec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lIns="0" tIns="0" rIns="0" bIns="0" numCol="1" spcCol="0" rtlCol="0" fromWordArt="0" anchor="ctr" anchorCtr="0" forceAA="0" compatLnSpc="1">
            <a:noAutofit/>
          </a:bodyPr>
          <a:lstStyle/>
          <a:p>
            <a:pPr algn="ctr">
              <a:spcBef>
                <a:spcPct val="0"/>
              </a:spcBef>
              <a:spcAft>
                <a:spcPct val="0"/>
              </a:spcAft>
            </a:pPr>
            <a:r>
              <a:rPr lang="zh-CN" altLang="en-US" b="1">
                <a:solidFill>
                  <a:srgbClr val="FFFFFF"/>
                </a:solidFill>
                <a:latin typeface="+mn-ea"/>
                <a:cs typeface="+mn-ea"/>
                <a:sym typeface="+mn-ea"/>
              </a:rPr>
              <a:t>中文语言支持</a:t>
            </a:r>
          </a:p>
        </p:txBody>
      </p:sp>
      <p:sp>
        <p:nvSpPr>
          <p:cNvPr id="11" name="矩形 10"/>
          <p:cNvSpPr/>
          <p:nvPr>
            <p:custDataLst>
              <p:tags r:id="rId9"/>
            </p:custDataLst>
          </p:nvPr>
        </p:nvSpPr>
        <p:spPr>
          <a:xfrm>
            <a:off x="6211934" y="4764309"/>
            <a:ext cx="5246174" cy="1498492"/>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dirty="0">
                <a:solidFill>
                  <a:schemeClr val="tx1">
                    <a:lumMod val="85000"/>
                    <a:lumOff val="15000"/>
                  </a:schemeClr>
                </a:solidFill>
                <a:latin typeface="+mn-ea"/>
                <a:cs typeface="+mn-ea"/>
              </a:rPr>
              <a:t>特别优化以支持中文语言处理和理解。</a:t>
            </a:r>
          </a:p>
        </p:txBody>
      </p:sp>
    </p:spTree>
    <p:custDataLst>
      <p:tags r:id="rId1"/>
    </p:custDataLst>
  </p:cSld>
  <p:clrMapOvr>
    <a:masterClrMapping/>
  </p:clrMapOvr>
  <mc:AlternateContent xmlns:mc="http://schemas.openxmlformats.org/markup-compatibility/2006">
    <mc:Choice xmlns:p14="http://schemas.microsoft.com/office/powerpoint/2010/main" xmlns="" Requires="p14">
      <p:transition>
        <p:fade/>
      </p:transition>
    </mc:Choice>
    <mc:Fallback>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xmlns="" id="{8B7C31E0-BB3E-E1FD-2848-1FD9597792A4}"/>
              </a:ext>
            </a:extLst>
          </p:cNvPr>
          <p:cNvPicPr>
            <a:picLocks noChangeAspect="1"/>
          </p:cNvPicPr>
          <p:nvPr/>
        </p:nvPicPr>
        <p:blipFill>
          <a:blip r:embed="rId11">
            <a:extLst>
              <a:ext uri="{28A0092B-C50C-407E-A947-70E740481C1C}">
                <a14:useLocalDpi xmlns:a14="http://schemas.microsoft.com/office/drawing/2010/main" xmlns="" val="0"/>
              </a:ext>
            </a:extLst>
          </a:blip>
          <a:srcRect/>
          <a:stretch/>
        </p:blipFill>
        <p:spPr>
          <a:xfrm>
            <a:off x="1859395" y="946028"/>
            <a:ext cx="7996046" cy="3798122"/>
          </a:xfrm>
          <a:prstGeom prst="rect">
            <a:avLst/>
          </a:prstGeom>
        </p:spPr>
      </p:pic>
      <p:sp>
        <p:nvSpPr>
          <p:cNvPr id="7" name="标题 6"/>
          <p:cNvSpPr>
            <a:spLocks noGrp="1"/>
          </p:cNvSpPr>
          <p:nvPr>
            <p:ph type="title"/>
            <p:custDataLst>
              <p:tags r:id="rId2"/>
            </p:custDataLst>
          </p:nvPr>
        </p:nvSpPr>
        <p:spPr/>
        <p:txBody>
          <a:bodyPr lIns="0" tIns="0" rIns="0" bIns="0">
            <a:noAutofit/>
          </a:bodyPr>
          <a:lstStyle/>
          <a:p>
            <a:r>
              <a:rPr lang="en-US" altLang="zh-CN" sz="3200" dirty="0">
                <a:sym typeface="+mn-ea"/>
              </a:rPr>
              <a:t>5.3.5 </a:t>
            </a:r>
            <a:r>
              <a:rPr lang="zh-CN" altLang="en-US" sz="3200" dirty="0">
                <a:sym typeface="+mn-ea"/>
              </a:rPr>
              <a:t>科大讯飞：星火认知大模型</a:t>
            </a:r>
          </a:p>
        </p:txBody>
      </p:sp>
      <p:sp>
        <p:nvSpPr>
          <p:cNvPr id="5" name="矩形: 圆角 2"/>
          <p:cNvSpPr/>
          <p:nvPr>
            <p:custDataLst>
              <p:tags r:id="rId3"/>
            </p:custDataLst>
          </p:nvPr>
        </p:nvSpPr>
        <p:spPr>
          <a:xfrm>
            <a:off x="1379750" y="4915378"/>
            <a:ext cx="3734896" cy="962616"/>
          </a:xfrm>
          <a:prstGeom prst="roundRect">
            <a:avLst>
              <a:gd name="adj" fmla="val 5768"/>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custDataLst>
              <p:tags r:id="rId4"/>
            </p:custDataLst>
          </p:nvPr>
        </p:nvSpPr>
        <p:spPr>
          <a:xfrm>
            <a:off x="635706" y="6032078"/>
            <a:ext cx="5221712" cy="1127708"/>
          </a:xfrm>
          <a:prstGeom prst="rect">
            <a:avLst/>
          </a:prstGeom>
        </p:spPr>
        <p:txBody>
          <a:bodyPr wrap="square" lIns="0" tIns="0" rIns="0" bIns="0">
            <a:noAutofit/>
          </a:bodyPr>
          <a:lstStyle/>
          <a:p>
            <a:pPr algn="ctr">
              <a:lnSpc>
                <a:spcPct val="150000"/>
              </a:lnSpc>
              <a:spcBef>
                <a:spcPct val="0"/>
              </a:spcBef>
              <a:spcAft>
                <a:spcPct val="0"/>
              </a:spcAft>
            </a:pPr>
            <a:r>
              <a:rPr lang="zh-CN" altLang="en-US" sz="2000" dirty="0">
                <a:ln>
                  <a:noFill/>
                  <a:prstDash val="sysDot"/>
                </a:ln>
                <a:solidFill>
                  <a:schemeClr val="tx1">
                    <a:lumMod val="85000"/>
                    <a:lumOff val="15000"/>
                  </a:schemeClr>
                </a:solidFill>
                <a:latin typeface="+mn-ea"/>
                <a:cs typeface="+mn-ea"/>
              </a:rPr>
              <a:t>星火认知大模型具备逻辑推理和数学解题能力。</a:t>
            </a:r>
          </a:p>
        </p:txBody>
      </p:sp>
      <p:sp>
        <p:nvSpPr>
          <p:cNvPr id="10" name="矩形 9"/>
          <p:cNvSpPr/>
          <p:nvPr>
            <p:custDataLst>
              <p:tags r:id="rId5"/>
            </p:custDataLst>
          </p:nvPr>
        </p:nvSpPr>
        <p:spPr>
          <a:xfrm>
            <a:off x="6096000" y="6043175"/>
            <a:ext cx="5110199" cy="1127708"/>
          </a:xfrm>
          <a:prstGeom prst="rect">
            <a:avLst/>
          </a:prstGeom>
        </p:spPr>
        <p:txBody>
          <a:bodyPr wrap="square" lIns="0" tIns="0" rIns="0" bIns="0">
            <a:noAutofit/>
          </a:bodyPr>
          <a:lstStyle/>
          <a:p>
            <a:pPr algn="ctr">
              <a:lnSpc>
                <a:spcPct val="150000"/>
              </a:lnSpc>
              <a:spcBef>
                <a:spcPct val="0"/>
              </a:spcBef>
              <a:spcAft>
                <a:spcPct val="0"/>
              </a:spcAft>
            </a:pPr>
            <a:r>
              <a:rPr lang="zh-CN" altLang="en-US" sz="2000" dirty="0">
                <a:ln>
                  <a:noFill/>
                  <a:prstDash val="sysDot"/>
                </a:ln>
                <a:solidFill>
                  <a:schemeClr val="tx1">
                    <a:lumMod val="85000"/>
                    <a:lumOff val="15000"/>
                  </a:schemeClr>
                </a:solidFill>
                <a:latin typeface="+mn-ea"/>
                <a:cs typeface="+mn-ea"/>
              </a:rPr>
              <a:t>通过集成学习，多模型协作提升预测性能。</a:t>
            </a:r>
          </a:p>
        </p:txBody>
      </p:sp>
      <p:sp>
        <p:nvSpPr>
          <p:cNvPr id="23" name="矩形 22"/>
          <p:cNvSpPr/>
          <p:nvPr>
            <p:custDataLst>
              <p:tags r:id="rId6"/>
            </p:custDataLst>
          </p:nvPr>
        </p:nvSpPr>
        <p:spPr>
          <a:xfrm>
            <a:off x="1344826" y="4915379"/>
            <a:ext cx="3803473" cy="832446"/>
          </a:xfrm>
          <a:prstGeom prst="rect">
            <a:avLst/>
          </a:prstGeom>
          <a:noFill/>
        </p:spPr>
        <p:txBody>
          <a:bodyPr wrap="square" lIns="0" tIns="0" rIns="0" bIns="0" rtlCol="0" anchor="ctr">
            <a:noAutofit/>
          </a:bodyPr>
          <a:lstStyle/>
          <a:p>
            <a:pPr algn="ctr">
              <a:spcBef>
                <a:spcPct val="0"/>
              </a:spcBef>
              <a:spcAft>
                <a:spcPct val="0"/>
              </a:spcAft>
            </a:pPr>
            <a:r>
              <a:rPr kumimoji="1" lang="zh-CN" altLang="en-US" sz="2400" b="1" dirty="0">
                <a:solidFill>
                  <a:srgbClr val="FFFFFF"/>
                </a:solidFill>
                <a:latin typeface="+mn-ea"/>
                <a:cs typeface="+mn-ea"/>
              </a:rPr>
              <a:t>逻辑推理能力</a:t>
            </a:r>
          </a:p>
        </p:txBody>
      </p:sp>
      <p:sp>
        <p:nvSpPr>
          <p:cNvPr id="24" name="矩形: 圆角 1"/>
          <p:cNvSpPr/>
          <p:nvPr>
            <p:custDataLst>
              <p:tags r:id="rId7"/>
            </p:custDataLst>
          </p:nvPr>
        </p:nvSpPr>
        <p:spPr>
          <a:xfrm>
            <a:off x="6684928" y="4915379"/>
            <a:ext cx="3734896" cy="962615"/>
          </a:xfrm>
          <a:prstGeom prst="roundRect">
            <a:avLst>
              <a:gd name="adj" fmla="val 5768"/>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custDataLst>
              <p:tags r:id="rId8"/>
            </p:custDataLst>
          </p:nvPr>
        </p:nvSpPr>
        <p:spPr>
          <a:xfrm>
            <a:off x="6650639" y="4898234"/>
            <a:ext cx="3803473" cy="962615"/>
          </a:xfrm>
          <a:prstGeom prst="rect">
            <a:avLst/>
          </a:prstGeom>
          <a:noFill/>
        </p:spPr>
        <p:txBody>
          <a:bodyPr wrap="square" lIns="0" tIns="0" rIns="0" bIns="0" rtlCol="0" anchor="ctr">
            <a:noAutofit/>
          </a:bodyPr>
          <a:lstStyle/>
          <a:p>
            <a:pPr algn="ctr">
              <a:spcBef>
                <a:spcPct val="0"/>
              </a:spcBef>
              <a:spcAft>
                <a:spcPct val="0"/>
              </a:spcAft>
            </a:pPr>
            <a:r>
              <a:rPr kumimoji="1" lang="zh-CN" altLang="en-US" sz="2400" b="1" dirty="0">
                <a:solidFill>
                  <a:srgbClr val="FFFFFF"/>
                </a:solidFill>
                <a:latin typeface="+mn-ea"/>
                <a:cs typeface="+mn-ea"/>
              </a:rPr>
              <a:t>多模型协作</a:t>
            </a:r>
          </a:p>
        </p:txBody>
      </p:sp>
    </p:spTree>
    <p:custDataLst>
      <p:tags r:id="rId1"/>
    </p:custDataLst>
  </p:cSld>
  <p:clrMapOvr>
    <a:masterClrMapping/>
  </p:clrMapOvr>
  <mc:AlternateContent xmlns:mc="http://schemas.openxmlformats.org/markup-compatibility/2006">
    <mc:Choice xmlns:p14="http://schemas.microsoft.com/office/powerpoint/2010/main" xmlns="" Requires="p14">
      <p:transition>
        <p:fade/>
      </p:transition>
    </mc:Choice>
    <mc:Fallback>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xmlns="" id="{7D2F23B2-B48F-9B67-B365-8592CD33B04F}"/>
              </a:ext>
            </a:extLst>
          </p:cNvPr>
          <p:cNvSpPr>
            <a:spLocks noGrp="1"/>
          </p:cNvSpPr>
          <p:nvPr>
            <p:ph type="title"/>
          </p:nvPr>
        </p:nvSpPr>
        <p:spPr/>
        <p:txBody>
          <a:bodyPr>
            <a:normAutofit fontScale="90000"/>
          </a:bodyPr>
          <a:lstStyle/>
          <a:p>
            <a:r>
              <a:rPr lang="en-US" altLang="zh-CN" dirty="0"/>
              <a:t>5.3.6 </a:t>
            </a:r>
            <a:r>
              <a:rPr lang="zh-CN" altLang="en-US" dirty="0"/>
              <a:t>智谱：</a:t>
            </a:r>
            <a:r>
              <a:rPr lang="en-US" altLang="zh-CN" dirty="0"/>
              <a:t>GLM</a:t>
            </a:r>
            <a:endParaRPr lang="zh-CN" altLang="en-US" dirty="0"/>
          </a:p>
        </p:txBody>
      </p:sp>
      <p:pic>
        <p:nvPicPr>
          <p:cNvPr id="11" name="图片 10">
            <a:extLst>
              <a:ext uri="{FF2B5EF4-FFF2-40B4-BE49-F238E27FC236}">
                <a16:creationId xmlns:a16="http://schemas.microsoft.com/office/drawing/2014/main" xmlns="" id="{470785F9-007F-15A7-0A44-D7C4DC89BF26}"/>
              </a:ext>
            </a:extLst>
          </p:cNvPr>
          <p:cNvPicPr>
            <a:picLocks noChangeAspect="1"/>
          </p:cNvPicPr>
          <p:nvPr/>
        </p:nvPicPr>
        <p:blipFill>
          <a:blip r:embed="rId3"/>
          <a:srcRect t="14080"/>
          <a:stretch/>
        </p:blipFill>
        <p:spPr>
          <a:xfrm>
            <a:off x="69849" y="1035050"/>
            <a:ext cx="12100419" cy="5468278"/>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xmlns="" Requires="p14">
      <p:transition>
        <p:fade/>
      </p:transition>
    </mc:Choice>
    <mc:Fallback>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2"/>
            </p:custDataLst>
          </p:nvPr>
        </p:nvSpPr>
        <p:spPr>
          <a:xfrm>
            <a:off x="5132246" y="2864881"/>
            <a:ext cx="6634304" cy="1325563"/>
          </a:xfrm>
        </p:spPr>
        <p:txBody>
          <a:bodyPr>
            <a:normAutofit/>
          </a:bodyPr>
          <a:lstStyle/>
          <a:p>
            <a:pPr algn="ctr"/>
            <a:r>
              <a:rPr lang="en-US" altLang="zh-CN" sz="4000" dirty="0"/>
              <a:t>5.4 </a:t>
            </a:r>
            <a:r>
              <a:rPr lang="zh-CN" altLang="en-US" sz="4000" dirty="0"/>
              <a:t>AI 大模型应用开发基础</a:t>
            </a:r>
          </a:p>
        </p:txBody>
      </p:sp>
    </p:spTree>
    <p:custDataLst>
      <p:tags r:id="rId1"/>
    </p:custDataLst>
  </p:cSld>
  <p:clrMapOvr>
    <a:masterClrMapping/>
  </p:clrMapOvr>
  <mc:AlternateContent xmlns:mc="http://schemas.openxmlformats.org/markup-compatibility/2006">
    <mc:Choice xmlns:p14="http://schemas.microsoft.com/office/powerpoint/2010/main" xmlns="" Requires="p14">
      <p:transition>
        <p:fade/>
      </p:transition>
    </mc:Choice>
    <mc:Fallback>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C1D3035-E9BD-8A2C-FF9D-79DD586E5ECB}"/>
            </a:ext>
          </a:extLst>
        </p:cNvPr>
        <p:cNvGrpSpPr/>
        <p:nvPr/>
      </p:nvGrpSpPr>
      <p:grpSpPr>
        <a:xfrm>
          <a:off x="0" y="0"/>
          <a:ext cx="0" cy="0"/>
          <a:chOff x="0" y="0"/>
          <a:chExt cx="0" cy="0"/>
        </a:xfrm>
      </p:grpSpPr>
      <p:sp>
        <p:nvSpPr>
          <p:cNvPr id="17" name="标题 16">
            <a:extLst>
              <a:ext uri="{FF2B5EF4-FFF2-40B4-BE49-F238E27FC236}">
                <a16:creationId xmlns:a16="http://schemas.microsoft.com/office/drawing/2014/main" xmlns="" id="{3F3509A7-7DE9-257B-9949-ABDE9DE7B4CE}"/>
              </a:ext>
            </a:extLst>
          </p:cNvPr>
          <p:cNvSpPr>
            <a:spLocks noGrp="1"/>
          </p:cNvSpPr>
          <p:nvPr>
            <p:ph type="title"/>
            <p:custDataLst>
              <p:tags r:id="rId2"/>
            </p:custDataLst>
          </p:nvPr>
        </p:nvSpPr>
        <p:spPr/>
        <p:txBody>
          <a:bodyPr>
            <a:normAutofit fontScale="90000"/>
          </a:bodyPr>
          <a:lstStyle/>
          <a:p>
            <a:r>
              <a:rPr lang="en-US" altLang="zh-CN" dirty="0"/>
              <a:t>5.4.1 AI</a:t>
            </a:r>
            <a:r>
              <a:rPr lang="zh-CN" altLang="en-US" dirty="0"/>
              <a:t>大模型应用技术架构</a:t>
            </a:r>
          </a:p>
        </p:txBody>
      </p:sp>
      <p:grpSp>
        <p:nvGrpSpPr>
          <p:cNvPr id="43" name="组合 42">
            <a:extLst>
              <a:ext uri="{FF2B5EF4-FFF2-40B4-BE49-F238E27FC236}">
                <a16:creationId xmlns:a16="http://schemas.microsoft.com/office/drawing/2014/main" xmlns="" id="{8C4B1C87-47B9-6A73-35DB-9329E06C4998}"/>
              </a:ext>
            </a:extLst>
          </p:cNvPr>
          <p:cNvGrpSpPr/>
          <p:nvPr/>
        </p:nvGrpSpPr>
        <p:grpSpPr>
          <a:xfrm>
            <a:off x="243840" y="923471"/>
            <a:ext cx="11704320" cy="5418815"/>
            <a:chOff x="298383" y="769467"/>
            <a:chExt cx="11704320" cy="5418815"/>
          </a:xfrm>
        </p:grpSpPr>
        <p:grpSp>
          <p:nvGrpSpPr>
            <p:cNvPr id="19" name="组合 18">
              <a:extLst>
                <a:ext uri="{FF2B5EF4-FFF2-40B4-BE49-F238E27FC236}">
                  <a16:creationId xmlns:a16="http://schemas.microsoft.com/office/drawing/2014/main" xmlns="" id="{C6A0B028-89E7-4EAE-4DF8-17FB437F40FD}"/>
                </a:ext>
              </a:extLst>
            </p:cNvPr>
            <p:cNvGrpSpPr/>
            <p:nvPr/>
          </p:nvGrpSpPr>
          <p:grpSpPr>
            <a:xfrm>
              <a:off x="298383" y="769467"/>
              <a:ext cx="11704320" cy="1187418"/>
              <a:chOff x="1058333" y="787400"/>
              <a:chExt cx="10549467" cy="1187418"/>
            </a:xfrm>
          </p:grpSpPr>
          <p:sp>
            <p:nvSpPr>
              <p:cNvPr id="2" name="矩形 1">
                <a:extLst>
                  <a:ext uri="{FF2B5EF4-FFF2-40B4-BE49-F238E27FC236}">
                    <a16:creationId xmlns:a16="http://schemas.microsoft.com/office/drawing/2014/main" xmlns="" id="{585D28AE-4F88-4E86-8B07-D6002CCEF0AB}"/>
                  </a:ext>
                </a:extLst>
              </p:cNvPr>
              <p:cNvSpPr/>
              <p:nvPr/>
            </p:nvSpPr>
            <p:spPr>
              <a:xfrm>
                <a:off x="1058333" y="787400"/>
                <a:ext cx="10549467" cy="1187418"/>
              </a:xfrm>
              <a:prstGeom prst="rect">
                <a:avLst/>
              </a:prstGeom>
              <a:solidFill>
                <a:schemeClr val="accent6">
                  <a:lumMod val="20000"/>
                  <a:lumOff val="8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圆角 2">
                <a:extLst>
                  <a:ext uri="{FF2B5EF4-FFF2-40B4-BE49-F238E27FC236}">
                    <a16:creationId xmlns:a16="http://schemas.microsoft.com/office/drawing/2014/main" xmlns="" id="{571EDCD6-815B-EA1F-DF82-8B305265EB17}"/>
                  </a:ext>
                </a:extLst>
              </p:cNvPr>
              <p:cNvSpPr/>
              <p:nvPr/>
            </p:nvSpPr>
            <p:spPr>
              <a:xfrm>
                <a:off x="1316702" y="1281360"/>
                <a:ext cx="3054350" cy="501650"/>
              </a:xfrm>
              <a:prstGeom prst="roundRect">
                <a:avLst/>
              </a:prstGeom>
              <a:solidFill>
                <a:schemeClr val="accent4">
                  <a:lumMod val="40000"/>
                  <a:lumOff val="60000"/>
                </a:schemeClr>
              </a:solidFill>
              <a:ln>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网站、移动应用、其他界面</a:t>
                </a:r>
              </a:p>
            </p:txBody>
          </p:sp>
          <p:sp>
            <p:nvSpPr>
              <p:cNvPr id="10" name="矩形: 圆角 9">
                <a:extLst>
                  <a:ext uri="{FF2B5EF4-FFF2-40B4-BE49-F238E27FC236}">
                    <a16:creationId xmlns:a16="http://schemas.microsoft.com/office/drawing/2014/main" xmlns="" id="{E3830257-5ABD-894B-4FB0-F4B9D2FE1B7F}"/>
                  </a:ext>
                </a:extLst>
              </p:cNvPr>
              <p:cNvSpPr/>
              <p:nvPr/>
            </p:nvSpPr>
            <p:spPr>
              <a:xfrm>
                <a:off x="4638097" y="1281360"/>
                <a:ext cx="2531977" cy="501650"/>
              </a:xfrm>
              <a:prstGeom prst="roundRect">
                <a:avLst/>
              </a:prstGeom>
              <a:solidFill>
                <a:schemeClr val="accent4">
                  <a:lumMod val="40000"/>
                  <a:lumOff val="60000"/>
                </a:schemeClr>
              </a:solidFill>
              <a:ln>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用户体验、界面设计</a:t>
                </a:r>
              </a:p>
            </p:txBody>
          </p:sp>
          <p:sp>
            <p:nvSpPr>
              <p:cNvPr id="15" name="文本框 14">
                <a:extLst>
                  <a:ext uri="{FF2B5EF4-FFF2-40B4-BE49-F238E27FC236}">
                    <a16:creationId xmlns:a16="http://schemas.microsoft.com/office/drawing/2014/main" xmlns="" id="{3FC6F1A5-02A9-59C1-146A-F7ED382B690D}"/>
                  </a:ext>
                </a:extLst>
              </p:cNvPr>
              <p:cNvSpPr txBox="1"/>
              <p:nvPr/>
            </p:nvSpPr>
            <p:spPr>
              <a:xfrm>
                <a:off x="5167478" y="787400"/>
                <a:ext cx="2331177" cy="400110"/>
              </a:xfrm>
              <a:prstGeom prst="rect">
                <a:avLst/>
              </a:prstGeom>
              <a:noFill/>
            </p:spPr>
            <p:txBody>
              <a:bodyPr wrap="square" rtlCol="0">
                <a:spAutoFit/>
              </a:bodyPr>
              <a:lstStyle/>
              <a:p>
                <a:pPr algn="ctr"/>
                <a:r>
                  <a:rPr lang="zh-CN" altLang="en-US" sz="2000" dirty="0"/>
                  <a:t>应用层</a:t>
                </a:r>
              </a:p>
            </p:txBody>
          </p:sp>
          <p:sp>
            <p:nvSpPr>
              <p:cNvPr id="16" name="矩形: 圆角 15">
                <a:extLst>
                  <a:ext uri="{FF2B5EF4-FFF2-40B4-BE49-F238E27FC236}">
                    <a16:creationId xmlns:a16="http://schemas.microsoft.com/office/drawing/2014/main" xmlns="" id="{66FD8D5D-22E7-C90D-BD6F-53730F54BB33}"/>
                  </a:ext>
                </a:extLst>
              </p:cNvPr>
              <p:cNvSpPr/>
              <p:nvPr/>
            </p:nvSpPr>
            <p:spPr>
              <a:xfrm>
                <a:off x="7437119" y="1281360"/>
                <a:ext cx="1786910" cy="501650"/>
              </a:xfrm>
              <a:prstGeom prst="roundRect">
                <a:avLst/>
              </a:prstGeom>
              <a:solidFill>
                <a:schemeClr val="accent4">
                  <a:lumMod val="40000"/>
                  <a:lumOff val="60000"/>
                </a:schemeClr>
              </a:solidFill>
              <a:ln>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性能、稳定性</a:t>
                </a:r>
              </a:p>
            </p:txBody>
          </p:sp>
          <p:sp>
            <p:nvSpPr>
              <p:cNvPr id="18" name="矩形: 圆角 17">
                <a:extLst>
                  <a:ext uri="{FF2B5EF4-FFF2-40B4-BE49-F238E27FC236}">
                    <a16:creationId xmlns:a16="http://schemas.microsoft.com/office/drawing/2014/main" xmlns="" id="{DCB77CA7-4B0B-AD85-CDC6-DCADECDB00B7}"/>
                  </a:ext>
                </a:extLst>
              </p:cNvPr>
              <p:cNvSpPr/>
              <p:nvPr/>
            </p:nvSpPr>
            <p:spPr>
              <a:xfrm>
                <a:off x="9491073" y="1281360"/>
                <a:ext cx="1786910" cy="501650"/>
              </a:xfrm>
              <a:prstGeom prst="roundRect">
                <a:avLst/>
              </a:prstGeom>
              <a:solidFill>
                <a:schemeClr val="accent4">
                  <a:lumMod val="40000"/>
                  <a:lumOff val="60000"/>
                </a:schemeClr>
              </a:solidFill>
              <a:ln>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多渠道接入</a:t>
                </a:r>
              </a:p>
            </p:txBody>
          </p:sp>
        </p:grpSp>
        <p:grpSp>
          <p:nvGrpSpPr>
            <p:cNvPr id="20" name="组合 19">
              <a:extLst>
                <a:ext uri="{FF2B5EF4-FFF2-40B4-BE49-F238E27FC236}">
                  <a16:creationId xmlns:a16="http://schemas.microsoft.com/office/drawing/2014/main" xmlns="" id="{C416BB12-E955-36D3-E26D-F646D258D8EB}"/>
                </a:ext>
              </a:extLst>
            </p:cNvPr>
            <p:cNvGrpSpPr/>
            <p:nvPr/>
          </p:nvGrpSpPr>
          <p:grpSpPr>
            <a:xfrm>
              <a:off x="298383" y="2179932"/>
              <a:ext cx="11704320" cy="1187419"/>
              <a:chOff x="1058333" y="787399"/>
              <a:chExt cx="10549467" cy="1187419"/>
            </a:xfrm>
          </p:grpSpPr>
          <p:sp>
            <p:nvSpPr>
              <p:cNvPr id="21" name="矩形 20">
                <a:extLst>
                  <a:ext uri="{FF2B5EF4-FFF2-40B4-BE49-F238E27FC236}">
                    <a16:creationId xmlns:a16="http://schemas.microsoft.com/office/drawing/2014/main" xmlns="" id="{6FF54FAC-832D-422C-7A77-EEA7F574B949}"/>
                  </a:ext>
                </a:extLst>
              </p:cNvPr>
              <p:cNvSpPr/>
              <p:nvPr/>
            </p:nvSpPr>
            <p:spPr>
              <a:xfrm>
                <a:off x="1058333" y="787400"/>
                <a:ext cx="10549467" cy="1187418"/>
              </a:xfrm>
              <a:prstGeom prst="rect">
                <a:avLst/>
              </a:prstGeom>
              <a:solidFill>
                <a:schemeClr val="accent6">
                  <a:lumMod val="20000"/>
                  <a:lumOff val="8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圆角 21">
                <a:extLst>
                  <a:ext uri="{FF2B5EF4-FFF2-40B4-BE49-F238E27FC236}">
                    <a16:creationId xmlns:a16="http://schemas.microsoft.com/office/drawing/2014/main" xmlns="" id="{F49D2813-A64B-9147-8988-EED1F761FAB3}"/>
                  </a:ext>
                </a:extLst>
              </p:cNvPr>
              <p:cNvSpPr/>
              <p:nvPr/>
            </p:nvSpPr>
            <p:spPr>
              <a:xfrm>
                <a:off x="1316702" y="1281360"/>
                <a:ext cx="2130480" cy="501650"/>
              </a:xfrm>
              <a:prstGeom prst="roundRect">
                <a:avLst/>
              </a:prstGeom>
              <a:solidFill>
                <a:schemeClr val="accent4">
                  <a:lumMod val="40000"/>
                  <a:lumOff val="60000"/>
                </a:schemeClr>
              </a:solidFill>
              <a:ln>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模型加载、预测</a:t>
                </a:r>
              </a:p>
            </p:txBody>
          </p:sp>
          <p:sp>
            <p:nvSpPr>
              <p:cNvPr id="23" name="矩形: 圆角 22">
                <a:extLst>
                  <a:ext uri="{FF2B5EF4-FFF2-40B4-BE49-F238E27FC236}">
                    <a16:creationId xmlns:a16="http://schemas.microsoft.com/office/drawing/2014/main" xmlns="" id="{234F769E-5805-9FC9-3648-CB2718190330}"/>
                  </a:ext>
                </a:extLst>
              </p:cNvPr>
              <p:cNvSpPr/>
              <p:nvPr/>
            </p:nvSpPr>
            <p:spPr>
              <a:xfrm>
                <a:off x="3539768" y="1281360"/>
                <a:ext cx="2744138" cy="501650"/>
              </a:xfrm>
              <a:prstGeom prst="roundRect">
                <a:avLst/>
              </a:prstGeom>
              <a:solidFill>
                <a:schemeClr val="accent4">
                  <a:lumMod val="40000"/>
                  <a:lumOff val="60000"/>
                </a:schemeClr>
              </a:solidFill>
              <a:ln>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模型监控、故障恢复</a:t>
                </a:r>
              </a:p>
            </p:txBody>
          </p:sp>
          <p:sp>
            <p:nvSpPr>
              <p:cNvPr id="24" name="文本框 23">
                <a:extLst>
                  <a:ext uri="{FF2B5EF4-FFF2-40B4-BE49-F238E27FC236}">
                    <a16:creationId xmlns:a16="http://schemas.microsoft.com/office/drawing/2014/main" xmlns="" id="{7E5D7DF1-2825-4B81-84BF-36DAC9AC0B7B}"/>
                  </a:ext>
                </a:extLst>
              </p:cNvPr>
              <p:cNvSpPr txBox="1"/>
              <p:nvPr/>
            </p:nvSpPr>
            <p:spPr>
              <a:xfrm>
                <a:off x="5152064" y="787399"/>
                <a:ext cx="2331177" cy="400110"/>
              </a:xfrm>
              <a:prstGeom prst="rect">
                <a:avLst/>
              </a:prstGeom>
              <a:noFill/>
            </p:spPr>
            <p:txBody>
              <a:bodyPr wrap="square" rtlCol="0">
                <a:spAutoFit/>
              </a:bodyPr>
              <a:lstStyle/>
              <a:p>
                <a:pPr algn="ctr"/>
                <a:r>
                  <a:rPr lang="zh-CN" altLang="en-US" sz="2000" dirty="0"/>
                  <a:t>服务层</a:t>
                </a:r>
              </a:p>
            </p:txBody>
          </p:sp>
          <p:sp>
            <p:nvSpPr>
              <p:cNvPr id="25" name="矩形: 圆角 24">
                <a:extLst>
                  <a:ext uri="{FF2B5EF4-FFF2-40B4-BE49-F238E27FC236}">
                    <a16:creationId xmlns:a16="http://schemas.microsoft.com/office/drawing/2014/main" xmlns="" id="{163280E7-D45E-E3AF-899F-D66AE23060CB}"/>
                  </a:ext>
                </a:extLst>
              </p:cNvPr>
              <p:cNvSpPr/>
              <p:nvPr/>
            </p:nvSpPr>
            <p:spPr>
              <a:xfrm>
                <a:off x="6480404" y="1281360"/>
                <a:ext cx="2744138" cy="501650"/>
              </a:xfrm>
              <a:prstGeom prst="roundRect">
                <a:avLst/>
              </a:prstGeom>
              <a:solidFill>
                <a:schemeClr val="accent4">
                  <a:lumMod val="40000"/>
                  <a:lumOff val="60000"/>
                </a:schemeClr>
              </a:solidFill>
              <a:ln>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容器化、自动化部署</a:t>
                </a:r>
              </a:p>
            </p:txBody>
          </p:sp>
          <p:sp>
            <p:nvSpPr>
              <p:cNvPr id="26" name="矩形: 圆角 25">
                <a:extLst>
                  <a:ext uri="{FF2B5EF4-FFF2-40B4-BE49-F238E27FC236}">
                    <a16:creationId xmlns:a16="http://schemas.microsoft.com/office/drawing/2014/main" xmlns="" id="{735C40E7-83D9-0F10-BD56-83BAC9B28D41}"/>
                  </a:ext>
                </a:extLst>
              </p:cNvPr>
              <p:cNvSpPr/>
              <p:nvPr/>
            </p:nvSpPr>
            <p:spPr>
              <a:xfrm>
                <a:off x="9317128" y="1270213"/>
                <a:ext cx="2134801" cy="501650"/>
              </a:xfrm>
              <a:prstGeom prst="roundRect">
                <a:avLst/>
              </a:prstGeom>
              <a:solidFill>
                <a:schemeClr val="accent4">
                  <a:lumMod val="40000"/>
                  <a:lumOff val="60000"/>
                </a:schemeClr>
              </a:solidFill>
              <a:ln>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API</a:t>
                </a:r>
                <a:r>
                  <a:rPr lang="zh-CN" altLang="en-US" dirty="0">
                    <a:solidFill>
                      <a:schemeClr val="tx1"/>
                    </a:solidFill>
                  </a:rPr>
                  <a:t>网关、微服务</a:t>
                </a:r>
              </a:p>
            </p:txBody>
          </p:sp>
        </p:grpSp>
        <p:grpSp>
          <p:nvGrpSpPr>
            <p:cNvPr id="27" name="组合 26">
              <a:extLst>
                <a:ext uri="{FF2B5EF4-FFF2-40B4-BE49-F238E27FC236}">
                  <a16:creationId xmlns:a16="http://schemas.microsoft.com/office/drawing/2014/main" xmlns="" id="{888A5E76-3DE5-30EE-715F-A309E66F5CE0}"/>
                </a:ext>
              </a:extLst>
            </p:cNvPr>
            <p:cNvGrpSpPr/>
            <p:nvPr/>
          </p:nvGrpSpPr>
          <p:grpSpPr>
            <a:xfrm>
              <a:off x="298383" y="3590398"/>
              <a:ext cx="11704320" cy="1187419"/>
              <a:chOff x="1058333" y="787399"/>
              <a:chExt cx="10549467" cy="1187419"/>
            </a:xfrm>
          </p:grpSpPr>
          <p:sp>
            <p:nvSpPr>
              <p:cNvPr id="28" name="矩形 27">
                <a:extLst>
                  <a:ext uri="{FF2B5EF4-FFF2-40B4-BE49-F238E27FC236}">
                    <a16:creationId xmlns:a16="http://schemas.microsoft.com/office/drawing/2014/main" xmlns="" id="{776FBCC0-59B4-D6CC-4133-0B069765DD93}"/>
                  </a:ext>
                </a:extLst>
              </p:cNvPr>
              <p:cNvSpPr/>
              <p:nvPr/>
            </p:nvSpPr>
            <p:spPr>
              <a:xfrm>
                <a:off x="1058333" y="787400"/>
                <a:ext cx="10549467" cy="1187418"/>
              </a:xfrm>
              <a:prstGeom prst="rect">
                <a:avLst/>
              </a:prstGeom>
              <a:solidFill>
                <a:schemeClr val="accent6">
                  <a:lumMod val="20000"/>
                  <a:lumOff val="8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圆角 28">
                <a:extLst>
                  <a:ext uri="{FF2B5EF4-FFF2-40B4-BE49-F238E27FC236}">
                    <a16:creationId xmlns:a16="http://schemas.microsoft.com/office/drawing/2014/main" xmlns="" id="{538963BC-F619-2406-2031-2B432CA11752}"/>
                  </a:ext>
                </a:extLst>
              </p:cNvPr>
              <p:cNvSpPr/>
              <p:nvPr/>
            </p:nvSpPr>
            <p:spPr>
              <a:xfrm>
                <a:off x="1316703" y="1281360"/>
                <a:ext cx="2439726" cy="501650"/>
              </a:xfrm>
              <a:prstGeom prst="roundRect">
                <a:avLst/>
              </a:prstGeom>
              <a:solidFill>
                <a:schemeClr val="accent4">
                  <a:lumMod val="40000"/>
                  <a:lumOff val="60000"/>
                </a:schemeClr>
              </a:solidFill>
              <a:ln>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模型选择、训练</a:t>
                </a:r>
              </a:p>
            </p:txBody>
          </p:sp>
          <p:sp>
            <p:nvSpPr>
              <p:cNvPr id="30" name="矩形: 圆角 29">
                <a:extLst>
                  <a:ext uri="{FF2B5EF4-FFF2-40B4-BE49-F238E27FC236}">
                    <a16:creationId xmlns:a16="http://schemas.microsoft.com/office/drawing/2014/main" xmlns="" id="{6262DCC9-5864-59E4-BCAB-C9443FF4A479}"/>
                  </a:ext>
                </a:extLst>
              </p:cNvPr>
              <p:cNvSpPr/>
              <p:nvPr/>
            </p:nvSpPr>
            <p:spPr>
              <a:xfrm>
                <a:off x="4406691" y="1253265"/>
                <a:ext cx="3515277" cy="501650"/>
              </a:xfrm>
              <a:prstGeom prst="roundRect">
                <a:avLst/>
              </a:prstGeom>
              <a:solidFill>
                <a:schemeClr val="accent4">
                  <a:lumMod val="40000"/>
                  <a:lumOff val="60000"/>
                </a:schemeClr>
              </a:solidFill>
              <a:ln>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模型评估、优化、更新</a:t>
                </a:r>
              </a:p>
            </p:txBody>
          </p:sp>
          <p:sp>
            <p:nvSpPr>
              <p:cNvPr id="31" name="文本框 30">
                <a:extLst>
                  <a:ext uri="{FF2B5EF4-FFF2-40B4-BE49-F238E27FC236}">
                    <a16:creationId xmlns:a16="http://schemas.microsoft.com/office/drawing/2014/main" xmlns="" id="{E21DA8FC-41E7-176D-49BF-F7DC4A9289D6}"/>
                  </a:ext>
                </a:extLst>
              </p:cNvPr>
              <p:cNvSpPr txBox="1"/>
              <p:nvPr/>
            </p:nvSpPr>
            <p:spPr>
              <a:xfrm>
                <a:off x="5167478" y="787399"/>
                <a:ext cx="2331177" cy="400110"/>
              </a:xfrm>
              <a:prstGeom prst="rect">
                <a:avLst/>
              </a:prstGeom>
              <a:noFill/>
            </p:spPr>
            <p:txBody>
              <a:bodyPr wrap="square" rtlCol="0">
                <a:spAutoFit/>
              </a:bodyPr>
              <a:lstStyle/>
              <a:p>
                <a:pPr algn="ctr"/>
                <a:r>
                  <a:rPr lang="zh-CN" altLang="en-US" sz="2000" dirty="0"/>
                  <a:t>模型层</a:t>
                </a:r>
              </a:p>
            </p:txBody>
          </p:sp>
          <p:sp>
            <p:nvSpPr>
              <p:cNvPr id="32" name="矩形: 圆角 31">
                <a:extLst>
                  <a:ext uri="{FF2B5EF4-FFF2-40B4-BE49-F238E27FC236}">
                    <a16:creationId xmlns:a16="http://schemas.microsoft.com/office/drawing/2014/main" xmlns="" id="{A5CA9E2C-0609-9185-F79C-C32CFBBB4076}"/>
                  </a:ext>
                </a:extLst>
              </p:cNvPr>
              <p:cNvSpPr/>
              <p:nvPr/>
            </p:nvSpPr>
            <p:spPr>
              <a:xfrm>
                <a:off x="8467200" y="1253265"/>
                <a:ext cx="3042277" cy="501650"/>
              </a:xfrm>
              <a:prstGeom prst="roundRect">
                <a:avLst/>
              </a:prstGeom>
              <a:solidFill>
                <a:schemeClr val="accent4">
                  <a:lumMod val="40000"/>
                  <a:lumOff val="60000"/>
                </a:schemeClr>
              </a:solidFill>
              <a:ln>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模型可解释性、公平性</a:t>
                </a:r>
              </a:p>
            </p:txBody>
          </p:sp>
        </p:grpSp>
        <p:grpSp>
          <p:nvGrpSpPr>
            <p:cNvPr id="34" name="组合 33">
              <a:extLst>
                <a:ext uri="{FF2B5EF4-FFF2-40B4-BE49-F238E27FC236}">
                  <a16:creationId xmlns:a16="http://schemas.microsoft.com/office/drawing/2014/main" xmlns="" id="{1B0FDCA0-D115-AF69-8285-DB9EF4D507CC}"/>
                </a:ext>
              </a:extLst>
            </p:cNvPr>
            <p:cNvGrpSpPr/>
            <p:nvPr/>
          </p:nvGrpSpPr>
          <p:grpSpPr>
            <a:xfrm>
              <a:off x="298383" y="5000864"/>
              <a:ext cx="11704320" cy="1187418"/>
              <a:chOff x="1058333" y="787400"/>
              <a:chExt cx="10549467" cy="1187418"/>
            </a:xfrm>
          </p:grpSpPr>
          <p:sp>
            <p:nvSpPr>
              <p:cNvPr id="35" name="矩形 34">
                <a:extLst>
                  <a:ext uri="{FF2B5EF4-FFF2-40B4-BE49-F238E27FC236}">
                    <a16:creationId xmlns:a16="http://schemas.microsoft.com/office/drawing/2014/main" xmlns="" id="{F10353C1-5193-373B-1044-D6C58E3FD1A2}"/>
                  </a:ext>
                </a:extLst>
              </p:cNvPr>
              <p:cNvSpPr/>
              <p:nvPr/>
            </p:nvSpPr>
            <p:spPr>
              <a:xfrm>
                <a:off x="1058333" y="787400"/>
                <a:ext cx="10549467" cy="1187418"/>
              </a:xfrm>
              <a:prstGeom prst="rect">
                <a:avLst/>
              </a:prstGeom>
              <a:solidFill>
                <a:schemeClr val="accent6">
                  <a:lumMod val="20000"/>
                  <a:lumOff val="8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圆角 35">
                <a:extLst>
                  <a:ext uri="{FF2B5EF4-FFF2-40B4-BE49-F238E27FC236}">
                    <a16:creationId xmlns:a16="http://schemas.microsoft.com/office/drawing/2014/main" xmlns="" id="{F497530A-4D60-AA91-D160-892172AEA09A}"/>
                  </a:ext>
                </a:extLst>
              </p:cNvPr>
              <p:cNvSpPr/>
              <p:nvPr/>
            </p:nvSpPr>
            <p:spPr>
              <a:xfrm>
                <a:off x="1146946" y="1281360"/>
                <a:ext cx="2392822" cy="501650"/>
              </a:xfrm>
              <a:prstGeom prst="roundRect">
                <a:avLst/>
              </a:prstGeom>
              <a:solidFill>
                <a:schemeClr val="accent4">
                  <a:lumMod val="40000"/>
                  <a:lumOff val="60000"/>
                </a:schemeClr>
              </a:solidFill>
              <a:ln>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数据收集、存储、处理</a:t>
                </a:r>
              </a:p>
            </p:txBody>
          </p:sp>
          <p:sp>
            <p:nvSpPr>
              <p:cNvPr id="37" name="矩形: 圆角 36">
                <a:extLst>
                  <a:ext uri="{FF2B5EF4-FFF2-40B4-BE49-F238E27FC236}">
                    <a16:creationId xmlns:a16="http://schemas.microsoft.com/office/drawing/2014/main" xmlns="" id="{B039F178-848B-FC7D-D466-EBA8F530BCB7}"/>
                  </a:ext>
                </a:extLst>
              </p:cNvPr>
              <p:cNvSpPr/>
              <p:nvPr/>
            </p:nvSpPr>
            <p:spPr>
              <a:xfrm>
                <a:off x="3680275" y="1281360"/>
                <a:ext cx="2225089" cy="501650"/>
              </a:xfrm>
              <a:prstGeom prst="roundRect">
                <a:avLst/>
              </a:prstGeom>
              <a:solidFill>
                <a:schemeClr val="accent4">
                  <a:lumMod val="40000"/>
                  <a:lumOff val="60000"/>
                </a:schemeClr>
              </a:solidFill>
              <a:ln>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数据质量控制、标注</a:t>
                </a:r>
              </a:p>
            </p:txBody>
          </p:sp>
          <p:sp>
            <p:nvSpPr>
              <p:cNvPr id="38" name="文本框 37">
                <a:extLst>
                  <a:ext uri="{FF2B5EF4-FFF2-40B4-BE49-F238E27FC236}">
                    <a16:creationId xmlns:a16="http://schemas.microsoft.com/office/drawing/2014/main" xmlns="" id="{CCE77C11-19B9-4D62-5F40-9B27571A7EE8}"/>
                  </a:ext>
                </a:extLst>
              </p:cNvPr>
              <p:cNvSpPr txBox="1"/>
              <p:nvPr/>
            </p:nvSpPr>
            <p:spPr>
              <a:xfrm>
                <a:off x="5167478" y="787400"/>
                <a:ext cx="2331177" cy="400110"/>
              </a:xfrm>
              <a:prstGeom prst="rect">
                <a:avLst/>
              </a:prstGeom>
              <a:noFill/>
            </p:spPr>
            <p:txBody>
              <a:bodyPr wrap="square" rtlCol="0">
                <a:spAutoFit/>
              </a:bodyPr>
              <a:lstStyle/>
              <a:p>
                <a:pPr algn="ctr"/>
                <a:r>
                  <a:rPr lang="zh-CN" altLang="en-US" sz="2000" dirty="0"/>
                  <a:t>数据层</a:t>
                </a:r>
              </a:p>
            </p:txBody>
          </p:sp>
          <p:sp>
            <p:nvSpPr>
              <p:cNvPr id="39" name="矩形: 圆角 38">
                <a:extLst>
                  <a:ext uri="{FF2B5EF4-FFF2-40B4-BE49-F238E27FC236}">
                    <a16:creationId xmlns:a16="http://schemas.microsoft.com/office/drawing/2014/main" xmlns="" id="{96D8E557-8E78-A6C0-75DD-DE72A2B6C085}"/>
                  </a:ext>
                </a:extLst>
              </p:cNvPr>
              <p:cNvSpPr/>
              <p:nvPr/>
            </p:nvSpPr>
            <p:spPr>
              <a:xfrm>
                <a:off x="6027631" y="1281360"/>
                <a:ext cx="1391990" cy="501650"/>
              </a:xfrm>
              <a:prstGeom prst="roundRect">
                <a:avLst/>
              </a:prstGeom>
              <a:solidFill>
                <a:schemeClr val="accent4">
                  <a:lumMod val="40000"/>
                  <a:lumOff val="60000"/>
                </a:schemeClr>
              </a:solidFill>
              <a:ln>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数据安全性</a:t>
                </a:r>
              </a:p>
            </p:txBody>
          </p:sp>
          <p:sp>
            <p:nvSpPr>
              <p:cNvPr id="40" name="矩形: 圆角 39">
                <a:extLst>
                  <a:ext uri="{FF2B5EF4-FFF2-40B4-BE49-F238E27FC236}">
                    <a16:creationId xmlns:a16="http://schemas.microsoft.com/office/drawing/2014/main" xmlns="" id="{ADFF52DF-7246-955F-9B33-7EDBEC5663D5}"/>
                  </a:ext>
                </a:extLst>
              </p:cNvPr>
              <p:cNvSpPr/>
              <p:nvPr/>
            </p:nvSpPr>
            <p:spPr>
              <a:xfrm>
                <a:off x="7541888" y="1281360"/>
                <a:ext cx="2082356" cy="501650"/>
              </a:xfrm>
              <a:prstGeom prst="roundRect">
                <a:avLst/>
              </a:prstGeom>
              <a:solidFill>
                <a:schemeClr val="accent4">
                  <a:lumMod val="40000"/>
                  <a:lumOff val="60000"/>
                </a:schemeClr>
              </a:solidFill>
              <a:ln>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ETL</a:t>
                </a:r>
                <a:r>
                  <a:rPr lang="zh-CN" altLang="en-US" dirty="0">
                    <a:solidFill>
                      <a:schemeClr val="tx1"/>
                    </a:solidFill>
                  </a:rPr>
                  <a:t>流程、数据仓库</a:t>
                </a:r>
              </a:p>
            </p:txBody>
          </p:sp>
        </p:grpSp>
        <p:sp>
          <p:nvSpPr>
            <p:cNvPr id="42" name="矩形: 圆角 41">
              <a:extLst>
                <a:ext uri="{FF2B5EF4-FFF2-40B4-BE49-F238E27FC236}">
                  <a16:creationId xmlns:a16="http://schemas.microsoft.com/office/drawing/2014/main" xmlns="" id="{21E1567F-0FA1-1F18-1646-AECC8A384A35}"/>
                </a:ext>
              </a:extLst>
            </p:cNvPr>
            <p:cNvSpPr/>
            <p:nvPr/>
          </p:nvSpPr>
          <p:spPr>
            <a:xfrm>
              <a:off x="9856550" y="5494824"/>
              <a:ext cx="2091610" cy="501650"/>
            </a:xfrm>
            <a:prstGeom prst="roundRect">
              <a:avLst/>
            </a:prstGeom>
            <a:solidFill>
              <a:schemeClr val="accent4">
                <a:lumMod val="40000"/>
                <a:lumOff val="60000"/>
              </a:schemeClr>
            </a:solidFill>
            <a:ln>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数据加密、匿名化</a:t>
              </a:r>
            </a:p>
          </p:txBody>
        </p:sp>
      </p:grpSp>
    </p:spTree>
    <p:custDataLst>
      <p:tags r:id="rId1"/>
    </p:custDataLst>
    <p:extLst>
      <p:ext uri="{BB962C8B-B14F-4D97-AF65-F5344CB8AC3E}">
        <p14:creationId xmlns:p14="http://schemas.microsoft.com/office/powerpoint/2010/main" xmlns="" val="169144042"/>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5D920D8-7A34-8493-9908-684FA803BEBD}"/>
            </a:ext>
          </a:extLst>
        </p:cNvPr>
        <p:cNvGrpSpPr/>
        <p:nvPr/>
      </p:nvGrpSpPr>
      <p:grpSpPr>
        <a:xfrm>
          <a:off x="0" y="0"/>
          <a:ext cx="0" cy="0"/>
          <a:chOff x="0" y="0"/>
          <a:chExt cx="0" cy="0"/>
        </a:xfrm>
      </p:grpSpPr>
      <p:sp>
        <p:nvSpPr>
          <p:cNvPr id="17" name="标题 16">
            <a:extLst>
              <a:ext uri="{FF2B5EF4-FFF2-40B4-BE49-F238E27FC236}">
                <a16:creationId xmlns:a16="http://schemas.microsoft.com/office/drawing/2014/main" xmlns="" id="{C7C4A9D8-5596-1079-7F46-57DDA7161C0B}"/>
              </a:ext>
            </a:extLst>
          </p:cNvPr>
          <p:cNvSpPr>
            <a:spLocks noGrp="1"/>
          </p:cNvSpPr>
          <p:nvPr>
            <p:ph type="title"/>
            <p:custDataLst>
              <p:tags r:id="rId2"/>
            </p:custDataLst>
          </p:nvPr>
        </p:nvSpPr>
        <p:spPr/>
        <p:txBody>
          <a:bodyPr>
            <a:normAutofit fontScale="90000"/>
          </a:bodyPr>
          <a:lstStyle/>
          <a:p>
            <a:r>
              <a:rPr lang="en-US" altLang="zh-CN" dirty="0"/>
              <a:t>5.4.2 </a:t>
            </a:r>
            <a:r>
              <a:rPr lang="zh-CN" altLang="en-US" dirty="0"/>
              <a:t>提示工程与指令调优</a:t>
            </a:r>
          </a:p>
        </p:txBody>
      </p:sp>
      <p:pic>
        <p:nvPicPr>
          <p:cNvPr id="9" name="图片 8">
            <a:extLst>
              <a:ext uri="{FF2B5EF4-FFF2-40B4-BE49-F238E27FC236}">
                <a16:creationId xmlns:a16="http://schemas.microsoft.com/office/drawing/2014/main" xmlns="" id="{6F4E1F65-F320-9808-37C1-F27E4DB911FA}"/>
              </a:ext>
            </a:extLst>
          </p:cNvPr>
          <p:cNvPicPr>
            <a:picLocks noChangeAspect="1"/>
          </p:cNvPicPr>
          <p:nvPr/>
        </p:nvPicPr>
        <p:blipFill>
          <a:blip r:embed="rId4">
            <a:extLst>
              <a:ext uri="{28A0092B-C50C-407E-A947-70E740481C1C}">
                <a14:useLocalDpi xmlns:a14="http://schemas.microsoft.com/office/drawing/2010/main" xmlns="" val="0"/>
              </a:ext>
            </a:extLst>
          </a:blip>
          <a:srcRect/>
          <a:stretch/>
        </p:blipFill>
        <p:spPr>
          <a:xfrm>
            <a:off x="368406" y="732592"/>
            <a:ext cx="5624211" cy="5865058"/>
          </a:xfrm>
          <a:prstGeom prst="rect">
            <a:avLst/>
          </a:prstGeom>
        </p:spPr>
      </p:pic>
      <p:pic>
        <p:nvPicPr>
          <p:cNvPr id="3" name="图片 2">
            <a:extLst>
              <a:ext uri="{FF2B5EF4-FFF2-40B4-BE49-F238E27FC236}">
                <a16:creationId xmlns:a16="http://schemas.microsoft.com/office/drawing/2014/main" xmlns="" id="{20E62271-4BCF-93CE-225E-18B7F3F0683E}"/>
              </a:ext>
            </a:extLst>
          </p:cNvPr>
          <p:cNvPicPr>
            <a:picLocks noChangeAspect="1"/>
          </p:cNvPicPr>
          <p:nvPr/>
        </p:nvPicPr>
        <p:blipFill>
          <a:blip r:embed="rId5"/>
          <a:stretch>
            <a:fillRect/>
          </a:stretch>
        </p:blipFill>
        <p:spPr>
          <a:xfrm>
            <a:off x="6362700" y="1057250"/>
            <a:ext cx="5518150" cy="5540400"/>
          </a:xfrm>
          <a:prstGeom prst="rect">
            <a:avLst/>
          </a:prstGeom>
        </p:spPr>
      </p:pic>
    </p:spTree>
    <p:custDataLst>
      <p:tags r:id="rId1"/>
    </p:custDataLst>
    <p:extLst>
      <p:ext uri="{BB962C8B-B14F-4D97-AF65-F5344CB8AC3E}">
        <p14:creationId xmlns:p14="http://schemas.microsoft.com/office/powerpoint/2010/main" xmlns="" val="749671393"/>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1342E27-E67D-A91A-6AC6-94A8119D5AAC}"/>
            </a:ext>
          </a:extLst>
        </p:cNvPr>
        <p:cNvGrpSpPr/>
        <p:nvPr/>
      </p:nvGrpSpPr>
      <p:grpSpPr>
        <a:xfrm>
          <a:off x="0" y="0"/>
          <a:ext cx="0" cy="0"/>
          <a:chOff x="0" y="0"/>
          <a:chExt cx="0" cy="0"/>
        </a:xfrm>
      </p:grpSpPr>
      <p:sp>
        <p:nvSpPr>
          <p:cNvPr id="17" name="标题 16">
            <a:extLst>
              <a:ext uri="{FF2B5EF4-FFF2-40B4-BE49-F238E27FC236}">
                <a16:creationId xmlns:a16="http://schemas.microsoft.com/office/drawing/2014/main" xmlns="" id="{3AF8D7DE-D5C6-7523-14CF-9A2875A55421}"/>
              </a:ext>
            </a:extLst>
          </p:cNvPr>
          <p:cNvSpPr>
            <a:spLocks noGrp="1"/>
          </p:cNvSpPr>
          <p:nvPr>
            <p:ph type="title"/>
            <p:custDataLst>
              <p:tags r:id="rId2"/>
            </p:custDataLst>
          </p:nvPr>
        </p:nvSpPr>
        <p:spPr/>
        <p:txBody>
          <a:bodyPr>
            <a:normAutofit fontScale="90000"/>
          </a:bodyPr>
          <a:lstStyle/>
          <a:p>
            <a:r>
              <a:rPr lang="en-US" altLang="zh-CN" dirty="0"/>
              <a:t>5.4.2 </a:t>
            </a:r>
            <a:r>
              <a:rPr lang="zh-CN" altLang="en-US" dirty="0"/>
              <a:t>提示工程与指令调优</a:t>
            </a:r>
          </a:p>
        </p:txBody>
      </p:sp>
      <p:pic>
        <p:nvPicPr>
          <p:cNvPr id="11" name="图片 10">
            <a:extLst>
              <a:ext uri="{FF2B5EF4-FFF2-40B4-BE49-F238E27FC236}">
                <a16:creationId xmlns:a16="http://schemas.microsoft.com/office/drawing/2014/main" xmlns="" id="{11F21BBE-581F-6B43-DAB6-4666CE921EED}"/>
              </a:ext>
            </a:extLst>
          </p:cNvPr>
          <p:cNvPicPr>
            <a:picLocks noChangeAspect="1"/>
          </p:cNvPicPr>
          <p:nvPr/>
        </p:nvPicPr>
        <p:blipFill>
          <a:blip r:embed="rId4"/>
          <a:stretch>
            <a:fillRect/>
          </a:stretch>
        </p:blipFill>
        <p:spPr>
          <a:xfrm>
            <a:off x="6096000" y="2809838"/>
            <a:ext cx="5824626" cy="3813212"/>
          </a:xfrm>
          <a:prstGeom prst="rect">
            <a:avLst/>
          </a:prstGeom>
        </p:spPr>
      </p:pic>
      <p:pic>
        <p:nvPicPr>
          <p:cNvPr id="3" name="图片 2">
            <a:extLst>
              <a:ext uri="{FF2B5EF4-FFF2-40B4-BE49-F238E27FC236}">
                <a16:creationId xmlns:a16="http://schemas.microsoft.com/office/drawing/2014/main" xmlns="" id="{DADAE0F3-8ECD-675D-A99D-4326BDF4C4A8}"/>
              </a:ext>
            </a:extLst>
          </p:cNvPr>
          <p:cNvPicPr>
            <a:picLocks noChangeAspect="1"/>
          </p:cNvPicPr>
          <p:nvPr/>
        </p:nvPicPr>
        <p:blipFill>
          <a:blip r:embed="rId5"/>
          <a:stretch>
            <a:fillRect/>
          </a:stretch>
        </p:blipFill>
        <p:spPr>
          <a:xfrm>
            <a:off x="171450" y="802980"/>
            <a:ext cx="6031755" cy="2045433"/>
          </a:xfrm>
          <a:prstGeom prst="rect">
            <a:avLst/>
          </a:prstGeom>
        </p:spPr>
      </p:pic>
      <p:sp>
        <p:nvSpPr>
          <p:cNvPr id="4" name="文本框 3">
            <a:extLst>
              <a:ext uri="{FF2B5EF4-FFF2-40B4-BE49-F238E27FC236}">
                <a16:creationId xmlns:a16="http://schemas.microsoft.com/office/drawing/2014/main" xmlns="" id="{1CF39E6E-E0ED-82B3-84CA-FBFFB01343D4}"/>
              </a:ext>
            </a:extLst>
          </p:cNvPr>
          <p:cNvSpPr txBox="1"/>
          <p:nvPr/>
        </p:nvSpPr>
        <p:spPr>
          <a:xfrm>
            <a:off x="6038850" y="1338918"/>
            <a:ext cx="4064000" cy="584775"/>
          </a:xfrm>
          <a:prstGeom prst="rect">
            <a:avLst/>
          </a:prstGeom>
          <a:noFill/>
        </p:spPr>
        <p:txBody>
          <a:bodyPr wrap="square" rtlCol="0">
            <a:spAutoFit/>
          </a:bodyPr>
          <a:lstStyle/>
          <a:p>
            <a:pPr algn="ctr"/>
            <a:r>
              <a:rPr lang="zh-CN" altLang="en-US" sz="3200" dirty="0"/>
              <a:t>👈零样本的提示工程</a:t>
            </a:r>
          </a:p>
        </p:txBody>
      </p:sp>
      <p:sp>
        <p:nvSpPr>
          <p:cNvPr id="5" name="文本框 4">
            <a:extLst>
              <a:ext uri="{FF2B5EF4-FFF2-40B4-BE49-F238E27FC236}">
                <a16:creationId xmlns:a16="http://schemas.microsoft.com/office/drawing/2014/main" xmlns="" id="{3C461B4A-67B1-E049-D151-B9566A3D46EB}"/>
              </a:ext>
            </a:extLst>
          </p:cNvPr>
          <p:cNvSpPr txBox="1"/>
          <p:nvPr/>
        </p:nvSpPr>
        <p:spPr>
          <a:xfrm>
            <a:off x="1790327" y="4761030"/>
            <a:ext cx="4064000" cy="584775"/>
          </a:xfrm>
          <a:prstGeom prst="rect">
            <a:avLst/>
          </a:prstGeom>
          <a:noFill/>
        </p:spPr>
        <p:txBody>
          <a:bodyPr wrap="square" rtlCol="0">
            <a:spAutoFit/>
          </a:bodyPr>
          <a:lstStyle/>
          <a:p>
            <a:pPr algn="ctr"/>
            <a:r>
              <a:rPr lang="zh-CN" altLang="en-US" sz="3200" dirty="0"/>
              <a:t>少样本的提示工程👉</a:t>
            </a:r>
          </a:p>
        </p:txBody>
      </p:sp>
    </p:spTree>
    <p:custDataLst>
      <p:tags r:id="rId1"/>
    </p:custDataLst>
    <p:extLst>
      <p:ext uri="{BB962C8B-B14F-4D97-AF65-F5344CB8AC3E}">
        <p14:creationId xmlns:p14="http://schemas.microsoft.com/office/powerpoint/2010/main" xmlns="" val="2754048406"/>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p:txBody>
          <a:bodyPr>
            <a:normAutofit fontScale="90000"/>
          </a:bodyPr>
          <a:lstStyle/>
          <a:p>
            <a:r>
              <a:rPr lang="en-US" altLang="zh-CN" dirty="0"/>
              <a:t>5.4.3 AI</a:t>
            </a:r>
            <a:r>
              <a:rPr lang="zh-CN" altLang="en-US" dirty="0"/>
              <a:t>大模型API 函数调用</a:t>
            </a:r>
          </a:p>
        </p:txBody>
      </p:sp>
      <p:pic>
        <p:nvPicPr>
          <p:cNvPr id="13" name="图片 12">
            <a:extLst>
              <a:ext uri="{FF2B5EF4-FFF2-40B4-BE49-F238E27FC236}">
                <a16:creationId xmlns:a16="http://schemas.microsoft.com/office/drawing/2014/main" xmlns="" id="{7DBF8CC4-9673-EBC0-DA2C-4718CFDB8272}"/>
              </a:ext>
            </a:extLst>
          </p:cNvPr>
          <p:cNvPicPr>
            <a:picLocks noChangeAspect="1"/>
          </p:cNvPicPr>
          <p:nvPr/>
        </p:nvPicPr>
        <p:blipFill>
          <a:blip r:embed="rId5"/>
          <a:stretch>
            <a:fillRect/>
          </a:stretch>
        </p:blipFill>
        <p:spPr>
          <a:xfrm>
            <a:off x="4417289" y="917402"/>
            <a:ext cx="7704860" cy="535639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5" name="图片 14">
            <a:extLst>
              <a:ext uri="{FF2B5EF4-FFF2-40B4-BE49-F238E27FC236}">
                <a16:creationId xmlns:a16="http://schemas.microsoft.com/office/drawing/2014/main" xmlns="" id="{5FF28169-B937-25BC-DFF1-4F78DB3F765B}"/>
              </a:ext>
            </a:extLst>
          </p:cNvPr>
          <p:cNvPicPr>
            <a:picLocks noChangeAspect="1"/>
          </p:cNvPicPr>
          <p:nvPr/>
        </p:nvPicPr>
        <p:blipFill>
          <a:blip r:embed="rId6" cstate="print"/>
          <a:stretch>
            <a:fillRect/>
          </a:stretch>
        </p:blipFill>
        <p:spPr>
          <a:xfrm>
            <a:off x="69851" y="917402"/>
            <a:ext cx="4101242" cy="2305050"/>
          </a:xfrm>
          <a:prstGeom prst="rect">
            <a:avLst/>
          </a:prstGeom>
          <a:ln>
            <a:noFill/>
          </a:ln>
          <a:effectLst>
            <a:outerShdw blurRad="292100" dist="139700" dir="2700000" algn="tl" rotWithShape="0">
              <a:srgbClr val="333333">
                <a:alpha val="65000"/>
              </a:srgbClr>
            </a:outerShdw>
          </a:effectLst>
        </p:spPr>
      </p:pic>
      <p:sp>
        <p:nvSpPr>
          <p:cNvPr id="23" name="文本框 22">
            <a:extLst>
              <a:ext uri="{FF2B5EF4-FFF2-40B4-BE49-F238E27FC236}">
                <a16:creationId xmlns:a16="http://schemas.microsoft.com/office/drawing/2014/main" xmlns="" id="{477145EC-3F5B-F334-1765-CF2A15E2A0CE}"/>
              </a:ext>
            </a:extLst>
          </p:cNvPr>
          <p:cNvSpPr txBox="1"/>
          <p:nvPr/>
        </p:nvSpPr>
        <p:spPr>
          <a:xfrm>
            <a:off x="0" y="4046835"/>
            <a:ext cx="4498111" cy="1938992"/>
          </a:xfrm>
          <a:prstGeom prst="rect">
            <a:avLst/>
          </a:prstGeom>
          <a:noFill/>
        </p:spPr>
        <p:txBody>
          <a:bodyPr wrap="square">
            <a:spAutoFit/>
          </a:bodyPr>
          <a:lstStyle/>
          <a:p>
            <a:r>
              <a:rPr lang="en-US" altLang="zh-CN" sz="2400" dirty="0"/>
              <a:t>API</a:t>
            </a:r>
            <a:r>
              <a:rPr lang="zh-CN" altLang="en-US" sz="2400" dirty="0"/>
              <a:t>函数调用的核心流程为：</a:t>
            </a:r>
            <a:r>
              <a:rPr lang="zh-CN" altLang="en-US" sz="2400" b="1" dirty="0">
                <a:solidFill>
                  <a:schemeClr val="accent1"/>
                </a:solidFill>
              </a:rPr>
              <a:t>准备请求→发送请求→处理响应→解析结果</a:t>
            </a:r>
            <a:r>
              <a:rPr lang="zh-CN" altLang="en-US" sz="2400" dirty="0"/>
              <a:t>，本质是通过标准化网络通信获取远程服务的数据并集成到本地应用中。</a:t>
            </a:r>
          </a:p>
        </p:txBody>
      </p:sp>
    </p:spTree>
    <p:custDataLst>
      <p:tags r:id="rId1"/>
    </p:custDataLst>
  </p:cSld>
  <p:clrMapOvr>
    <a:masterClrMapping/>
  </p:clrMapOvr>
  <mc:AlternateContent xmlns:mc="http://schemas.openxmlformats.org/markup-compatibility/2006">
    <mc:Choice xmlns:p14="http://schemas.microsoft.com/office/powerpoint/2010/main" xmlns="" Requires="p14">
      <p:transition>
        <p:fade/>
      </p:transition>
    </mc:Choice>
    <mc:Fallback>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xmlns="" id="{662E09DE-EBB7-213C-153B-2B949EE3686D}"/>
              </a:ext>
            </a:extLst>
          </p:cNvPr>
          <p:cNvSpPr>
            <a:spLocks noGrp="1"/>
          </p:cNvSpPr>
          <p:nvPr>
            <p:ph type="title"/>
          </p:nvPr>
        </p:nvSpPr>
        <p:spPr/>
        <p:txBody>
          <a:bodyPr>
            <a:normAutofit fontScale="90000"/>
          </a:bodyPr>
          <a:lstStyle/>
          <a:p>
            <a:r>
              <a:rPr lang="en-US" altLang="zh-CN" dirty="0"/>
              <a:t>5.4.4 </a:t>
            </a:r>
            <a:r>
              <a:rPr lang="zh-CN" altLang="en-US" dirty="0"/>
              <a:t>基于向量数据库的检索增强生成技术</a:t>
            </a:r>
          </a:p>
        </p:txBody>
      </p:sp>
      <p:pic>
        <p:nvPicPr>
          <p:cNvPr id="8" name="图片 7">
            <a:extLst>
              <a:ext uri="{FF2B5EF4-FFF2-40B4-BE49-F238E27FC236}">
                <a16:creationId xmlns:a16="http://schemas.microsoft.com/office/drawing/2014/main" xmlns="" id="{3872D59E-2528-8E69-637F-B2A1758DDF31}"/>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282575" y="643247"/>
            <a:ext cx="11626850" cy="4686938"/>
          </a:xfrm>
          <a:prstGeom prst="rect">
            <a:avLst/>
          </a:prstGeom>
        </p:spPr>
      </p:pic>
      <p:sp>
        <p:nvSpPr>
          <p:cNvPr id="10" name="文本框 9">
            <a:extLst>
              <a:ext uri="{FF2B5EF4-FFF2-40B4-BE49-F238E27FC236}">
                <a16:creationId xmlns:a16="http://schemas.microsoft.com/office/drawing/2014/main" xmlns="" id="{012193F5-8411-CBDF-9B7C-D87ADD2E510C}"/>
              </a:ext>
            </a:extLst>
          </p:cNvPr>
          <p:cNvSpPr txBox="1"/>
          <p:nvPr/>
        </p:nvSpPr>
        <p:spPr>
          <a:xfrm>
            <a:off x="282575" y="5663672"/>
            <a:ext cx="11414125" cy="707886"/>
          </a:xfrm>
          <a:prstGeom prst="rect">
            <a:avLst/>
          </a:prstGeom>
          <a:noFill/>
        </p:spPr>
        <p:txBody>
          <a:bodyPr wrap="square">
            <a:spAutoFit/>
          </a:bodyPr>
          <a:lstStyle/>
          <a:p>
            <a:r>
              <a:rPr lang="zh-CN" altLang="en-US" sz="2000" dirty="0"/>
              <a:t>基于向量数据库的检索增强生成技术是</a:t>
            </a:r>
            <a:r>
              <a:rPr lang="en-US" altLang="zh-CN" sz="2000" dirty="0"/>
              <a:t>AI </a:t>
            </a:r>
            <a:r>
              <a:rPr lang="zh-CN" altLang="en-US" sz="2000" dirty="0"/>
              <a:t>大模型应用开发中的一项前沿技术，它结合了最新的自然语言处理能力和高效的信息检索技术，旨在提升生成任务的相关性和准确性。</a:t>
            </a:r>
          </a:p>
        </p:txBody>
      </p:sp>
    </p:spTree>
    <p:custDataLst>
      <p:tags r:id="rId1"/>
    </p:custDataLst>
  </p:cSld>
  <p:clrMapOvr>
    <a:masterClrMapping/>
  </p:clrMapOvr>
  <mc:AlternateContent xmlns:mc="http://schemas.openxmlformats.org/markup-compatibility/2006">
    <mc:Choice xmlns:p14="http://schemas.microsoft.com/office/powerpoint/2010/main" xmlns="" Requires="p14">
      <p:transition>
        <p:fade/>
      </p:transition>
    </mc:Choice>
    <mc:Fallback>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a:xfrm>
            <a:off x="749134" y="43542"/>
            <a:ext cx="10591965" cy="599705"/>
          </a:xfrm>
        </p:spPr>
        <p:txBody>
          <a:bodyPr>
            <a:normAutofit fontScale="90000"/>
          </a:bodyPr>
          <a:lstStyle/>
          <a:p>
            <a:r>
              <a:rPr lang="en-US" altLang="zh-CN" dirty="0"/>
              <a:t>5.4.5 </a:t>
            </a:r>
            <a:r>
              <a:rPr lang="zh-CN" altLang="en-US" dirty="0"/>
              <a:t>开发工具：</a:t>
            </a:r>
            <a:r>
              <a:rPr lang="en-US" altLang="zh-CN" dirty="0" err="1"/>
              <a:t>LangChain</a:t>
            </a:r>
            <a:r>
              <a:rPr lang="zh-CN" altLang="en-US" dirty="0"/>
              <a:t>、</a:t>
            </a:r>
            <a:r>
              <a:rPr lang="en-US" altLang="zh-CN" dirty="0"/>
              <a:t>Semantic Kernel</a:t>
            </a:r>
            <a:r>
              <a:rPr lang="zh-CN" altLang="en-US" dirty="0"/>
              <a:t>、</a:t>
            </a:r>
            <a:r>
              <a:rPr lang="en-US" altLang="zh-CN" dirty="0" err="1"/>
              <a:t>AutoGPT</a:t>
            </a:r>
            <a:endParaRPr lang="zh-CN" altLang="en-US" dirty="0"/>
          </a:p>
        </p:txBody>
      </p:sp>
      <p:sp>
        <p:nvSpPr>
          <p:cNvPr id="7" name="文本框 6"/>
          <p:cNvSpPr txBox="1"/>
          <p:nvPr>
            <p:custDataLst>
              <p:tags r:id="rId3"/>
            </p:custDataLst>
          </p:nvPr>
        </p:nvSpPr>
        <p:spPr>
          <a:xfrm>
            <a:off x="368300" y="5461014"/>
            <a:ext cx="11671299" cy="1012190"/>
          </a:xfrm>
          <a:prstGeom prst="rect">
            <a:avLst/>
          </a:prstGeom>
          <a:noFill/>
        </p:spPr>
        <p:txBody>
          <a:bodyPr wrap="square" rtlCol="0" anchor="ctr" anchorCtr="0">
            <a:normAutofit/>
          </a:bodyPr>
          <a:lstStyle/>
          <a:p>
            <a:pPr marL="457200" lvl="1" indent="0" fontAlgn="auto">
              <a:lnSpc>
                <a:spcPct val="150000"/>
              </a:lnSpc>
            </a:pPr>
            <a:r>
              <a:rPr lang="zh-CN" altLang="en-US" sz="2000" kern="0" dirty="0">
                <a:ln>
                  <a:noFill/>
                  <a:prstDash val="sysDot"/>
                </a:ln>
                <a:solidFill>
                  <a:schemeClr val="tx1">
                    <a:lumMod val="85000"/>
                    <a:lumOff val="15000"/>
                  </a:schemeClr>
                </a:solidFill>
                <a:latin typeface="+mn-ea"/>
                <a:sym typeface="+mn-ea"/>
              </a:rPr>
              <a:t>开发工具如LangChain、Semantic Kernel、AutoGPT等，提供了丰富的功能和应用场景，简化了AI大模型的开发过程。</a:t>
            </a:r>
          </a:p>
        </p:txBody>
      </p:sp>
      <p:pic>
        <p:nvPicPr>
          <p:cNvPr id="9" name="图片 8">
            <a:extLst>
              <a:ext uri="{FF2B5EF4-FFF2-40B4-BE49-F238E27FC236}">
                <a16:creationId xmlns:a16="http://schemas.microsoft.com/office/drawing/2014/main" xmlns="" id="{E33102F4-82AD-326B-15FD-9A3FC2F6C3AA}"/>
              </a:ext>
            </a:extLst>
          </p:cNvPr>
          <p:cNvPicPr>
            <a:picLocks noChangeAspect="1"/>
          </p:cNvPicPr>
          <p:nvPr/>
        </p:nvPicPr>
        <p:blipFill>
          <a:blip r:embed="rId5"/>
          <a:stretch>
            <a:fillRect/>
          </a:stretch>
        </p:blipFill>
        <p:spPr>
          <a:xfrm>
            <a:off x="2881765" y="803488"/>
            <a:ext cx="6644368" cy="4657526"/>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xmlns="" Requires="p14">
      <p:transition>
        <p:fade/>
      </p:transition>
    </mc:Choice>
    <mc:Fallback>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8BB4754-BF6E-C4D2-3FC2-AEE37BE674A7}"/>
            </a:ext>
          </a:extLst>
        </p:cNvPr>
        <p:cNvGrpSpPr/>
        <p:nvPr/>
      </p:nvGrpSpPr>
      <p:grpSpPr>
        <a:xfrm>
          <a:off x="0" y="0"/>
          <a:ext cx="0" cy="0"/>
          <a:chOff x="0" y="0"/>
          <a:chExt cx="0" cy="0"/>
        </a:xfrm>
      </p:grpSpPr>
      <p:sp>
        <p:nvSpPr>
          <p:cNvPr id="17" name="标题 16">
            <a:extLst>
              <a:ext uri="{FF2B5EF4-FFF2-40B4-BE49-F238E27FC236}">
                <a16:creationId xmlns:a16="http://schemas.microsoft.com/office/drawing/2014/main" xmlns="" id="{9F989710-1866-8CEB-CBE6-FB17F46B7FA5}"/>
              </a:ext>
            </a:extLst>
          </p:cNvPr>
          <p:cNvSpPr>
            <a:spLocks noGrp="1"/>
          </p:cNvSpPr>
          <p:nvPr>
            <p:ph type="title"/>
            <p:custDataLst>
              <p:tags r:id="rId2"/>
            </p:custDataLst>
          </p:nvPr>
        </p:nvSpPr>
        <p:spPr>
          <a:xfrm>
            <a:off x="749134" y="43542"/>
            <a:ext cx="10591965" cy="599705"/>
          </a:xfrm>
        </p:spPr>
        <p:txBody>
          <a:bodyPr>
            <a:normAutofit fontScale="90000"/>
          </a:bodyPr>
          <a:lstStyle/>
          <a:p>
            <a:r>
              <a:rPr lang="en-US" altLang="zh-CN" dirty="0"/>
              <a:t>5.4.6 AI</a:t>
            </a:r>
            <a:r>
              <a:rPr lang="zh-CN" altLang="en-US" dirty="0"/>
              <a:t>大模型应用产品的部署</a:t>
            </a:r>
          </a:p>
        </p:txBody>
      </p:sp>
      <p:sp>
        <p:nvSpPr>
          <p:cNvPr id="6" name="矩形 5">
            <a:extLst>
              <a:ext uri="{FF2B5EF4-FFF2-40B4-BE49-F238E27FC236}">
                <a16:creationId xmlns:a16="http://schemas.microsoft.com/office/drawing/2014/main" xmlns="" id="{9E8F8675-9697-B545-752D-D149E9C265AB}"/>
              </a:ext>
            </a:extLst>
          </p:cNvPr>
          <p:cNvSpPr/>
          <p:nvPr>
            <p:custDataLst>
              <p:tags r:id="rId3"/>
            </p:custDataLst>
          </p:nvPr>
        </p:nvSpPr>
        <p:spPr>
          <a:xfrm>
            <a:off x="886142" y="892220"/>
            <a:ext cx="10419715" cy="1414145"/>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sz="2000" dirty="0">
                <a:latin typeface="Times New Roman" panose="02020603050405020304" pitchFamily="18" charset="0"/>
                <a:cs typeface="+mn-ea"/>
              </a:rPr>
              <a:t>AI大模型应用产品的部署包括模型格式转换（以</a:t>
            </a:r>
            <a:r>
              <a:rPr lang="en-US" altLang="zh-CN" sz="2000" dirty="0">
                <a:latin typeface="Times New Roman" panose="02020603050405020304" pitchFamily="18" charset="0"/>
                <a:cs typeface="+mn-ea"/>
              </a:rPr>
              <a:t>ONNX</a:t>
            </a:r>
            <a:r>
              <a:rPr lang="zh-CN" altLang="en-US" sz="2000" dirty="0">
                <a:latin typeface="Times New Roman" panose="02020603050405020304" pitchFamily="18" charset="0"/>
                <a:cs typeface="+mn-ea"/>
              </a:rPr>
              <a:t>格式部署） 、压缩、推理以及前后处理，确保模型在实际应用中的性能和效率。</a:t>
            </a:r>
          </a:p>
        </p:txBody>
      </p:sp>
      <p:sp>
        <p:nvSpPr>
          <p:cNvPr id="8" name="矩形 7">
            <a:extLst>
              <a:ext uri="{FF2B5EF4-FFF2-40B4-BE49-F238E27FC236}">
                <a16:creationId xmlns:a16="http://schemas.microsoft.com/office/drawing/2014/main" xmlns="" id="{72CDF9BA-CB3B-6308-C272-A59414EA4506}"/>
              </a:ext>
            </a:extLst>
          </p:cNvPr>
          <p:cNvSpPr/>
          <p:nvPr>
            <p:custDataLst>
              <p:tags r:id="rId4"/>
            </p:custDataLst>
          </p:nvPr>
        </p:nvSpPr>
        <p:spPr>
          <a:xfrm>
            <a:off x="1423670" y="4136436"/>
            <a:ext cx="9210675" cy="498475"/>
          </a:xfrm>
          <a:prstGeom prst="rect">
            <a:avLst/>
          </a:prstGeom>
          <a:noFill/>
        </p:spPr>
        <p:txBody>
          <a:bodyPr wrap="square" lIns="0" tIns="0" rIns="0" bIns="0" rtlCol="0" anchor="b">
            <a:noAutofit/>
          </a:bodyPr>
          <a:lstStyle/>
          <a:p>
            <a:pPr>
              <a:spcBef>
                <a:spcPct val="0"/>
              </a:spcBef>
              <a:spcAft>
                <a:spcPct val="0"/>
              </a:spcAft>
            </a:pPr>
            <a:r>
              <a:rPr lang="zh-CN" altLang="en-US" sz="2800" b="1" dirty="0">
                <a:solidFill>
                  <a:srgbClr val="FFFFFF"/>
                </a:solidFill>
                <a:latin typeface="+mn-ea"/>
                <a:cs typeface="+mn-ea"/>
              </a:rPr>
              <a:t>模型格式转换、压缩、推理与前后处理</a:t>
            </a:r>
          </a:p>
        </p:txBody>
      </p:sp>
      <p:pic>
        <p:nvPicPr>
          <p:cNvPr id="10" name="图片 9">
            <a:extLst>
              <a:ext uri="{FF2B5EF4-FFF2-40B4-BE49-F238E27FC236}">
                <a16:creationId xmlns:a16="http://schemas.microsoft.com/office/drawing/2014/main" xmlns="" id="{75EF14B9-FE6E-8E39-9839-F585BAA3EFFB}"/>
              </a:ext>
            </a:extLst>
          </p:cNvPr>
          <p:cNvPicPr>
            <a:picLocks noChangeAspect="1"/>
          </p:cNvPicPr>
          <p:nvPr/>
        </p:nvPicPr>
        <p:blipFill>
          <a:blip r:embed="rId6">
            <a:extLst>
              <a:ext uri="{28A0092B-C50C-407E-A947-70E740481C1C}">
                <a14:useLocalDpi xmlns:a14="http://schemas.microsoft.com/office/drawing/2010/main" xmlns="" val="0"/>
              </a:ext>
            </a:extLst>
          </a:blip>
          <a:srcRect b="24569"/>
          <a:stretch/>
        </p:blipFill>
        <p:spPr>
          <a:xfrm>
            <a:off x="1557655" y="2101850"/>
            <a:ext cx="8514521" cy="4629890"/>
          </a:xfrm>
          <a:prstGeom prst="rect">
            <a:avLst/>
          </a:prstGeom>
        </p:spPr>
      </p:pic>
    </p:spTree>
    <p:custDataLst>
      <p:tags r:id="rId1"/>
    </p:custDataLst>
    <p:extLst>
      <p:ext uri="{BB962C8B-B14F-4D97-AF65-F5344CB8AC3E}">
        <p14:creationId xmlns:p14="http://schemas.microsoft.com/office/powerpoint/2010/main" xmlns="" val="2838262787"/>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2"/>
            </p:custDataLst>
          </p:nvPr>
        </p:nvSpPr>
        <p:spPr>
          <a:xfrm>
            <a:off x="5132246" y="2864881"/>
            <a:ext cx="6666054" cy="1325563"/>
          </a:xfrm>
        </p:spPr>
        <p:txBody>
          <a:bodyPr>
            <a:normAutofit/>
          </a:bodyPr>
          <a:lstStyle/>
          <a:p>
            <a:pPr algn="ctr"/>
            <a:r>
              <a:rPr lang="en-US" altLang="zh-CN" dirty="0"/>
              <a:t>5.5 </a:t>
            </a:r>
            <a:r>
              <a:rPr lang="zh-CN" altLang="en-US" dirty="0"/>
              <a:t>AI 大模型的典型应用</a:t>
            </a:r>
          </a:p>
        </p:txBody>
      </p:sp>
    </p:spTree>
    <p:custDataLst>
      <p:tags r:id="rId1"/>
    </p:custDataLst>
  </p:cSld>
  <p:clrMapOvr>
    <a:masterClrMapping/>
  </p:clrMapOvr>
  <mc:AlternateContent xmlns:mc="http://schemas.openxmlformats.org/markup-compatibility/2006">
    <mc:Choice xmlns:p14="http://schemas.microsoft.com/office/powerpoint/2010/main" xmlns="" Requires="p14">
      <p:transition>
        <p:fade/>
      </p:transition>
    </mc:Choice>
    <mc:Fallback>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p:cNvSpPr>
            <a:spLocks noGrp="1"/>
          </p:cNvSpPr>
          <p:nvPr>
            <p:ph type="title"/>
            <p:custDataLst>
              <p:tags r:id="rId2"/>
            </p:custDataLst>
          </p:nvPr>
        </p:nvSpPr>
        <p:spPr/>
        <p:txBody>
          <a:bodyPr>
            <a:normAutofit fontScale="90000"/>
          </a:bodyPr>
          <a:lstStyle/>
          <a:p>
            <a:r>
              <a:rPr lang="en-US" altLang="zh-CN" dirty="0"/>
              <a:t>5.5.1 </a:t>
            </a:r>
            <a:r>
              <a:rPr lang="zh-CN" altLang="en-US" dirty="0"/>
              <a:t>自然语言处理</a:t>
            </a:r>
          </a:p>
        </p:txBody>
      </p:sp>
      <p:pic>
        <p:nvPicPr>
          <p:cNvPr id="10" name="图片 9"/>
          <p:cNvPicPr>
            <a:picLocks noChangeAspect="1"/>
          </p:cNvPicPr>
          <p:nvPr>
            <p:custDataLst>
              <p:tags r:id="rId3"/>
            </p:custDataLst>
          </p:nvPr>
        </p:nvPicPr>
        <p:blipFill rotWithShape="1">
          <a:blip r:embed="rId14">
            <a:extLst>
              <a:ext uri="{28A0092B-C50C-407E-A947-70E740481C1C}">
                <a14:useLocalDpi xmlns:a14="http://schemas.microsoft.com/office/drawing/2010/main" xmlns="" val="0"/>
              </a:ext>
            </a:extLst>
          </a:blip>
          <a:srcRect t="23" b="23"/>
          <a:stretch/>
        </p:blipFill>
        <p:spPr>
          <a:xfrm>
            <a:off x="1223056" y="1799464"/>
            <a:ext cx="2593474" cy="2766634"/>
          </a:xfrm>
          <a:custGeom>
            <a:avLst/>
            <a:gdLst>
              <a:gd name="connsiteX0" fmla="*/ 1241901 w 2483800"/>
              <a:gd name="connsiteY0" fmla="*/ 0 h 2649637"/>
              <a:gd name="connsiteX1" fmla="*/ 1241903 w 2483800"/>
              <a:gd name="connsiteY1" fmla="*/ 0 h 2649637"/>
              <a:gd name="connsiteX2" fmla="*/ 1282228 w 2483800"/>
              <a:gd name="connsiteY2" fmla="*/ 4783 h 2649637"/>
              <a:gd name="connsiteX3" fmla="*/ 1321426 w 2483800"/>
              <a:gd name="connsiteY3" fmla="*/ 19130 h 2649637"/>
              <a:gd name="connsiteX4" fmla="*/ 2385520 w 2483800"/>
              <a:gd name="connsiteY4" fmla="*/ 551178 h 2649637"/>
              <a:gd name="connsiteX5" fmla="*/ 2483800 w 2483800"/>
              <a:gd name="connsiteY5" fmla="*/ 710202 h 2649637"/>
              <a:gd name="connsiteX6" fmla="*/ 2483800 w 2483800"/>
              <a:gd name="connsiteY6" fmla="*/ 1939377 h 2649637"/>
              <a:gd name="connsiteX7" fmla="*/ 2385517 w 2483800"/>
              <a:gd name="connsiteY7" fmla="*/ 2098463 h 2649637"/>
              <a:gd name="connsiteX8" fmla="*/ 1321421 w 2483800"/>
              <a:gd name="connsiteY8" fmla="*/ 2630510 h 2649637"/>
              <a:gd name="connsiteX9" fmla="*/ 1162374 w 2483800"/>
              <a:gd name="connsiteY9" fmla="*/ 2630508 h 2649637"/>
              <a:gd name="connsiteX10" fmla="*/ 98279 w 2483800"/>
              <a:gd name="connsiteY10" fmla="*/ 2098461 h 2649637"/>
              <a:gd name="connsiteX11" fmla="*/ 0 w 2483800"/>
              <a:gd name="connsiteY11" fmla="*/ 1939437 h 2649637"/>
              <a:gd name="connsiteX12" fmla="*/ 0 w 2483800"/>
              <a:gd name="connsiteY12" fmla="*/ 710262 h 2649637"/>
              <a:gd name="connsiteX13" fmla="*/ 98283 w 2483800"/>
              <a:gd name="connsiteY13" fmla="*/ 551176 h 2649637"/>
              <a:gd name="connsiteX14" fmla="*/ 1162378 w 2483800"/>
              <a:gd name="connsiteY14" fmla="*/ 19128 h 2649637"/>
              <a:gd name="connsiteX15" fmla="*/ 1201576 w 2483800"/>
              <a:gd name="connsiteY15" fmla="*/ 4781 h 2649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483800" h="2649637">
                <a:moveTo>
                  <a:pt x="1241901" y="0"/>
                </a:moveTo>
                <a:lnTo>
                  <a:pt x="1241903" y="0"/>
                </a:lnTo>
                <a:lnTo>
                  <a:pt x="1282228" y="4783"/>
                </a:lnTo>
                <a:cubicBezTo>
                  <a:pt x="1295545" y="7971"/>
                  <a:pt x="1308674" y="12754"/>
                  <a:pt x="1321426" y="19130"/>
                </a:cubicBezTo>
                <a:cubicBezTo>
                  <a:pt x="1372435" y="44635"/>
                  <a:pt x="2323621" y="520228"/>
                  <a:pt x="2385520" y="551178"/>
                </a:cubicBezTo>
                <a:cubicBezTo>
                  <a:pt x="2447420" y="582128"/>
                  <a:pt x="2483800" y="640996"/>
                  <a:pt x="2483800" y="710202"/>
                </a:cubicBezTo>
                <a:cubicBezTo>
                  <a:pt x="2483800" y="779408"/>
                  <a:pt x="2483800" y="1870171"/>
                  <a:pt x="2483800" y="1939377"/>
                </a:cubicBezTo>
                <a:cubicBezTo>
                  <a:pt x="2483800" y="2008583"/>
                  <a:pt x="2447417" y="2067513"/>
                  <a:pt x="2385517" y="2098463"/>
                </a:cubicBezTo>
                <a:cubicBezTo>
                  <a:pt x="2323617" y="2129413"/>
                  <a:pt x="1372431" y="2605005"/>
                  <a:pt x="1321421" y="2630510"/>
                </a:cubicBezTo>
                <a:cubicBezTo>
                  <a:pt x="1270412" y="2656015"/>
                  <a:pt x="1213384" y="2656012"/>
                  <a:pt x="1162374" y="2630508"/>
                </a:cubicBezTo>
                <a:cubicBezTo>
                  <a:pt x="1111365" y="2605002"/>
                  <a:pt x="160179" y="2129409"/>
                  <a:pt x="98279" y="2098461"/>
                </a:cubicBezTo>
                <a:cubicBezTo>
                  <a:pt x="36379" y="2067510"/>
                  <a:pt x="0" y="2008642"/>
                  <a:pt x="0" y="1939437"/>
                </a:cubicBezTo>
                <a:cubicBezTo>
                  <a:pt x="0" y="1870230"/>
                  <a:pt x="0" y="779467"/>
                  <a:pt x="0" y="710262"/>
                </a:cubicBezTo>
                <a:cubicBezTo>
                  <a:pt x="0" y="641055"/>
                  <a:pt x="36384" y="582125"/>
                  <a:pt x="98283" y="551176"/>
                </a:cubicBezTo>
                <a:cubicBezTo>
                  <a:pt x="160183" y="520225"/>
                  <a:pt x="1111368" y="44632"/>
                  <a:pt x="1162378" y="19128"/>
                </a:cubicBezTo>
                <a:cubicBezTo>
                  <a:pt x="1175131" y="12752"/>
                  <a:pt x="1188259" y="7969"/>
                  <a:pt x="1201576" y="4781"/>
                </a:cubicBezTo>
                <a:close/>
              </a:path>
            </a:pathLst>
          </a:custGeom>
          <a:ln w="3175" cap="flat" cmpd="sng" algn="ctr">
            <a:solidFill>
              <a:schemeClr val="tx1">
                <a:lumMod val="40000"/>
                <a:lumOff val="60000"/>
                <a:alpha val="20000"/>
              </a:schemeClr>
            </a:solidFill>
            <a:prstDash val="solid"/>
            <a:round/>
            <a:headEnd type="none" w="med" len="med"/>
            <a:tailEnd type="none" w="med" len="med"/>
          </a:ln>
        </p:spPr>
      </p:pic>
      <p:sp>
        <p:nvSpPr>
          <p:cNvPr id="11" name="矩形 10"/>
          <p:cNvSpPr/>
          <p:nvPr>
            <p:custDataLst>
              <p:tags r:id="rId4"/>
            </p:custDataLst>
          </p:nvPr>
        </p:nvSpPr>
        <p:spPr>
          <a:xfrm>
            <a:off x="1243610" y="5333462"/>
            <a:ext cx="2561982" cy="1103297"/>
          </a:xfrm>
          <a:prstGeom prst="rect">
            <a:avLst/>
          </a:prstGeom>
          <a:noFill/>
        </p:spPr>
        <p:txBody>
          <a:bodyPr wrap="square" lIns="0" tIns="0" rIns="0" bIns="0" rtlCol="0" anchor="t" anchorCtr="0">
            <a:noAutofit/>
          </a:bodyPr>
          <a:lstStyle/>
          <a:p>
            <a:pPr algn="ctr">
              <a:lnSpc>
                <a:spcPct val="150000"/>
              </a:lnSpc>
              <a:spcBef>
                <a:spcPct val="0"/>
              </a:spcBef>
              <a:spcAft>
                <a:spcPct val="0"/>
              </a:spcAft>
            </a:pPr>
            <a:r>
              <a:rPr lang="zh-CN" altLang="en-US" sz="1600" kern="0" dirty="0">
                <a:solidFill>
                  <a:schemeClr val="tx1">
                    <a:lumMod val="85000"/>
                    <a:lumOff val="15000"/>
                  </a:schemeClr>
                </a:solidFill>
                <a:latin typeface="+mn-ea"/>
                <a:cs typeface="+mn-ea"/>
              </a:rPr>
              <a:t>利用AI大模型进行语言间的自动翻译，提高翻译准确度和流畅性。</a:t>
            </a:r>
          </a:p>
        </p:txBody>
      </p:sp>
      <p:sp>
        <p:nvSpPr>
          <p:cNvPr id="13" name="矩形 12"/>
          <p:cNvSpPr/>
          <p:nvPr>
            <p:custDataLst>
              <p:tags r:id="rId5"/>
            </p:custDataLst>
          </p:nvPr>
        </p:nvSpPr>
        <p:spPr>
          <a:xfrm>
            <a:off x="1243610" y="4833530"/>
            <a:ext cx="2561982" cy="461475"/>
          </a:xfrm>
          <a:prstGeom prst="rect">
            <a:avLst/>
          </a:prstGeom>
          <a:noFill/>
        </p:spPr>
        <p:txBody>
          <a:bodyPr wrap="square" lIns="0" tIns="0" rIns="0" bIns="0" rtlCol="0" anchor="b">
            <a:noAutofit/>
          </a:bodyPr>
          <a:lstStyle/>
          <a:p>
            <a:pPr algn="ctr">
              <a:spcBef>
                <a:spcPct val="0"/>
              </a:spcBef>
              <a:spcAft>
                <a:spcPct val="0"/>
              </a:spcAft>
            </a:pPr>
            <a:r>
              <a:rPr lang="zh-CN" altLang="en-US" sz="2000" b="1" kern="0">
                <a:solidFill>
                  <a:schemeClr val="accent1"/>
                </a:solidFill>
                <a:latin typeface="+mn-ea"/>
                <a:cs typeface="+mn-ea"/>
              </a:rPr>
              <a:t>机器翻译</a:t>
            </a:r>
          </a:p>
        </p:txBody>
      </p:sp>
      <p:pic>
        <p:nvPicPr>
          <p:cNvPr id="16" name="图片 15" descr="/data/temp/c240758c-1b8d-11f0-865c-de31ff32db87.jpgc240758c-1b8d-11f0-865c-de31ff32db87"/>
          <p:cNvPicPr>
            <a:picLocks noChangeAspect="1"/>
          </p:cNvPicPr>
          <p:nvPr>
            <p:custDataLst>
              <p:tags r:id="rId6"/>
            </p:custDataLst>
          </p:nvPr>
        </p:nvPicPr>
        <p:blipFill rotWithShape="1">
          <a:blip r:embed="rId15" cstate="print"/>
          <a:srcRect t="694" b="694"/>
          <a:stretch>
            <a:fillRect/>
          </a:stretch>
        </p:blipFill>
        <p:spPr>
          <a:xfrm>
            <a:off x="4793521" y="1799464"/>
            <a:ext cx="2593055" cy="2766634"/>
          </a:xfrm>
          <a:custGeom>
            <a:avLst/>
            <a:gdLst>
              <a:gd name="connsiteX0" fmla="*/ 1241500 w 2483399"/>
              <a:gd name="connsiteY0" fmla="*/ 0 h 2649637"/>
              <a:gd name="connsiteX1" fmla="*/ 1241502 w 2483399"/>
              <a:gd name="connsiteY1" fmla="*/ 0 h 2649637"/>
              <a:gd name="connsiteX2" fmla="*/ 1281827 w 2483399"/>
              <a:gd name="connsiteY2" fmla="*/ 4783 h 2649637"/>
              <a:gd name="connsiteX3" fmla="*/ 1321025 w 2483399"/>
              <a:gd name="connsiteY3" fmla="*/ 19130 h 2649637"/>
              <a:gd name="connsiteX4" fmla="*/ 2385119 w 2483399"/>
              <a:gd name="connsiteY4" fmla="*/ 551178 h 2649637"/>
              <a:gd name="connsiteX5" fmla="*/ 2483399 w 2483399"/>
              <a:gd name="connsiteY5" fmla="*/ 710202 h 2649637"/>
              <a:gd name="connsiteX6" fmla="*/ 2483399 w 2483399"/>
              <a:gd name="connsiteY6" fmla="*/ 1939377 h 2649637"/>
              <a:gd name="connsiteX7" fmla="*/ 2385116 w 2483399"/>
              <a:gd name="connsiteY7" fmla="*/ 2098463 h 2649637"/>
              <a:gd name="connsiteX8" fmla="*/ 1321020 w 2483399"/>
              <a:gd name="connsiteY8" fmla="*/ 2630510 h 2649637"/>
              <a:gd name="connsiteX9" fmla="*/ 1161973 w 2483399"/>
              <a:gd name="connsiteY9" fmla="*/ 2630508 h 2649637"/>
              <a:gd name="connsiteX10" fmla="*/ 97878 w 2483399"/>
              <a:gd name="connsiteY10" fmla="*/ 2098461 h 2649637"/>
              <a:gd name="connsiteX11" fmla="*/ 6251 w 2483399"/>
              <a:gd name="connsiteY11" fmla="*/ 1989128 h 2649637"/>
              <a:gd name="connsiteX12" fmla="*/ 0 w 2483399"/>
              <a:gd name="connsiteY12" fmla="*/ 1942433 h 2649637"/>
              <a:gd name="connsiteX13" fmla="*/ 0 w 2483399"/>
              <a:gd name="connsiteY13" fmla="*/ 707266 h 2649637"/>
              <a:gd name="connsiteX14" fmla="*/ 6251 w 2483399"/>
              <a:gd name="connsiteY14" fmla="*/ 660560 h 2649637"/>
              <a:gd name="connsiteX15" fmla="*/ 97882 w 2483399"/>
              <a:gd name="connsiteY15" fmla="*/ 551176 h 2649637"/>
              <a:gd name="connsiteX16" fmla="*/ 1161977 w 2483399"/>
              <a:gd name="connsiteY16" fmla="*/ 19128 h 2649637"/>
              <a:gd name="connsiteX17" fmla="*/ 1201175 w 2483399"/>
              <a:gd name="connsiteY17" fmla="*/ 4781 h 2649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3399" h="2649637">
                <a:moveTo>
                  <a:pt x="1241500" y="0"/>
                </a:moveTo>
                <a:lnTo>
                  <a:pt x="1241502" y="0"/>
                </a:lnTo>
                <a:lnTo>
                  <a:pt x="1281827" y="4783"/>
                </a:lnTo>
                <a:cubicBezTo>
                  <a:pt x="1295144" y="7971"/>
                  <a:pt x="1308273" y="12754"/>
                  <a:pt x="1321025" y="19130"/>
                </a:cubicBezTo>
                <a:cubicBezTo>
                  <a:pt x="1372034" y="44635"/>
                  <a:pt x="2323220" y="520228"/>
                  <a:pt x="2385119" y="551178"/>
                </a:cubicBezTo>
                <a:cubicBezTo>
                  <a:pt x="2447019" y="582128"/>
                  <a:pt x="2483399" y="640996"/>
                  <a:pt x="2483399" y="710202"/>
                </a:cubicBezTo>
                <a:cubicBezTo>
                  <a:pt x="2483399" y="779408"/>
                  <a:pt x="2483399" y="1870171"/>
                  <a:pt x="2483399" y="1939377"/>
                </a:cubicBezTo>
                <a:cubicBezTo>
                  <a:pt x="2483399" y="2008583"/>
                  <a:pt x="2447016" y="2067513"/>
                  <a:pt x="2385116" y="2098463"/>
                </a:cubicBezTo>
                <a:cubicBezTo>
                  <a:pt x="2323216" y="2129413"/>
                  <a:pt x="1372030" y="2605005"/>
                  <a:pt x="1321020" y="2630510"/>
                </a:cubicBezTo>
                <a:cubicBezTo>
                  <a:pt x="1270011" y="2656015"/>
                  <a:pt x="1212983" y="2656012"/>
                  <a:pt x="1161973" y="2630508"/>
                </a:cubicBezTo>
                <a:cubicBezTo>
                  <a:pt x="1110964" y="2605002"/>
                  <a:pt x="159778" y="2129409"/>
                  <a:pt x="97878" y="2098461"/>
                </a:cubicBezTo>
                <a:cubicBezTo>
                  <a:pt x="51453" y="2075248"/>
                  <a:pt x="19384" y="2036331"/>
                  <a:pt x="6251" y="1989128"/>
                </a:cubicBezTo>
                <a:lnTo>
                  <a:pt x="0" y="1942433"/>
                </a:lnTo>
                <a:lnTo>
                  <a:pt x="0" y="707266"/>
                </a:lnTo>
                <a:lnTo>
                  <a:pt x="6251" y="660560"/>
                </a:lnTo>
                <a:cubicBezTo>
                  <a:pt x="19386" y="613339"/>
                  <a:pt x="51458" y="574388"/>
                  <a:pt x="97882" y="551176"/>
                </a:cubicBezTo>
                <a:cubicBezTo>
                  <a:pt x="159782" y="520225"/>
                  <a:pt x="1110967" y="44632"/>
                  <a:pt x="1161977" y="19128"/>
                </a:cubicBezTo>
                <a:cubicBezTo>
                  <a:pt x="1174730" y="12752"/>
                  <a:pt x="1187858" y="7969"/>
                  <a:pt x="1201175" y="4781"/>
                </a:cubicBezTo>
                <a:close/>
              </a:path>
            </a:pathLst>
          </a:custGeom>
          <a:solidFill>
            <a:schemeClr val="accent1">
              <a:alpha val="50000"/>
            </a:schemeClr>
          </a:solidFill>
          <a:ln w="3175" cap="flat" cmpd="sng" algn="ctr">
            <a:solidFill>
              <a:schemeClr val="tx1">
                <a:lumMod val="40000"/>
                <a:lumOff val="60000"/>
                <a:alpha val="20000"/>
              </a:schemeClr>
            </a:solidFill>
            <a:prstDash val="solid"/>
            <a:round/>
            <a:headEnd type="none" w="med" len="med"/>
            <a:tailEnd type="none" w="med" len="med"/>
          </a:ln>
        </p:spPr>
      </p:pic>
      <p:sp>
        <p:nvSpPr>
          <p:cNvPr id="14" name="矩形 13"/>
          <p:cNvSpPr/>
          <p:nvPr>
            <p:custDataLst>
              <p:tags r:id="rId7"/>
            </p:custDataLst>
          </p:nvPr>
        </p:nvSpPr>
        <p:spPr>
          <a:xfrm>
            <a:off x="4820705" y="5333462"/>
            <a:ext cx="2561982" cy="1103297"/>
          </a:xfrm>
          <a:prstGeom prst="rect">
            <a:avLst/>
          </a:prstGeom>
          <a:noFill/>
        </p:spPr>
        <p:txBody>
          <a:bodyPr wrap="square" lIns="0" tIns="0" rIns="0" bIns="0" rtlCol="0" anchor="t" anchorCtr="0">
            <a:noAutofit/>
          </a:bodyPr>
          <a:lstStyle/>
          <a:p>
            <a:pPr algn="ctr">
              <a:lnSpc>
                <a:spcPct val="150000"/>
              </a:lnSpc>
              <a:spcBef>
                <a:spcPct val="0"/>
              </a:spcBef>
              <a:spcAft>
                <a:spcPct val="0"/>
              </a:spcAft>
            </a:pPr>
            <a:r>
              <a:rPr lang="zh-CN" altLang="en-US" sz="1600" kern="0" dirty="0">
                <a:solidFill>
                  <a:schemeClr val="tx1">
                    <a:lumMod val="85000"/>
                    <a:lumOff val="15000"/>
                  </a:schemeClr>
                </a:solidFill>
                <a:latin typeface="+mn-ea"/>
                <a:cs typeface="+mn-ea"/>
              </a:rPr>
              <a:t>通过大模型对文本进行分类，实现新闻、邮件等文本的自动归档。</a:t>
            </a:r>
          </a:p>
        </p:txBody>
      </p:sp>
      <p:sp>
        <p:nvSpPr>
          <p:cNvPr id="15" name="矩形 14"/>
          <p:cNvSpPr/>
          <p:nvPr>
            <p:custDataLst>
              <p:tags r:id="rId8"/>
            </p:custDataLst>
          </p:nvPr>
        </p:nvSpPr>
        <p:spPr>
          <a:xfrm>
            <a:off x="4820705" y="4833530"/>
            <a:ext cx="2561982" cy="461475"/>
          </a:xfrm>
          <a:prstGeom prst="rect">
            <a:avLst/>
          </a:prstGeom>
          <a:noFill/>
        </p:spPr>
        <p:txBody>
          <a:bodyPr wrap="square" lIns="0" tIns="0" rIns="0" bIns="0" rtlCol="0" anchor="b">
            <a:noAutofit/>
          </a:bodyPr>
          <a:lstStyle/>
          <a:p>
            <a:pPr algn="ctr">
              <a:spcBef>
                <a:spcPct val="0"/>
              </a:spcBef>
              <a:spcAft>
                <a:spcPct val="0"/>
              </a:spcAft>
            </a:pPr>
            <a:r>
              <a:rPr lang="zh-CN" altLang="en-US" sz="2000" b="1" kern="0">
                <a:solidFill>
                  <a:schemeClr val="accent1"/>
                </a:solidFill>
                <a:latin typeface="+mn-ea"/>
                <a:cs typeface="+mn-ea"/>
              </a:rPr>
              <a:t>文本分类</a:t>
            </a:r>
          </a:p>
        </p:txBody>
      </p:sp>
      <p:pic>
        <p:nvPicPr>
          <p:cNvPr id="17" name="图片 16"/>
          <p:cNvPicPr>
            <a:picLocks noChangeAspect="1"/>
          </p:cNvPicPr>
          <p:nvPr>
            <p:custDataLst>
              <p:tags r:id="rId9"/>
            </p:custDataLst>
          </p:nvPr>
        </p:nvPicPr>
        <p:blipFill rotWithShape="1">
          <a:blip r:embed="rId16">
            <a:extLst>
              <a:ext uri="{28A0092B-C50C-407E-A947-70E740481C1C}">
                <a14:useLocalDpi xmlns:a14="http://schemas.microsoft.com/office/drawing/2010/main" xmlns="" val="0"/>
              </a:ext>
            </a:extLst>
          </a:blip>
          <a:srcRect t="23" b="23"/>
          <a:stretch/>
        </p:blipFill>
        <p:spPr>
          <a:xfrm>
            <a:off x="8371279" y="1799464"/>
            <a:ext cx="2593474" cy="2766634"/>
          </a:xfrm>
          <a:custGeom>
            <a:avLst/>
            <a:gdLst>
              <a:gd name="connsiteX0" fmla="*/ 1241901 w 2483800"/>
              <a:gd name="connsiteY0" fmla="*/ 0 h 2649637"/>
              <a:gd name="connsiteX1" fmla="*/ 1241903 w 2483800"/>
              <a:gd name="connsiteY1" fmla="*/ 0 h 2649637"/>
              <a:gd name="connsiteX2" fmla="*/ 1282228 w 2483800"/>
              <a:gd name="connsiteY2" fmla="*/ 4783 h 2649637"/>
              <a:gd name="connsiteX3" fmla="*/ 1321426 w 2483800"/>
              <a:gd name="connsiteY3" fmla="*/ 19130 h 2649637"/>
              <a:gd name="connsiteX4" fmla="*/ 2385520 w 2483800"/>
              <a:gd name="connsiteY4" fmla="*/ 551178 h 2649637"/>
              <a:gd name="connsiteX5" fmla="*/ 2483800 w 2483800"/>
              <a:gd name="connsiteY5" fmla="*/ 710202 h 2649637"/>
              <a:gd name="connsiteX6" fmla="*/ 2483800 w 2483800"/>
              <a:gd name="connsiteY6" fmla="*/ 1939377 h 2649637"/>
              <a:gd name="connsiteX7" fmla="*/ 2385517 w 2483800"/>
              <a:gd name="connsiteY7" fmla="*/ 2098463 h 2649637"/>
              <a:gd name="connsiteX8" fmla="*/ 1321421 w 2483800"/>
              <a:gd name="connsiteY8" fmla="*/ 2630510 h 2649637"/>
              <a:gd name="connsiteX9" fmla="*/ 1162374 w 2483800"/>
              <a:gd name="connsiteY9" fmla="*/ 2630508 h 2649637"/>
              <a:gd name="connsiteX10" fmla="*/ 98279 w 2483800"/>
              <a:gd name="connsiteY10" fmla="*/ 2098461 h 2649637"/>
              <a:gd name="connsiteX11" fmla="*/ 0 w 2483800"/>
              <a:gd name="connsiteY11" fmla="*/ 1939437 h 2649637"/>
              <a:gd name="connsiteX12" fmla="*/ 0 w 2483800"/>
              <a:gd name="connsiteY12" fmla="*/ 710262 h 2649637"/>
              <a:gd name="connsiteX13" fmla="*/ 98283 w 2483800"/>
              <a:gd name="connsiteY13" fmla="*/ 551176 h 2649637"/>
              <a:gd name="connsiteX14" fmla="*/ 1162378 w 2483800"/>
              <a:gd name="connsiteY14" fmla="*/ 19128 h 2649637"/>
              <a:gd name="connsiteX15" fmla="*/ 1201576 w 2483800"/>
              <a:gd name="connsiteY15" fmla="*/ 4781 h 2649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483800" h="2649637">
                <a:moveTo>
                  <a:pt x="1241901" y="0"/>
                </a:moveTo>
                <a:lnTo>
                  <a:pt x="1241903" y="0"/>
                </a:lnTo>
                <a:lnTo>
                  <a:pt x="1282228" y="4783"/>
                </a:lnTo>
                <a:cubicBezTo>
                  <a:pt x="1295545" y="7971"/>
                  <a:pt x="1308674" y="12754"/>
                  <a:pt x="1321426" y="19130"/>
                </a:cubicBezTo>
                <a:cubicBezTo>
                  <a:pt x="1372435" y="44635"/>
                  <a:pt x="2323621" y="520228"/>
                  <a:pt x="2385520" y="551178"/>
                </a:cubicBezTo>
                <a:cubicBezTo>
                  <a:pt x="2447420" y="582128"/>
                  <a:pt x="2483800" y="640996"/>
                  <a:pt x="2483800" y="710202"/>
                </a:cubicBezTo>
                <a:cubicBezTo>
                  <a:pt x="2483800" y="779408"/>
                  <a:pt x="2483800" y="1870171"/>
                  <a:pt x="2483800" y="1939377"/>
                </a:cubicBezTo>
                <a:cubicBezTo>
                  <a:pt x="2483800" y="2008583"/>
                  <a:pt x="2447417" y="2067513"/>
                  <a:pt x="2385517" y="2098463"/>
                </a:cubicBezTo>
                <a:cubicBezTo>
                  <a:pt x="2323617" y="2129413"/>
                  <a:pt x="1372431" y="2605005"/>
                  <a:pt x="1321421" y="2630510"/>
                </a:cubicBezTo>
                <a:cubicBezTo>
                  <a:pt x="1270412" y="2656015"/>
                  <a:pt x="1213384" y="2656012"/>
                  <a:pt x="1162374" y="2630508"/>
                </a:cubicBezTo>
                <a:cubicBezTo>
                  <a:pt x="1111365" y="2605002"/>
                  <a:pt x="160179" y="2129409"/>
                  <a:pt x="98279" y="2098461"/>
                </a:cubicBezTo>
                <a:cubicBezTo>
                  <a:pt x="36379" y="2067510"/>
                  <a:pt x="0" y="2008642"/>
                  <a:pt x="0" y="1939437"/>
                </a:cubicBezTo>
                <a:cubicBezTo>
                  <a:pt x="0" y="1870230"/>
                  <a:pt x="0" y="779467"/>
                  <a:pt x="0" y="710262"/>
                </a:cubicBezTo>
                <a:cubicBezTo>
                  <a:pt x="0" y="641055"/>
                  <a:pt x="36384" y="582125"/>
                  <a:pt x="98283" y="551176"/>
                </a:cubicBezTo>
                <a:cubicBezTo>
                  <a:pt x="160183" y="520225"/>
                  <a:pt x="1111368" y="44632"/>
                  <a:pt x="1162378" y="19128"/>
                </a:cubicBezTo>
                <a:cubicBezTo>
                  <a:pt x="1175131" y="12752"/>
                  <a:pt x="1188259" y="7969"/>
                  <a:pt x="1201576" y="4781"/>
                </a:cubicBezTo>
                <a:close/>
              </a:path>
            </a:pathLst>
          </a:custGeom>
          <a:solidFill>
            <a:schemeClr val="accent1">
              <a:alpha val="50000"/>
            </a:schemeClr>
          </a:solidFill>
          <a:ln w="3175" cap="flat" cmpd="sng" algn="ctr">
            <a:solidFill>
              <a:schemeClr val="tx1">
                <a:lumMod val="40000"/>
                <a:lumOff val="60000"/>
                <a:alpha val="20000"/>
              </a:schemeClr>
            </a:solidFill>
            <a:prstDash val="solid"/>
            <a:round/>
            <a:headEnd type="none" w="med" len="med"/>
            <a:tailEnd type="none" w="med" len="med"/>
          </a:ln>
        </p:spPr>
      </p:pic>
      <p:sp>
        <p:nvSpPr>
          <p:cNvPr id="21" name="矩形 20"/>
          <p:cNvSpPr/>
          <p:nvPr>
            <p:custDataLst>
              <p:tags r:id="rId10"/>
            </p:custDataLst>
          </p:nvPr>
        </p:nvSpPr>
        <p:spPr>
          <a:xfrm>
            <a:off x="8397800" y="5333462"/>
            <a:ext cx="2561982" cy="1103297"/>
          </a:xfrm>
          <a:prstGeom prst="rect">
            <a:avLst/>
          </a:prstGeom>
          <a:noFill/>
        </p:spPr>
        <p:txBody>
          <a:bodyPr wrap="square" lIns="0" tIns="0" rIns="0" bIns="0" rtlCol="0" anchor="t" anchorCtr="0">
            <a:noAutofit/>
          </a:bodyPr>
          <a:lstStyle/>
          <a:p>
            <a:pPr algn="ctr">
              <a:lnSpc>
                <a:spcPct val="150000"/>
              </a:lnSpc>
              <a:spcBef>
                <a:spcPct val="0"/>
              </a:spcBef>
              <a:spcAft>
                <a:spcPct val="0"/>
              </a:spcAft>
            </a:pPr>
            <a:r>
              <a:rPr lang="zh-CN" altLang="en-US" sz="1600" kern="0">
                <a:solidFill>
                  <a:schemeClr val="tx1">
                    <a:lumMod val="85000"/>
                    <a:lumOff val="15000"/>
                  </a:schemeClr>
                </a:solidFill>
                <a:latin typeface="+mn-ea"/>
                <a:cs typeface="+mn-ea"/>
              </a:rPr>
              <a:t>分析用户评论或反馈，识别情感倾向，用于市场分析和产品改进。</a:t>
            </a:r>
          </a:p>
        </p:txBody>
      </p:sp>
      <p:sp>
        <p:nvSpPr>
          <p:cNvPr id="22" name="矩形 21"/>
          <p:cNvSpPr/>
          <p:nvPr>
            <p:custDataLst>
              <p:tags r:id="rId11"/>
            </p:custDataLst>
          </p:nvPr>
        </p:nvSpPr>
        <p:spPr>
          <a:xfrm>
            <a:off x="8397800" y="4833530"/>
            <a:ext cx="2561982" cy="461475"/>
          </a:xfrm>
          <a:prstGeom prst="rect">
            <a:avLst/>
          </a:prstGeom>
          <a:noFill/>
        </p:spPr>
        <p:txBody>
          <a:bodyPr wrap="square" lIns="0" tIns="0" rIns="0" bIns="0" rtlCol="0" anchor="b">
            <a:noAutofit/>
          </a:bodyPr>
          <a:lstStyle/>
          <a:p>
            <a:pPr algn="ctr">
              <a:spcBef>
                <a:spcPct val="0"/>
              </a:spcBef>
              <a:spcAft>
                <a:spcPct val="0"/>
              </a:spcAft>
            </a:pPr>
            <a:r>
              <a:rPr lang="zh-CN" altLang="en-US" sz="2000" b="1" kern="0">
                <a:solidFill>
                  <a:schemeClr val="accent1"/>
                </a:solidFill>
                <a:latin typeface="+mn-ea"/>
                <a:cs typeface="+mn-ea"/>
              </a:rPr>
              <a:t>情感分析</a:t>
            </a:r>
          </a:p>
        </p:txBody>
      </p:sp>
    </p:spTree>
    <p:custDataLst>
      <p:tags r:id="rId1"/>
    </p:custDataLst>
  </p:cSld>
  <p:clrMapOvr>
    <a:masterClrMapping/>
  </p:clrMapOvr>
  <mc:AlternateContent xmlns:mc="http://schemas.openxmlformats.org/markup-compatibility/2006">
    <mc:Choice xmlns:p14="http://schemas.microsoft.com/office/powerpoint/2010/main" xmlns="" Requires="p14">
      <p:transition>
        <p:fade/>
      </p:transition>
    </mc:Choice>
    <mc:Fallback>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p:txBody>
          <a:bodyPr>
            <a:normAutofit fontScale="90000"/>
          </a:bodyPr>
          <a:lstStyle/>
          <a:p>
            <a:pPr lvl="0"/>
            <a:r>
              <a:rPr lang="en-US" altLang="zh-CN" dirty="0"/>
              <a:t>5.5.2 </a:t>
            </a:r>
            <a:r>
              <a:rPr lang="zh-CN" altLang="en-US" dirty="0"/>
              <a:t>计算机视觉</a:t>
            </a:r>
          </a:p>
        </p:txBody>
      </p:sp>
      <p:pic>
        <p:nvPicPr>
          <p:cNvPr id="8" name="图片 7" descr="/data/temp/c1d63c63-1b8d-11f0-8289-8a93b33be3e8.jpgc1d63c63-1b8d-11f0-8289-8a93b33be3e8"/>
          <p:cNvPicPr>
            <a:picLocks noChangeAspect="1"/>
          </p:cNvPicPr>
          <p:nvPr>
            <p:custDataLst>
              <p:tags r:id="rId3"/>
            </p:custDataLst>
          </p:nvPr>
        </p:nvPicPr>
        <p:blipFill>
          <a:blip r:embed="rId15" cstate="print"/>
          <a:srcRect t="410" b="410"/>
          <a:stretch>
            <a:fillRect/>
          </a:stretch>
        </p:blipFill>
        <p:spPr>
          <a:xfrm>
            <a:off x="8219004" y="1362905"/>
            <a:ext cx="3277671" cy="4644000"/>
          </a:xfrm>
          <a:prstGeom prst="round1Rect">
            <a:avLst>
              <a:gd name="adj" fmla="val 39814"/>
            </a:avLst>
          </a:prstGeom>
          <a:ln w="9525" cap="flat" cmpd="sng" algn="ctr">
            <a:solidFill>
              <a:schemeClr val="accent1">
                <a:lumMod val="100000"/>
                <a:alpha val="28000"/>
              </a:schemeClr>
            </a:solidFill>
            <a:prstDash val="solid"/>
            <a:round/>
            <a:headEnd type="none" w="med" len="med"/>
            <a:tailEnd type="none" w="med" len="med"/>
          </a:ln>
          <a:effectLst>
            <a:outerShdw blurRad="203200" dist="38100" dir="2700000" algn="tl" rotWithShape="0">
              <a:schemeClr val="accent1">
                <a:alpha val="60000"/>
              </a:schemeClr>
            </a:outerShdw>
          </a:effectLst>
        </p:spPr>
      </p:pic>
      <p:sp>
        <p:nvSpPr>
          <p:cNvPr id="66" name="圆角矩形 65"/>
          <p:cNvSpPr/>
          <p:nvPr>
            <p:custDataLst>
              <p:tags r:id="rId4"/>
            </p:custDataLst>
          </p:nvPr>
        </p:nvSpPr>
        <p:spPr>
          <a:xfrm>
            <a:off x="1000441" y="3030616"/>
            <a:ext cx="6726557" cy="1331927"/>
          </a:xfrm>
          <a:prstGeom prst="roundRect">
            <a:avLst>
              <a:gd name="adj" fmla="val 15256"/>
            </a:avLst>
          </a:prstGeom>
          <a:gradFill>
            <a:gsLst>
              <a:gs pos="0">
                <a:schemeClr val="accent1">
                  <a:lumMod val="20000"/>
                  <a:lumOff val="80000"/>
                  <a:alpha val="0"/>
                </a:schemeClr>
              </a:gs>
              <a:gs pos="100000">
                <a:schemeClr val="accent1">
                  <a:lumMod val="20000"/>
                  <a:lumOff val="80000"/>
                  <a:alpha val="44000"/>
                </a:schemeClr>
              </a:gs>
            </a:gsLst>
            <a:lin ang="10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600">
              <a:sym typeface="+mn-ea"/>
            </a:endParaRPr>
          </a:p>
        </p:txBody>
      </p:sp>
      <p:sp>
        <p:nvSpPr>
          <p:cNvPr id="7" name="圆角矩形 35"/>
          <p:cNvSpPr/>
          <p:nvPr>
            <p:custDataLst>
              <p:tags r:id="rId5"/>
            </p:custDataLst>
          </p:nvPr>
        </p:nvSpPr>
        <p:spPr>
          <a:xfrm>
            <a:off x="635316" y="3336051"/>
            <a:ext cx="2088000" cy="720000"/>
          </a:xfrm>
          <a:prstGeom prst="roundRect">
            <a:avLst>
              <a:gd name="adj" fmla="val 14111"/>
            </a:avLst>
          </a:prstGeom>
          <a:solidFill>
            <a:schemeClr val="accent1"/>
          </a:solidFill>
          <a:ln>
            <a:solidFill>
              <a:schemeClr val="accent1">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spcBef>
                <a:spcPct val="0"/>
              </a:spcBef>
              <a:spcAft>
                <a:spcPct val="0"/>
              </a:spcAft>
            </a:pPr>
            <a:r>
              <a:rPr lang="zh-CN" altLang="en-US" sz="2000" b="1">
                <a:solidFill>
                  <a:schemeClr val="lt1">
                    <a:lumMod val="100000"/>
                  </a:schemeClr>
                </a:solidFill>
                <a:latin typeface="+mn-ea"/>
                <a:cs typeface="+mn-ea"/>
                <a:sym typeface="+mn-ea"/>
              </a:rPr>
              <a:t>目标检测</a:t>
            </a:r>
          </a:p>
        </p:txBody>
      </p:sp>
      <p:sp>
        <p:nvSpPr>
          <p:cNvPr id="31" name="圆角矩形 30"/>
          <p:cNvSpPr/>
          <p:nvPr>
            <p:custDataLst>
              <p:tags r:id="rId6"/>
            </p:custDataLst>
          </p:nvPr>
        </p:nvSpPr>
        <p:spPr>
          <a:xfrm>
            <a:off x="1000441" y="1374536"/>
            <a:ext cx="6726557" cy="1331927"/>
          </a:xfrm>
          <a:prstGeom prst="roundRect">
            <a:avLst>
              <a:gd name="adj" fmla="val 15256"/>
            </a:avLst>
          </a:prstGeom>
          <a:gradFill>
            <a:gsLst>
              <a:gs pos="0">
                <a:schemeClr val="accent1">
                  <a:lumMod val="20000"/>
                  <a:lumOff val="80000"/>
                  <a:alpha val="0"/>
                </a:schemeClr>
              </a:gs>
              <a:gs pos="100000">
                <a:schemeClr val="accent1">
                  <a:lumMod val="20000"/>
                  <a:lumOff val="80000"/>
                  <a:alpha val="44000"/>
                </a:schemeClr>
              </a:gs>
            </a:gsLst>
            <a:lin ang="10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600">
              <a:sym typeface="+mn-ea"/>
            </a:endParaRPr>
          </a:p>
        </p:txBody>
      </p:sp>
      <p:sp>
        <p:nvSpPr>
          <p:cNvPr id="36" name="圆角矩形 35"/>
          <p:cNvSpPr/>
          <p:nvPr>
            <p:custDataLst>
              <p:tags r:id="rId7"/>
            </p:custDataLst>
          </p:nvPr>
        </p:nvSpPr>
        <p:spPr>
          <a:xfrm>
            <a:off x="635316" y="1680606"/>
            <a:ext cx="2088000" cy="720000"/>
          </a:xfrm>
          <a:prstGeom prst="roundRect">
            <a:avLst>
              <a:gd name="adj" fmla="val 14111"/>
            </a:avLst>
          </a:prstGeom>
          <a:solidFill>
            <a:schemeClr val="accent1"/>
          </a:solidFill>
          <a:ln>
            <a:solidFill>
              <a:schemeClr val="accent1">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spcBef>
                <a:spcPct val="0"/>
              </a:spcBef>
              <a:spcAft>
                <a:spcPct val="0"/>
              </a:spcAft>
            </a:pPr>
            <a:r>
              <a:rPr lang="zh-CN" altLang="en-US" sz="2000" b="1">
                <a:solidFill>
                  <a:schemeClr val="lt1">
                    <a:lumMod val="100000"/>
                  </a:schemeClr>
                </a:solidFill>
                <a:latin typeface="+mn-ea"/>
                <a:cs typeface="+mn-ea"/>
                <a:sym typeface="+mn-ea"/>
              </a:rPr>
              <a:t>图像分类</a:t>
            </a:r>
          </a:p>
        </p:txBody>
      </p:sp>
      <p:sp>
        <p:nvSpPr>
          <p:cNvPr id="3" name="矩形 2"/>
          <p:cNvSpPr/>
          <p:nvPr>
            <p:custDataLst>
              <p:tags r:id="rId8"/>
            </p:custDataLst>
          </p:nvPr>
        </p:nvSpPr>
        <p:spPr>
          <a:xfrm>
            <a:off x="2968942" y="1441211"/>
            <a:ext cx="4512039" cy="1198735"/>
          </a:xfrm>
          <a:prstGeom prst="rect">
            <a:avLst/>
          </a:prstGeom>
          <a:noFill/>
        </p:spPr>
        <p:txBody>
          <a:bodyPr wrap="square" lIns="0" tIns="0" rIns="0" bIns="0" rtlCol="0" anchor="ctr" anchorCtr="0">
            <a:noAutofit/>
          </a:bodyPr>
          <a:lstStyle/>
          <a:p>
            <a:pPr algn="just">
              <a:lnSpc>
                <a:spcPct val="150000"/>
              </a:lnSpc>
              <a:spcBef>
                <a:spcPct val="0"/>
              </a:spcBef>
              <a:spcAft>
                <a:spcPct val="0"/>
              </a:spcAft>
            </a:pPr>
            <a:r>
              <a:rPr lang="zh-CN" altLang="en-US" sz="1600">
                <a:solidFill>
                  <a:schemeClr val="tx1">
                    <a:lumMod val="85000"/>
                    <a:lumOff val="15000"/>
                  </a:schemeClr>
                </a:solidFill>
                <a:latin typeface="+mn-ea"/>
                <a:cs typeface="+mn-ea"/>
              </a:rPr>
              <a:t>AI大模型识别和分类图像内容，用于医疗影像分析、安全监控等。</a:t>
            </a:r>
          </a:p>
        </p:txBody>
      </p:sp>
      <p:sp>
        <p:nvSpPr>
          <p:cNvPr id="4" name="矩形 3"/>
          <p:cNvSpPr/>
          <p:nvPr>
            <p:custDataLst>
              <p:tags r:id="rId9"/>
            </p:custDataLst>
          </p:nvPr>
        </p:nvSpPr>
        <p:spPr>
          <a:xfrm>
            <a:off x="2968942" y="3029981"/>
            <a:ext cx="4512039" cy="1332948"/>
          </a:xfrm>
          <a:prstGeom prst="rect">
            <a:avLst/>
          </a:prstGeom>
          <a:noFill/>
        </p:spPr>
        <p:txBody>
          <a:bodyPr wrap="square" lIns="0" tIns="0" rIns="0" bIns="0" rtlCol="0" anchor="ctr" anchorCtr="0">
            <a:noAutofit/>
          </a:bodyPr>
          <a:lstStyle/>
          <a:p>
            <a:pPr algn="just" fontAlgn="b">
              <a:lnSpc>
                <a:spcPct val="150000"/>
              </a:lnSpc>
              <a:spcBef>
                <a:spcPct val="0"/>
              </a:spcBef>
              <a:spcAft>
                <a:spcPct val="0"/>
              </a:spcAft>
            </a:pPr>
            <a:r>
              <a:rPr lang="zh-CN" altLang="en-US" sz="1600">
                <a:solidFill>
                  <a:schemeClr val="tx1">
                    <a:lumMod val="85000"/>
                    <a:lumOff val="15000"/>
                  </a:schemeClr>
                </a:solidFill>
                <a:latin typeface="+mn-ea"/>
                <a:cs typeface="+mn-ea"/>
              </a:rPr>
              <a:t>在图像中识别并定位多个对象，应用于自动驾驶、视频监控等。</a:t>
            </a:r>
          </a:p>
        </p:txBody>
      </p:sp>
      <p:sp>
        <p:nvSpPr>
          <p:cNvPr id="73" name="圆角矩形 72"/>
          <p:cNvSpPr/>
          <p:nvPr>
            <p:custDataLst>
              <p:tags r:id="rId10"/>
            </p:custDataLst>
          </p:nvPr>
        </p:nvSpPr>
        <p:spPr>
          <a:xfrm>
            <a:off x="1000441" y="4686062"/>
            <a:ext cx="6726557" cy="1331927"/>
          </a:xfrm>
          <a:prstGeom prst="roundRect">
            <a:avLst>
              <a:gd name="adj" fmla="val 15256"/>
            </a:avLst>
          </a:prstGeom>
          <a:gradFill>
            <a:gsLst>
              <a:gs pos="0">
                <a:schemeClr val="accent1">
                  <a:lumMod val="20000"/>
                  <a:lumOff val="80000"/>
                  <a:alpha val="0"/>
                </a:schemeClr>
              </a:gs>
              <a:gs pos="100000">
                <a:schemeClr val="accent1">
                  <a:lumMod val="20000"/>
                  <a:lumOff val="80000"/>
                  <a:alpha val="44000"/>
                </a:schemeClr>
              </a:gs>
            </a:gsLst>
            <a:lin ang="10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600">
              <a:sym typeface="+mn-ea"/>
            </a:endParaRPr>
          </a:p>
        </p:txBody>
      </p:sp>
      <p:sp>
        <p:nvSpPr>
          <p:cNvPr id="2" name="圆角矩形 35"/>
          <p:cNvSpPr/>
          <p:nvPr>
            <p:custDataLst>
              <p:tags r:id="rId11"/>
            </p:custDataLst>
          </p:nvPr>
        </p:nvSpPr>
        <p:spPr>
          <a:xfrm>
            <a:off x="635316" y="4992132"/>
            <a:ext cx="2088000" cy="720000"/>
          </a:xfrm>
          <a:prstGeom prst="roundRect">
            <a:avLst>
              <a:gd name="adj" fmla="val 14111"/>
            </a:avLst>
          </a:prstGeom>
          <a:solidFill>
            <a:schemeClr val="accent1"/>
          </a:solidFill>
          <a:ln>
            <a:solidFill>
              <a:schemeClr val="accent1">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spcBef>
                <a:spcPct val="0"/>
              </a:spcBef>
              <a:spcAft>
                <a:spcPct val="0"/>
              </a:spcAft>
            </a:pPr>
            <a:r>
              <a:rPr lang="zh-CN" altLang="en-US" sz="2000" b="1">
                <a:solidFill>
                  <a:schemeClr val="lt1">
                    <a:lumMod val="100000"/>
                  </a:schemeClr>
                </a:solidFill>
                <a:latin typeface="+mn-ea"/>
                <a:cs typeface="+mn-ea"/>
                <a:sym typeface="+mn-ea"/>
              </a:rPr>
              <a:t>视频生成</a:t>
            </a:r>
          </a:p>
        </p:txBody>
      </p:sp>
      <p:sp>
        <p:nvSpPr>
          <p:cNvPr id="5" name="矩形 4"/>
          <p:cNvSpPr/>
          <p:nvPr>
            <p:custDataLst>
              <p:tags r:id="rId12"/>
            </p:custDataLst>
          </p:nvPr>
        </p:nvSpPr>
        <p:spPr>
          <a:xfrm>
            <a:off x="2968942" y="4685427"/>
            <a:ext cx="4512039" cy="1332948"/>
          </a:xfrm>
          <a:prstGeom prst="rect">
            <a:avLst/>
          </a:prstGeom>
          <a:noFill/>
        </p:spPr>
        <p:txBody>
          <a:bodyPr wrap="square" lIns="0" tIns="0" rIns="0" bIns="0" rtlCol="0" anchor="ctr" anchorCtr="0">
            <a:noAutofit/>
          </a:bodyPr>
          <a:lstStyle/>
          <a:p>
            <a:pPr algn="just" fontAlgn="b">
              <a:lnSpc>
                <a:spcPct val="150000"/>
              </a:lnSpc>
              <a:spcBef>
                <a:spcPct val="0"/>
              </a:spcBef>
              <a:spcAft>
                <a:spcPct val="0"/>
              </a:spcAft>
            </a:pPr>
            <a:r>
              <a:rPr lang="zh-CN" altLang="en-US" sz="1600">
                <a:solidFill>
                  <a:schemeClr val="tx1">
                    <a:lumMod val="85000"/>
                    <a:lumOff val="15000"/>
                  </a:schemeClr>
                </a:solidFill>
                <a:latin typeface="+mn-ea"/>
                <a:cs typeface="+mn-ea"/>
              </a:rPr>
              <a:t>生成连贯的视频内容，用于娱乐、教育和模拟训练场景。</a:t>
            </a:r>
          </a:p>
        </p:txBody>
      </p:sp>
    </p:spTree>
    <p:custDataLst>
      <p:tags r:id="rId1"/>
    </p:custDataLst>
  </p:cSld>
  <p:clrMapOvr>
    <a:masterClrMapping/>
  </p:clrMapOvr>
  <mc:AlternateContent xmlns:mc="http://schemas.openxmlformats.org/markup-compatibility/2006">
    <mc:Choice xmlns:p14="http://schemas.microsoft.com/office/powerpoint/2010/main" xmlns="" Requires="p14">
      <p:transition>
        <p:fade/>
      </p:transition>
    </mc:Choice>
    <mc:Fallback>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p:txBody>
          <a:bodyPr>
            <a:normAutofit fontScale="90000"/>
          </a:bodyPr>
          <a:lstStyle/>
          <a:p>
            <a:r>
              <a:rPr lang="en-US" altLang="zh-CN" dirty="0"/>
              <a:t>5.5.3 </a:t>
            </a:r>
            <a:r>
              <a:rPr lang="zh-CN" altLang="en-US" dirty="0"/>
              <a:t>语音识别与合成</a:t>
            </a:r>
          </a:p>
        </p:txBody>
      </p:sp>
      <p:sp>
        <p:nvSpPr>
          <p:cNvPr id="2" name="矩形 1"/>
          <p:cNvSpPr/>
          <p:nvPr>
            <p:custDataLst>
              <p:tags r:id="rId3"/>
            </p:custDataLst>
          </p:nvPr>
        </p:nvSpPr>
        <p:spPr>
          <a:xfrm>
            <a:off x="695960" y="1415799"/>
            <a:ext cx="5041524" cy="4644259"/>
          </a:xfrm>
          <a:prstGeom prst="rect">
            <a:avLst/>
          </a:prstGeom>
          <a:solidFill>
            <a:schemeClr val="tx1">
              <a:lumMod val="40000"/>
              <a:lumOff val="60000"/>
              <a:alpha val="15000"/>
            </a:schemeClr>
          </a:solidFill>
          <a:ln w="9525">
            <a:solidFill>
              <a:schemeClr val="tx1">
                <a:lumMod val="40000"/>
                <a:lumOff val="60000"/>
                <a:alpha val="20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normAutofit/>
          </a:bodyPr>
          <a:lstStyle/>
          <a:p>
            <a:pPr algn="ctr"/>
            <a:endParaRPr lang="zh-CN" altLang="en-US">
              <a:solidFill>
                <a:schemeClr val="bg1"/>
              </a:solidFill>
              <a:latin typeface="+mn-ea"/>
              <a:sym typeface="MiSans Normal" panose="00000500000000000000" charset="-122"/>
            </a:endParaRPr>
          </a:p>
        </p:txBody>
      </p:sp>
      <p:pic>
        <p:nvPicPr>
          <p:cNvPr id="4" name="图片 3"/>
          <p:cNvPicPr>
            <a:picLocks noChangeAspect="1"/>
          </p:cNvPicPr>
          <p:nvPr>
            <p:custDataLst>
              <p:tags r:id="rId4"/>
            </p:custDataLst>
          </p:nvPr>
        </p:nvPicPr>
        <p:blipFill rotWithShape="1">
          <a:blip r:embed="rId12">
            <a:extLst>
              <a:ext uri="{28A0092B-C50C-407E-A947-70E740481C1C}">
                <a14:useLocalDpi xmlns:a14="http://schemas.microsoft.com/office/drawing/2010/main" xmlns="" val="0"/>
              </a:ext>
            </a:extLst>
          </a:blip>
          <a:srcRect t="29" b="29"/>
          <a:stretch/>
        </p:blipFill>
        <p:spPr>
          <a:xfrm>
            <a:off x="696595" y="1415799"/>
            <a:ext cx="5040889" cy="2943861"/>
          </a:xfrm>
          <a:custGeom>
            <a:avLst/>
            <a:gdLst/>
            <a:ahLst/>
            <a:cxnLst>
              <a:cxn ang="3">
                <a:pos x="hc" y="t"/>
              </a:cxn>
              <a:cxn ang="cd2">
                <a:pos x="l" y="vc"/>
              </a:cxn>
              <a:cxn ang="cd4">
                <a:pos x="hc" y="b"/>
              </a:cxn>
              <a:cxn ang="0">
                <a:pos x="r" y="vc"/>
              </a:cxn>
            </a:cxnLst>
            <a:rect l="l" t="t" r="r" b="b"/>
            <a:pathLst>
              <a:path w="3402" h="2926">
                <a:moveTo>
                  <a:pt x="0" y="0"/>
                </a:moveTo>
                <a:lnTo>
                  <a:pt x="3402" y="0"/>
                </a:lnTo>
                <a:lnTo>
                  <a:pt x="3402" y="2926"/>
                </a:lnTo>
                <a:lnTo>
                  <a:pt x="0" y="2926"/>
                </a:lnTo>
                <a:lnTo>
                  <a:pt x="0" y="0"/>
                </a:lnTo>
                <a:close/>
              </a:path>
            </a:pathLst>
          </a:custGeom>
          <a:solidFill>
            <a:schemeClr val="accent1">
              <a:alpha val="15000"/>
            </a:schemeClr>
          </a:solidFill>
          <a:ln w="3175" cap="flat" cmpd="sng" algn="ctr">
            <a:solidFill>
              <a:schemeClr val="tx1">
                <a:lumMod val="40000"/>
                <a:lumOff val="60000"/>
                <a:alpha val="20000"/>
              </a:schemeClr>
            </a:solidFill>
            <a:prstDash val="solid"/>
            <a:round/>
            <a:headEnd type="none" w="med" len="med"/>
            <a:tailEnd type="none" w="med" len="med"/>
          </a:ln>
        </p:spPr>
      </p:pic>
      <p:sp>
        <p:nvSpPr>
          <p:cNvPr id="5" name="矩形 4"/>
          <p:cNvSpPr/>
          <p:nvPr>
            <p:custDataLst>
              <p:tags r:id="rId5"/>
            </p:custDataLst>
          </p:nvPr>
        </p:nvSpPr>
        <p:spPr>
          <a:xfrm>
            <a:off x="1136092" y="4536104"/>
            <a:ext cx="4173296" cy="520188"/>
          </a:xfrm>
          <a:prstGeom prst="rect">
            <a:avLst/>
          </a:prstGeom>
          <a:noFill/>
        </p:spPr>
        <p:txBody>
          <a:bodyPr wrap="square" lIns="0" tIns="0" rIns="0" bIns="0" rtlCol="0" anchor="ctr" anchorCtr="0">
            <a:noAutofit/>
          </a:bodyPr>
          <a:lstStyle/>
          <a:p>
            <a:pPr>
              <a:spcBef>
                <a:spcPct val="0"/>
              </a:spcBef>
              <a:spcAft>
                <a:spcPct val="0"/>
              </a:spcAft>
            </a:pPr>
            <a:r>
              <a:rPr lang="zh-CN" altLang="en-US" sz="2400" b="1" dirty="0">
                <a:solidFill>
                  <a:schemeClr val="tx1">
                    <a:lumMod val="85000"/>
                    <a:lumOff val="15000"/>
                  </a:schemeClr>
                </a:solidFill>
                <a:latin typeface="+mn-ea"/>
                <a:cs typeface="+mn-ea"/>
              </a:rPr>
              <a:t>语音识别</a:t>
            </a:r>
          </a:p>
        </p:txBody>
      </p:sp>
      <p:sp>
        <p:nvSpPr>
          <p:cNvPr id="9" name="矩形 8"/>
          <p:cNvSpPr/>
          <p:nvPr>
            <p:custDataLst>
              <p:tags r:id="rId6"/>
            </p:custDataLst>
          </p:nvPr>
        </p:nvSpPr>
        <p:spPr>
          <a:xfrm>
            <a:off x="1136092" y="5082301"/>
            <a:ext cx="4174293" cy="916073"/>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dirty="0">
                <a:solidFill>
                  <a:schemeClr val="tx1">
                    <a:lumMod val="85000"/>
                    <a:lumOff val="15000"/>
                  </a:schemeClr>
                </a:solidFill>
                <a:latin typeface="+mn-ea"/>
                <a:cs typeface="+mn-ea"/>
              </a:rPr>
              <a:t>将语音信号转换为文本，用于智能助手、语音输入等应用。</a:t>
            </a:r>
          </a:p>
        </p:txBody>
      </p:sp>
      <p:sp>
        <p:nvSpPr>
          <p:cNvPr id="19" name="矩形 18"/>
          <p:cNvSpPr/>
          <p:nvPr>
            <p:custDataLst>
              <p:tags r:id="rId7"/>
            </p:custDataLst>
          </p:nvPr>
        </p:nvSpPr>
        <p:spPr>
          <a:xfrm>
            <a:off x="6455791" y="1415799"/>
            <a:ext cx="5040889" cy="4644258"/>
          </a:xfrm>
          <a:prstGeom prst="rect">
            <a:avLst/>
          </a:prstGeom>
          <a:solidFill>
            <a:schemeClr val="accent1"/>
          </a:solidFill>
          <a:ln w="9525">
            <a:solidFill>
              <a:schemeClr val="accent1">
                <a:alpha val="50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normAutofit/>
          </a:bodyPr>
          <a:lstStyle/>
          <a:p>
            <a:pPr algn="ctr"/>
            <a:endParaRPr lang="zh-CN" altLang="en-US">
              <a:solidFill>
                <a:schemeClr val="bg1"/>
              </a:solidFill>
              <a:latin typeface="+mn-ea"/>
              <a:sym typeface="MiSans Normal" panose="00000500000000000000" charset="-122"/>
            </a:endParaRPr>
          </a:p>
        </p:txBody>
      </p:sp>
      <p:sp>
        <p:nvSpPr>
          <p:cNvPr id="20" name="矩形 19"/>
          <p:cNvSpPr/>
          <p:nvPr>
            <p:custDataLst>
              <p:tags r:id="rId8"/>
            </p:custDataLst>
          </p:nvPr>
        </p:nvSpPr>
        <p:spPr>
          <a:xfrm>
            <a:off x="6909261" y="4536104"/>
            <a:ext cx="4171303" cy="520188"/>
          </a:xfrm>
          <a:prstGeom prst="rect">
            <a:avLst/>
          </a:prstGeom>
          <a:noFill/>
        </p:spPr>
        <p:txBody>
          <a:bodyPr wrap="square" lIns="0" tIns="0" rIns="0" bIns="0" rtlCol="0" anchor="ctr" anchorCtr="0">
            <a:noAutofit/>
          </a:bodyPr>
          <a:lstStyle/>
          <a:p>
            <a:pPr>
              <a:spcBef>
                <a:spcPct val="0"/>
              </a:spcBef>
              <a:spcAft>
                <a:spcPct val="0"/>
              </a:spcAft>
            </a:pPr>
            <a:r>
              <a:rPr lang="zh-CN" altLang="en-US" sz="2400" b="1" dirty="0">
                <a:solidFill>
                  <a:srgbClr val="FFFFFF"/>
                </a:solidFill>
                <a:latin typeface="+mn-ea"/>
                <a:cs typeface="+mn-ea"/>
              </a:rPr>
              <a:t>语音合成</a:t>
            </a:r>
          </a:p>
        </p:txBody>
      </p:sp>
      <p:sp>
        <p:nvSpPr>
          <p:cNvPr id="21" name="矩形 20"/>
          <p:cNvSpPr/>
          <p:nvPr>
            <p:custDataLst>
              <p:tags r:id="rId9"/>
            </p:custDataLst>
          </p:nvPr>
        </p:nvSpPr>
        <p:spPr>
          <a:xfrm>
            <a:off x="6905450" y="5082301"/>
            <a:ext cx="4174293" cy="916073"/>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dirty="0">
                <a:solidFill>
                  <a:srgbClr val="FFFFFF"/>
                </a:solidFill>
                <a:latin typeface="+mn-ea"/>
                <a:cs typeface="+mn-ea"/>
              </a:rPr>
              <a:t>将文本转换为自然的语音输出，用于阅读器、导航系统等。</a:t>
            </a:r>
          </a:p>
        </p:txBody>
      </p:sp>
      <p:pic>
        <p:nvPicPr>
          <p:cNvPr id="22" name="图片 21" descr="/data/temp/c10a3b27-1b8d-11f0-aaf0-464c2953e0cd.jpgc10a3b27-1b8d-11f0-aaf0-464c2953e0cd"/>
          <p:cNvPicPr>
            <a:picLocks noChangeAspect="1"/>
          </p:cNvPicPr>
          <p:nvPr>
            <p:custDataLst>
              <p:tags r:id="rId10"/>
            </p:custDataLst>
          </p:nvPr>
        </p:nvPicPr>
        <p:blipFill rotWithShape="1">
          <a:blip r:embed="rId13" cstate="print"/>
          <a:srcRect t="189" b="189"/>
          <a:stretch>
            <a:fillRect/>
          </a:stretch>
        </p:blipFill>
        <p:spPr>
          <a:xfrm>
            <a:off x="6455791" y="1415799"/>
            <a:ext cx="5040889" cy="2943861"/>
          </a:xfrm>
          <a:custGeom>
            <a:avLst/>
            <a:gdLst/>
            <a:ahLst/>
            <a:cxnLst>
              <a:cxn ang="3">
                <a:pos x="hc" y="t"/>
              </a:cxn>
              <a:cxn ang="cd2">
                <a:pos x="l" y="vc"/>
              </a:cxn>
              <a:cxn ang="cd4">
                <a:pos x="hc" y="b"/>
              </a:cxn>
              <a:cxn ang="0">
                <a:pos x="r" y="vc"/>
              </a:cxn>
            </a:cxnLst>
            <a:rect l="l" t="t" r="r" b="b"/>
            <a:pathLst>
              <a:path w="3402" h="2926">
                <a:moveTo>
                  <a:pt x="0" y="0"/>
                </a:moveTo>
                <a:lnTo>
                  <a:pt x="3402" y="0"/>
                </a:lnTo>
                <a:lnTo>
                  <a:pt x="3402" y="2926"/>
                </a:lnTo>
                <a:lnTo>
                  <a:pt x="0" y="2926"/>
                </a:lnTo>
                <a:lnTo>
                  <a:pt x="0" y="0"/>
                </a:lnTo>
                <a:close/>
              </a:path>
            </a:pathLst>
          </a:custGeom>
          <a:solidFill>
            <a:schemeClr val="accent1">
              <a:alpha val="15000"/>
            </a:schemeClr>
          </a:solidFill>
          <a:ln w="3175" cmpd="sng">
            <a:solidFill>
              <a:schemeClr val="tx1">
                <a:lumMod val="40000"/>
                <a:lumOff val="60000"/>
                <a:alpha val="20000"/>
              </a:schemeClr>
            </a:solidFill>
          </a:ln>
        </p:spPr>
      </p:pic>
    </p:spTree>
    <p:custDataLst>
      <p:tags r:id="rId1"/>
    </p:custDataLst>
  </p:cSld>
  <p:clrMapOvr>
    <a:masterClrMapping/>
  </p:clrMapOvr>
  <mc:AlternateContent xmlns:mc="http://schemas.openxmlformats.org/markup-compatibility/2006">
    <mc:Choice xmlns:p14="http://schemas.microsoft.com/office/powerpoint/2010/main" xmlns="" Requires="p14">
      <p:transition>
        <p:fade/>
      </p:transition>
    </mc:Choice>
    <mc:Fallback>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0">
            <a:extLst>
              <a:ext uri="{FF2B5EF4-FFF2-40B4-BE49-F238E27FC236}">
                <a16:creationId xmlns:a16="http://schemas.microsoft.com/office/drawing/2014/main" xmlns="" id="{1447137A-78E9-3BF1-0585-04A8F5503282}"/>
              </a:ext>
            </a:extLst>
          </p:cNvPr>
          <p:cNvSpPr>
            <a:spLocks noGrp="1"/>
          </p:cNvSpPr>
          <p:nvPr>
            <p:ph type="title"/>
          </p:nvPr>
        </p:nvSpPr>
        <p:spPr/>
        <p:txBody>
          <a:bodyPr>
            <a:normAutofit fontScale="90000"/>
          </a:bodyPr>
          <a:lstStyle/>
          <a:p>
            <a:r>
              <a:rPr lang="en-US" altLang="zh-CN" dirty="0"/>
              <a:t>5.5.4 </a:t>
            </a:r>
            <a:r>
              <a:rPr lang="zh-CN" altLang="en-US" dirty="0"/>
              <a:t>智能推荐</a:t>
            </a:r>
          </a:p>
        </p:txBody>
      </p:sp>
      <p:pic>
        <p:nvPicPr>
          <p:cNvPr id="12" name="图片 11" descr="/data/temp/4d5b6c7d-1b8d-11f0-befd-56e828828bec.jpg4d5b6c7d-1b8d-11f0-befd-56e828828bec">
            <a:extLst>
              <a:ext uri="{FF2B5EF4-FFF2-40B4-BE49-F238E27FC236}">
                <a16:creationId xmlns:a16="http://schemas.microsoft.com/office/drawing/2014/main" xmlns="" id="{23F2EF03-AC91-74E7-2939-546DD12FB83B}"/>
              </a:ext>
            </a:extLst>
          </p:cNvPr>
          <p:cNvPicPr>
            <a:picLocks noChangeAspect="1"/>
          </p:cNvPicPr>
          <p:nvPr>
            <p:custDataLst>
              <p:tags r:id="rId2"/>
            </p:custDataLst>
          </p:nvPr>
        </p:nvPicPr>
        <p:blipFill>
          <a:blip r:embed="rId12"/>
          <a:srcRect t="41" b="41"/>
          <a:stretch>
            <a:fillRect/>
          </a:stretch>
        </p:blipFill>
        <p:spPr>
          <a:xfrm>
            <a:off x="-1" y="753737"/>
            <a:ext cx="12243957" cy="3443613"/>
          </a:xfrm>
          <a:prstGeom prst="rect">
            <a:avLst/>
          </a:prstGeom>
          <a:solidFill>
            <a:schemeClr val="accent1"/>
          </a:solidFill>
          <a:ln w="9525" cap="flat" cmpd="sng" algn="ctr">
            <a:solidFill>
              <a:schemeClr val="dk1">
                <a:lumMod val="40000"/>
                <a:lumOff val="60000"/>
                <a:alpha val="50000"/>
              </a:schemeClr>
            </a:solidFill>
            <a:prstDash val="solid"/>
            <a:round/>
            <a:headEnd type="none" w="med" len="med"/>
            <a:tailEnd type="none" w="med" len="med"/>
          </a:ln>
        </p:spPr>
      </p:pic>
      <p:sp>
        <p:nvSpPr>
          <p:cNvPr id="13" name="矩形: 圆角 12">
            <a:extLst>
              <a:ext uri="{FF2B5EF4-FFF2-40B4-BE49-F238E27FC236}">
                <a16:creationId xmlns:a16="http://schemas.microsoft.com/office/drawing/2014/main" xmlns="" id="{4DA5CE9A-FB5A-2DC3-DD73-F99F27C0BCB5}"/>
              </a:ext>
            </a:extLst>
          </p:cNvPr>
          <p:cNvSpPr/>
          <p:nvPr>
            <p:custDataLst>
              <p:tags r:id="rId3"/>
            </p:custDataLst>
          </p:nvPr>
        </p:nvSpPr>
        <p:spPr>
          <a:xfrm>
            <a:off x="530225" y="3091180"/>
            <a:ext cx="11129010" cy="3237865"/>
          </a:xfrm>
          <a:prstGeom prst="roundRect">
            <a:avLst>
              <a:gd name="adj" fmla="val 9236"/>
            </a:avLst>
          </a:prstGeom>
          <a:solidFill>
            <a:schemeClr val="lt1">
              <a:lumMod val="100000"/>
            </a:schemeClr>
          </a:solidFill>
          <a:ln w="3175" cap="flat" cmpd="sng" algn="ctr">
            <a:solidFill>
              <a:schemeClr val="accent1">
                <a:lumMod val="100000"/>
                <a:alpha val="20000"/>
              </a:schemeClr>
            </a:solidFill>
            <a:prstDash val="solid"/>
            <a:round/>
            <a:headEnd type="none" w="med" len="med"/>
            <a:tailEnd type="none" w="med" len="med"/>
          </a:ln>
          <a:effectLst>
            <a:outerShdw blurRad="508000" dist="76200" dir="5399999" algn="bl" rotWithShape="0">
              <a:schemeClr val="accent1">
                <a:alpha val="20000"/>
              </a:schemeClr>
            </a:outerShdw>
          </a:effectLst>
        </p:spPr>
        <p:txBody>
          <a:bodyPr rtlCol="0" anchor="ctr"/>
          <a:lstStyle/>
          <a:p>
            <a:pPr algn="ctr"/>
            <a:endParaRPr kumimoji="1" lang="zh-CN" altLang="en-US" sz="3200">
              <a:latin typeface="+mj-ea"/>
              <a:ea typeface="+mj-ea"/>
              <a:sym typeface="微软雅黑" panose="020B0503020204020204" charset="-122"/>
            </a:endParaRPr>
          </a:p>
        </p:txBody>
      </p:sp>
      <p:sp>
        <p:nvSpPr>
          <p:cNvPr id="15" name="矩形 14">
            <a:extLst>
              <a:ext uri="{FF2B5EF4-FFF2-40B4-BE49-F238E27FC236}">
                <a16:creationId xmlns:a16="http://schemas.microsoft.com/office/drawing/2014/main" xmlns="" id="{6B848FF8-CD66-18B0-6378-1340E4A34B28}"/>
              </a:ext>
            </a:extLst>
          </p:cNvPr>
          <p:cNvSpPr/>
          <p:nvPr>
            <p:custDataLst>
              <p:tags r:id="rId4"/>
            </p:custDataLst>
          </p:nvPr>
        </p:nvSpPr>
        <p:spPr>
          <a:xfrm>
            <a:off x="1450975" y="4467852"/>
            <a:ext cx="2647950" cy="1218565"/>
          </a:xfrm>
          <a:prstGeom prst="rect">
            <a:avLst/>
          </a:prstGeom>
          <a:noFill/>
        </p:spPr>
        <p:txBody>
          <a:bodyPr wrap="square" lIns="0" tIns="0" rIns="0" bIns="0" rtlCol="0" anchor="t">
            <a:noAutofit/>
          </a:bodyPr>
          <a:lstStyle/>
          <a:p>
            <a:pPr>
              <a:lnSpc>
                <a:spcPct val="150000"/>
              </a:lnSpc>
              <a:spcBef>
                <a:spcPct val="0"/>
              </a:spcBef>
              <a:spcAft>
                <a:spcPct val="0"/>
              </a:spcAft>
            </a:pPr>
            <a:r>
              <a:rPr lang="zh-CN" altLang="en-US" dirty="0">
                <a:solidFill>
                  <a:srgbClr val="000000"/>
                </a:solidFill>
                <a:latin typeface="+mn-ea"/>
                <a:cs typeface="+mn-ea"/>
                <a:sym typeface="+mn-ea"/>
              </a:rPr>
              <a:t>根据用户历史行为和偏好，AI大模型提供个性化内容或商品推荐。</a:t>
            </a:r>
          </a:p>
        </p:txBody>
      </p:sp>
      <p:sp>
        <p:nvSpPr>
          <p:cNvPr id="16" name="矩形 15">
            <a:extLst>
              <a:ext uri="{FF2B5EF4-FFF2-40B4-BE49-F238E27FC236}">
                <a16:creationId xmlns:a16="http://schemas.microsoft.com/office/drawing/2014/main" xmlns="" id="{C180905F-B414-5CF3-5FFF-EDE83E98FC41}"/>
              </a:ext>
            </a:extLst>
          </p:cNvPr>
          <p:cNvSpPr/>
          <p:nvPr>
            <p:custDataLst>
              <p:tags r:id="rId5"/>
            </p:custDataLst>
          </p:nvPr>
        </p:nvSpPr>
        <p:spPr>
          <a:xfrm>
            <a:off x="1450975" y="4008112"/>
            <a:ext cx="2647950" cy="349250"/>
          </a:xfrm>
          <a:prstGeom prst="rect">
            <a:avLst/>
          </a:prstGeom>
          <a:noFill/>
        </p:spPr>
        <p:txBody>
          <a:bodyPr wrap="square" lIns="0" tIns="0" rIns="0" bIns="0" rtlCol="0" anchor="b" anchorCtr="0">
            <a:noAutofit/>
          </a:bodyPr>
          <a:lstStyle/>
          <a:p>
            <a:pPr>
              <a:spcBef>
                <a:spcPct val="0"/>
              </a:spcBef>
              <a:spcAft>
                <a:spcPct val="0"/>
              </a:spcAft>
            </a:pPr>
            <a:r>
              <a:rPr lang="zh-CN" altLang="en-US" sz="2800" b="1" dirty="0">
                <a:solidFill>
                  <a:schemeClr val="accent1"/>
                </a:solidFill>
                <a:latin typeface="+mn-ea"/>
                <a:cs typeface="+mn-ea"/>
                <a:sym typeface="+mn-ea"/>
              </a:rPr>
              <a:t>个性化推荐</a:t>
            </a:r>
          </a:p>
        </p:txBody>
      </p:sp>
      <p:sp>
        <p:nvSpPr>
          <p:cNvPr id="17" name="矩形 16">
            <a:extLst>
              <a:ext uri="{FF2B5EF4-FFF2-40B4-BE49-F238E27FC236}">
                <a16:creationId xmlns:a16="http://schemas.microsoft.com/office/drawing/2014/main" xmlns="" id="{7CD8C558-2D4D-7601-BAD0-8599191E7078}"/>
              </a:ext>
            </a:extLst>
          </p:cNvPr>
          <p:cNvSpPr/>
          <p:nvPr>
            <p:custDataLst>
              <p:tags r:id="rId6"/>
            </p:custDataLst>
          </p:nvPr>
        </p:nvSpPr>
        <p:spPr>
          <a:xfrm>
            <a:off x="8277225" y="4467852"/>
            <a:ext cx="2647950" cy="1218565"/>
          </a:xfrm>
          <a:prstGeom prst="rect">
            <a:avLst/>
          </a:prstGeom>
          <a:noFill/>
        </p:spPr>
        <p:txBody>
          <a:bodyPr wrap="square" lIns="0" tIns="0" rIns="0" bIns="0" rtlCol="0" anchor="t">
            <a:noAutofit/>
          </a:bodyPr>
          <a:lstStyle/>
          <a:p>
            <a:pPr>
              <a:lnSpc>
                <a:spcPct val="150000"/>
              </a:lnSpc>
              <a:spcBef>
                <a:spcPct val="0"/>
              </a:spcBef>
              <a:spcAft>
                <a:spcPct val="0"/>
              </a:spcAft>
            </a:pPr>
            <a:r>
              <a:rPr lang="zh-CN" altLang="en-US">
                <a:solidFill>
                  <a:srgbClr val="000000"/>
                </a:solidFill>
                <a:latin typeface="+mn-ea"/>
                <a:cs typeface="+mn-ea"/>
                <a:sym typeface="+mn-ea"/>
              </a:rPr>
              <a:t>AI大模型能够理解并回答用户问题，用于客服和在线教育。</a:t>
            </a:r>
          </a:p>
        </p:txBody>
      </p:sp>
      <p:sp>
        <p:nvSpPr>
          <p:cNvPr id="18" name="矩形 17">
            <a:extLst>
              <a:ext uri="{FF2B5EF4-FFF2-40B4-BE49-F238E27FC236}">
                <a16:creationId xmlns:a16="http://schemas.microsoft.com/office/drawing/2014/main" xmlns="" id="{88C9FBE1-D7E5-0349-4CC9-4E261E2E73CD}"/>
              </a:ext>
            </a:extLst>
          </p:cNvPr>
          <p:cNvSpPr/>
          <p:nvPr>
            <p:custDataLst>
              <p:tags r:id="rId7"/>
            </p:custDataLst>
          </p:nvPr>
        </p:nvSpPr>
        <p:spPr>
          <a:xfrm>
            <a:off x="8277225" y="4008112"/>
            <a:ext cx="2647950" cy="349250"/>
          </a:xfrm>
          <a:prstGeom prst="rect">
            <a:avLst/>
          </a:prstGeom>
          <a:noFill/>
        </p:spPr>
        <p:txBody>
          <a:bodyPr wrap="square" lIns="0" tIns="0" rIns="0" bIns="0" rtlCol="0" anchor="b" anchorCtr="0">
            <a:noAutofit/>
          </a:bodyPr>
          <a:lstStyle/>
          <a:p>
            <a:pPr>
              <a:spcBef>
                <a:spcPct val="0"/>
              </a:spcBef>
              <a:spcAft>
                <a:spcPct val="0"/>
              </a:spcAft>
            </a:pPr>
            <a:r>
              <a:rPr lang="zh-CN" altLang="en-US" sz="2800" b="1">
                <a:solidFill>
                  <a:schemeClr val="accent1"/>
                </a:solidFill>
                <a:latin typeface="+mn-ea"/>
                <a:cs typeface="+mn-ea"/>
                <a:sym typeface="+mn-ea"/>
              </a:rPr>
              <a:t>智能问答</a:t>
            </a:r>
          </a:p>
        </p:txBody>
      </p:sp>
      <p:sp>
        <p:nvSpPr>
          <p:cNvPr id="19" name="矩形 18">
            <a:extLst>
              <a:ext uri="{FF2B5EF4-FFF2-40B4-BE49-F238E27FC236}">
                <a16:creationId xmlns:a16="http://schemas.microsoft.com/office/drawing/2014/main" xmlns="" id="{98982811-609A-159E-35B4-D42F89AC8BAD}"/>
              </a:ext>
            </a:extLst>
          </p:cNvPr>
          <p:cNvSpPr/>
          <p:nvPr>
            <p:custDataLst>
              <p:tags r:id="rId8"/>
            </p:custDataLst>
          </p:nvPr>
        </p:nvSpPr>
        <p:spPr>
          <a:xfrm>
            <a:off x="4864100" y="4467852"/>
            <a:ext cx="2647950" cy="1218565"/>
          </a:xfrm>
          <a:prstGeom prst="rect">
            <a:avLst/>
          </a:prstGeom>
          <a:noFill/>
        </p:spPr>
        <p:txBody>
          <a:bodyPr wrap="square" lIns="0" tIns="0" rIns="0" bIns="0" rtlCol="0" anchor="t">
            <a:noAutofit/>
          </a:bodyPr>
          <a:lstStyle/>
          <a:p>
            <a:pPr>
              <a:lnSpc>
                <a:spcPct val="150000"/>
              </a:lnSpc>
              <a:spcBef>
                <a:spcPct val="0"/>
              </a:spcBef>
              <a:spcAft>
                <a:spcPct val="0"/>
              </a:spcAft>
            </a:pPr>
            <a:r>
              <a:rPr lang="zh-CN" altLang="en-US">
                <a:solidFill>
                  <a:srgbClr val="000000"/>
                </a:solidFill>
                <a:latin typeface="+mn-ea"/>
                <a:cs typeface="+mn-ea"/>
                <a:sym typeface="+mn-ea"/>
              </a:rPr>
              <a:t>分析用户数据，AI大模型帮助广告商精准投放广告，提高转化率。</a:t>
            </a:r>
          </a:p>
        </p:txBody>
      </p:sp>
      <p:sp>
        <p:nvSpPr>
          <p:cNvPr id="20" name="矩形 19">
            <a:extLst>
              <a:ext uri="{FF2B5EF4-FFF2-40B4-BE49-F238E27FC236}">
                <a16:creationId xmlns:a16="http://schemas.microsoft.com/office/drawing/2014/main" xmlns="" id="{EF50DEA4-BE5B-1ECA-6EFD-6D28FDD91518}"/>
              </a:ext>
            </a:extLst>
          </p:cNvPr>
          <p:cNvSpPr/>
          <p:nvPr>
            <p:custDataLst>
              <p:tags r:id="rId9"/>
            </p:custDataLst>
          </p:nvPr>
        </p:nvSpPr>
        <p:spPr>
          <a:xfrm>
            <a:off x="4864100" y="4008112"/>
            <a:ext cx="2647950" cy="349250"/>
          </a:xfrm>
          <a:prstGeom prst="rect">
            <a:avLst/>
          </a:prstGeom>
          <a:noFill/>
        </p:spPr>
        <p:txBody>
          <a:bodyPr wrap="square" lIns="0" tIns="0" rIns="0" bIns="0" rtlCol="0" anchor="b" anchorCtr="0">
            <a:noAutofit/>
          </a:bodyPr>
          <a:lstStyle/>
          <a:p>
            <a:pPr>
              <a:spcBef>
                <a:spcPct val="0"/>
              </a:spcBef>
              <a:spcAft>
                <a:spcPct val="0"/>
              </a:spcAft>
            </a:pPr>
            <a:r>
              <a:rPr lang="zh-CN" altLang="en-US" sz="2800" b="1">
                <a:solidFill>
                  <a:schemeClr val="accent1"/>
                </a:solidFill>
                <a:latin typeface="+mn-ea"/>
                <a:cs typeface="+mn-ea"/>
                <a:sym typeface="+mn-ea"/>
              </a:rPr>
              <a:t>广告推荐</a:t>
            </a:r>
          </a:p>
        </p:txBody>
      </p:sp>
    </p:spTree>
    <p:custDataLst>
      <p:tags r:id="rId1"/>
    </p:custDataLst>
  </p:cSld>
  <p:clrMapOvr>
    <a:masterClrMapping/>
  </p:clrMapOvr>
  <mc:AlternateContent xmlns:mc="http://schemas.openxmlformats.org/markup-compatibility/2006">
    <mc:Choice xmlns:p14="http://schemas.microsoft.com/office/powerpoint/2010/main" xmlns="" Requires="p14">
      <p:transition>
        <p:fade/>
      </p:transition>
    </mc:Choice>
    <mc:Fallback>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p:txBody>
          <a:bodyPr>
            <a:normAutofit fontScale="90000"/>
          </a:bodyPr>
          <a:lstStyle/>
          <a:p>
            <a:r>
              <a:rPr lang="en-US" altLang="zh-CN" dirty="0"/>
              <a:t>5.5.5 </a:t>
            </a:r>
            <a:r>
              <a:rPr lang="zh-CN" altLang="en-US" dirty="0"/>
              <a:t>自动编程</a:t>
            </a:r>
          </a:p>
        </p:txBody>
      </p:sp>
      <p:sp>
        <p:nvSpPr>
          <p:cNvPr id="7" name="矩形 6"/>
          <p:cNvSpPr/>
          <p:nvPr>
            <p:custDataLst>
              <p:tags r:id="rId3"/>
            </p:custDataLst>
          </p:nvPr>
        </p:nvSpPr>
        <p:spPr>
          <a:xfrm>
            <a:off x="696000" y="2324989"/>
            <a:ext cx="3287233" cy="841490"/>
          </a:xfrm>
          <a:prstGeom prst="rect">
            <a:avLst/>
          </a:prstGeom>
          <a:noFill/>
        </p:spPr>
        <p:txBody>
          <a:bodyPr wrap="square" lIns="0" tIns="0" rIns="0" bIns="0" rtlCol="0" anchor="t" anchorCtr="0">
            <a:noAutofit/>
          </a:bodyPr>
          <a:lstStyle/>
          <a:p>
            <a:pPr algn="r">
              <a:lnSpc>
                <a:spcPct val="150000"/>
              </a:lnSpc>
              <a:spcBef>
                <a:spcPct val="0"/>
              </a:spcBef>
              <a:spcAft>
                <a:spcPct val="0"/>
              </a:spcAft>
            </a:pPr>
            <a:r>
              <a:rPr lang="zh-CN" altLang="en-US" sz="1600" dirty="0">
                <a:ln>
                  <a:noFill/>
                  <a:prstDash val="sysDot"/>
                </a:ln>
                <a:solidFill>
                  <a:schemeClr val="tx1">
                    <a:lumMod val="85000"/>
                    <a:lumOff val="15000"/>
                  </a:schemeClr>
                </a:solidFill>
                <a:latin typeface="+mn-ea"/>
                <a:cs typeface="+mn-ea"/>
              </a:rPr>
              <a:t>AI大模型自动完成代码编写，提高开发效率和减少错误。</a:t>
            </a:r>
          </a:p>
        </p:txBody>
      </p:sp>
      <p:sp>
        <p:nvSpPr>
          <p:cNvPr id="8" name="矩形 7"/>
          <p:cNvSpPr/>
          <p:nvPr>
            <p:custDataLst>
              <p:tags r:id="rId4"/>
            </p:custDataLst>
          </p:nvPr>
        </p:nvSpPr>
        <p:spPr>
          <a:xfrm>
            <a:off x="696000" y="1668365"/>
            <a:ext cx="3287233" cy="608529"/>
          </a:xfrm>
          <a:prstGeom prst="rect">
            <a:avLst/>
          </a:prstGeom>
          <a:noFill/>
        </p:spPr>
        <p:txBody>
          <a:bodyPr wrap="square" lIns="0" tIns="0" rIns="0" bIns="0" rtlCol="0" anchor="b">
            <a:noAutofit/>
          </a:bodyPr>
          <a:lstStyle/>
          <a:p>
            <a:pPr algn="r">
              <a:spcBef>
                <a:spcPct val="0"/>
              </a:spcBef>
              <a:spcAft>
                <a:spcPct val="0"/>
              </a:spcAft>
              <a:buClr>
                <a:schemeClr val="accent1"/>
              </a:buClr>
              <a:buSzPct val="70000"/>
            </a:pPr>
            <a:r>
              <a:rPr lang="zh-CN" altLang="en-US" sz="2400" b="1">
                <a:solidFill>
                  <a:schemeClr val="accent1"/>
                </a:solidFill>
                <a:latin typeface="+mn-ea"/>
                <a:cs typeface="+mn-ea"/>
              </a:rPr>
              <a:t>代码生成与补全</a:t>
            </a:r>
          </a:p>
        </p:txBody>
      </p:sp>
      <p:sp>
        <p:nvSpPr>
          <p:cNvPr id="9" name="矩形 8"/>
          <p:cNvSpPr/>
          <p:nvPr>
            <p:custDataLst>
              <p:tags r:id="rId5"/>
            </p:custDataLst>
          </p:nvPr>
        </p:nvSpPr>
        <p:spPr>
          <a:xfrm>
            <a:off x="696000" y="4625713"/>
            <a:ext cx="3287233" cy="841490"/>
          </a:xfrm>
          <a:prstGeom prst="rect">
            <a:avLst/>
          </a:prstGeom>
          <a:noFill/>
        </p:spPr>
        <p:txBody>
          <a:bodyPr wrap="square" lIns="0" tIns="0" rIns="0" bIns="0" rtlCol="0" anchor="t" anchorCtr="0">
            <a:noAutofit/>
          </a:bodyPr>
          <a:lstStyle/>
          <a:p>
            <a:pPr algn="r">
              <a:lnSpc>
                <a:spcPct val="150000"/>
              </a:lnSpc>
              <a:spcBef>
                <a:spcPct val="0"/>
              </a:spcBef>
              <a:spcAft>
                <a:spcPct val="0"/>
              </a:spcAft>
            </a:pPr>
            <a:r>
              <a:rPr lang="zh-CN" altLang="en-US" sz="1600" dirty="0">
                <a:ln>
                  <a:noFill/>
                  <a:prstDash val="sysDot"/>
                </a:ln>
                <a:solidFill>
                  <a:schemeClr val="tx1">
                    <a:lumMod val="85000"/>
                    <a:lumOff val="15000"/>
                  </a:schemeClr>
                </a:solidFill>
                <a:latin typeface="+mn-ea"/>
                <a:cs typeface="+mn-ea"/>
              </a:rPr>
              <a:t>将一种编程语言的代码自动转换为另一种语言，促进代码复用。</a:t>
            </a:r>
          </a:p>
        </p:txBody>
      </p:sp>
      <p:sp>
        <p:nvSpPr>
          <p:cNvPr id="10" name="矩形 9"/>
          <p:cNvSpPr/>
          <p:nvPr>
            <p:custDataLst>
              <p:tags r:id="rId6"/>
            </p:custDataLst>
          </p:nvPr>
        </p:nvSpPr>
        <p:spPr>
          <a:xfrm>
            <a:off x="696000" y="3960198"/>
            <a:ext cx="3287233" cy="608529"/>
          </a:xfrm>
          <a:prstGeom prst="rect">
            <a:avLst/>
          </a:prstGeom>
          <a:noFill/>
        </p:spPr>
        <p:txBody>
          <a:bodyPr wrap="square" lIns="0" tIns="0" rIns="0" bIns="0" rtlCol="0" anchor="b">
            <a:noAutofit/>
          </a:bodyPr>
          <a:lstStyle/>
          <a:p>
            <a:pPr algn="r">
              <a:spcBef>
                <a:spcPct val="0"/>
              </a:spcBef>
              <a:spcAft>
                <a:spcPct val="0"/>
              </a:spcAft>
              <a:buClr>
                <a:schemeClr val="accent1"/>
              </a:buClr>
              <a:buSzPct val="70000"/>
            </a:pPr>
            <a:r>
              <a:rPr lang="zh-CN" altLang="en-US" sz="2400" b="1">
                <a:solidFill>
                  <a:schemeClr val="accent1"/>
                </a:solidFill>
                <a:latin typeface="+mn-ea"/>
                <a:cs typeface="+mn-ea"/>
              </a:rPr>
              <a:t>代码翻译</a:t>
            </a:r>
          </a:p>
        </p:txBody>
      </p:sp>
      <p:sp>
        <p:nvSpPr>
          <p:cNvPr id="11" name="矩形 10"/>
          <p:cNvSpPr/>
          <p:nvPr>
            <p:custDataLst>
              <p:tags r:id="rId7"/>
            </p:custDataLst>
          </p:nvPr>
        </p:nvSpPr>
        <p:spPr>
          <a:xfrm>
            <a:off x="8209072" y="3449632"/>
            <a:ext cx="3287234" cy="841490"/>
          </a:xfrm>
          <a:prstGeom prst="rect">
            <a:avLst/>
          </a:prstGeom>
          <a:noFill/>
        </p:spPr>
        <p:txBody>
          <a:bodyPr wrap="square" lIns="0" tIns="0" rIns="0" bIns="0" rtlCol="0" anchor="t" anchorCtr="0">
            <a:noAutofit/>
          </a:bodyPr>
          <a:lstStyle/>
          <a:p>
            <a:pPr>
              <a:lnSpc>
                <a:spcPct val="150000"/>
              </a:lnSpc>
              <a:spcBef>
                <a:spcPct val="0"/>
              </a:spcBef>
              <a:spcAft>
                <a:spcPct val="0"/>
              </a:spcAft>
            </a:pPr>
            <a:r>
              <a:rPr lang="zh-CN" altLang="en-US" sz="1600">
                <a:ln>
                  <a:noFill/>
                  <a:prstDash val="sysDot"/>
                </a:ln>
                <a:solidFill>
                  <a:schemeClr val="tx1">
                    <a:lumMod val="85000"/>
                    <a:lumOff val="15000"/>
                  </a:schemeClr>
                </a:solidFill>
                <a:latin typeface="+mn-ea"/>
                <a:cs typeface="+mn-ea"/>
              </a:rPr>
              <a:t>自动生成代码注释，帮助开发者理解代码逻辑和功能。</a:t>
            </a:r>
          </a:p>
        </p:txBody>
      </p:sp>
      <p:sp>
        <p:nvSpPr>
          <p:cNvPr id="12" name="矩形 11"/>
          <p:cNvSpPr/>
          <p:nvPr>
            <p:custDataLst>
              <p:tags r:id="rId8"/>
            </p:custDataLst>
          </p:nvPr>
        </p:nvSpPr>
        <p:spPr>
          <a:xfrm>
            <a:off x="8209072" y="2782213"/>
            <a:ext cx="3287234" cy="608529"/>
          </a:xfrm>
          <a:prstGeom prst="rect">
            <a:avLst/>
          </a:prstGeom>
          <a:noFill/>
        </p:spPr>
        <p:txBody>
          <a:bodyPr wrap="square" lIns="0" tIns="0" rIns="0" bIns="0" rtlCol="0" anchor="b">
            <a:noAutofit/>
          </a:bodyPr>
          <a:lstStyle/>
          <a:p>
            <a:pPr>
              <a:spcBef>
                <a:spcPct val="0"/>
              </a:spcBef>
              <a:spcAft>
                <a:spcPct val="0"/>
              </a:spcAft>
              <a:buClr>
                <a:schemeClr val="accent1"/>
              </a:buClr>
              <a:buSzPct val="70000"/>
            </a:pPr>
            <a:r>
              <a:rPr lang="zh-CN" altLang="en-US" sz="2400" b="1">
                <a:solidFill>
                  <a:schemeClr val="accent1"/>
                </a:solidFill>
                <a:latin typeface="+mn-ea"/>
                <a:cs typeface="+mn-ea"/>
              </a:rPr>
              <a:t>注释生成</a:t>
            </a:r>
          </a:p>
        </p:txBody>
      </p:sp>
      <p:pic>
        <p:nvPicPr>
          <p:cNvPr id="25" name="图片 24" descr="/data/temp/c48dc72f-1b8d-11f0-b170-fabcf1da4d78.jpgc48dc72f-1b8d-11f0-b170-fabcf1da4d78"/>
          <p:cNvPicPr>
            <a:picLocks noChangeAspect="1"/>
          </p:cNvPicPr>
          <p:nvPr>
            <p:custDataLst>
              <p:tags r:id="rId9"/>
            </p:custDataLst>
          </p:nvPr>
        </p:nvPicPr>
        <p:blipFill rotWithShape="1">
          <a:blip r:embed="rId16" cstate="print"/>
          <a:srcRect/>
          <a:stretch>
            <a:fillRect/>
          </a:stretch>
        </p:blipFill>
        <p:spPr>
          <a:xfrm>
            <a:off x="4318226" y="1769335"/>
            <a:ext cx="1620083" cy="1620083"/>
          </a:xfrm>
          <a:custGeom>
            <a:avLst/>
            <a:gdLst>
              <a:gd name="connsiteX0" fmla="*/ 548158 w 1620000"/>
              <a:gd name="connsiteY0" fmla="*/ 0 h 1620000"/>
              <a:gd name="connsiteX1" fmla="*/ 1071874 w 1620000"/>
              <a:gd name="connsiteY1" fmla="*/ 0 h 1620000"/>
              <a:gd name="connsiteX2" fmla="*/ 1197614 w 1620000"/>
              <a:gd name="connsiteY2" fmla="*/ 52097 h 1620000"/>
              <a:gd name="connsiteX3" fmla="*/ 1567938 w 1620000"/>
              <a:gd name="connsiteY3" fmla="*/ 422420 h 1620000"/>
              <a:gd name="connsiteX4" fmla="*/ 1620000 w 1620000"/>
              <a:gd name="connsiteY4" fmla="*/ 548158 h 1620000"/>
              <a:gd name="connsiteX5" fmla="*/ 1620000 w 1620000"/>
              <a:gd name="connsiteY5" fmla="*/ 1071874 h 1620000"/>
              <a:gd name="connsiteX6" fmla="*/ 1567904 w 1620000"/>
              <a:gd name="connsiteY6" fmla="*/ 1197615 h 1620000"/>
              <a:gd name="connsiteX7" fmla="*/ 1197580 w 1620000"/>
              <a:gd name="connsiteY7" fmla="*/ 1567938 h 1620000"/>
              <a:gd name="connsiteX8" fmla="*/ 1071842 w 1620000"/>
              <a:gd name="connsiteY8" fmla="*/ 1620000 h 1620000"/>
              <a:gd name="connsiteX9" fmla="*/ 548125 w 1620000"/>
              <a:gd name="connsiteY9" fmla="*/ 1620000 h 1620000"/>
              <a:gd name="connsiteX10" fmla="*/ 422385 w 1620000"/>
              <a:gd name="connsiteY10" fmla="*/ 1567903 h 1620000"/>
              <a:gd name="connsiteX11" fmla="*/ 52062 w 1620000"/>
              <a:gd name="connsiteY11" fmla="*/ 1197580 h 1620000"/>
              <a:gd name="connsiteX12" fmla="*/ 0 w 1620000"/>
              <a:gd name="connsiteY12" fmla="*/ 1071842 h 1620000"/>
              <a:gd name="connsiteX13" fmla="*/ 0 w 1620000"/>
              <a:gd name="connsiteY13" fmla="*/ 548126 h 1620000"/>
              <a:gd name="connsiteX14" fmla="*/ 52097 w 1620000"/>
              <a:gd name="connsiteY14" fmla="*/ 422385 h 1620000"/>
              <a:gd name="connsiteX15" fmla="*/ 422420 w 1620000"/>
              <a:gd name="connsiteY15" fmla="*/ 52062 h 1620000"/>
              <a:gd name="connsiteX16" fmla="*/ 548158 w 1620000"/>
              <a:gd name="connsiteY16" fmla="*/ 0 h 16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20000" h="1620000">
                <a:moveTo>
                  <a:pt x="548158" y="0"/>
                </a:moveTo>
                <a:cubicBezTo>
                  <a:pt x="595961" y="0"/>
                  <a:pt x="1024071" y="0"/>
                  <a:pt x="1071874" y="0"/>
                </a:cubicBezTo>
                <a:cubicBezTo>
                  <a:pt x="1119677" y="0"/>
                  <a:pt x="1163812" y="18295"/>
                  <a:pt x="1197614" y="52097"/>
                </a:cubicBezTo>
                <a:cubicBezTo>
                  <a:pt x="1231416" y="85899"/>
                  <a:pt x="1534136" y="388618"/>
                  <a:pt x="1567938" y="422420"/>
                </a:cubicBezTo>
                <a:cubicBezTo>
                  <a:pt x="1601740" y="456222"/>
                  <a:pt x="1620000" y="500355"/>
                  <a:pt x="1620000" y="548158"/>
                </a:cubicBezTo>
                <a:cubicBezTo>
                  <a:pt x="1620000" y="595961"/>
                  <a:pt x="1620000" y="1024071"/>
                  <a:pt x="1620000" y="1071874"/>
                </a:cubicBezTo>
                <a:cubicBezTo>
                  <a:pt x="1620000" y="1119678"/>
                  <a:pt x="1601706" y="1163813"/>
                  <a:pt x="1567904" y="1197615"/>
                </a:cubicBezTo>
                <a:cubicBezTo>
                  <a:pt x="1534102" y="1231417"/>
                  <a:pt x="1231382" y="1534136"/>
                  <a:pt x="1197580" y="1567938"/>
                </a:cubicBezTo>
                <a:cubicBezTo>
                  <a:pt x="1163778" y="1601740"/>
                  <a:pt x="1119645" y="1620000"/>
                  <a:pt x="1071842" y="1620000"/>
                </a:cubicBezTo>
                <a:cubicBezTo>
                  <a:pt x="1024038" y="1620000"/>
                  <a:pt x="595929" y="1620000"/>
                  <a:pt x="548125" y="1620000"/>
                </a:cubicBezTo>
                <a:cubicBezTo>
                  <a:pt x="500322" y="1620000"/>
                  <a:pt x="456188" y="1601705"/>
                  <a:pt x="422385" y="1567903"/>
                </a:cubicBezTo>
                <a:cubicBezTo>
                  <a:pt x="388583" y="1534101"/>
                  <a:pt x="85864" y="1231382"/>
                  <a:pt x="52062" y="1197580"/>
                </a:cubicBezTo>
                <a:cubicBezTo>
                  <a:pt x="18260" y="1163778"/>
                  <a:pt x="0" y="1119646"/>
                  <a:pt x="0" y="1071842"/>
                </a:cubicBezTo>
                <a:cubicBezTo>
                  <a:pt x="0" y="1024039"/>
                  <a:pt x="0" y="595929"/>
                  <a:pt x="0" y="548126"/>
                </a:cubicBezTo>
                <a:cubicBezTo>
                  <a:pt x="0" y="500323"/>
                  <a:pt x="18295" y="456187"/>
                  <a:pt x="52097" y="422385"/>
                </a:cubicBezTo>
                <a:cubicBezTo>
                  <a:pt x="85899" y="388583"/>
                  <a:pt x="388618" y="85864"/>
                  <a:pt x="422420" y="52062"/>
                </a:cubicBezTo>
                <a:cubicBezTo>
                  <a:pt x="456222" y="18260"/>
                  <a:pt x="500355" y="0"/>
                  <a:pt x="548158" y="0"/>
                </a:cubicBezTo>
                <a:close/>
              </a:path>
            </a:pathLst>
          </a:custGeom>
          <a:ln w="6350" cap="flat" cmpd="sng" algn="ctr">
            <a:solidFill>
              <a:schemeClr val="tx1">
                <a:lumMod val="40000"/>
                <a:lumOff val="60000"/>
                <a:alpha val="20000"/>
              </a:schemeClr>
            </a:solidFill>
            <a:prstDash val="solid"/>
            <a:round/>
            <a:headEnd type="none" w="med" len="med"/>
            <a:tailEnd type="none" w="med" len="med"/>
          </a:ln>
        </p:spPr>
      </p:pic>
      <p:pic>
        <p:nvPicPr>
          <p:cNvPr id="26" name="图片 25" descr="/data/temp/c48dc725-1b8d-11f0-b170-fabcf1da4d78.jpgc48dc725-1b8d-11f0-b170-fabcf1da4d78"/>
          <p:cNvPicPr>
            <a:picLocks noChangeAspect="1"/>
          </p:cNvPicPr>
          <p:nvPr>
            <p:custDataLst>
              <p:tags r:id="rId10"/>
            </p:custDataLst>
          </p:nvPr>
        </p:nvPicPr>
        <p:blipFill rotWithShape="1">
          <a:blip r:embed="rId17" cstate="print"/>
          <a:srcRect/>
          <a:stretch>
            <a:fillRect/>
          </a:stretch>
        </p:blipFill>
        <p:spPr>
          <a:xfrm>
            <a:off x="6278572" y="2882548"/>
            <a:ext cx="1620083" cy="1620083"/>
          </a:xfrm>
          <a:custGeom>
            <a:avLst/>
            <a:gdLst>
              <a:gd name="connsiteX0" fmla="*/ 548158 w 1620000"/>
              <a:gd name="connsiteY0" fmla="*/ 0 h 1620000"/>
              <a:gd name="connsiteX1" fmla="*/ 1071874 w 1620000"/>
              <a:gd name="connsiteY1" fmla="*/ 0 h 1620000"/>
              <a:gd name="connsiteX2" fmla="*/ 1197614 w 1620000"/>
              <a:gd name="connsiteY2" fmla="*/ 52097 h 1620000"/>
              <a:gd name="connsiteX3" fmla="*/ 1567938 w 1620000"/>
              <a:gd name="connsiteY3" fmla="*/ 422420 h 1620000"/>
              <a:gd name="connsiteX4" fmla="*/ 1620000 w 1620000"/>
              <a:gd name="connsiteY4" fmla="*/ 548158 h 1620000"/>
              <a:gd name="connsiteX5" fmla="*/ 1620000 w 1620000"/>
              <a:gd name="connsiteY5" fmla="*/ 1071874 h 1620000"/>
              <a:gd name="connsiteX6" fmla="*/ 1567904 w 1620000"/>
              <a:gd name="connsiteY6" fmla="*/ 1197615 h 1620000"/>
              <a:gd name="connsiteX7" fmla="*/ 1197580 w 1620000"/>
              <a:gd name="connsiteY7" fmla="*/ 1567938 h 1620000"/>
              <a:gd name="connsiteX8" fmla="*/ 1071842 w 1620000"/>
              <a:gd name="connsiteY8" fmla="*/ 1620000 h 1620000"/>
              <a:gd name="connsiteX9" fmla="*/ 548125 w 1620000"/>
              <a:gd name="connsiteY9" fmla="*/ 1620000 h 1620000"/>
              <a:gd name="connsiteX10" fmla="*/ 422385 w 1620000"/>
              <a:gd name="connsiteY10" fmla="*/ 1567903 h 1620000"/>
              <a:gd name="connsiteX11" fmla="*/ 52062 w 1620000"/>
              <a:gd name="connsiteY11" fmla="*/ 1197580 h 1620000"/>
              <a:gd name="connsiteX12" fmla="*/ 0 w 1620000"/>
              <a:gd name="connsiteY12" fmla="*/ 1071842 h 1620000"/>
              <a:gd name="connsiteX13" fmla="*/ 0 w 1620000"/>
              <a:gd name="connsiteY13" fmla="*/ 548126 h 1620000"/>
              <a:gd name="connsiteX14" fmla="*/ 52097 w 1620000"/>
              <a:gd name="connsiteY14" fmla="*/ 422385 h 1620000"/>
              <a:gd name="connsiteX15" fmla="*/ 422420 w 1620000"/>
              <a:gd name="connsiteY15" fmla="*/ 52062 h 1620000"/>
              <a:gd name="connsiteX16" fmla="*/ 548158 w 1620000"/>
              <a:gd name="connsiteY16" fmla="*/ 0 h 16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20000" h="1620000">
                <a:moveTo>
                  <a:pt x="548158" y="0"/>
                </a:moveTo>
                <a:cubicBezTo>
                  <a:pt x="595961" y="0"/>
                  <a:pt x="1024071" y="0"/>
                  <a:pt x="1071874" y="0"/>
                </a:cubicBezTo>
                <a:cubicBezTo>
                  <a:pt x="1119677" y="0"/>
                  <a:pt x="1163812" y="18295"/>
                  <a:pt x="1197614" y="52097"/>
                </a:cubicBezTo>
                <a:cubicBezTo>
                  <a:pt x="1231416" y="85899"/>
                  <a:pt x="1534136" y="388618"/>
                  <a:pt x="1567938" y="422420"/>
                </a:cubicBezTo>
                <a:cubicBezTo>
                  <a:pt x="1601740" y="456222"/>
                  <a:pt x="1620000" y="500355"/>
                  <a:pt x="1620000" y="548158"/>
                </a:cubicBezTo>
                <a:cubicBezTo>
                  <a:pt x="1620000" y="595961"/>
                  <a:pt x="1620000" y="1024071"/>
                  <a:pt x="1620000" y="1071874"/>
                </a:cubicBezTo>
                <a:cubicBezTo>
                  <a:pt x="1620000" y="1119678"/>
                  <a:pt x="1601706" y="1163813"/>
                  <a:pt x="1567904" y="1197615"/>
                </a:cubicBezTo>
                <a:cubicBezTo>
                  <a:pt x="1534102" y="1231417"/>
                  <a:pt x="1231382" y="1534136"/>
                  <a:pt x="1197580" y="1567938"/>
                </a:cubicBezTo>
                <a:cubicBezTo>
                  <a:pt x="1163778" y="1601740"/>
                  <a:pt x="1119645" y="1620000"/>
                  <a:pt x="1071842" y="1620000"/>
                </a:cubicBezTo>
                <a:cubicBezTo>
                  <a:pt x="1024038" y="1620000"/>
                  <a:pt x="595929" y="1620000"/>
                  <a:pt x="548125" y="1620000"/>
                </a:cubicBezTo>
                <a:cubicBezTo>
                  <a:pt x="500322" y="1620000"/>
                  <a:pt x="456188" y="1601705"/>
                  <a:pt x="422385" y="1567903"/>
                </a:cubicBezTo>
                <a:cubicBezTo>
                  <a:pt x="388583" y="1534101"/>
                  <a:pt x="85864" y="1231382"/>
                  <a:pt x="52062" y="1197580"/>
                </a:cubicBezTo>
                <a:cubicBezTo>
                  <a:pt x="18260" y="1163778"/>
                  <a:pt x="0" y="1119646"/>
                  <a:pt x="0" y="1071842"/>
                </a:cubicBezTo>
                <a:cubicBezTo>
                  <a:pt x="0" y="1024039"/>
                  <a:pt x="0" y="595929"/>
                  <a:pt x="0" y="548126"/>
                </a:cubicBezTo>
                <a:cubicBezTo>
                  <a:pt x="0" y="500323"/>
                  <a:pt x="18295" y="456187"/>
                  <a:pt x="52097" y="422385"/>
                </a:cubicBezTo>
                <a:cubicBezTo>
                  <a:pt x="85899" y="388583"/>
                  <a:pt x="388618" y="85864"/>
                  <a:pt x="422420" y="52062"/>
                </a:cubicBezTo>
                <a:cubicBezTo>
                  <a:pt x="456222" y="18260"/>
                  <a:pt x="500355" y="0"/>
                  <a:pt x="548158" y="0"/>
                </a:cubicBezTo>
                <a:close/>
              </a:path>
            </a:pathLst>
          </a:custGeom>
          <a:ln w="6350" cap="flat" cmpd="sng" algn="ctr">
            <a:solidFill>
              <a:schemeClr val="tx1">
                <a:lumMod val="40000"/>
                <a:lumOff val="60000"/>
                <a:alpha val="20000"/>
              </a:schemeClr>
            </a:solidFill>
            <a:prstDash val="solid"/>
            <a:round/>
            <a:headEnd type="none" w="med" len="med"/>
            <a:tailEnd type="none" w="med" len="med"/>
          </a:ln>
        </p:spPr>
      </p:pic>
      <p:pic>
        <p:nvPicPr>
          <p:cNvPr id="27" name="图片 26" descr="/data/temp/c48dca6c-1b8d-11f0-b170-fabcf1da4d78.jpgc48dca6c-1b8d-11f0-b170-fabcf1da4d78"/>
          <p:cNvPicPr>
            <a:picLocks noChangeAspect="1"/>
          </p:cNvPicPr>
          <p:nvPr>
            <p:custDataLst>
              <p:tags r:id="rId11"/>
            </p:custDataLst>
          </p:nvPr>
        </p:nvPicPr>
        <p:blipFill>
          <a:blip r:embed="rId18" cstate="print"/>
          <a:srcRect/>
          <a:stretch>
            <a:fillRect/>
          </a:stretch>
        </p:blipFill>
        <p:spPr>
          <a:xfrm>
            <a:off x="4323307" y="3928447"/>
            <a:ext cx="1620083" cy="1620083"/>
          </a:xfrm>
          <a:custGeom>
            <a:avLst/>
            <a:gdLst>
              <a:gd name="connsiteX0" fmla="*/ 548158 w 1620000"/>
              <a:gd name="connsiteY0" fmla="*/ 0 h 1620000"/>
              <a:gd name="connsiteX1" fmla="*/ 1071874 w 1620000"/>
              <a:gd name="connsiteY1" fmla="*/ 0 h 1620000"/>
              <a:gd name="connsiteX2" fmla="*/ 1197614 w 1620000"/>
              <a:gd name="connsiteY2" fmla="*/ 52097 h 1620000"/>
              <a:gd name="connsiteX3" fmla="*/ 1567938 w 1620000"/>
              <a:gd name="connsiteY3" fmla="*/ 422420 h 1620000"/>
              <a:gd name="connsiteX4" fmla="*/ 1620000 w 1620000"/>
              <a:gd name="connsiteY4" fmla="*/ 548158 h 1620000"/>
              <a:gd name="connsiteX5" fmla="*/ 1620000 w 1620000"/>
              <a:gd name="connsiteY5" fmla="*/ 1071874 h 1620000"/>
              <a:gd name="connsiteX6" fmla="*/ 1567904 w 1620000"/>
              <a:gd name="connsiteY6" fmla="*/ 1197615 h 1620000"/>
              <a:gd name="connsiteX7" fmla="*/ 1197580 w 1620000"/>
              <a:gd name="connsiteY7" fmla="*/ 1567938 h 1620000"/>
              <a:gd name="connsiteX8" fmla="*/ 1071842 w 1620000"/>
              <a:gd name="connsiteY8" fmla="*/ 1620000 h 1620000"/>
              <a:gd name="connsiteX9" fmla="*/ 548125 w 1620000"/>
              <a:gd name="connsiteY9" fmla="*/ 1620000 h 1620000"/>
              <a:gd name="connsiteX10" fmla="*/ 422385 w 1620000"/>
              <a:gd name="connsiteY10" fmla="*/ 1567903 h 1620000"/>
              <a:gd name="connsiteX11" fmla="*/ 52062 w 1620000"/>
              <a:gd name="connsiteY11" fmla="*/ 1197580 h 1620000"/>
              <a:gd name="connsiteX12" fmla="*/ 0 w 1620000"/>
              <a:gd name="connsiteY12" fmla="*/ 1071842 h 1620000"/>
              <a:gd name="connsiteX13" fmla="*/ 0 w 1620000"/>
              <a:gd name="connsiteY13" fmla="*/ 548126 h 1620000"/>
              <a:gd name="connsiteX14" fmla="*/ 52097 w 1620000"/>
              <a:gd name="connsiteY14" fmla="*/ 422385 h 1620000"/>
              <a:gd name="connsiteX15" fmla="*/ 422420 w 1620000"/>
              <a:gd name="connsiteY15" fmla="*/ 52062 h 1620000"/>
              <a:gd name="connsiteX16" fmla="*/ 548158 w 1620000"/>
              <a:gd name="connsiteY16" fmla="*/ 0 h 16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20000" h="1620000">
                <a:moveTo>
                  <a:pt x="548158" y="0"/>
                </a:moveTo>
                <a:cubicBezTo>
                  <a:pt x="595961" y="0"/>
                  <a:pt x="1024071" y="0"/>
                  <a:pt x="1071874" y="0"/>
                </a:cubicBezTo>
                <a:cubicBezTo>
                  <a:pt x="1119677" y="0"/>
                  <a:pt x="1163812" y="18295"/>
                  <a:pt x="1197614" y="52097"/>
                </a:cubicBezTo>
                <a:cubicBezTo>
                  <a:pt x="1231416" y="85899"/>
                  <a:pt x="1534136" y="388618"/>
                  <a:pt x="1567938" y="422420"/>
                </a:cubicBezTo>
                <a:cubicBezTo>
                  <a:pt x="1601740" y="456222"/>
                  <a:pt x="1620000" y="500355"/>
                  <a:pt x="1620000" y="548158"/>
                </a:cubicBezTo>
                <a:cubicBezTo>
                  <a:pt x="1620000" y="595961"/>
                  <a:pt x="1620000" y="1024071"/>
                  <a:pt x="1620000" y="1071874"/>
                </a:cubicBezTo>
                <a:cubicBezTo>
                  <a:pt x="1620000" y="1119678"/>
                  <a:pt x="1601706" y="1163813"/>
                  <a:pt x="1567904" y="1197615"/>
                </a:cubicBezTo>
                <a:cubicBezTo>
                  <a:pt x="1534102" y="1231417"/>
                  <a:pt x="1231382" y="1534136"/>
                  <a:pt x="1197580" y="1567938"/>
                </a:cubicBezTo>
                <a:cubicBezTo>
                  <a:pt x="1163778" y="1601740"/>
                  <a:pt x="1119645" y="1620000"/>
                  <a:pt x="1071842" y="1620000"/>
                </a:cubicBezTo>
                <a:cubicBezTo>
                  <a:pt x="1024038" y="1620000"/>
                  <a:pt x="595929" y="1620000"/>
                  <a:pt x="548125" y="1620000"/>
                </a:cubicBezTo>
                <a:cubicBezTo>
                  <a:pt x="500322" y="1620000"/>
                  <a:pt x="456188" y="1601705"/>
                  <a:pt x="422385" y="1567903"/>
                </a:cubicBezTo>
                <a:cubicBezTo>
                  <a:pt x="388583" y="1534101"/>
                  <a:pt x="85864" y="1231382"/>
                  <a:pt x="52062" y="1197580"/>
                </a:cubicBezTo>
                <a:cubicBezTo>
                  <a:pt x="18260" y="1163778"/>
                  <a:pt x="0" y="1119646"/>
                  <a:pt x="0" y="1071842"/>
                </a:cubicBezTo>
                <a:cubicBezTo>
                  <a:pt x="0" y="1024039"/>
                  <a:pt x="0" y="595929"/>
                  <a:pt x="0" y="548126"/>
                </a:cubicBezTo>
                <a:cubicBezTo>
                  <a:pt x="0" y="500323"/>
                  <a:pt x="18295" y="456187"/>
                  <a:pt x="52097" y="422385"/>
                </a:cubicBezTo>
                <a:cubicBezTo>
                  <a:pt x="85899" y="388583"/>
                  <a:pt x="388618" y="85864"/>
                  <a:pt x="422420" y="52062"/>
                </a:cubicBezTo>
                <a:cubicBezTo>
                  <a:pt x="456222" y="18260"/>
                  <a:pt x="500355" y="0"/>
                  <a:pt x="548158" y="0"/>
                </a:cubicBezTo>
                <a:close/>
              </a:path>
            </a:pathLst>
          </a:custGeom>
          <a:ln w="6350" cap="flat" cmpd="sng" algn="ctr">
            <a:solidFill>
              <a:schemeClr val="tx1">
                <a:lumMod val="40000"/>
                <a:lumOff val="60000"/>
                <a:alpha val="20000"/>
              </a:schemeClr>
            </a:solidFill>
            <a:prstDash val="solid"/>
            <a:round/>
            <a:headEnd type="none" w="med" len="med"/>
            <a:tailEnd type="none" w="med" len="med"/>
          </a:ln>
        </p:spPr>
      </p:pic>
      <p:sp>
        <p:nvSpPr>
          <p:cNvPr id="2" name="八边形 1"/>
          <p:cNvSpPr/>
          <p:nvPr>
            <p:custDataLst>
              <p:tags r:id="rId12"/>
            </p:custDataLst>
          </p:nvPr>
        </p:nvSpPr>
        <p:spPr>
          <a:xfrm>
            <a:off x="4318226" y="2882548"/>
            <a:ext cx="506392" cy="506392"/>
          </a:xfrm>
          <a:prstGeom prst="oct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spcBef>
                <a:spcPct val="0"/>
              </a:spcBef>
              <a:spcAft>
                <a:spcPct val="0"/>
              </a:spcAft>
            </a:pPr>
            <a:r>
              <a:rPr lang="en-US" altLang="zh-CN" sz="1600" b="1">
                <a:latin typeface="+mn-ea"/>
                <a:cs typeface="+mn-ea"/>
                <a:sym typeface="+mn-ea"/>
              </a:rPr>
              <a:t>01</a:t>
            </a:r>
            <a:endParaRPr lang="zh-CN" altLang="en-US" sz="1600" b="1" dirty="0">
              <a:latin typeface="+mn-ea"/>
              <a:cs typeface="+mn-ea"/>
              <a:sym typeface="+mn-ea"/>
            </a:endParaRPr>
          </a:p>
        </p:txBody>
      </p:sp>
      <p:sp>
        <p:nvSpPr>
          <p:cNvPr id="18" name="八边形 17"/>
          <p:cNvSpPr/>
          <p:nvPr>
            <p:custDataLst>
              <p:tags r:id="rId13"/>
            </p:custDataLst>
          </p:nvPr>
        </p:nvSpPr>
        <p:spPr>
          <a:xfrm>
            <a:off x="7391785" y="3996395"/>
            <a:ext cx="506392" cy="506392"/>
          </a:xfrm>
          <a:prstGeom prst="oct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spcBef>
                <a:spcPct val="0"/>
              </a:spcBef>
              <a:spcAft>
                <a:spcPct val="0"/>
              </a:spcAft>
            </a:pPr>
            <a:r>
              <a:rPr lang="en-US" altLang="zh-CN" sz="1600" b="1">
                <a:latin typeface="+mn-ea"/>
                <a:cs typeface="+mn-ea"/>
                <a:sym typeface="+mn-ea"/>
              </a:rPr>
              <a:t>02</a:t>
            </a:r>
            <a:endParaRPr lang="zh-CN" altLang="en-US" sz="1600" b="1" dirty="0">
              <a:latin typeface="+mn-ea"/>
              <a:cs typeface="+mn-ea"/>
              <a:sym typeface="+mn-ea"/>
            </a:endParaRPr>
          </a:p>
        </p:txBody>
      </p:sp>
      <p:sp>
        <p:nvSpPr>
          <p:cNvPr id="19" name="八边形 18"/>
          <p:cNvSpPr/>
          <p:nvPr>
            <p:custDataLst>
              <p:tags r:id="rId14"/>
            </p:custDataLst>
          </p:nvPr>
        </p:nvSpPr>
        <p:spPr>
          <a:xfrm>
            <a:off x="4318226" y="5041659"/>
            <a:ext cx="506392" cy="506392"/>
          </a:xfrm>
          <a:prstGeom prst="oct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spcBef>
                <a:spcPct val="0"/>
              </a:spcBef>
              <a:spcAft>
                <a:spcPct val="0"/>
              </a:spcAft>
            </a:pPr>
            <a:r>
              <a:rPr lang="en-US" altLang="zh-CN" sz="1600" b="1">
                <a:latin typeface="+mn-ea"/>
                <a:cs typeface="+mn-ea"/>
                <a:sym typeface="+mn-ea"/>
              </a:rPr>
              <a:t>03</a:t>
            </a:r>
            <a:endParaRPr lang="zh-CN" altLang="en-US" sz="1600" b="1" dirty="0">
              <a:latin typeface="+mn-ea"/>
              <a:cs typeface="+mn-ea"/>
              <a:sym typeface="+mn-ea"/>
            </a:endParaRPr>
          </a:p>
        </p:txBody>
      </p:sp>
    </p:spTree>
    <p:custDataLst>
      <p:tags r:id="rId1"/>
    </p:custDataLst>
  </p:cSld>
  <p:clrMapOvr>
    <a:masterClrMapping/>
  </p:clrMapOvr>
  <mc:AlternateContent xmlns:mc="http://schemas.openxmlformats.org/markup-compatibility/2006">
    <mc:Choice xmlns:p14="http://schemas.microsoft.com/office/powerpoint/2010/main" xmlns="" Requires="p14">
      <p:transition>
        <p:fade/>
      </p:transition>
    </mc:Choice>
    <mc:Fallback>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2"/>
            </p:custDataLst>
          </p:nvPr>
        </p:nvSpPr>
        <p:spPr>
          <a:xfrm>
            <a:off x="5132246" y="2864881"/>
            <a:ext cx="6634304" cy="1325563"/>
          </a:xfrm>
        </p:spPr>
        <p:txBody>
          <a:bodyPr>
            <a:normAutofit/>
          </a:bodyPr>
          <a:lstStyle/>
          <a:p>
            <a:pPr algn="ctr"/>
            <a:r>
              <a:rPr lang="zh-CN" altLang="en-US" dirty="0"/>
              <a:t>课后习题</a:t>
            </a:r>
          </a:p>
        </p:txBody>
      </p:sp>
    </p:spTree>
    <p:custDataLst>
      <p:tags r:id="rId1"/>
    </p:custDataLst>
  </p:cSld>
  <p:clrMapOvr>
    <a:masterClrMapping/>
  </p:clrMapOvr>
  <mc:AlternateContent xmlns:mc="http://schemas.openxmlformats.org/markup-compatibility/2006">
    <mc:Choice xmlns:p14="http://schemas.microsoft.com/office/powerpoint/2010/main" xmlns="" Requires="p14">
      <p:transition>
        <p:fade/>
      </p:transition>
    </mc:Choice>
    <mc:Fallback>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2"/>
            </p:custDataLst>
          </p:nvPr>
        </p:nvSpPr>
        <p:spPr/>
        <p:txBody>
          <a:bodyPr>
            <a:normAutofit fontScale="90000"/>
          </a:bodyPr>
          <a:lstStyle/>
          <a:p>
            <a:r>
              <a:rPr lang="zh-CN" altLang="en-US"/>
              <a:t>课后习题</a:t>
            </a:r>
          </a:p>
        </p:txBody>
      </p:sp>
      <p:pic>
        <p:nvPicPr>
          <p:cNvPr id="3" name="图片 2">
            <a:extLst>
              <a:ext uri="{FF2B5EF4-FFF2-40B4-BE49-F238E27FC236}">
                <a16:creationId xmlns:a16="http://schemas.microsoft.com/office/drawing/2014/main" xmlns="" id="{DB0C1ACD-9928-D86D-2FA1-AC771F7C0D6E}"/>
              </a:ext>
            </a:extLst>
          </p:cNvPr>
          <p:cNvPicPr>
            <a:picLocks noChangeAspect="1"/>
          </p:cNvPicPr>
          <p:nvPr/>
        </p:nvPicPr>
        <p:blipFill>
          <a:blip r:embed="rId4"/>
          <a:srcRect t="1" b="759"/>
          <a:stretch/>
        </p:blipFill>
        <p:spPr>
          <a:xfrm>
            <a:off x="2508250" y="751494"/>
            <a:ext cx="6310204" cy="5916006"/>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xmlns="" Requires="p14">
      <p:transition>
        <p:fade/>
      </p:transition>
    </mc:Choice>
    <mc:Fallback>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53805BE-D1D5-589C-92D6-9A8CE761535A}"/>
            </a:ext>
          </a:extLst>
        </p:cNvPr>
        <p:cNvGrpSpPr/>
        <p:nvPr/>
      </p:nvGrpSpPr>
      <p:grpSpPr>
        <a:xfrm>
          <a:off x="0" y="0"/>
          <a:ext cx="0" cy="0"/>
          <a:chOff x="0" y="0"/>
          <a:chExt cx="0" cy="0"/>
        </a:xfrm>
      </p:grpSpPr>
      <p:sp>
        <p:nvSpPr>
          <p:cNvPr id="4" name="标题">
            <a:extLst>
              <a:ext uri="{FF2B5EF4-FFF2-40B4-BE49-F238E27FC236}">
                <a16:creationId xmlns:a16="http://schemas.microsoft.com/office/drawing/2014/main" xmlns="" id="{38AAAB58-12A0-545B-6B11-F4D78E96D7B1}"/>
              </a:ext>
            </a:extLst>
          </p:cNvPr>
          <p:cNvSpPr>
            <a:spLocks noGrp="1"/>
          </p:cNvSpPr>
          <p:nvPr>
            <p:ph type="title"/>
            <p:custDataLst>
              <p:tags r:id="rId2"/>
            </p:custDataLst>
          </p:nvPr>
        </p:nvSpPr>
        <p:spPr/>
        <p:txBody>
          <a:bodyPr>
            <a:normAutofit fontScale="90000"/>
          </a:bodyPr>
          <a:lstStyle/>
          <a:p>
            <a:r>
              <a:rPr lang="zh-CN" altLang="en-US"/>
              <a:t>课后习题</a:t>
            </a:r>
          </a:p>
        </p:txBody>
      </p:sp>
      <p:pic>
        <p:nvPicPr>
          <p:cNvPr id="2" name="图片 1">
            <a:extLst>
              <a:ext uri="{FF2B5EF4-FFF2-40B4-BE49-F238E27FC236}">
                <a16:creationId xmlns:a16="http://schemas.microsoft.com/office/drawing/2014/main" xmlns="" id="{C8B93FAE-70A2-E219-6152-496FD29E61E9}"/>
              </a:ext>
            </a:extLst>
          </p:cNvPr>
          <p:cNvPicPr>
            <a:picLocks noChangeAspect="1"/>
          </p:cNvPicPr>
          <p:nvPr/>
        </p:nvPicPr>
        <p:blipFill>
          <a:blip r:embed="rId4"/>
          <a:srcRect l="29573" t="7486" r="26781" b="4227"/>
          <a:stretch/>
        </p:blipFill>
        <p:spPr>
          <a:xfrm>
            <a:off x="6413500" y="746363"/>
            <a:ext cx="5175250" cy="5888576"/>
          </a:xfrm>
          <a:prstGeom prst="rect">
            <a:avLst/>
          </a:prstGeom>
        </p:spPr>
      </p:pic>
      <p:pic>
        <p:nvPicPr>
          <p:cNvPr id="3" name="图片 2">
            <a:extLst>
              <a:ext uri="{FF2B5EF4-FFF2-40B4-BE49-F238E27FC236}">
                <a16:creationId xmlns:a16="http://schemas.microsoft.com/office/drawing/2014/main" xmlns="" id="{49203D49-F4AB-04E6-C112-546991AB0B05}"/>
              </a:ext>
            </a:extLst>
          </p:cNvPr>
          <p:cNvPicPr>
            <a:picLocks noChangeAspect="1"/>
          </p:cNvPicPr>
          <p:nvPr/>
        </p:nvPicPr>
        <p:blipFill>
          <a:blip r:embed="rId5"/>
          <a:srcRect l="30313" t="9379" r="27240" b="3982"/>
          <a:stretch/>
        </p:blipFill>
        <p:spPr>
          <a:xfrm>
            <a:off x="603251" y="746363"/>
            <a:ext cx="5175250" cy="5941704"/>
          </a:xfrm>
          <a:prstGeom prst="rect">
            <a:avLst/>
          </a:prstGeom>
        </p:spPr>
      </p:pic>
    </p:spTree>
    <p:custDataLst>
      <p:tags r:id="rId1"/>
    </p:custDataLst>
    <p:extLst>
      <p:ext uri="{BB962C8B-B14F-4D97-AF65-F5344CB8AC3E}">
        <p14:creationId xmlns:p14="http://schemas.microsoft.com/office/powerpoint/2010/main" xmlns="" val="3916595349"/>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5CBDDFD-F514-F964-62E9-714F4BEB0D6D}"/>
            </a:ext>
          </a:extLst>
        </p:cNvPr>
        <p:cNvGrpSpPr/>
        <p:nvPr/>
      </p:nvGrpSpPr>
      <p:grpSpPr>
        <a:xfrm>
          <a:off x="0" y="0"/>
          <a:ext cx="0" cy="0"/>
          <a:chOff x="0" y="0"/>
          <a:chExt cx="0" cy="0"/>
        </a:xfrm>
      </p:grpSpPr>
      <p:sp>
        <p:nvSpPr>
          <p:cNvPr id="4" name="标题">
            <a:extLst>
              <a:ext uri="{FF2B5EF4-FFF2-40B4-BE49-F238E27FC236}">
                <a16:creationId xmlns:a16="http://schemas.microsoft.com/office/drawing/2014/main" xmlns="" id="{893057F3-49D4-740C-F5C6-06CE12DDA529}"/>
              </a:ext>
            </a:extLst>
          </p:cNvPr>
          <p:cNvSpPr>
            <a:spLocks noGrp="1"/>
          </p:cNvSpPr>
          <p:nvPr>
            <p:ph type="title"/>
            <p:custDataLst>
              <p:tags r:id="rId2"/>
            </p:custDataLst>
          </p:nvPr>
        </p:nvSpPr>
        <p:spPr/>
        <p:txBody>
          <a:bodyPr>
            <a:normAutofit fontScale="90000"/>
          </a:bodyPr>
          <a:lstStyle/>
          <a:p>
            <a:r>
              <a:rPr lang="zh-CN" altLang="en-US"/>
              <a:t>课后习题</a:t>
            </a:r>
          </a:p>
        </p:txBody>
      </p:sp>
      <p:pic>
        <p:nvPicPr>
          <p:cNvPr id="5" name="图片 4">
            <a:extLst>
              <a:ext uri="{FF2B5EF4-FFF2-40B4-BE49-F238E27FC236}">
                <a16:creationId xmlns:a16="http://schemas.microsoft.com/office/drawing/2014/main" xmlns="" id="{5C735121-73AA-759B-6273-FCCA9DB724BD}"/>
              </a:ext>
            </a:extLst>
          </p:cNvPr>
          <p:cNvPicPr>
            <a:picLocks noChangeAspect="1"/>
          </p:cNvPicPr>
          <p:nvPr/>
        </p:nvPicPr>
        <p:blipFill>
          <a:blip r:embed="rId4"/>
          <a:srcRect l="30156" t="8148" r="27396" b="4259"/>
          <a:stretch/>
        </p:blipFill>
        <p:spPr>
          <a:xfrm>
            <a:off x="3454400" y="866255"/>
            <a:ext cx="5030725" cy="5839345"/>
          </a:xfrm>
          <a:prstGeom prst="rect">
            <a:avLst/>
          </a:prstGeom>
        </p:spPr>
      </p:pic>
    </p:spTree>
    <p:custDataLst>
      <p:tags r:id="rId1"/>
    </p:custDataLst>
    <p:extLst>
      <p:ext uri="{BB962C8B-B14F-4D97-AF65-F5344CB8AC3E}">
        <p14:creationId xmlns:p14="http://schemas.microsoft.com/office/powerpoint/2010/main" xmlns="" val="390703485"/>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cSld>
  <p:clrMapOvr>
    <a:masterClrMapping/>
  </p:clrMapOvr>
  <mc:AlternateContent xmlns:mc="http://schemas.openxmlformats.org/markup-compatibility/2006">
    <mc:Choice xmlns:p14="http://schemas.microsoft.com/office/powerpoint/2010/main" xmlns="" Requires="p14">
      <p:transition>
        <p:fade/>
      </p:transition>
    </mc:Choice>
    <mc:Fallback>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PRESENTATION_SOURCE" val="WPPAIGeneratePPT"/>
</p:tagLst>
</file>

<file path=ppt/tags/tag2.xml><?xml version="1.0" encoding="utf-8"?>
<p:tagLst xmlns:a="http://schemas.openxmlformats.org/drawingml/2006/main" xmlns:r="http://schemas.openxmlformats.org/officeDocument/2006/relationships" xmlns:p="http://schemas.openxmlformats.org/presentationml/2006/main">
  <p:tag name="KSO_WM_SLIDE_TYPE" val="title"/>
  <p:tag name="KSO_WM_TEMPLATE_SUBCATEGORY" val="29"/>
  <p:tag name="KSO_WM_TEMPLATE_COLOR_TYPE" val="0"/>
  <p:tag name="KSO_WM_TAG_VERSION" val="3.0"/>
  <p:tag name="KSO_WM_SLIDE_SUBTYPE" val="pureTxt"/>
  <p:tag name="KSO_WM_SLIDE_ITEM_CNT" val="0"/>
  <p:tag name="KSO_WM_TEMPLATE_THUMBS_INDEX" val="1、9"/>
  <p:tag name="KSO_WM_BEAUTIFY_FLAG" val="#wm#"/>
  <p:tag name="KSO_WM_TEMPLATE_INDEX" val="20235971"/>
  <p:tag name="KSO_WM_TEMPLATE_CATEGORY" val="custom"/>
  <p:tag name="KSO_WM_SLIDE_INDEX" val="1"/>
  <p:tag name="KSO_WM_SLIDE_ID" val="custom20235971_1"/>
  <p:tag name="KSO_WM_TEMPLATE_MASTER_TYPE" val="0"/>
  <p:tag name="KSO_WM_SLIDE_LAYOUT" val="a_f"/>
  <p:tag name="KSO_WM_SLIDE_LAYOUT_CNT" val="1_2"/>
</p:tagLst>
</file>

<file path=ppt/tags/tag3.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ID" val="custom20235971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71"/>
  <p:tag name="KSO_WM_TEMPLATE_CATEGORY" val="custom"/>
  <p:tag name="KSO_WM_UNIT_ISCONTENTSTITLE" val="0"/>
  <p:tag name="KSO_WM_UNIT_PRESET_TEXT" val="单击此处&#10;添加文档标题"/>
  <p:tag name="KSO_WM_UNIT_TEXT_TYPE" val="1"/>
</p:tagLst>
</file>

<file path=ppt/tags/tag4.xml><?xml version="1.0" encoding="utf-8"?>
<p:tagLst xmlns:a="http://schemas.openxmlformats.org/drawingml/2006/main" xmlns:r="http://schemas.openxmlformats.org/officeDocument/2006/relationships" xmlns:p="http://schemas.openxmlformats.org/presentationml/2006/main">
  <p:tag name="KSO_WM_SLIDE_TYPE" val="contents"/>
  <p:tag name="KSO_WM_TEMPLATE_SUBCATEGORY" val="29"/>
  <p:tag name="KSO_WM_TEMPLATE_COLOR_TYPE" val="0"/>
  <p:tag name="KSO_WM_TAG_VERSION" val="3.0"/>
  <p:tag name="KSO_WM_SLIDE_SUBTYPE" val="diag"/>
  <p:tag name="KSO_WM_SLIDE_ITEM_CNT" val="4"/>
  <p:tag name="KSO_WM_DIAGRAM_GROUP_CODE" val="l1-1"/>
  <p:tag name="KSO_WM_BEAUTIFY_FLAG" val="#wm#"/>
  <p:tag name="KSO_WM_TEMPLATE_INDEX" val="20235971"/>
  <p:tag name="KSO_WM_TEMPLATE_CATEGORY" val="custom"/>
  <p:tag name="KSO_WM_SLIDE_INDEX" val="4"/>
  <p:tag name="KSO_WM_SLIDE_ID" val="custom20235971_4"/>
  <p:tag name="KSO_WM_TEMPLATE_MASTER_TYPE" val="0"/>
  <p:tag name="KSO_WM_SLIDE_LAYOUT" val="a_l"/>
  <p:tag name="KSO_WM_SLIDE_LAYOUT_CNT" val="1_1"/>
  <p:tag name="KSO_WM_SLIDE_DIAGTYPE" val="l"/>
</p:tagLst>
</file>

<file path=ppt/tags/tag5.xml><?xml version="1.0" encoding="utf-8"?>
<p:tagLst xmlns:a="http://schemas.openxmlformats.org/drawingml/2006/main" xmlns:r="http://schemas.openxmlformats.org/officeDocument/2006/relationships" xmlns:p="http://schemas.openxmlformats.org/presentationml/2006/main">
  <p:tag name="KSO_WM_UNIT_TYPE" val="l_h_i"/>
  <p:tag name="KSO_WM_UNIT_INDEX" val="1_1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71_6*l_h_i*1_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71"/>
  <p:tag name="KSO_WM_TEMPLATE_CATEGORY" val="custom"/>
  <p:tag name="KSO_WM_DIAGRAM_MAX_ITEMCNT" val="6"/>
  <p:tag name="KSO_WM_DIAGRAM_MIN_ITEMCNT" val="2"/>
  <p:tag name="KSO_WM_DIAGRAM_VIRTUALLY_FRAME" val="{&quot;height&quot;:278.6197509765625,&quot;width&quot;:823.1170654296875}"/>
  <p:tag name="KSO_WM_DIAGRAM_COLOR_MATCH_VALUE" val="{&quot;shape&quot;:{&quot;fill&quot;:{&quot;solid&quot;:{&quot;brightness&quot;:0,&quot;colorType&quot;:1,&quot;foreColorIndex&quot;:5,&quot;transparency&quot;:0.8500000238418579},&quot;type&quot;:1},&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TYPE" val="1"/>
  <p:tag name="KSO_WM_UNIT_LINE_FORE_SCHEMECOLOR_INDEX" val="5"/>
  <p:tag name="KSO_WM_UNIT_LINE_FILL_TYPE" val="2"/>
  <p:tag name="KSO_WM_UNIT_TEXT_FILL_FORE_SCHEMECOLOR_INDEX" val="14"/>
  <p:tag name="KSO_WM_UNIT_TEXT_FILL_TYPE" val="1"/>
  <p:tag name="KSO_WM_UNIT_USESOURCEFORMAT_APPLY" val="0"/>
</p:tagLst>
</file>

<file path=ppt/tags/tag6.xml><?xml version="1.0" encoding="utf-8"?>
<p:tagLst xmlns:a="http://schemas.openxmlformats.org/drawingml/2006/main" xmlns:r="http://schemas.openxmlformats.org/officeDocument/2006/relationships" xmlns:p="http://schemas.openxmlformats.org/presentationml/2006/main">
  <p:tag name="KSO_WM_UNIT_TYPE" val="l_h_i"/>
  <p:tag name="KSO_WM_UNIT_INDEX" val="1_1_2"/>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71_6*l_h_i*1_1_2"/>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71"/>
  <p:tag name="KSO_WM_TEMPLATE_CATEGORY" val="custom"/>
  <p:tag name="KSO_WM_DIAGRAM_MAX_ITEMCNT" val="6"/>
  <p:tag name="KSO_WM_DIAGRAM_MIN_ITEMCNT" val="2"/>
  <p:tag name="KSO_WM_DIAGRAM_VIRTUALLY_FRAME" val="{&quot;height&quot;:278.6197509765625,&quot;width&quot;:823.1170654296875}"/>
  <p:tag name="KSO_WM_DIAGRAM_COLOR_MATCH_VALUE" val="{&quot;shape&quot;:{&quot;fill&quot;:{&quot;type&quot;:0},&quot;glow&quot;:{&quot;colorType&quot;:0},&quot;line&quot;:{&quot;solidLine&quot;:{&quot;brightness&quot;:0.6000000238418579,&quot;colorType&quot;:1,&quot;foreColorIndex&quot;:5,&quot;transparency&quot;:0.20000000298023224},&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LINE_FILL_TYPE" val="2"/>
  <p:tag name="KSO_WM_UNIT_USESOURCEFORMAT_APPLY" val="0"/>
</p:tagLst>
</file>

<file path=ppt/tags/tag7.xml><?xml version="1.0" encoding="utf-8"?>
<p:tagLst xmlns:a="http://schemas.openxmlformats.org/drawingml/2006/main" xmlns:r="http://schemas.openxmlformats.org/officeDocument/2006/relationships" xmlns:p="http://schemas.openxmlformats.org/presentationml/2006/main">
  <p:tag name="KSO_WM_UNIT_TYPE" val="l_h_f"/>
  <p:tag name="KSO_WM_UNIT_INDEX" val="1_1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71_6*l_h_f*1_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71"/>
  <p:tag name="KSO_WM_TEMPLATE_CATEGORY" val="custom"/>
  <p:tag name="KSO_WM_UNIT_SUBTYPE" val="a"/>
  <p:tag name="KSO_WM_DIAGRAM_MAX_ITEMCNT" val="6"/>
  <p:tag name="KSO_WM_DIAGRAM_MIN_ITEMCNT" val="2"/>
  <p:tag name="KSO_WM_DIAGRAM_VIRTUALLY_FRAME" val="{&quot;height&quot;:278.6197509765625,&quot;width&quot;:823.117065429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目录项标题"/>
  <p:tag name="KSO_WM_UNIT_TEXT_TYPE" val="1"/>
  <p:tag name="KSO_WM_UNIT_TEXT_FILL_FORE_SCHEMECOLOR_INDEX" val="15"/>
  <p:tag name="KSO_WM_UNIT_TEXT_FILL_TYPE" val="1"/>
  <p:tag name="KSO_WM_UNIT_USESOURCEFORMAT_APPLY" val="0"/>
</p:tagLst>
</file>

<file path=ppt/tags/tag8.xml><?xml version="1.0" encoding="utf-8"?>
<p:tagLst xmlns:a="http://schemas.openxmlformats.org/drawingml/2006/main" xmlns:r="http://schemas.openxmlformats.org/officeDocument/2006/relationships" xmlns:p="http://schemas.openxmlformats.org/presentationml/2006/main">
  <p:tag name="KSO_WM_UNIT_TYPE" val="l_h_i"/>
  <p:tag name="KSO_WM_UNIT_SUBTYPE" val="d"/>
  <p:tag name="KSO_WM_UNIT_INDEX" val="1_1_3"/>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71_6*l_h_i*1_1_3"/>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71"/>
  <p:tag name="KSO_WM_TEMPLATE_CATEGORY" val="custom"/>
  <p:tag name="KSO_WM_DIAGRAM_MAX_ITEMCNT" val="6"/>
  <p:tag name="KSO_WM_DIAGRAM_MIN_ITEMCNT" val="2"/>
  <p:tag name="KSO_WM_DIAGRAM_VIRTUALLY_FRAME" val="{&quot;height&quot;:278.6197509765625,&quot;width&quot;:823.117065429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1899999976158142,&quot;transparency&quot;:0},{&quot;brightness&quot;:0,&quot;colorType&quot;:1,&quot;foreColorIndex&quot;:6,&quot;pos&quot;:0.7400000095367432,&quot;transparency&quot;:0}],&quot;type&quot;:3},&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USESOURCEFORMAT_APPLY" val="0"/>
</p:tagLst>
</file>

<file path=ppt/tags/tag9.xml><?xml version="1.0" encoding="utf-8"?>
<p:tagLst xmlns:a="http://schemas.openxmlformats.org/drawingml/2006/main" xmlns:r="http://schemas.openxmlformats.org/officeDocument/2006/relationships" xmlns:p="http://schemas.openxmlformats.org/presentationml/2006/main">
  <p:tag name="KSO_WM_UNIT_TYPE" val="l_h_i"/>
  <p:tag name="KSO_WM_UNIT_INDEX" val="1_1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71_6*l_h_i*1_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71"/>
  <p:tag name="KSO_WM_TEMPLATE_CATEGORY" val="custom"/>
  <p:tag name="KSO_WM_DIAGRAM_MAX_ITEMCNT" val="6"/>
  <p:tag name="KSO_WM_DIAGRAM_MIN_ITEMCNT" val="2"/>
  <p:tag name="KSO_WM_DIAGRAM_VIRTUALLY_FRAME" val="{&quot;height&quot;:278.6197509765625,&quot;width&quot;:823.1170654296875}"/>
  <p:tag name="KSO_WM_DIAGRAM_COLOR_MATCH_VALUE" val="{&quot;shape&quot;:{&quot;fill&quot;:{&quot;solid&quot;:{&quot;brightness&quot;:0,&quot;colorType&quot;:1,&quot;foreColorIndex&quot;:5,&quot;transparency&quot;:0.8500000238418579},&quot;type&quot;:1},&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TYPE" val="1"/>
  <p:tag name="KSO_WM_UNIT_LINE_FORE_SCHEMECOLOR_INDEX" val="5"/>
  <p:tag name="KSO_WM_UNIT_LINE_FILL_TYPE" val="2"/>
  <p:tag name="KSO_WM_UNIT_TEXT_FILL_FORE_SCHEMECOLOR_INDEX" val="14"/>
  <p:tag name="KSO_WM_UNIT_TEXT_FILL_TYPE" val="1"/>
  <p:tag name="KSO_WM_UNIT_USESOURCEFORMAT_APPLY" val="0"/>
</p:tagLst>
</file>

<file path=ppt/tags/tag10.xml><?xml version="1.0" encoding="utf-8"?>
<p:tagLst xmlns:a="http://schemas.openxmlformats.org/drawingml/2006/main" xmlns:r="http://schemas.openxmlformats.org/officeDocument/2006/relationships" xmlns:p="http://schemas.openxmlformats.org/presentationml/2006/main">
  <p:tag name="KSO_WM_UNIT_TYPE" val="l_h_i"/>
  <p:tag name="KSO_WM_UNIT_INDEX" val="1_1_2"/>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71_6*l_h_i*1_1_2"/>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71"/>
  <p:tag name="KSO_WM_TEMPLATE_CATEGORY" val="custom"/>
  <p:tag name="KSO_WM_DIAGRAM_MAX_ITEMCNT" val="6"/>
  <p:tag name="KSO_WM_DIAGRAM_MIN_ITEMCNT" val="2"/>
  <p:tag name="KSO_WM_DIAGRAM_VIRTUALLY_FRAME" val="{&quot;height&quot;:278.6197509765625,&quot;width&quot;:823.1170654296875}"/>
  <p:tag name="KSO_WM_DIAGRAM_COLOR_MATCH_VALUE" val="{&quot;shape&quot;:{&quot;fill&quot;:{&quot;type&quot;:0},&quot;glow&quot;:{&quot;colorType&quot;:0},&quot;line&quot;:{&quot;solidLine&quot;:{&quot;brightness&quot;:0.6000000238418579,&quot;colorType&quot;:1,&quot;foreColorIndex&quot;:5,&quot;transparency&quot;:0.20000000298023224},&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LINE_FILL_TYPE" val="2"/>
  <p:tag name="KSO_WM_UNIT_USESOURCEFORMAT_APPLY" val="0"/>
</p:tagLst>
</file>

<file path=ppt/tags/tag11.xml><?xml version="1.0" encoding="utf-8"?>
<p:tagLst xmlns:a="http://schemas.openxmlformats.org/drawingml/2006/main" xmlns:r="http://schemas.openxmlformats.org/officeDocument/2006/relationships" xmlns:p="http://schemas.openxmlformats.org/presentationml/2006/main">
  <p:tag name="KSO_WM_UNIT_TYPE" val="l_h_f"/>
  <p:tag name="KSO_WM_UNIT_INDEX" val="1_1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71_6*l_h_f*1_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71"/>
  <p:tag name="KSO_WM_TEMPLATE_CATEGORY" val="custom"/>
  <p:tag name="KSO_WM_UNIT_SUBTYPE" val="a"/>
  <p:tag name="KSO_WM_DIAGRAM_MAX_ITEMCNT" val="6"/>
  <p:tag name="KSO_WM_DIAGRAM_MIN_ITEMCNT" val="2"/>
  <p:tag name="KSO_WM_DIAGRAM_VIRTUALLY_FRAME" val="{&quot;height&quot;:278.6197509765625,&quot;width&quot;:823.117065429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目录项标题"/>
  <p:tag name="KSO_WM_UNIT_TEXT_TYPE" val="1"/>
  <p:tag name="KSO_WM_UNIT_TEXT_FILL_FORE_SCHEMECOLOR_INDEX" val="15"/>
  <p:tag name="KSO_WM_UNIT_TEXT_FILL_TYPE" val="1"/>
  <p:tag name="KSO_WM_UNIT_USESOURCEFORMAT_APPLY" val="0"/>
</p:tagLst>
</file>

<file path=ppt/tags/tag12.xml><?xml version="1.0" encoding="utf-8"?>
<p:tagLst xmlns:a="http://schemas.openxmlformats.org/drawingml/2006/main" xmlns:r="http://schemas.openxmlformats.org/officeDocument/2006/relationships" xmlns:p="http://schemas.openxmlformats.org/presentationml/2006/main">
  <p:tag name="KSO_WM_UNIT_TYPE" val="l_h_i"/>
  <p:tag name="KSO_WM_UNIT_SUBTYPE" val="d"/>
  <p:tag name="KSO_WM_UNIT_INDEX" val="1_1_3"/>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71_6*l_h_i*1_1_3"/>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71"/>
  <p:tag name="KSO_WM_TEMPLATE_CATEGORY" val="custom"/>
  <p:tag name="KSO_WM_DIAGRAM_MAX_ITEMCNT" val="6"/>
  <p:tag name="KSO_WM_DIAGRAM_MIN_ITEMCNT" val="2"/>
  <p:tag name="KSO_WM_DIAGRAM_VIRTUALLY_FRAME" val="{&quot;height&quot;:278.6197509765625,&quot;width&quot;:823.117065429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1899999976158142,&quot;transparency&quot;:0},{&quot;brightness&quot;:0,&quot;colorType&quot;:1,&quot;foreColorIndex&quot;:6,&quot;pos&quot;:0.7400000095367432,&quot;transparency&quot;:0}],&quot;type&quot;:3},&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USESOURCEFORMAT_APPLY" val="0"/>
</p:tagLst>
</file>

<file path=ppt/tags/tag13.xml><?xml version="1.0" encoding="utf-8"?>
<p:tagLst xmlns:a="http://schemas.openxmlformats.org/drawingml/2006/main" xmlns:r="http://schemas.openxmlformats.org/officeDocument/2006/relationships" xmlns:p="http://schemas.openxmlformats.org/presentationml/2006/main">
  <p:tag name="KSO_WM_UNIT_TYPE" val="l_h_i"/>
  <p:tag name="KSO_WM_UNIT_INDEX" val="1_1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71_6*l_h_i*1_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71"/>
  <p:tag name="KSO_WM_TEMPLATE_CATEGORY" val="custom"/>
  <p:tag name="KSO_WM_DIAGRAM_MAX_ITEMCNT" val="6"/>
  <p:tag name="KSO_WM_DIAGRAM_MIN_ITEMCNT" val="2"/>
  <p:tag name="KSO_WM_DIAGRAM_VIRTUALLY_FRAME" val="{&quot;height&quot;:278.6197509765625,&quot;width&quot;:823.1170654296875}"/>
  <p:tag name="KSO_WM_DIAGRAM_COLOR_MATCH_VALUE" val="{&quot;shape&quot;:{&quot;fill&quot;:{&quot;solid&quot;:{&quot;brightness&quot;:0,&quot;colorType&quot;:1,&quot;foreColorIndex&quot;:5,&quot;transparency&quot;:0.8500000238418579},&quot;type&quot;:1},&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TYPE" val="1"/>
  <p:tag name="KSO_WM_UNIT_LINE_FORE_SCHEMECOLOR_INDEX" val="5"/>
  <p:tag name="KSO_WM_UNIT_LINE_FILL_TYPE" val="2"/>
  <p:tag name="KSO_WM_UNIT_TEXT_FILL_FORE_SCHEMECOLOR_INDEX" val="14"/>
  <p:tag name="KSO_WM_UNIT_TEXT_FILL_TYPE" val="1"/>
  <p:tag name="KSO_WM_UNIT_USESOURCEFORMAT_APPLY" val="0"/>
</p:tagLst>
</file>

<file path=ppt/tags/tag14.xml><?xml version="1.0" encoding="utf-8"?>
<p:tagLst xmlns:a="http://schemas.openxmlformats.org/drawingml/2006/main" xmlns:r="http://schemas.openxmlformats.org/officeDocument/2006/relationships" xmlns:p="http://schemas.openxmlformats.org/presentationml/2006/main">
  <p:tag name="KSO_WM_UNIT_TYPE" val="l_h_i"/>
  <p:tag name="KSO_WM_UNIT_INDEX" val="1_1_2"/>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71_6*l_h_i*1_1_2"/>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71"/>
  <p:tag name="KSO_WM_TEMPLATE_CATEGORY" val="custom"/>
  <p:tag name="KSO_WM_DIAGRAM_MAX_ITEMCNT" val="6"/>
  <p:tag name="KSO_WM_DIAGRAM_MIN_ITEMCNT" val="2"/>
  <p:tag name="KSO_WM_DIAGRAM_VIRTUALLY_FRAME" val="{&quot;height&quot;:278.6197509765625,&quot;width&quot;:823.1170654296875}"/>
  <p:tag name="KSO_WM_DIAGRAM_COLOR_MATCH_VALUE" val="{&quot;shape&quot;:{&quot;fill&quot;:{&quot;type&quot;:0},&quot;glow&quot;:{&quot;colorType&quot;:0},&quot;line&quot;:{&quot;solidLine&quot;:{&quot;brightness&quot;:0.6000000238418579,&quot;colorType&quot;:1,&quot;foreColorIndex&quot;:5,&quot;transparency&quot;:0.20000000298023224},&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LINE_FILL_TYPE" val="2"/>
  <p:tag name="KSO_WM_UNIT_USESOURCEFORMAT_APPLY" val="0"/>
</p:tagLst>
</file>

<file path=ppt/tags/tag15.xml><?xml version="1.0" encoding="utf-8"?>
<p:tagLst xmlns:a="http://schemas.openxmlformats.org/drawingml/2006/main" xmlns:r="http://schemas.openxmlformats.org/officeDocument/2006/relationships" xmlns:p="http://schemas.openxmlformats.org/presentationml/2006/main">
  <p:tag name="KSO_WM_UNIT_TYPE" val="l_h_f"/>
  <p:tag name="KSO_WM_UNIT_INDEX" val="1_1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71_6*l_h_f*1_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71"/>
  <p:tag name="KSO_WM_TEMPLATE_CATEGORY" val="custom"/>
  <p:tag name="KSO_WM_UNIT_SUBTYPE" val="a"/>
  <p:tag name="KSO_WM_DIAGRAM_MAX_ITEMCNT" val="6"/>
  <p:tag name="KSO_WM_DIAGRAM_MIN_ITEMCNT" val="2"/>
  <p:tag name="KSO_WM_DIAGRAM_VIRTUALLY_FRAME" val="{&quot;height&quot;:278.6197509765625,&quot;width&quot;:823.117065429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目录项标题"/>
  <p:tag name="KSO_WM_UNIT_TEXT_TYPE" val="1"/>
  <p:tag name="KSO_WM_UNIT_TEXT_FILL_FORE_SCHEMECOLOR_INDEX" val="15"/>
  <p:tag name="KSO_WM_UNIT_TEXT_FILL_TYPE" val="1"/>
  <p:tag name="KSO_WM_UNIT_USESOURCEFORMAT_APPLY" val="0"/>
</p:tagLst>
</file>

<file path=ppt/tags/tag16.xml><?xml version="1.0" encoding="utf-8"?>
<p:tagLst xmlns:a="http://schemas.openxmlformats.org/drawingml/2006/main" xmlns:r="http://schemas.openxmlformats.org/officeDocument/2006/relationships" xmlns:p="http://schemas.openxmlformats.org/presentationml/2006/main">
  <p:tag name="KSO_WM_UNIT_TYPE" val="l_h_i"/>
  <p:tag name="KSO_WM_UNIT_SUBTYPE" val="d"/>
  <p:tag name="KSO_WM_UNIT_INDEX" val="1_1_3"/>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71_6*l_h_i*1_1_3"/>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71"/>
  <p:tag name="KSO_WM_TEMPLATE_CATEGORY" val="custom"/>
  <p:tag name="KSO_WM_DIAGRAM_MAX_ITEMCNT" val="6"/>
  <p:tag name="KSO_WM_DIAGRAM_MIN_ITEMCNT" val="2"/>
  <p:tag name="KSO_WM_DIAGRAM_VIRTUALLY_FRAME" val="{&quot;height&quot;:278.6197509765625,&quot;width&quot;:823.117065429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1899999976158142,&quot;transparency&quot;:0},{&quot;brightness&quot;:0,&quot;colorType&quot;:1,&quot;foreColorIndex&quot;:6,&quot;pos&quot;:0.7400000095367432,&quot;transparency&quot;:0}],&quot;type&quot;:3},&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USESOURCEFORMAT_APPLY" val="0"/>
</p:tagLst>
</file>

<file path=ppt/tags/tag17.xml><?xml version="1.0" encoding="utf-8"?>
<p:tagLst xmlns:a="http://schemas.openxmlformats.org/drawingml/2006/main" xmlns:r="http://schemas.openxmlformats.org/officeDocument/2006/relationships" xmlns:p="http://schemas.openxmlformats.org/presentationml/2006/main">
  <p:tag name="KSO_WM_UNIT_TYPE" val="l_h_i"/>
  <p:tag name="KSO_WM_UNIT_INDEX" val="1_1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71_6*l_h_i*1_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71"/>
  <p:tag name="KSO_WM_TEMPLATE_CATEGORY" val="custom"/>
  <p:tag name="KSO_WM_DIAGRAM_MAX_ITEMCNT" val="6"/>
  <p:tag name="KSO_WM_DIAGRAM_MIN_ITEMCNT" val="2"/>
  <p:tag name="KSO_WM_DIAGRAM_VIRTUALLY_FRAME" val="{&quot;height&quot;:278.6197509765625,&quot;width&quot;:823.1170654296875}"/>
  <p:tag name="KSO_WM_DIAGRAM_COLOR_MATCH_VALUE" val="{&quot;shape&quot;:{&quot;fill&quot;:{&quot;solid&quot;:{&quot;brightness&quot;:0,&quot;colorType&quot;:1,&quot;foreColorIndex&quot;:5,&quot;transparency&quot;:0.8500000238418579},&quot;type&quot;:1},&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TYPE" val="1"/>
  <p:tag name="KSO_WM_UNIT_LINE_FORE_SCHEMECOLOR_INDEX" val="5"/>
  <p:tag name="KSO_WM_UNIT_LINE_FILL_TYPE" val="2"/>
  <p:tag name="KSO_WM_UNIT_TEXT_FILL_FORE_SCHEMECOLOR_INDEX" val="14"/>
  <p:tag name="KSO_WM_UNIT_TEXT_FILL_TYPE" val="1"/>
  <p:tag name="KSO_WM_UNIT_USESOURCEFORMAT_APPLY" val="0"/>
</p:tagLst>
</file>

<file path=ppt/tags/tag18.xml><?xml version="1.0" encoding="utf-8"?>
<p:tagLst xmlns:a="http://schemas.openxmlformats.org/drawingml/2006/main" xmlns:r="http://schemas.openxmlformats.org/officeDocument/2006/relationships" xmlns:p="http://schemas.openxmlformats.org/presentationml/2006/main">
  <p:tag name="KSO_WM_UNIT_TYPE" val="l_h_i"/>
  <p:tag name="KSO_WM_UNIT_INDEX" val="1_1_2"/>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71_6*l_h_i*1_1_2"/>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71"/>
  <p:tag name="KSO_WM_TEMPLATE_CATEGORY" val="custom"/>
  <p:tag name="KSO_WM_DIAGRAM_MAX_ITEMCNT" val="6"/>
  <p:tag name="KSO_WM_DIAGRAM_MIN_ITEMCNT" val="2"/>
  <p:tag name="KSO_WM_DIAGRAM_VIRTUALLY_FRAME" val="{&quot;height&quot;:278.6197509765625,&quot;width&quot;:823.1170654296875}"/>
  <p:tag name="KSO_WM_DIAGRAM_COLOR_MATCH_VALUE" val="{&quot;shape&quot;:{&quot;fill&quot;:{&quot;type&quot;:0},&quot;glow&quot;:{&quot;colorType&quot;:0},&quot;line&quot;:{&quot;solidLine&quot;:{&quot;brightness&quot;:0.6000000238418579,&quot;colorType&quot;:1,&quot;foreColorIndex&quot;:5,&quot;transparency&quot;:0.20000000298023224},&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LINE_FILL_TYPE" val="2"/>
  <p:tag name="KSO_WM_UNIT_USESOURCEFORMAT_APPLY" val="0"/>
</p:tagLst>
</file>

<file path=ppt/tags/tag19.xml><?xml version="1.0" encoding="utf-8"?>
<p:tagLst xmlns:a="http://schemas.openxmlformats.org/drawingml/2006/main" xmlns:r="http://schemas.openxmlformats.org/officeDocument/2006/relationships" xmlns:p="http://schemas.openxmlformats.org/presentationml/2006/main">
  <p:tag name="KSO_WM_UNIT_TYPE" val="l_h_f"/>
  <p:tag name="KSO_WM_UNIT_INDEX" val="1_1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71_6*l_h_f*1_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71"/>
  <p:tag name="KSO_WM_TEMPLATE_CATEGORY" val="custom"/>
  <p:tag name="KSO_WM_UNIT_SUBTYPE" val="a"/>
  <p:tag name="KSO_WM_DIAGRAM_MAX_ITEMCNT" val="6"/>
  <p:tag name="KSO_WM_DIAGRAM_MIN_ITEMCNT" val="2"/>
  <p:tag name="KSO_WM_DIAGRAM_VIRTUALLY_FRAME" val="{&quot;height&quot;:278.6197509765625,&quot;width&quot;:823.117065429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目录项标题"/>
  <p:tag name="KSO_WM_UNIT_TEXT_TYPE" val="1"/>
  <p:tag name="KSO_WM_UNIT_TEXT_FILL_FORE_SCHEMECOLOR_INDEX" val="15"/>
  <p:tag name="KSO_WM_UNIT_TEXT_FILL_TYPE" val="1"/>
  <p:tag name="KSO_WM_UNIT_USESOURCEFORMAT_APPLY" val="0"/>
</p:tagLst>
</file>

<file path=ppt/tags/tag20.xml><?xml version="1.0" encoding="utf-8"?>
<p:tagLst xmlns:a="http://schemas.openxmlformats.org/drawingml/2006/main" xmlns:r="http://schemas.openxmlformats.org/officeDocument/2006/relationships" xmlns:p="http://schemas.openxmlformats.org/presentationml/2006/main">
  <p:tag name="KSO_WM_UNIT_TYPE" val="l_h_i"/>
  <p:tag name="KSO_WM_UNIT_SUBTYPE" val="d"/>
  <p:tag name="KSO_WM_UNIT_INDEX" val="1_1_3"/>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71_6*l_h_i*1_1_3"/>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71"/>
  <p:tag name="KSO_WM_TEMPLATE_CATEGORY" val="custom"/>
  <p:tag name="KSO_WM_DIAGRAM_MAX_ITEMCNT" val="6"/>
  <p:tag name="KSO_WM_DIAGRAM_MIN_ITEMCNT" val="2"/>
  <p:tag name="KSO_WM_DIAGRAM_VIRTUALLY_FRAME" val="{&quot;height&quot;:278.6197509765625,&quot;width&quot;:823.117065429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1899999976158142,&quot;transparency&quot;:0},{&quot;brightness&quot;:0,&quot;colorType&quot;:1,&quot;foreColorIndex&quot;:6,&quot;pos&quot;:0.7400000095367432,&quot;transparency&quot;:0}],&quot;type&quot;:3},&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USESOURCEFORMAT_APPLY" val="0"/>
</p:tagLst>
</file>

<file path=ppt/tags/tag21.xml><?xml version="1.0" encoding="utf-8"?>
<p:tagLst xmlns:a="http://schemas.openxmlformats.org/drawingml/2006/main" xmlns:r="http://schemas.openxmlformats.org/officeDocument/2006/relationships" xmlns:p="http://schemas.openxmlformats.org/presentationml/2006/main">
  <p:tag name="KSO_WM_UNIT_TYPE" val="l_h_i"/>
  <p:tag name="KSO_WM_UNIT_INDEX" val="1_1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71_6*l_h_i*1_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71"/>
  <p:tag name="KSO_WM_TEMPLATE_CATEGORY" val="custom"/>
  <p:tag name="KSO_WM_DIAGRAM_MAX_ITEMCNT" val="6"/>
  <p:tag name="KSO_WM_DIAGRAM_MIN_ITEMCNT" val="2"/>
  <p:tag name="KSO_WM_DIAGRAM_VIRTUALLY_FRAME" val="{&quot;height&quot;:278.6197509765625,&quot;width&quot;:823.1170654296875}"/>
  <p:tag name="KSO_WM_DIAGRAM_COLOR_MATCH_VALUE" val="{&quot;shape&quot;:{&quot;fill&quot;:{&quot;solid&quot;:{&quot;brightness&quot;:0,&quot;colorType&quot;:1,&quot;foreColorIndex&quot;:5,&quot;transparency&quot;:0.8500000238418579},&quot;type&quot;:1},&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TYPE" val="1"/>
  <p:tag name="KSO_WM_UNIT_LINE_FORE_SCHEMECOLOR_INDEX" val="5"/>
  <p:tag name="KSO_WM_UNIT_LINE_FILL_TYPE" val="2"/>
  <p:tag name="KSO_WM_UNIT_TEXT_FILL_FORE_SCHEMECOLOR_INDEX" val="14"/>
  <p:tag name="KSO_WM_UNIT_TEXT_FILL_TYPE" val="1"/>
  <p:tag name="KSO_WM_UNIT_USESOURCEFORMAT_APPLY" val="0"/>
</p:tagLst>
</file>

<file path=ppt/tags/tag22.xml><?xml version="1.0" encoding="utf-8"?>
<p:tagLst xmlns:a="http://schemas.openxmlformats.org/drawingml/2006/main" xmlns:r="http://schemas.openxmlformats.org/officeDocument/2006/relationships" xmlns:p="http://schemas.openxmlformats.org/presentationml/2006/main">
  <p:tag name="KSO_WM_UNIT_TYPE" val="l_h_i"/>
  <p:tag name="KSO_WM_UNIT_INDEX" val="1_1_2"/>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71_6*l_h_i*1_1_2"/>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71"/>
  <p:tag name="KSO_WM_TEMPLATE_CATEGORY" val="custom"/>
  <p:tag name="KSO_WM_DIAGRAM_MAX_ITEMCNT" val="6"/>
  <p:tag name="KSO_WM_DIAGRAM_MIN_ITEMCNT" val="2"/>
  <p:tag name="KSO_WM_DIAGRAM_VIRTUALLY_FRAME" val="{&quot;height&quot;:278.6197509765625,&quot;width&quot;:823.1170654296875}"/>
  <p:tag name="KSO_WM_DIAGRAM_COLOR_MATCH_VALUE" val="{&quot;shape&quot;:{&quot;fill&quot;:{&quot;type&quot;:0},&quot;glow&quot;:{&quot;colorType&quot;:0},&quot;line&quot;:{&quot;solidLine&quot;:{&quot;brightness&quot;:0.6000000238418579,&quot;colorType&quot;:1,&quot;foreColorIndex&quot;:5,&quot;transparency&quot;:0.20000000298023224},&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LINE_FILL_TYPE" val="2"/>
  <p:tag name="KSO_WM_UNIT_USESOURCEFORMAT_APPLY" val="0"/>
</p:tagLst>
</file>

<file path=ppt/tags/tag23.xml><?xml version="1.0" encoding="utf-8"?>
<p:tagLst xmlns:a="http://schemas.openxmlformats.org/drawingml/2006/main" xmlns:r="http://schemas.openxmlformats.org/officeDocument/2006/relationships" xmlns:p="http://schemas.openxmlformats.org/presentationml/2006/main">
  <p:tag name="KSO_WM_UNIT_TYPE" val="l_h_f"/>
  <p:tag name="KSO_WM_UNIT_INDEX" val="1_1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71_6*l_h_f*1_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71"/>
  <p:tag name="KSO_WM_TEMPLATE_CATEGORY" val="custom"/>
  <p:tag name="KSO_WM_UNIT_SUBTYPE" val="a"/>
  <p:tag name="KSO_WM_DIAGRAM_MAX_ITEMCNT" val="6"/>
  <p:tag name="KSO_WM_DIAGRAM_MIN_ITEMCNT" val="2"/>
  <p:tag name="KSO_WM_DIAGRAM_VIRTUALLY_FRAME" val="{&quot;height&quot;:278.6197509765625,&quot;width&quot;:823.117065429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目录项标题"/>
  <p:tag name="KSO_WM_UNIT_TEXT_TYPE" val="1"/>
  <p:tag name="KSO_WM_UNIT_TEXT_FILL_FORE_SCHEMECOLOR_INDEX" val="15"/>
  <p:tag name="KSO_WM_UNIT_TEXT_FILL_TYPE" val="1"/>
  <p:tag name="KSO_WM_UNIT_USESOURCEFORMAT_APPLY" val="0"/>
</p:tagLst>
</file>

<file path=ppt/tags/tag24.xml><?xml version="1.0" encoding="utf-8"?>
<p:tagLst xmlns:a="http://schemas.openxmlformats.org/drawingml/2006/main" xmlns:r="http://schemas.openxmlformats.org/officeDocument/2006/relationships" xmlns:p="http://schemas.openxmlformats.org/presentationml/2006/main">
  <p:tag name="KSO_WM_UNIT_TYPE" val="l_h_i"/>
  <p:tag name="KSO_WM_UNIT_SUBTYPE" val="d"/>
  <p:tag name="KSO_WM_UNIT_INDEX" val="1_1_3"/>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71_6*l_h_i*1_1_3"/>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71"/>
  <p:tag name="KSO_WM_TEMPLATE_CATEGORY" val="custom"/>
  <p:tag name="KSO_WM_DIAGRAM_MAX_ITEMCNT" val="6"/>
  <p:tag name="KSO_WM_DIAGRAM_MIN_ITEMCNT" val="2"/>
  <p:tag name="KSO_WM_DIAGRAM_VIRTUALLY_FRAME" val="{&quot;height&quot;:278.6197509765625,&quot;width&quot;:823.117065429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1899999976158142,&quot;transparency&quot;:0},{&quot;brightness&quot;:0,&quot;colorType&quot;:1,&quot;foreColorIndex&quot;:6,&quot;pos&quot;:0.7400000095367432,&quot;transparency&quot;:0}],&quot;type&quot;:3},&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USESOURCEFORMAT_APPLY" val="0"/>
</p:tagLst>
</file>

<file path=ppt/tags/tag25.xml><?xml version="1.0" encoding="utf-8"?>
<p:tagLst xmlns:a="http://schemas.openxmlformats.org/drawingml/2006/main" xmlns:r="http://schemas.openxmlformats.org/officeDocument/2006/relationships" xmlns:p="http://schemas.openxmlformats.org/presentationml/2006/main">
  <p:tag name="KSO_WM_UNIT_TYPE" val="l_h_i"/>
  <p:tag name="KSO_WM_UNIT_INDEX" val="1_1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71_6*l_h_i*1_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71"/>
  <p:tag name="KSO_WM_TEMPLATE_CATEGORY" val="custom"/>
  <p:tag name="KSO_WM_DIAGRAM_MAX_ITEMCNT" val="6"/>
  <p:tag name="KSO_WM_DIAGRAM_MIN_ITEMCNT" val="2"/>
  <p:tag name="KSO_WM_DIAGRAM_VIRTUALLY_FRAME" val="{&quot;height&quot;:278.6197509765625,&quot;width&quot;:823.1170654296875}"/>
  <p:tag name="KSO_WM_DIAGRAM_COLOR_MATCH_VALUE" val="{&quot;shape&quot;:{&quot;fill&quot;:{&quot;solid&quot;:{&quot;brightness&quot;:0,&quot;colorType&quot;:1,&quot;foreColorIndex&quot;:5,&quot;transparency&quot;:0.8500000238418579},&quot;type&quot;:1},&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TYPE" val="1"/>
  <p:tag name="KSO_WM_UNIT_LINE_FORE_SCHEMECOLOR_INDEX" val="5"/>
  <p:tag name="KSO_WM_UNIT_LINE_FILL_TYPE" val="2"/>
  <p:tag name="KSO_WM_UNIT_TEXT_FILL_FORE_SCHEMECOLOR_INDEX" val="14"/>
  <p:tag name="KSO_WM_UNIT_TEXT_FILL_TYPE" val="1"/>
  <p:tag name="KSO_WM_UNIT_USESOURCEFORMAT_APPLY" val="0"/>
</p:tagLst>
</file>

<file path=ppt/tags/tag26.xml><?xml version="1.0" encoding="utf-8"?>
<p:tagLst xmlns:a="http://schemas.openxmlformats.org/drawingml/2006/main" xmlns:r="http://schemas.openxmlformats.org/officeDocument/2006/relationships" xmlns:p="http://schemas.openxmlformats.org/presentationml/2006/main">
  <p:tag name="KSO_WM_UNIT_TYPE" val="l_h_i"/>
  <p:tag name="KSO_WM_UNIT_INDEX" val="1_1_2"/>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71_6*l_h_i*1_1_2"/>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71"/>
  <p:tag name="KSO_WM_TEMPLATE_CATEGORY" val="custom"/>
  <p:tag name="KSO_WM_DIAGRAM_MAX_ITEMCNT" val="6"/>
  <p:tag name="KSO_WM_DIAGRAM_MIN_ITEMCNT" val="2"/>
  <p:tag name="KSO_WM_DIAGRAM_VIRTUALLY_FRAME" val="{&quot;height&quot;:278.6197509765625,&quot;width&quot;:823.1170654296875}"/>
  <p:tag name="KSO_WM_DIAGRAM_COLOR_MATCH_VALUE" val="{&quot;shape&quot;:{&quot;fill&quot;:{&quot;type&quot;:0},&quot;glow&quot;:{&quot;colorType&quot;:0},&quot;line&quot;:{&quot;solidLine&quot;:{&quot;brightness&quot;:0.6000000238418579,&quot;colorType&quot;:1,&quot;foreColorIndex&quot;:5,&quot;transparency&quot;:0.20000000298023224},&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LINE_FILL_TYPE" val="2"/>
  <p:tag name="KSO_WM_UNIT_USESOURCEFORMAT_APPLY" val="0"/>
</p:tagLst>
</file>

<file path=ppt/tags/tag27.xml><?xml version="1.0" encoding="utf-8"?>
<p:tagLst xmlns:a="http://schemas.openxmlformats.org/drawingml/2006/main" xmlns:r="http://schemas.openxmlformats.org/officeDocument/2006/relationships" xmlns:p="http://schemas.openxmlformats.org/presentationml/2006/main">
  <p:tag name="KSO_WM_UNIT_TYPE" val="l_h_f"/>
  <p:tag name="KSO_WM_UNIT_INDEX" val="1_1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71_6*l_h_f*1_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71"/>
  <p:tag name="KSO_WM_TEMPLATE_CATEGORY" val="custom"/>
  <p:tag name="KSO_WM_UNIT_SUBTYPE" val="a"/>
  <p:tag name="KSO_WM_DIAGRAM_MAX_ITEMCNT" val="6"/>
  <p:tag name="KSO_WM_DIAGRAM_MIN_ITEMCNT" val="2"/>
  <p:tag name="KSO_WM_DIAGRAM_VIRTUALLY_FRAME" val="{&quot;height&quot;:278.6197509765625,&quot;width&quot;:823.117065429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目录项标题"/>
  <p:tag name="KSO_WM_UNIT_TEXT_TYPE" val="1"/>
  <p:tag name="KSO_WM_UNIT_TEXT_FILL_FORE_SCHEMECOLOR_INDEX" val="15"/>
  <p:tag name="KSO_WM_UNIT_TEXT_FILL_TYPE" val="1"/>
  <p:tag name="KSO_WM_UNIT_USESOURCEFORMAT_APPLY" val="0"/>
</p:tagLst>
</file>

<file path=ppt/tags/tag28.xml><?xml version="1.0" encoding="utf-8"?>
<p:tagLst xmlns:a="http://schemas.openxmlformats.org/drawingml/2006/main" xmlns:r="http://schemas.openxmlformats.org/officeDocument/2006/relationships" xmlns:p="http://schemas.openxmlformats.org/presentationml/2006/main">
  <p:tag name="KSO_WM_UNIT_TYPE" val="l_h_i"/>
  <p:tag name="KSO_WM_UNIT_SUBTYPE" val="d"/>
  <p:tag name="KSO_WM_UNIT_INDEX" val="1_1_3"/>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71_6*l_h_i*1_1_3"/>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71"/>
  <p:tag name="KSO_WM_TEMPLATE_CATEGORY" val="custom"/>
  <p:tag name="KSO_WM_DIAGRAM_MAX_ITEMCNT" val="6"/>
  <p:tag name="KSO_WM_DIAGRAM_MIN_ITEMCNT" val="2"/>
  <p:tag name="KSO_WM_DIAGRAM_VIRTUALLY_FRAME" val="{&quot;height&quot;:278.6197509765625,&quot;width&quot;:823.117065429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1899999976158142,&quot;transparency&quot;:0},{&quot;brightness&quot;:0,&quot;colorType&quot;:1,&quot;foreColorIndex&quot;:6,&quot;pos&quot;:0.7400000095367432,&quot;transparency&quot;:0}],&quot;type&quot;:3},&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USESOURCEFORMAT_APPLY" val="0"/>
</p:tagLst>
</file>

<file path=ppt/tags/tag29.xml><?xml version="1.0" encoding="utf-8"?>
<p:tagLst xmlns:a="http://schemas.openxmlformats.org/drawingml/2006/main" xmlns:r="http://schemas.openxmlformats.org/officeDocument/2006/relationships"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5971"/>
  <p:tag name="KSO_WM_TEMPLATE_CATEGORY" val="custom"/>
  <p:tag name="KSO_WM_SLIDE_INDEX" val="7"/>
  <p:tag name="KSO_WM_SLIDE_ID" val="custom20235971_7"/>
  <p:tag name="KSO_WM_TEMPLATE_MASTER_TYPE" val="0"/>
  <p:tag name="KSO_WM_SLIDE_LAYOUT" val="a_e"/>
  <p:tag name="KSO_WM_SLIDE_LAYOUT_CNT" val="1_1"/>
</p:tagLst>
</file>

<file path=ppt/tags/tag30.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ID" val="custom20235971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71"/>
  <p:tag name="KSO_WM_TEMPLATE_CATEGORY" val="custom"/>
  <p:tag name="KSO_WM_UNIT_ISCONTENTSTITLE" val="0"/>
  <p:tag name="KSO_WM_UNIT_PRESET_TEXT" val="添加章节标题"/>
  <p:tag name="KSO_WM_UNIT_TEXT_TYPE" val="1"/>
</p:tagLst>
</file>

<file path=ppt/tags/tag31.xml><?xml version="1.0" encoding="utf-8"?>
<p:tagLst xmlns:a="http://schemas.openxmlformats.org/drawingml/2006/main" xmlns:r="http://schemas.openxmlformats.org/officeDocument/2006/relationships"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762.381*350"/>
  <p:tag name="KSO_WM_SLIDE_POSITION" val="143.5*104.267"/>
  <p:tag name="KSO_WM_SLIDE_LAYOUT" val="a_l"/>
  <p:tag name="KSO_WM_SLIDE_LAYOUT_CNT" val="1_1"/>
  <p:tag name="KSO_WM_SPECIAL_SOURCE" val="bdnull"/>
  <p:tag name="KSO_WM_DIAGRAM_GROUP_CODE" val="l1-1"/>
  <p:tag name="KSO_WM_SLIDE_DIAGTYPE" val="l"/>
  <p:tag name="KSO_WM_TEMPLATE_INDEX" val="20235971"/>
  <p:tag name="KSO_WM_TEMPLATE_SUBCATEGORY" val="0"/>
  <p:tag name="KSO_WM_SLIDE_INDEX" val="1"/>
  <p:tag name="KSO_WM_TAG_VERSION" val="3.0"/>
  <p:tag name="KSO_WM_SLIDE_ID" val="custom20233591_1"/>
  <p:tag name="KSO_WM_SLIDE_ITEM_CNT" val="2"/>
</p:tagLst>
</file>

<file path=ppt/tags/tag32.xml><?xml version="1.0" encoding="utf-8"?>
<p:tagLst xmlns:a="http://schemas.openxmlformats.org/drawingml/2006/main" xmlns:r="http://schemas.openxmlformats.org/officeDocument/2006/relationships" xmlns:p="http://schemas.openxmlformats.org/presentationml/2006/main">
  <p:tag name="KSO_WM_UNIT_VALUE" val="952*3384"/>
  <p:tag name="KSO_WM_UNIT_HIGHLIGHT" val="0"/>
  <p:tag name="KSO_WM_UNIT_COMPATIBLE" val="0"/>
  <p:tag name="KSO_WM_UNIT_DIAGRAM_ISNUMVISUAL" val="0"/>
  <p:tag name="KSO_WM_UNIT_DIAGRAM_ISREFERUNIT" val="0"/>
  <p:tag name="KSO_WM_UNIT_TYPE" val="d"/>
  <p:tag name="KSO_WM_UNIT_INDEX" val="1"/>
  <p:tag name="KSO_WM_UNIT_ID" val="custom20232484_1*d*1"/>
  <p:tag name="KSO_WM_TEMPLATE_CATEGORY" val="custom"/>
  <p:tag name="KSO_WM_TEMPLATE_INDEX" val="20232484"/>
  <p:tag name="KSO_WM_UNIT_LAYERLEVEL" val="1"/>
  <p:tag name="KSO_WM_TAG_VERSION" val="3.0"/>
  <p:tag name="KSO_WM_BEAUTIFY_FLAG" val="#wm#"/>
  <p:tag name="KSO_WM_DIAGRAM_GROUP_CODE" val="l1-1"/>
  <p:tag name="KSO_WM_UNIT_LINE_FORE_SCHEMECOLOR_INDEX" val="1"/>
  <p:tag name="KSO_WM_UNIT_LINE_FILL_TYPE" val="2"/>
  <p:tag name="KSO_WM_UNIT_USESOURCEFORMAT_APPLY" val="0"/>
  <p:tag name="KSO_WM_UNIT_PICTURE_SUBTYPE" val="a"/>
  <p:tag name="MH_PIC_SOURCE_TYPE" val="generate_slide_ai*{&quot;ai_type&quot;:&quot;generate_ppt&quot;,&quot;id&quot;:&quot;&quot;}*ai_ai_ai_v2.0.9_ONLINE*1744895582893_0.117_b54dcfb17d7f-slide-1"/>
  <p:tag name="KSO_WM_UNIT_FILL_FORE_SCHEMECOLOR_INDEX" val="5"/>
  <p:tag name="KSO_WM_UNIT_FILL_TYPE" val="1"/>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2484_1*i*1"/>
  <p:tag name="KSO_WM_TEMPLATE_CATEGORY" val="custom"/>
  <p:tag name="KSO_WM_TEMPLATE_INDEX" val="20232484"/>
  <p:tag name="KSO_WM_UNIT_LAYERLEVEL" val="1"/>
  <p:tag name="KSO_WM_TAG_VERSION" val="3.0"/>
  <p:tag name="KSO_WM_UNIT_FILL_FORE_SCHEMECOLOR_INDEX" val="2"/>
  <p:tag name="KSO_WM_UNIT_FILL_TYPE" val="1"/>
  <p:tag name="KSO_WM_UNIT_LINE_FORE_SCHEMECOLOR_INDEX" val="5"/>
  <p:tag name="KSO_WM_UNIT_LINE_FILL_TYPE" val="2"/>
  <p:tag name="KSO_WM_UNIT_SHADOW_SCHEMECOLOR_INDEX" val="5"/>
  <p:tag name="KSO_WM_UNIT_TEXT_FILL_FORE_SCHEMECOLOR_INDEX" val="13"/>
  <p:tag name="KSO_WM_UNIT_TEXT_FILL_TYPE" val="1"/>
  <p:tag name="KSO_WM_UNIT_USESOURCEFORMAT_APPLY" val="0"/>
</p:tagLst>
</file>

<file path=ppt/tags/tag34.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SUBTYPE" val="a"/>
  <p:tag name="KSO_WM_UNIT_NOCLEAR" val="0"/>
  <p:tag name="KSO_WM_UNIT_VALUE" val="138"/>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2476_3*l_h_f*1_1_1"/>
  <p:tag name="KSO_WM_TEMPLATE_CATEGORY" val="diagram"/>
  <p:tag name="KSO_WM_TEMPLATE_INDEX" val="20232476"/>
  <p:tag name="KSO_WM_UNIT_LAYERLEVEL" val="1_1_1"/>
  <p:tag name="KSO_WM_TAG_VERSION" val="3.0"/>
  <p:tag name="KSO_WM_BEAUTIFY_FLAG" val="#wm#"/>
  <p:tag name="KSO_WM_DIAGRAM_MAX_ITEMCNT" val="3"/>
  <p:tag name="KSO_WM_DIAGRAM_MIN_ITEMCNT" val="1"/>
  <p:tag name="KSO_WM_DIAGRAM_VIRTUALLY_FRAME" val="{&quot;height&quot;:132.14999389648438,&quot;width&quot;:74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000000&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TEXT_LAYER_COUNT" val="1"/>
  <p:tag name="KSO_WM_UNIT_PRESET_TEXT" val="单击此处输入你的项正文，请尽量言简意赅的阐述观点，单击此处输入你的项正文。"/>
  <p:tag name="KSO_WM_UNIT_USESOURCEFORMAT_APPLY" val="0"/>
</p:tagLst>
</file>

<file path=ppt/tags/tag35.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VALUE" val="41"/>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2476_3*l_h_a*1_1_1"/>
  <p:tag name="KSO_WM_TEMPLATE_CATEGORY" val="diagram"/>
  <p:tag name="KSO_WM_TEMPLATE_INDEX" val="20232476"/>
  <p:tag name="KSO_WM_UNIT_LAYERLEVEL" val="1_1_1"/>
  <p:tag name="KSO_WM_TAG_VERSION" val="3.0"/>
  <p:tag name="KSO_WM_BEAUTIFY_FLAG" val="#wm#"/>
  <p:tag name="KSO_WM_DIAGRAM_MAX_ITEMCNT" val="3"/>
  <p:tag name="KSO_WM_DIAGRAM_MIN_ITEMCNT" val="1"/>
  <p:tag name="KSO_WM_DIAGRAM_VIRTUALLY_FRAME" val="{&quot;height&quot;:132.14999389648438,&quot;width&quot;:74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此处添加项标题"/>
  <p:tag name="KSO_WM_UNIT_TEXT_FILL_FORE_SCHEMECOLOR_INDEX" val="1"/>
  <p:tag name="KSO_WM_UNIT_TEXT_FILL_TYPE" val="1"/>
  <p:tag name="KSO_WM_UNIT_USESOURCEFORMAT_APPLY" val="0"/>
</p:tagLst>
</file>

<file path=ppt/tags/tag36.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SUBTYPE" val="a"/>
  <p:tag name="KSO_WM_UNIT_NOCLEAR" val="0"/>
  <p:tag name="KSO_WM_UNIT_VALUE" val="138"/>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2476_3*l_h_f*1_3_1"/>
  <p:tag name="KSO_WM_TEMPLATE_CATEGORY" val="diagram"/>
  <p:tag name="KSO_WM_TEMPLATE_INDEX" val="20232476"/>
  <p:tag name="KSO_WM_UNIT_LAYERLEVEL" val="1_1_1"/>
  <p:tag name="KSO_WM_TAG_VERSION" val="3.0"/>
  <p:tag name="KSO_WM_BEAUTIFY_FLAG" val="#wm#"/>
  <p:tag name="KSO_WM_DIAGRAM_MAX_ITEMCNT" val="3"/>
  <p:tag name="KSO_WM_DIAGRAM_MIN_ITEMCNT" val="1"/>
  <p:tag name="KSO_WM_DIAGRAM_VIRTUALLY_FRAME" val="{&quot;height&quot;:132.14999389648438,&quot;width&quot;:74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000000&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TEXT_LAYER_COUNT" val="1"/>
  <p:tag name="KSO_WM_UNIT_PRESET_TEXT" val="单击此处输入你的项正文，请尽量言简意赅的阐述观点，单击此处输入你的项正文。"/>
  <p:tag name="KSO_WM_UNIT_USESOURCEFORMAT_APPLY" val="0"/>
</p:tagLst>
</file>

<file path=ppt/tags/tag37.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VALUE" val="41"/>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2476_3*l_h_a*1_3_1"/>
  <p:tag name="KSO_WM_TEMPLATE_CATEGORY" val="diagram"/>
  <p:tag name="KSO_WM_TEMPLATE_INDEX" val="20232476"/>
  <p:tag name="KSO_WM_UNIT_LAYERLEVEL" val="1_1_1"/>
  <p:tag name="KSO_WM_TAG_VERSION" val="3.0"/>
  <p:tag name="KSO_WM_BEAUTIFY_FLAG" val="#wm#"/>
  <p:tag name="KSO_WM_DIAGRAM_MAX_ITEMCNT" val="3"/>
  <p:tag name="KSO_WM_DIAGRAM_MIN_ITEMCNT" val="1"/>
  <p:tag name="KSO_WM_DIAGRAM_VIRTUALLY_FRAME" val="{&quot;height&quot;:132.14999389648438,&quot;width&quot;:74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此处添加项标题"/>
  <p:tag name="KSO_WM_UNIT_TEXT_FILL_FORE_SCHEMECOLOR_INDEX" val="1"/>
  <p:tag name="KSO_WM_UNIT_TEXT_FILL_TYPE" val="1"/>
  <p:tag name="KSO_WM_UNIT_USESOURCEFORMAT_APPLY" val="0"/>
</p:tagLst>
</file>

<file path=ppt/tags/tag38.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SUBTYPE" val="a"/>
  <p:tag name="KSO_WM_UNIT_NOCLEAR" val="0"/>
  <p:tag name="KSO_WM_UNIT_VALUE" val="138"/>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2476_3*l_h_f*1_2_1"/>
  <p:tag name="KSO_WM_TEMPLATE_CATEGORY" val="diagram"/>
  <p:tag name="KSO_WM_TEMPLATE_INDEX" val="20232476"/>
  <p:tag name="KSO_WM_UNIT_LAYERLEVEL" val="1_1_1"/>
  <p:tag name="KSO_WM_TAG_VERSION" val="3.0"/>
  <p:tag name="KSO_WM_BEAUTIFY_FLAG" val="#wm#"/>
  <p:tag name="KSO_WM_DIAGRAM_MAX_ITEMCNT" val="3"/>
  <p:tag name="KSO_WM_DIAGRAM_MIN_ITEMCNT" val="1"/>
  <p:tag name="KSO_WM_DIAGRAM_VIRTUALLY_FRAME" val="{&quot;height&quot;:132.14999389648438,&quot;width&quot;:74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000000&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TEXT_LAYER_COUNT" val="1"/>
  <p:tag name="KSO_WM_UNIT_PRESET_TEXT" val="单击此处输入你的项正文，请尽量言简意赅的阐述观点，单击此处输入你的项正文。"/>
  <p:tag name="KSO_WM_UNIT_USESOURCEFORMAT_APPLY" val="0"/>
</p:tagLst>
</file>

<file path=ppt/tags/tag39.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VALUE" val="41"/>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2476_3*l_h_a*1_2_1"/>
  <p:tag name="KSO_WM_TEMPLATE_CATEGORY" val="diagram"/>
  <p:tag name="KSO_WM_TEMPLATE_INDEX" val="20232476"/>
  <p:tag name="KSO_WM_UNIT_LAYERLEVEL" val="1_1_1"/>
  <p:tag name="KSO_WM_TAG_VERSION" val="3.0"/>
  <p:tag name="KSO_WM_BEAUTIFY_FLAG" val="#wm#"/>
  <p:tag name="KSO_WM_DIAGRAM_MAX_ITEMCNT" val="3"/>
  <p:tag name="KSO_WM_DIAGRAM_MIN_ITEMCNT" val="1"/>
  <p:tag name="KSO_WM_DIAGRAM_VIRTUALLY_FRAME" val="{&quot;height&quot;:132.14999389648438,&quot;width&quot;:74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此处添加项标题"/>
  <p:tag name="KSO_WM_UNIT_TEXT_FILL_FORE_SCHEMECOLOR_INDEX" val="1"/>
  <p:tag name="KSO_WM_UNIT_TEXT_FILL_TYPE" val="1"/>
  <p:tag name="KSO_WM_UNIT_USESOURCEFORMAT_APPLY" val="0"/>
</p:tagLst>
</file>

<file path=ppt/tags/tag40.xml><?xml version="1.0" encoding="utf-8"?>
<p:tagLst xmlns:a="http://schemas.openxmlformats.org/drawingml/2006/main" xmlns:r="http://schemas.openxmlformats.org/officeDocument/2006/relationships"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762.381*350"/>
  <p:tag name="KSO_WM_SLIDE_POSITION" val="143.5*104.267"/>
  <p:tag name="KSO_WM_SLIDE_LAYOUT" val="a_l"/>
  <p:tag name="KSO_WM_SLIDE_LAYOUT_CNT" val="1_1"/>
  <p:tag name="KSO_WM_SPECIAL_SOURCE" val="bdnull"/>
  <p:tag name="KSO_WM_DIAGRAM_GROUP_CODE" val="l1-1"/>
  <p:tag name="KSO_WM_SLIDE_DIAGTYPE" val="l"/>
  <p:tag name="KSO_WM_TEMPLATE_INDEX" val="20235971"/>
  <p:tag name="KSO_WM_TEMPLATE_SUBCATEGORY" val="0"/>
  <p:tag name="KSO_WM_SLIDE_INDEX" val="1"/>
  <p:tag name="KSO_WM_TAG_VERSION" val="3.0"/>
  <p:tag name="KSO_WM_SLIDE_ID" val="custom20233591_1"/>
  <p:tag name="KSO_WM_SLIDE_ITEM_CNT" val="2"/>
</p:tagLst>
</file>

<file path=ppt/tags/tag41.xml><?xml version="1.0" encoding="utf-8"?>
<p:tagLst xmlns:a="http://schemas.openxmlformats.org/drawingml/2006/main" xmlns:r="http://schemas.openxmlformats.org/officeDocument/2006/relationships"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762.381*350"/>
  <p:tag name="KSO_WM_SLIDE_POSITION" val="143.5*104.267"/>
  <p:tag name="KSO_WM_SLIDE_LAYOUT" val="a_l"/>
  <p:tag name="KSO_WM_SLIDE_LAYOUT_CNT" val="1_1"/>
  <p:tag name="KSO_WM_SPECIAL_SOURCE" val="bdnull"/>
  <p:tag name="KSO_WM_DIAGRAM_GROUP_CODE" val="l1-1"/>
  <p:tag name="KSO_WM_SLIDE_DIAGTYPE" val="l"/>
  <p:tag name="KSO_WM_TEMPLATE_INDEX" val="20235971"/>
  <p:tag name="KSO_WM_TEMPLATE_SUBCATEGORY" val="0"/>
  <p:tag name="KSO_WM_SLIDE_INDEX" val="1"/>
  <p:tag name="KSO_WM_TAG_VERSION" val="3.0"/>
  <p:tag name="KSO_WM_SLIDE_ID" val="custom20233591_1"/>
  <p:tag name="KSO_WM_SLIDE_ITEM_CNT" val="2"/>
</p:tagLst>
</file>

<file path=ppt/tags/tag42.xml><?xml version="1.0" encoding="utf-8"?>
<p:tagLst xmlns:a="http://schemas.openxmlformats.org/drawingml/2006/main" xmlns:r="http://schemas.openxmlformats.org/officeDocument/2006/relationships"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762.381*350"/>
  <p:tag name="KSO_WM_SLIDE_POSITION" val="143.5*104.267"/>
  <p:tag name="KSO_WM_SLIDE_LAYOUT" val="a_l"/>
  <p:tag name="KSO_WM_SLIDE_LAYOUT_CNT" val="1_1"/>
  <p:tag name="KSO_WM_SPECIAL_SOURCE" val="bdnull"/>
  <p:tag name="KSO_WM_DIAGRAM_GROUP_CODE" val="l1-1"/>
  <p:tag name="KSO_WM_SLIDE_DIAGTYPE" val="l"/>
  <p:tag name="KSO_WM_TEMPLATE_INDEX" val="20235971"/>
  <p:tag name="KSO_WM_TEMPLATE_SUBCATEGORY" val="0"/>
  <p:tag name="KSO_WM_SLIDE_INDEX" val="1"/>
  <p:tag name="KSO_WM_TAG_VERSION" val="3.0"/>
  <p:tag name="KSO_WM_SLIDE_ID" val="custom20233591_1"/>
  <p:tag name="KSO_WM_SLIDE_ITEM_CNT" val="2"/>
</p:tagLst>
</file>

<file path=ppt/tags/tag43.xml><?xml version="1.0" encoding="utf-8"?>
<p:tagLst xmlns:a="http://schemas.openxmlformats.org/drawingml/2006/main" xmlns:r="http://schemas.openxmlformats.org/officeDocument/2006/relationships"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5971"/>
  <p:tag name="KSO_WM_TEMPLATE_CATEGORY" val="custom"/>
  <p:tag name="KSO_WM_SLIDE_INDEX" val="7"/>
  <p:tag name="KSO_WM_SLIDE_ID" val="custom20235971_7"/>
  <p:tag name="KSO_WM_TEMPLATE_MASTER_TYPE" val="0"/>
  <p:tag name="KSO_WM_SLIDE_LAYOUT" val="a_e"/>
  <p:tag name="KSO_WM_SLIDE_LAYOUT_CNT" val="1_1"/>
</p:tagLst>
</file>

<file path=ppt/tags/tag44.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ID" val="custom20235971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71"/>
  <p:tag name="KSO_WM_TEMPLATE_CATEGORY" val="custom"/>
  <p:tag name="KSO_WM_UNIT_ISCONTENTSTITLE" val="0"/>
  <p:tag name="KSO_WM_UNIT_PRESET_TEXT" val="添加章节标题"/>
  <p:tag name="KSO_WM_UNIT_TEXT_TYPE" val="1"/>
</p:tagLst>
</file>

<file path=ppt/tags/tag45.xml><?xml version="1.0" encoding="utf-8"?>
<p:tagLst xmlns:a="http://schemas.openxmlformats.org/drawingml/2006/main" xmlns:r="http://schemas.openxmlformats.org/officeDocument/2006/relationships" xmlns:p="http://schemas.openxmlformats.org/presentationml/2006/main">
  <p:tag name="KSO_WM_SLIDE_ID" val="diagram20230968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custom"/>
  <p:tag name="KSO_WM_TEMPLATE_INDEX" val="20235971"/>
  <p:tag name="KSO_WM_SLIDE_TYPE" val="text"/>
  <p:tag name="KSO_WM_SLIDE_SUBTYPE" val="diag"/>
  <p:tag name="KSO_WM_SLIDE_SIZE" val="850.4*365.625"/>
  <p:tag name="KSO_WM_SLIDE_POSITION" val="54.8*111.5"/>
  <p:tag name="KSO_WM_SLIDE_LAYOUT" val="a_l"/>
  <p:tag name="KSO_WM_SLIDE_LAYOUT_CNT" val="1_1"/>
  <p:tag name="KSO_WM_SPECIAL_SOURCE" val="bdnull"/>
  <p:tag name="KSO_WM_DIAGRAM_GROUP_CODE" val="l1-1"/>
  <p:tag name="KSO_WM_SLIDE_DIAGTYPE" val="l"/>
</p:tagLst>
</file>

<file path=ppt/tags/tag4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0968_2*a*1"/>
  <p:tag name="KSO_WM_TEMPLATE_CATEGORY" val="diagram"/>
  <p:tag name="KSO_WM_TEMPLATE_INDEX" val="20230968"/>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5"/>
  <p:tag name="KSO_WM_UNIT_TEXT_FILL_TYPE" val="1"/>
  <p:tag name="KSO_WM_UNIT_USESOURCEFORMAT_APPLY" val="0"/>
</p:tagLst>
</file>

<file path=ppt/tags/tag47.xml><?xml version="1.0" encoding="utf-8"?>
<p:tagLst xmlns:a="http://schemas.openxmlformats.org/drawingml/2006/main" xmlns:r="http://schemas.openxmlformats.org/officeDocument/2006/relationships" xmlns:p="http://schemas.openxmlformats.org/presentationml/2006/main">
  <p:tag name="KSO_WM_SLIDE_ID" val="diagram20230968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custom"/>
  <p:tag name="KSO_WM_TEMPLATE_INDEX" val="20235971"/>
  <p:tag name="KSO_WM_SLIDE_TYPE" val="text"/>
  <p:tag name="KSO_WM_SLIDE_SUBTYPE" val="diag"/>
  <p:tag name="KSO_WM_SLIDE_SIZE" val="850.4*365.625"/>
  <p:tag name="KSO_WM_SLIDE_POSITION" val="54.8*111.5"/>
  <p:tag name="KSO_WM_SLIDE_LAYOUT" val="a_l"/>
  <p:tag name="KSO_WM_SLIDE_LAYOUT_CNT" val="1_1"/>
  <p:tag name="KSO_WM_SPECIAL_SOURCE" val="bdnull"/>
  <p:tag name="KSO_WM_DIAGRAM_GROUP_CODE" val="l1-1"/>
  <p:tag name="KSO_WM_SLIDE_DIAGTYPE" val="l"/>
</p:tagLst>
</file>

<file path=ppt/tags/tag4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0968_2*a*1"/>
  <p:tag name="KSO_WM_TEMPLATE_CATEGORY" val="diagram"/>
  <p:tag name="KSO_WM_TEMPLATE_INDEX" val="20230968"/>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5"/>
  <p:tag name="KSO_WM_UNIT_TEXT_FILL_TYPE" val="1"/>
  <p:tag name="KSO_WM_UNIT_USESOURCEFORMAT_APPLY" val="0"/>
</p:tagLst>
</file>

<file path=ppt/tags/tag49.xml><?xml version="1.0" encoding="utf-8"?>
<p:tagLst xmlns:a="http://schemas.openxmlformats.org/drawingml/2006/main" xmlns:r="http://schemas.openxmlformats.org/officeDocument/2006/relationships" xmlns:p="http://schemas.openxmlformats.org/presentationml/2006/main">
  <p:tag name="KSO_WM_SLIDE_ID" val="diagram20230968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custom"/>
  <p:tag name="KSO_WM_TEMPLATE_INDEX" val="20235971"/>
  <p:tag name="KSO_WM_SLIDE_TYPE" val="text"/>
  <p:tag name="KSO_WM_SLIDE_SUBTYPE" val="diag"/>
  <p:tag name="KSO_WM_SLIDE_SIZE" val="850.4*365.625"/>
  <p:tag name="KSO_WM_SLIDE_POSITION" val="54.8*111.5"/>
  <p:tag name="KSO_WM_SLIDE_LAYOUT" val="a_l"/>
  <p:tag name="KSO_WM_SLIDE_LAYOUT_CNT" val="1_1"/>
  <p:tag name="KSO_WM_SPECIAL_SOURCE" val="bdnull"/>
  <p:tag name="KSO_WM_DIAGRAM_GROUP_CODE" val="l1-1"/>
  <p:tag name="KSO_WM_SLIDE_DIAGTYPE" val="l"/>
</p:tagLst>
</file>

<file path=ppt/tags/tag5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0968_2*a*1"/>
  <p:tag name="KSO_WM_TEMPLATE_CATEGORY" val="diagram"/>
  <p:tag name="KSO_WM_TEMPLATE_INDEX" val="20230968"/>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5"/>
  <p:tag name="KSO_WM_UNIT_TEXT_FILL_TYPE" val="1"/>
  <p:tag name="KSO_WM_UNIT_USESOURCEFORMAT_APPLY" val="0"/>
</p:tagLst>
</file>

<file path=ppt/tags/tag51.xml><?xml version="1.0" encoding="utf-8"?>
<p:tagLst xmlns:a="http://schemas.openxmlformats.org/drawingml/2006/main" xmlns:r="http://schemas.openxmlformats.org/officeDocument/2006/relationships" xmlns:p="http://schemas.openxmlformats.org/presentationml/2006/main">
  <p:tag name="KSO_WM_SLIDE_ID" val="custom20234969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971"/>
  <p:tag name="KSO_WM_SLIDE_TYPE" val="text"/>
  <p:tag name="KSO_WM_SLIDE_SUBTYPE" val="picTxt"/>
  <p:tag name="KSO_WM_SLIDE_SIZE" val="864*458"/>
  <p:tag name="KSO_WM_SLIDE_POSITION" val="47*28"/>
  <p:tag name="KSO_WM_SLIDE_LAYOUT" val="a_f"/>
  <p:tag name="KSO_WM_SLIDE_LAYOUT_CNT" val="1_1"/>
  <p:tag name="KSO_WM_SPECIAL_SOURCE" val="bdnull"/>
</p:tagLst>
</file>

<file path=ppt/tags/tag5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4969_1*a*1"/>
  <p:tag name="KSO_WM_TEMPLATE_CATEGORY" val="custom"/>
  <p:tag name="KSO_WM_TEMPLATE_INDEX" val="20234969"/>
  <p:tag name="KSO_WM_UNIT_LAYERLEVEL" val="1"/>
  <p:tag name="KSO_WM_TAG_VERSION" val="3.0"/>
  <p:tag name="KSO_WM_BEAUTIFY_FLAG" val="#wm#"/>
  <p:tag name="KSO_WM_UNIT_TEXT_TYPE" val="1"/>
  <p:tag name="KSO_WM_UNIT_PRESET_TEXT" val="单击此处添加标题"/>
</p:tagLst>
</file>

<file path=ppt/tags/tag53.xml><?xml version="1.0" encoding="utf-8"?>
<p:tagLst xmlns:a="http://schemas.openxmlformats.org/drawingml/2006/main" xmlns:r="http://schemas.openxmlformats.org/officeDocument/2006/relationships" xmlns:p="http://schemas.openxmlformats.org/presentationml/2006/main">
  <p:tag name="KSO_WM_SLIDE_ID" val="custom20233220_1"/>
  <p:tag name="KSO_WM_TEMPLATE_SUBCATEGORY" val="0"/>
  <p:tag name="KSO_WM_TEMPLATE_MASTER_TYPE" val="0"/>
  <p:tag name="KSO_WM_TEMPLATE_COLOR_TYPE" val="0"/>
  <p:tag name="KSO_WM_SLIDE_ITEM_CNT" val="3"/>
  <p:tag name="KSO_WM_SLIDE_INDEX" val="1"/>
  <p:tag name="KSO_WM_TAG_VERSION" val="3.0"/>
  <p:tag name="KSO_WM_BEAUTIFY_FLAG" val="#wm#"/>
  <p:tag name="KSO_WM_TEMPLATE_CATEGORY" val="custom"/>
  <p:tag name="KSO_WM_TEMPLATE_INDEX" val="20235971"/>
  <p:tag name="KSO_WM_SLIDE_TYPE" val="text"/>
  <p:tag name="KSO_WM_SLIDE_SUBTYPE" val="picTxt"/>
  <p:tag name="KSO_WM_SLIDE_SIZE" val="541.7*156.75"/>
  <p:tag name="KSO_WM_SLIDE_POSITION" val="340.35*220.6"/>
  <p:tag name="KSO_WM_SLIDE_LAYOUT" val="a_d_l"/>
  <p:tag name="KSO_WM_SLIDE_LAYOUT_CNT" val="1_1_1"/>
  <p:tag name="KSO_WM_SPECIAL_SOURCE" val="bdnull"/>
  <p:tag name="KSO_WM_DIAGRAM_GROUP_CODE" val="l1-1"/>
  <p:tag name="KSO_WM_SLIDE_DIAGTYPE" val="l"/>
</p:tagLst>
</file>

<file path=ppt/tags/tag5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3220_1*a*1"/>
  <p:tag name="KSO_WM_TEMPLATE_CATEGORY" val="custom"/>
  <p:tag name="KSO_WM_TEMPLATE_INDEX" val="20233220"/>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5"/>
  <p:tag name="KSO_WM_UNIT_TEXT_FILL_TYPE" val="1"/>
  <p:tag name="KSO_WM_UNIT_USESOURCEFORMAT_APPLY" val="0"/>
</p:tagLst>
</file>

<file path=ppt/tags/tag55.xml><?xml version="1.0" encoding="utf-8"?>
<p:tagLst xmlns:a="http://schemas.openxmlformats.org/drawingml/2006/main" xmlns:r="http://schemas.openxmlformats.org/officeDocument/2006/relationships" xmlns:p="http://schemas.openxmlformats.org/presentationml/2006/main">
  <p:tag name="KSO_WM_SLIDE_ID" val="custom20233220_1"/>
  <p:tag name="KSO_WM_TEMPLATE_SUBCATEGORY" val="0"/>
  <p:tag name="KSO_WM_TEMPLATE_MASTER_TYPE" val="0"/>
  <p:tag name="KSO_WM_TEMPLATE_COLOR_TYPE" val="0"/>
  <p:tag name="KSO_WM_SLIDE_ITEM_CNT" val="3"/>
  <p:tag name="KSO_WM_SLIDE_INDEX" val="1"/>
  <p:tag name="KSO_WM_TAG_VERSION" val="3.0"/>
  <p:tag name="KSO_WM_BEAUTIFY_FLAG" val="#wm#"/>
  <p:tag name="KSO_WM_TEMPLATE_CATEGORY" val="custom"/>
  <p:tag name="KSO_WM_TEMPLATE_INDEX" val="20235971"/>
  <p:tag name="KSO_WM_SLIDE_TYPE" val="text"/>
  <p:tag name="KSO_WM_SLIDE_SUBTYPE" val="picTxt"/>
  <p:tag name="KSO_WM_SLIDE_SIZE" val="541.7*156.75"/>
  <p:tag name="KSO_WM_SLIDE_POSITION" val="340.35*220.6"/>
  <p:tag name="KSO_WM_SLIDE_LAYOUT" val="a_d_l"/>
  <p:tag name="KSO_WM_SLIDE_LAYOUT_CNT" val="1_1_1"/>
  <p:tag name="KSO_WM_SPECIAL_SOURCE" val="bdnull"/>
  <p:tag name="KSO_WM_DIAGRAM_GROUP_CODE" val="l1-1"/>
  <p:tag name="KSO_WM_SLIDE_DIAGTYPE" val="l"/>
</p:tagLst>
</file>

<file path=ppt/tags/tag5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3220_1*a*1"/>
  <p:tag name="KSO_WM_TEMPLATE_CATEGORY" val="custom"/>
  <p:tag name="KSO_WM_TEMPLATE_INDEX" val="20233220"/>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5"/>
  <p:tag name="KSO_WM_UNIT_TEXT_FILL_TYPE" val="1"/>
  <p:tag name="KSO_WM_UNIT_USESOURCEFORMAT_APPLY" val="0"/>
</p:tagLst>
</file>

<file path=ppt/tags/tag57.xml><?xml version="1.0" encoding="utf-8"?>
<p:tagLst xmlns:a="http://schemas.openxmlformats.org/drawingml/2006/main" xmlns:r="http://schemas.openxmlformats.org/officeDocument/2006/relationships" xmlns:p="http://schemas.openxmlformats.org/presentationml/2006/main">
  <p:tag name="KSO_WM_SLIDE_ID" val="diagram20233147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custom"/>
  <p:tag name="KSO_WM_TEMPLATE_INDEX" val="20235971"/>
  <p:tag name="KSO_WM_SLIDE_TYPE" val="text"/>
  <p:tag name="KSO_WM_SLIDE_SUBTYPE" val="diag"/>
  <p:tag name="KSO_WM_SLIDE_SIZE" val="812.941*336.878"/>
  <p:tag name="KSO_WM_SLIDE_POSITION" val="73.3256*155.822"/>
  <p:tag name="KSO_WM_SLIDE_LAYOUT" val="a_l"/>
  <p:tag name="KSO_WM_SLIDE_LAYOUT_CNT" val="1_1"/>
  <p:tag name="KSO_WM_SPECIAL_SOURCE" val="bdnull"/>
  <p:tag name="KSO_WM_DIAGRAM_GROUP_CODE" val="l1-1"/>
  <p:tag name="KSO_WM_SLIDE_DIAGTYPE" val="l"/>
</p:tagLst>
</file>

<file path=ppt/tags/tag5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3147_3*a*1"/>
  <p:tag name="KSO_WM_TEMPLATE_CATEGORY" val="diagram"/>
  <p:tag name="KSO_WM_TEMPLATE_INDEX" val="20233147"/>
  <p:tag name="KSO_WM_UNIT_LAYERLEVEL" val="1"/>
  <p:tag name="KSO_WM_TAG_VERSION" val="3.0"/>
  <p:tag name="KSO_WM_BEAUTIFY_FLAG" val="#wm#"/>
  <p:tag name="KSO_WM_UNIT_TEXT_TYPE" val="1"/>
  <p:tag name="KSO_WM_UNIT_PRESET_TEXT" val="单击此处添加标题"/>
  <p:tag name="KSO_WM_UNIT_TEXT_FILL_FORE_SCHEMECOLOR_INDEX" val="15"/>
  <p:tag name="KSO_WM_UNIT_TEXT_FILL_TYPE" val="1"/>
  <p:tag name="KSO_WM_UNIT_USESOURCEFORMAT_APPLY" val="0"/>
</p:tagLst>
</file>

<file path=ppt/tags/tag59.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VALUE" val="779*729"/>
  <p:tag name="KSO_WM_UNIT_HIGHLIGHT" val="0"/>
  <p:tag name="KSO_WM_UNIT_COMPATIBLE" val="0"/>
  <p:tag name="KSO_WM_UNIT_DIAGRAM_ISNUMVISUAL" val="0"/>
  <p:tag name="KSO_WM_UNIT_DIAGRAM_ISREFERUNIT" val="0"/>
  <p:tag name="KSO_WM_DIAGRAM_GROUP_CODE" val="l1-1"/>
  <p:tag name="KSO_WM_UNIT_TYPE" val="l_h_d"/>
  <p:tag name="KSO_WM_UNIT_INDEX" val="1_1_1"/>
  <p:tag name="KSO_WM_UNIT_ID" val="diagram20233147_1*l_h_d*1_1_1"/>
  <p:tag name="KSO_WM_TEMPLATE_CATEGORY" val="diagram"/>
  <p:tag name="KSO_WM_TEMPLATE_INDEX" val="20233147"/>
  <p:tag name="KSO_WM_UNIT_LAYERLEVEL" val="1_1_1"/>
  <p:tag name="KSO_WM_TAG_VERSION" val="3.0"/>
  <p:tag name="KSO_WM_DIAGRAM_MAX_ITEMCNT" val="4"/>
  <p:tag name="KSO_WM_DIAGRAM_MIN_ITEMCNT" val="2"/>
  <p:tag name="KSO_WM_DIAGRAM_VIRTUALLY_FRAME" val="{&quot;height&quot;:365.1412658691406,&quot;width&quot;:812.9407348632812}"/>
  <p:tag name="KSO_WM_DIAGRAM_COLOR_MATCH_VALUE" val="{&quot;shape&quot;:{&quot;fill&quot;:{&quot;solid&quot;:{&quot;brightness&quot;:0,&quot;colorType&quot;:1,&quot;foreColorIndex&quot;:5,&quot;transparency&quot;:0.5},&quot;type&quot;:1},&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PICTURE_SUBTYPE" val="b"/>
  <p:tag name="KSO_WM_BEAUTIFY_FLAG" val="#wm#"/>
  <p:tag name="KSO_WM_UNIT_FILL_TYPE" val="1"/>
  <p:tag name="KSO_WM_UNIT_FILL_FORE_SCHEMECOLOR_INDEX" val="5"/>
  <p:tag name="KSO_WM_UNIT_FILL_FORE_SCHEMECOLOR_INDEX_BRIGHTNESS" val="0"/>
  <p:tag name="KSO_WM_UNIT_LINE_FORE_SCHEMECOLOR_INDEX" val="13"/>
  <p:tag name="MH_PIC_SOURCE_TYPE" val="generate_slide_ai*{&quot;ai_type&quot;:&quot;generate_ppt&quot;,&quot;id&quot;:&quot;&quot;}*ai_ai_ai_v2.0.9_ONLINE*1744895582893_0.117_b54dcfb17d7f-slide-9"/>
  <p:tag name="KSO_WM_UNIT_LINE_FILL_TYPE" val="2"/>
  <p:tag name="KSO_WM_UNIT_USESOURCEFORMAT_APPLY" val="0"/>
</p:tagLst>
</file>

<file path=ppt/tags/tag60.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3147_1*l_h_f*1_1_1"/>
  <p:tag name="KSO_WM_TEMPLATE_CATEGORY" val="diagram"/>
  <p:tag name="KSO_WM_TEMPLATE_INDEX" val="20233147"/>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1412658691406,&quot;width&quot;:812.94073486328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添加文本内容，简明扼要地阐述您的观点。根据需要可酌情增减文字"/>
  <p:tag name="KSO_WM_UNIT_TEXT_FILL_FORE_SCHEMECOLOR_INDEX" val="1"/>
  <p:tag name="KSO_WM_UNIT_TEXT_FILL_TYPE" val="1"/>
  <p:tag name="KSO_WM_UNIT_USESOURCEFORMAT_APPLY" val="0"/>
</p:tagLst>
</file>

<file path=ppt/tags/tag6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3147_1*l_h_a*1_1_1"/>
  <p:tag name="KSO_WM_TEMPLATE_CATEGORY" val="diagram"/>
  <p:tag name="KSO_WM_TEMPLATE_INDEX" val="20233147"/>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1412658691406,&quot;width&quot;:812.94073486328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 name="KSO_WM_UNIT_USESOURCEFORMAT_APPLY" val="0"/>
</p:tagLst>
</file>

<file path=ppt/tags/tag62.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VALUE" val="779*729"/>
  <p:tag name="KSO_WM_UNIT_HIGHLIGHT" val="0"/>
  <p:tag name="KSO_WM_UNIT_COMPATIBLE" val="0"/>
  <p:tag name="KSO_WM_UNIT_DIAGRAM_ISNUMVISUAL" val="0"/>
  <p:tag name="KSO_WM_UNIT_DIAGRAM_ISREFERUNIT" val="0"/>
  <p:tag name="KSO_WM_DIAGRAM_GROUP_CODE" val="l1-1"/>
  <p:tag name="KSO_WM_UNIT_TYPE" val="l_h_d"/>
  <p:tag name="KSO_WM_UNIT_INDEX" val="1_2_1"/>
  <p:tag name="KSO_WM_UNIT_ID" val="diagram20233147_1*l_h_d*1_2_1"/>
  <p:tag name="KSO_WM_TEMPLATE_CATEGORY" val="diagram"/>
  <p:tag name="KSO_WM_TEMPLATE_INDEX" val="20233147"/>
  <p:tag name="KSO_WM_UNIT_LAYERLEVEL" val="1_1_1"/>
  <p:tag name="KSO_WM_TAG_VERSION" val="3.0"/>
  <p:tag name="KSO_WM_DIAGRAM_MAX_ITEMCNT" val="4"/>
  <p:tag name="KSO_WM_DIAGRAM_MIN_ITEMCNT" val="2"/>
  <p:tag name="KSO_WM_DIAGRAM_VIRTUALLY_FRAME" val="{&quot;height&quot;:365.1412658691406,&quot;width&quot;:812.9407348632812}"/>
  <p:tag name="KSO_WM_DIAGRAM_COLOR_MATCH_VALUE" val="{&quot;shape&quot;:{&quot;fill&quot;:{&quot;solid&quot;:{&quot;brightness&quot;:0,&quot;colorType&quot;:1,&quot;foreColorIndex&quot;:5,&quot;transparency&quot;:0.5},&quot;type&quot;:1},&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PICTURE_SUBTYPE" val="b"/>
  <p:tag name="KSO_WM_BEAUTIFY_FLAG" val="#wm#"/>
  <p:tag name="KSO_WM_UNIT_FILL_TYPE" val="1"/>
  <p:tag name="KSO_WM_UNIT_FILL_FORE_SCHEMECOLOR_INDEX" val="5"/>
  <p:tag name="KSO_WM_UNIT_FILL_FORE_SCHEMECOLOR_INDEX_BRIGHTNESS" val="0"/>
  <p:tag name="KSO_WM_UNIT_LINE_FORE_SCHEMECOLOR_INDEX" val="13"/>
  <p:tag name="MH_PIC_SOURCE_TYPE" val="generate_slide_ai*{&quot;ai_type&quot;:&quot;generate_ppt&quot;,&quot;id&quot;:&quot;&quot;}*ai_ai_ai_v2.0.9_ONLINE*1744895582893_0.117_b54dcfb17d7f-slide-9"/>
  <p:tag name="KSO_WM_UNIT_LINE_FILL_TYPE" val="2"/>
  <p:tag name="KSO_WM_UNIT_USESOURCEFORMAT_APPLY" val="0"/>
</p:tagLst>
</file>

<file path=ppt/tags/tag63.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3147_1*l_h_f*1_2_1"/>
  <p:tag name="KSO_WM_TEMPLATE_CATEGORY" val="diagram"/>
  <p:tag name="KSO_WM_TEMPLATE_INDEX" val="20233147"/>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1412658691406,&quot;width&quot;:812.94073486328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添加文本内容，简明扼要地阐述您的观点。根据需要可酌情增减文字"/>
  <p:tag name="KSO_WM_UNIT_TEXT_FILL_FORE_SCHEMECOLOR_INDEX" val="1"/>
  <p:tag name="KSO_WM_UNIT_TEXT_FILL_TYPE" val="1"/>
  <p:tag name="KSO_WM_UNIT_USESOURCEFORMAT_APPLY" val="0"/>
</p:tagLst>
</file>

<file path=ppt/tags/tag6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3147_1*l_h_a*1_2_1"/>
  <p:tag name="KSO_WM_TEMPLATE_CATEGORY" val="diagram"/>
  <p:tag name="KSO_WM_TEMPLATE_INDEX" val="20233147"/>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1412658691406,&quot;width&quot;:812.94073486328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 name="KSO_WM_UNIT_USESOURCEFORMAT_APPLY" val="0"/>
</p:tagLst>
</file>

<file path=ppt/tags/tag65.xml><?xml version="1.0" encoding="utf-8"?>
<p:tagLst xmlns:a="http://schemas.openxmlformats.org/drawingml/2006/main" xmlns:r="http://schemas.openxmlformats.org/officeDocument/2006/relationships"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529.861*365.65"/>
  <p:tag name="KSO_WM_SLIDE_POSITION" val="78.5387*108.231"/>
  <p:tag name="KSO_WM_SLIDE_LAYOUT" val="a_d_l"/>
  <p:tag name="KSO_WM_SLIDE_LAYOUT_CNT" val="1_1_1"/>
  <p:tag name="KSO_WM_SPECIAL_SOURCE" val="bdnull"/>
  <p:tag name="KSO_WM_DIAGRAM_GROUP_CODE" val="l1-1"/>
  <p:tag name="KSO_WM_SLIDE_DIAGTYPE" val="l"/>
  <p:tag name="KSO_WM_TEMPLATE_INDEX" val="20235971"/>
  <p:tag name="KSO_WM_TEMPLATE_SUBCATEGORY" val="0"/>
  <p:tag name="KSO_WM_SLIDE_INDEX" val="1"/>
  <p:tag name="KSO_WM_TAG_VERSION" val="3.0"/>
  <p:tag name="KSO_WM_SLIDE_ID" val="custom20231717_1"/>
  <p:tag name="KSO_WM_SLIDE_ITEM_CNT" val="4"/>
</p:tagLst>
</file>

<file path=ppt/tags/tag6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UNIT_VALUE" val="30"/>
  <p:tag name="KSO_WM_TEMPLATE_INDEX" val="20231717"/>
  <p:tag name="KSO_WM_UNIT_ID" val="custom20231717_1*a*1"/>
  <p:tag name="KSO_WM_UNIT_PRESET_TEXT" val="单击此处添加标题"/>
  <p:tag name="KSO_WM_UNIT_TEXT_TYPE" val="1"/>
  <p:tag name="KSO_WM_UNIT_TEXT_FILL_FORE_SCHEMECOLOR_INDEX" val="15"/>
  <p:tag name="KSO_WM_UNIT_TEXT_FILL_TYPE" val="1"/>
  <p:tag name="KSO_WM_UNIT_USESOURCEFORMAT_APPLY" val="0"/>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wm#"/>
  <p:tag name="KSO_WM_UNIT_VALUE" val="1289*910"/>
  <p:tag name="KSO_WM_UNIT_HIGHLIGHT" val="0"/>
  <p:tag name="KSO_WM_UNIT_COMPATIBLE" val="0"/>
  <p:tag name="KSO_WM_UNIT_DIAGRAM_ISNUMVISUAL" val="0"/>
  <p:tag name="KSO_WM_UNIT_DIAGRAM_ISREFERUNIT" val="0"/>
  <p:tag name="KSO_WM_DIAGRAM_GROUP_CODE" val="l1-1"/>
  <p:tag name="KSO_WM_UNIT_TYPE" val="d"/>
  <p:tag name="KSO_WM_UNIT_INDEX" val="1"/>
  <p:tag name="KSO_WM_UNIT_ID" val="custom20231717_1*d*1"/>
  <p:tag name="KSO_WM_TEMPLATE_CATEGORY" val="custom"/>
  <p:tag name="KSO_WM_TEMPLATE_INDEX" val="20231717"/>
  <p:tag name="KSO_WM_UNIT_LAYERLEVEL" val="1"/>
  <p:tag name="KSO_WM_TAG_VERSION" val="3.0"/>
  <p:tag name="KSO_WM_UNIT_PICTURE_SUBTYPE" val="b"/>
  <p:tag name="MH_PIC_SOURCE_TYPE" val="generate_slide_ai*{&quot;ai_type&quot;:&quot;generate_ppt&quot;,&quot;id&quot;:&quot;&quot;}*ai_ai_ai_v2.0.9_ONLINE*1744895582893_0.117_b54dcfb17d7f-slide-10"/>
  <p:tag name="KSO_WM_UNIT_LINE_FORE_SCHEMECOLOR_INDEX" val="5"/>
  <p:tag name="KSO_WM_UNIT_LINE_FILL_TYPE" val="2"/>
  <p:tag name="KSO_WM_UNIT_SHADOW_SCHEMECOLOR_INDEX" val="5"/>
  <p:tag name="KSO_WM_UNIT_USESOURCEFORMAT_APPLY" val="0"/>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1678_1*l_h_i*1_1_1"/>
  <p:tag name="KSO_WM_TEMPLATE_CATEGORY" val="diagram"/>
  <p:tag name="KSO_WM_TEMPLATE_INDEX" val="20231678"/>
  <p:tag name="KSO_WM_UNIT_LAYERLEVEL" val="1_1_1"/>
  <p:tag name="KSO_WM_TAG_VERSION" val="3.0"/>
  <p:tag name="KSO_WM_DIAGRAM_MAX_ITEMCNT" val="4"/>
  <p:tag name="KSO_WM_DIAGRAM_MIN_ITEMCNT" val="2"/>
  <p:tag name="KSO_WM_DIAGRAM_VIRTUALLY_FRAME" val="{&quot;height&quot;:365.65008544921875,&quot;width&quot;:558.4000854492188}"/>
  <p:tag name="KSO_WM_DIAGRAM_COLOR_MATCH_VALUE" val="{&quot;shape&quot;:{&quot;fill&quot;:{&quot;gradient&quot;:[{&quot;brightness&quot;:0.800000011920929,&quot;colorType&quot;:1,&quot;foreColorIndex&quot;:5,&quot;pos&quot;:0,&quot;transparency&quot;:1},{&quot;brightness&quot;:0.800000011920929,&quot;colorType&quot;:1,&quot;foreColorIndex&quot;:5,&quot;pos&quot;:1,&quot;transparency&quot;:0.5600000023841858}],&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2"/>
  <p:tag name="KSO_WM_UNIT_TEXT_FILL_TYPE" val="1"/>
  <p:tag name="KSO_WM_UNIT_USESOURCEFORMAT_APPLY" val="0"/>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wm#"/>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1_1"/>
  <p:tag name="KSO_WM_TEMPLATE_CATEGORY" val="diagram"/>
  <p:tag name="KSO_WM_TEMPLATE_INDEX" val="20231678"/>
  <p:tag name="KSO_WM_UNIT_LAYERLEVEL" val="1_1_1"/>
  <p:tag name="KSO_WM_TAG_VERSION" val="3.0"/>
  <p:tag name="KSO_WM_UNIT_VALUE" val="10"/>
  <p:tag name="KSO_WM_UNIT_TYPE" val="l_h_a"/>
  <p:tag name="KSO_WM_UNIT_ID" val="diagram20231678_1*l_h_a*1_1_1"/>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65008544921875,&quot;width&quot;:558.4000854492188}"/>
  <p:tag name="KSO_WM_DIAGRAM_COLOR_MATCH_VALUE" val="{&quot;shape&quot;:{&quot;fill&quot;:{&quot;solid&quot;:{&quot;brightness&quot;:0,&quot;colorType&quot;:1,&quot;foreColorIndex&quot;:5,&quot;transparency&quot;:0},&quot;type&quot;:1},&quot;glow&quot;:{&quot;colorType&quot;:0},&quot;line&quot;:{&quot;solidLine&quot;:{&quot;brightness&quot;:0.80000001192092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LINE_FORE_SCHEMECOLOR_INDEX" val="5"/>
  <p:tag name="KSO_WM_UNIT_TEXT_FILL_FORE_SCHEMECOLOR_INDEX" val="1"/>
  <p:tag name="KSO_WM_UNIT_TEXT_FILL_TYPE" val="1"/>
  <p:tag name="KSO_WM_UNIT_PRESET_TEXT" val="添加标题"/>
  <p:tag name="KSO_WM_UNIT_TEXT_TYPE" val="1"/>
  <p:tag name="KSO_WM_UNIT_LINE_FILL_TYPE" val="2"/>
  <p:tag name="KSO_WM_UNIT_USESOURCEFORMAT_APPLY" val="0"/>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wm#"/>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678_1*l_h_f*1_1_1"/>
  <p:tag name="KSO_WM_TEMPLATE_CATEGORY" val="diagram"/>
  <p:tag name="KSO_WM_TEMPLATE_INDEX" val="20231678"/>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65008544921875,&quot;width&quot;:558.40008544921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您的)智能图形项正文，文字是您思想的提炼，请尽量言简意赅的阐述观点，单击此处添加正文。"/>
  <p:tag name="KSO_WM_UNIT_TEXT_TYPE" val="1"/>
  <p:tag name="KSO_WM_UNIT_USESOURCEFORMAT_APPLY" val="0"/>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1678_1*l_h_i*1_2_1"/>
  <p:tag name="KSO_WM_TEMPLATE_CATEGORY" val="diagram"/>
  <p:tag name="KSO_WM_TEMPLATE_INDEX" val="20231678"/>
  <p:tag name="KSO_WM_UNIT_LAYERLEVEL" val="1_1_1"/>
  <p:tag name="KSO_WM_TAG_VERSION" val="3.0"/>
  <p:tag name="KSO_WM_DIAGRAM_MAX_ITEMCNT" val="4"/>
  <p:tag name="KSO_WM_DIAGRAM_MIN_ITEMCNT" val="2"/>
  <p:tag name="KSO_WM_DIAGRAM_VIRTUALLY_FRAME" val="{&quot;height&quot;:365.65008544921875,&quot;width&quot;:558.4000854492188}"/>
  <p:tag name="KSO_WM_DIAGRAM_COLOR_MATCH_VALUE" val="{&quot;shape&quot;:{&quot;fill&quot;:{&quot;gradient&quot;:[{&quot;brightness&quot;:0.800000011920929,&quot;colorType&quot;:1,&quot;foreColorIndex&quot;:5,&quot;pos&quot;:0,&quot;transparency&quot;:1},{&quot;brightness&quot;:0.800000011920929,&quot;colorType&quot;:1,&quot;foreColorIndex&quot;:5,&quot;pos&quot;:1,&quot;transparency&quot;:0.5600000023841858}],&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2"/>
  <p:tag name="KSO_WM_UNIT_TEXT_FILL_TYPE" val="1"/>
  <p:tag name="KSO_WM_UNIT_USESOURCEFORMAT_APPLY" val="0"/>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wm#"/>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678_1*l_h_a*1_2_1"/>
  <p:tag name="KSO_WM_TEMPLATE_CATEGORY" val="diagram"/>
  <p:tag name="KSO_WM_TEMPLATE_INDEX" val="20231678"/>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65008544921875,&quot;width&quot;:558.4000854492188}"/>
  <p:tag name="KSO_WM_DIAGRAM_COLOR_MATCH_VALUE" val="{&quot;shape&quot;:{&quot;fill&quot;:{&quot;solid&quot;:{&quot;brightness&quot;:0,&quot;colorType&quot;:1,&quot;foreColorIndex&quot;:5,&quot;transparency&quot;:0},&quot;type&quot;:1},&quot;glow&quot;:{&quot;colorType&quot;:0},&quot;line&quot;:{&quot;solidLine&quot;:{&quot;brightness&quot;:0.80000001192092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LINE_FORE_SCHEMECOLOR_INDEX" val="5"/>
  <p:tag name="KSO_WM_UNIT_TEXT_FILL_FORE_SCHEMECOLOR_INDEX" val="1"/>
  <p:tag name="KSO_WM_UNIT_TEXT_FILL_TYPE" val="1"/>
  <p:tag name="KSO_WM_UNIT_PRESET_TEXT" val="添加标题"/>
  <p:tag name="KSO_WM_UNIT_TEXT_TYPE" val="1"/>
  <p:tag name="KSO_WM_UNIT_LINE_FILL_TYPE" val="2"/>
  <p:tag name="KSO_WM_UNIT_USESOURCEFORMAT_APPLY" val="0"/>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wm#"/>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1678_1*l_h_f*1_2_1"/>
  <p:tag name="KSO_WM_TEMPLATE_CATEGORY" val="diagram"/>
  <p:tag name="KSO_WM_TEMPLATE_INDEX" val="20231678"/>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65008544921875,&quot;width&quot;:558.40008544921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您的)智能图形项正文，文字是您思想的提炼，请尽量言简意赅的阐述观点，单击此处添加正文。"/>
  <p:tag name="KSO_WM_UNIT_TEXT_TYPE" val="1"/>
  <p:tag name="KSO_WM_UNIT_USESOURCEFORMAT_APPLY" val="0"/>
</p:tagLst>
</file>

<file path=ppt/tags/tag74.xml><?xml version="1.0" encoding="utf-8"?>
<p:tagLst xmlns:a="http://schemas.openxmlformats.org/drawingml/2006/main" xmlns:r="http://schemas.openxmlformats.org/officeDocument/2006/relationships"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5971"/>
  <p:tag name="KSO_WM_TEMPLATE_CATEGORY" val="custom"/>
  <p:tag name="KSO_WM_SLIDE_INDEX" val="7"/>
  <p:tag name="KSO_WM_SLIDE_ID" val="custom20235971_7"/>
  <p:tag name="KSO_WM_TEMPLATE_MASTER_TYPE" val="0"/>
  <p:tag name="KSO_WM_SLIDE_LAYOUT" val="a_e"/>
  <p:tag name="KSO_WM_SLIDE_LAYOUT_CNT" val="1_1"/>
</p:tagLst>
</file>

<file path=ppt/tags/tag75.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ID" val="custom20235971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71"/>
  <p:tag name="KSO_WM_TEMPLATE_CATEGORY" val="custom"/>
  <p:tag name="KSO_WM_UNIT_ISCONTENTSTITLE" val="0"/>
  <p:tag name="KSO_WM_UNIT_PRESET_TEXT" val="添加章节标题"/>
  <p:tag name="KSO_WM_UNIT_TEXT_TYPE" val="1"/>
</p:tagLst>
</file>

<file path=ppt/tags/tag76.xml><?xml version="1.0" encoding="utf-8"?>
<p:tagLst xmlns:a="http://schemas.openxmlformats.org/drawingml/2006/main" xmlns:r="http://schemas.openxmlformats.org/officeDocument/2006/relationships" xmlns:p="http://schemas.openxmlformats.org/presentationml/2006/main">
  <p:tag name="KSO_WM_SLIDE_ID" val="diagram20233144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custom"/>
  <p:tag name="KSO_WM_TEMPLATE_INDEX" val="20235971"/>
  <p:tag name="KSO_WM_SLIDE_TYPE" val="text"/>
  <p:tag name="KSO_WM_SLIDE_SUBTYPE" val="diag"/>
  <p:tag name="KSO_WM_SLIDE_SIZE" val="850.1*366.5"/>
  <p:tag name="KSO_WM_SLIDE_POSITION" val="54.9*125.9"/>
  <p:tag name="KSO_WM_SLIDE_LAYOUT" val="a_l"/>
  <p:tag name="KSO_WM_SLIDE_LAYOUT_CNT" val="1_1"/>
  <p:tag name="KSO_WM_SPECIAL_SOURCE" val="bdnull"/>
  <p:tag name="KSO_WM_DIAGRAM_GROUP_CODE" val="l1-1"/>
  <p:tag name="KSO_WM_SLIDE_DIAGTYPE" val="l"/>
</p:tagLst>
</file>

<file path=ppt/tags/tag7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3144_3*a*1"/>
  <p:tag name="KSO_WM_TEMPLATE_CATEGORY" val="diagram"/>
  <p:tag name="KSO_WM_TEMPLATE_INDEX" val="20233144"/>
  <p:tag name="KSO_WM_UNIT_LAYERLEVEL" val="1"/>
  <p:tag name="KSO_WM_TAG_VERSION" val="3.0"/>
  <p:tag name="KSO_WM_BEAUTIFY_FLAG" val="#wm#"/>
  <p:tag name="KSO_WM_DIAGRAM_GROUP_CODE" val="l1-1"/>
  <p:tag name="KSO_WM_UNIT_TEXT_TYPE" val="1"/>
  <p:tag name="KSO_WM_UNIT_PRESET_TEXT" val="单击此处添加标题"/>
  <p:tag name="KSO_WM_UNIT_TEXT_FILL_FORE_SCHEMECOLOR_INDEX" val="15"/>
  <p:tag name="KSO_WM_UNIT_TEXT_FILL_TYPE" val="1"/>
  <p:tag name="KSO_WM_UNIT_USESOURCEFORMAT_APPLY" val="0"/>
</p:tagLst>
</file>

<file path=ppt/tags/tag78.xml><?xml version="1.0" encoding="utf-8"?>
<p:tagLst xmlns:a="http://schemas.openxmlformats.org/drawingml/2006/main" xmlns:r="http://schemas.openxmlformats.org/officeDocument/2006/relationships" xmlns:p="http://schemas.openxmlformats.org/presentationml/2006/main">
  <p:tag name="KSO_WM_SLIDE_ID" val="diagram20233144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custom"/>
  <p:tag name="KSO_WM_TEMPLATE_INDEX" val="20235971"/>
  <p:tag name="KSO_WM_SLIDE_TYPE" val="text"/>
  <p:tag name="KSO_WM_SLIDE_SUBTYPE" val="diag"/>
  <p:tag name="KSO_WM_SLIDE_SIZE" val="850.1*366.5"/>
  <p:tag name="KSO_WM_SLIDE_POSITION" val="54.9*125.9"/>
  <p:tag name="KSO_WM_SLIDE_LAYOUT" val="a_l"/>
  <p:tag name="KSO_WM_SLIDE_LAYOUT_CNT" val="1_1"/>
  <p:tag name="KSO_WM_SPECIAL_SOURCE" val="bdnull"/>
  <p:tag name="KSO_WM_DIAGRAM_GROUP_CODE" val="l1-1"/>
  <p:tag name="KSO_WM_SLIDE_DIAGTYPE" val="l"/>
</p:tagLst>
</file>

<file path=ppt/tags/tag7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3144_3*a*1"/>
  <p:tag name="KSO_WM_TEMPLATE_CATEGORY" val="diagram"/>
  <p:tag name="KSO_WM_TEMPLATE_INDEX" val="20233144"/>
  <p:tag name="KSO_WM_UNIT_LAYERLEVEL" val="1"/>
  <p:tag name="KSO_WM_TAG_VERSION" val="3.0"/>
  <p:tag name="KSO_WM_BEAUTIFY_FLAG" val="#wm#"/>
  <p:tag name="KSO_WM_DIAGRAM_GROUP_CODE" val="l1-1"/>
  <p:tag name="KSO_WM_UNIT_TEXT_TYPE" val="1"/>
  <p:tag name="KSO_WM_UNIT_PRESET_TEXT" val="单击此处添加标题"/>
  <p:tag name="KSO_WM_UNIT_TEXT_FILL_FORE_SCHEMECOLOR_INDEX" val="15"/>
  <p:tag name="KSO_WM_UNIT_TEXT_FILL_TYPE" val="1"/>
  <p:tag name="KSO_WM_UNIT_USESOURCEFORMAT_APPLY" val="0"/>
</p:tagLst>
</file>

<file path=ppt/tags/tag80.xml><?xml version="1.0" encoding="utf-8"?>
<p:tagLst xmlns:a="http://schemas.openxmlformats.org/drawingml/2006/main" xmlns:r="http://schemas.openxmlformats.org/officeDocument/2006/relationships" xmlns:p="http://schemas.openxmlformats.org/presentationml/2006/main">
  <p:tag name="KSO_WM_SLIDE_ID" val="diagram20233144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custom"/>
  <p:tag name="KSO_WM_TEMPLATE_INDEX" val="20235971"/>
  <p:tag name="KSO_WM_SLIDE_TYPE" val="text"/>
  <p:tag name="KSO_WM_SLIDE_SUBTYPE" val="diag"/>
  <p:tag name="KSO_WM_SLIDE_SIZE" val="850.1*366.5"/>
  <p:tag name="KSO_WM_SLIDE_POSITION" val="54.9*125.9"/>
  <p:tag name="KSO_WM_SLIDE_LAYOUT" val="a_l"/>
  <p:tag name="KSO_WM_SLIDE_LAYOUT_CNT" val="1_1"/>
  <p:tag name="KSO_WM_SPECIAL_SOURCE" val="bdnull"/>
  <p:tag name="KSO_WM_DIAGRAM_GROUP_CODE" val="l1-1"/>
  <p:tag name="KSO_WM_SLIDE_DIAGTYPE" val="l"/>
</p:tagLst>
</file>

<file path=ppt/tags/tag8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3144_3*a*1"/>
  <p:tag name="KSO_WM_TEMPLATE_CATEGORY" val="diagram"/>
  <p:tag name="KSO_WM_TEMPLATE_INDEX" val="20233144"/>
  <p:tag name="KSO_WM_UNIT_LAYERLEVEL" val="1"/>
  <p:tag name="KSO_WM_TAG_VERSION" val="3.0"/>
  <p:tag name="KSO_WM_BEAUTIFY_FLAG" val="#wm#"/>
  <p:tag name="KSO_WM_DIAGRAM_GROUP_CODE" val="l1-1"/>
  <p:tag name="KSO_WM_UNIT_TEXT_TYPE" val="1"/>
  <p:tag name="KSO_WM_UNIT_PRESET_TEXT" val="单击此处添加标题"/>
  <p:tag name="KSO_WM_UNIT_TEXT_FILL_FORE_SCHEMECOLOR_INDEX" val="15"/>
  <p:tag name="KSO_WM_UNIT_TEXT_FILL_TYPE" val="1"/>
  <p:tag name="KSO_WM_UNIT_USESOURCEFORMAT_APPLY" val="0"/>
</p:tagLst>
</file>

<file path=ppt/tags/tag82.xml><?xml version="1.0" encoding="utf-8"?>
<p:tagLst xmlns:a="http://schemas.openxmlformats.org/drawingml/2006/main" xmlns:r="http://schemas.openxmlformats.org/officeDocument/2006/relationships" xmlns:p="http://schemas.openxmlformats.org/presentationml/2006/main">
  <p:tag name="KSO_WM_SLIDE_ID" val="diagram20233231_1"/>
  <p:tag name="KSO_WM_TEMPLATE_SUBCATEGORY" val="0"/>
  <p:tag name="KSO_WM_TEMPLATE_MASTER_TYPE" val="0"/>
  <p:tag name="KSO_WM_TEMPLATE_COLOR_TYPE" val="0"/>
  <p:tag name="KSO_WM_SLIDE_TYPE" val="text"/>
  <p:tag name="KSO_WM_SLIDE_SUBTYPE" val="diag"/>
  <p:tag name="KSO_WM_SLIDE_ITEM_CNT" val="2"/>
  <p:tag name="KSO_WM_SLIDE_INDEX" val="1"/>
  <p:tag name="KSO_WM_TAG_VERSION" val="3.0"/>
  <p:tag name="KSO_WM_BEAUTIFY_FLAG" val="#wm#"/>
  <p:tag name="KSO_WM_TEMPLATE_CATEGORY" val="custom"/>
  <p:tag name="KSO_WM_TEMPLATE_INDEX" val="20235971"/>
  <p:tag name="KSO_WM_SLIDE_LAYOUT" val="a_l"/>
  <p:tag name="KSO_WM_SLIDE_LAYOUT_CNT" val="1_1"/>
  <p:tag name="KSO_WM_TEMPLATE_THUMBS_INDEX" val="1、4、7、12、13、14、15、16、17、18、20、24、25、28、33、36、40、43、44"/>
  <p:tag name="KSO_WM_DIAGRAM_GROUP_CODE" val="l1-1"/>
  <p:tag name="KSO_WM_SLIDE_DIAGTYPE" val="l"/>
  <p:tag name="KSO_WM_SLIDE_SIZE" val="743.975*371.752"/>
  <p:tag name="KSO_WM_SLIDE_POSITION" val="108.013*125.029"/>
</p:tagLst>
</file>

<file path=ppt/tags/tag8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9"/>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3231_1*a*1"/>
  <p:tag name="KSO_WM_TEMPLATE_CATEGORY" val="diagram"/>
  <p:tag name="KSO_WM_TEMPLATE_INDEX" val="20233231"/>
  <p:tag name="KSO_WM_UNIT_LAYERLEVEL" val="1"/>
  <p:tag name="KSO_WM_TAG_VERSION" val="3.0"/>
  <p:tag name="KSO_WM_BEAUTIFY_FLAG" val="#wm#"/>
  <p:tag name="KSO_WM_UNIT_TEXT_TYPE" val="1"/>
  <p:tag name="KSO_WM_UNIT_PRESET_TEXT" val="单击此处添加标题"/>
  <p:tag name="KSO_WM_UNIT_TEXT_FILL_FORE_SCHEMECOLOR_INDEX" val="15"/>
  <p:tag name="KSO_WM_UNIT_TEXT_FILL_TYPE" val="1"/>
  <p:tag name="KSO_WM_UNIT_USESOURCEFORMAT_APPLY" val="0"/>
</p:tagLst>
</file>

<file path=ppt/tags/tag84.xml><?xml version="1.0" encoding="utf-8"?>
<p:tagLst xmlns:a="http://schemas.openxmlformats.org/drawingml/2006/main" xmlns:r="http://schemas.openxmlformats.org/officeDocument/2006/relationships" xmlns:p="http://schemas.openxmlformats.org/presentationml/2006/main">
  <p:tag name="KSO_WM_TEMPLATE_MASTER_TYPE" val="0"/>
  <p:tag name="KSO_WM_TEMPLATE_COLOR_TYPE" val="0"/>
  <p:tag name="KSO_WM_BEAUTIFY_FLAG" val="#wm#"/>
  <p:tag name="KSO_WM_TEMPLATE_CATEGORY" val="custom"/>
  <p:tag name="KSO_WM_SLIDE_LAYOUT" val="a_d_l"/>
  <p:tag name="KSO_WM_SLIDE_LAYOUT_CNT" val="1_1_1"/>
  <p:tag name="KSO_WM_SPECIAL_SOURCE" val="bdnull"/>
  <p:tag name="KSO_WM_SLIDE_TYPE" val="text"/>
  <p:tag name="KSO_WM_SLIDE_SIZE" val="411.56*333.516"/>
  <p:tag name="KSO_WM_SLIDE_POSITION" val="489.895*159.674"/>
  <p:tag name="KSO_WM_SLIDE_SUBTYPE" val="picTxt"/>
  <p:tag name="KSO_WM_DIAGRAM_GROUP_CODE" val="l1-1"/>
  <p:tag name="KSO_WM_SLIDE_DIAGTYPE" val="l"/>
  <p:tag name="KSO_WM_SLIDE_LAYOUT_NAME" val="仅标题"/>
  <p:tag name="KSO_WM_TEMPLATE_INDEX" val="20235971"/>
  <p:tag name="KSO_WM_TEMPLATE_SUBCATEGORY" val="0"/>
  <p:tag name="KSO_WM_SLIDE_INDEX" val="1"/>
  <p:tag name="KSO_WM_TAG_VERSION" val="3.0"/>
  <p:tag name="KSO_WM_SLIDE_ID" val="custom20232404_1"/>
  <p:tag name="KSO_WM_SLIDE_ITEM_CNT" val="3"/>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2404_1*i*1"/>
  <p:tag name="KSO_WM_TEMPLATE_CATEGORY" val="custom"/>
  <p:tag name="KSO_WM_TEMPLATE_INDEX" val="20232404"/>
  <p:tag name="KSO_WM_UNIT_LAYERLEVEL" val="1"/>
  <p:tag name="KSO_WM_TAG_VERSION" val="3.0"/>
  <p:tag name="KSO_WM_UNIT_FILL_FORE_SCHEMECOLOR_INDEX" val="5"/>
  <p:tag name="KSO_WM_UNIT_FILL_TYPE" val="1"/>
  <p:tag name="KSO_WM_UNIT_TEXT_FILL_FORE_SCHEMECOLOR_INDEX" val="2"/>
  <p:tag name="KSO_WM_UNIT_TEXT_FILL_TYPE" val="1"/>
  <p:tag name="KSO_WM_UNIT_USESOURCEFORMAT_APPLY" val="0"/>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custom20232404_1*i*2"/>
  <p:tag name="KSO_WM_TEMPLATE_CATEGORY" val="custom"/>
  <p:tag name="KSO_WM_TEMPLATE_INDEX" val="20232404"/>
  <p:tag name="KSO_WM_UNIT_LAYERLEVEL" val="1"/>
  <p:tag name="KSO_WM_TAG_VERSION" val="3.0"/>
  <p:tag name="KSO_WM_UNIT_FILL_FORE_SCHEMECOLOR_INDEX" val="5"/>
  <p:tag name="KSO_WM_UNIT_FILL_TYPE" val="1"/>
  <p:tag name="KSO_WM_UNIT_TEXT_FILL_FORE_SCHEMECOLOR_INDEX" val="2"/>
  <p:tag name="KSO_WM_UNIT_TEXT_FILL_TYPE" val="1"/>
  <p:tag name="KSO_WM_UNIT_USESOURCEFORMAT_APPLY" val="0"/>
</p:tagLst>
</file>

<file path=ppt/tags/tag87.xml><?xml version="1.0" encoding="utf-8"?>
<p:tagLst xmlns:a="http://schemas.openxmlformats.org/drawingml/2006/main" xmlns:r="http://schemas.openxmlformats.org/officeDocument/2006/relationships" xmlns:p="http://schemas.openxmlformats.org/presentationml/2006/main">
  <p:tag name="KSO_WM_UNIT_VALUE" val="909*1209"/>
  <p:tag name="KSO_WM_UNIT_HIGHLIGHT" val="0"/>
  <p:tag name="KSO_WM_UNIT_COMPATIBLE" val="0"/>
  <p:tag name="KSO_WM_UNIT_DIAGRAM_ISNUMVISUAL" val="0"/>
  <p:tag name="KSO_WM_UNIT_DIAGRAM_ISREFERUNIT" val="0"/>
  <p:tag name="KSO_WM_DIAGRAM_GROUP_CODE" val="l1-1"/>
  <p:tag name="KSO_WM_UNIT_TYPE" val="d"/>
  <p:tag name="KSO_WM_UNIT_INDEX" val="1"/>
  <p:tag name="KSO_WM_UNIT_ID" val="custom20232404_1*d*1"/>
  <p:tag name="KSO_WM_TEMPLATE_CATEGORY" val="custom"/>
  <p:tag name="KSO_WM_TEMPLATE_INDEX" val="20232404"/>
  <p:tag name="KSO_WM_UNIT_LAYERLEVEL" val="1"/>
  <p:tag name="KSO_WM_TAG_VERSION" val="3.0"/>
  <p:tag name="KSO_WM_BEAUTIFY_FLAG" val="#wm#"/>
  <p:tag name="KSO_WM_UNIT_LINE_FORE_SCHEMECOLOR_INDEX" val="5"/>
  <p:tag name="KSO_WM_UNIT_LINE_FILL_TYPE" val="2"/>
  <p:tag name="KSO_WM_UNIT_USESOURCEFORMAT_APPLY" val="0"/>
  <p:tag name="KSO_WM_UNIT_PICTURE_SUBTYPE" val="b"/>
  <p:tag name="MH_PIC_SOURCE_TYPE" val="generate_slide_ai*{&quot;ai_type&quot;:&quot;generate_ppt&quot;,&quot;id&quot;:&quot;&quot;}*ai_ai_ai_v2.0.9_ONLINE*1744895582893_0.117_b54dcfb17d7f-slide-15"/>
  <p:tag name="KSO_WM_UNIT_FILL_FORE_SCHEMECOLOR_INDEX" val="5"/>
  <p:tag name="KSO_WM_UNIT_FILL_TYPE" val="1"/>
</p:tagLst>
</file>

<file path=ppt/tags/tag8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9"/>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UNIT_TEXT_FILL_FORE_SCHEMECOLOR_INDEX" val="13"/>
  <p:tag name="KSO_WM_UNIT_TEXT_FILL_TYPE" val="1"/>
  <p:tag name="KSO_WM_UNIT_USESOURCEFORMAT_APPLY" val="0"/>
  <p:tag name="KSO_WM_TEMPLATE_INDEX" val="20232404"/>
  <p:tag name="KSO_WM_UNIT_ID" val="custom20232404_1*a*1"/>
  <p:tag name="KSO_WM_UNIT_TEXT_TYPE" val="1"/>
  <p:tag name="KSO_WM_UNIT_PRESET_TEXT" val="单击此处添加标题"/>
</p:tagLst>
</file>

<file path=ppt/tags/tag89.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VALUE" val="6"/>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3321_1*l_h_a*1_1_1"/>
  <p:tag name="KSO_WM_TEMPLATE_CATEGORY" val="diagram"/>
  <p:tag name="KSO_WM_TEMPLATE_INDEX" val="20233321"/>
  <p:tag name="KSO_WM_UNIT_LAYERLEVEL" val="1_1_1"/>
  <p:tag name="KSO_WM_TAG_VERSION" val="3.0"/>
  <p:tag name="KSO_WM_DIAGRAM_MAX_ITEMCNT" val="4"/>
  <p:tag name="KSO_WM_DIAGRAM_MIN_ITEMCNT" val="2"/>
  <p:tag name="KSO_WM_DIAGRAM_VIRTUALLY_FRAME" val="{&quot;height&quot;:363.37274169921875,&quot;width&quot;:413.092285156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BEAUTIFY_FLAG" val="#wm#"/>
  <p:tag name="KSO_WM_UNIT_FILL_TYPE" val="1"/>
  <p:tag name="KSO_WM_UNIT_FILL_FORE_SCHEMECOLOR_INDEX" val="5"/>
  <p:tag name="KSO_WM_UNIT_FILL_FORE_SCHEMECOLOR_INDEX_BRIGHTNESS" val="0"/>
  <p:tag name="KSO_WM_UNIT_PRESET_TEXT" val="添加标题"/>
  <p:tag name="KSO_WM_UNIT_USESOURCEFORMAT_APPLY" val="0"/>
</p:tagLst>
</file>

<file path=ppt/tags/tag90.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3321_1*l_h_f*1_1_1"/>
  <p:tag name="KSO_WM_TEMPLATE_CATEGORY" val="diagram"/>
  <p:tag name="KSO_WM_TEMPLATE_INDEX" val="20233321"/>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3.37274169921875,&quot;width&quot;:413.092285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TEXT_FILL_FORE_SCHEMECOLOR_INDEX" val="1"/>
  <p:tag name="KSO_WM_UNIT_TEXT_FILL_TYPE" val="1"/>
  <p:tag name="KSO_WM_UNIT_PRESET_TEXT" val="单击此处添加文本具体内容，简明扼要地阐述您的观点根据需要可酌情增减文字，单击此处添加内容简明扼要地阐述您的观点。"/>
  <p:tag name="KSO_WM_UNIT_USESOURCEFORMAT_APPLY" val="0"/>
</p:tagLst>
</file>

<file path=ppt/tags/tag91.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VALUE" val="6"/>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3321_1*l_h_a*1_2_1"/>
  <p:tag name="KSO_WM_TEMPLATE_CATEGORY" val="diagram"/>
  <p:tag name="KSO_WM_TEMPLATE_INDEX" val="20233321"/>
  <p:tag name="KSO_WM_UNIT_LAYERLEVEL" val="1_1_1"/>
  <p:tag name="KSO_WM_TAG_VERSION" val="3.0"/>
  <p:tag name="KSO_WM_DIAGRAM_MAX_ITEMCNT" val="4"/>
  <p:tag name="KSO_WM_DIAGRAM_MIN_ITEMCNT" val="2"/>
  <p:tag name="KSO_WM_DIAGRAM_VIRTUALLY_FRAME" val="{&quot;height&quot;:363.37274169921875,&quot;width&quot;:413.092285156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BEAUTIFY_FLAG" val="#wm#"/>
  <p:tag name="KSO_WM_UNIT_FILL_TYPE" val="1"/>
  <p:tag name="KSO_WM_UNIT_FILL_FORE_SCHEMECOLOR_INDEX" val="5"/>
  <p:tag name="KSO_WM_UNIT_FILL_FORE_SCHEMECOLOR_INDEX_BRIGHTNESS" val="0"/>
  <p:tag name="KSO_WM_UNIT_PRESET_TEXT" val="添加标题"/>
  <p:tag name="KSO_WM_UNIT_USESOURCEFORMAT_APPLY" val="0"/>
</p:tagLst>
</file>

<file path=ppt/tags/tag92.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3321_1*l_h_f*1_2_1"/>
  <p:tag name="KSO_WM_TEMPLATE_CATEGORY" val="diagram"/>
  <p:tag name="KSO_WM_TEMPLATE_INDEX" val="20233321"/>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3.37274169921875,&quot;width&quot;:413.092285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TEXT_FILL_FORE_SCHEMECOLOR_INDEX" val="1"/>
  <p:tag name="KSO_WM_UNIT_TEXT_FILL_TYPE" val="1"/>
  <p:tag name="KSO_WM_UNIT_PRESET_TEXT" val="单击此处添加文本具体内容，简明扼要地阐述您的观点根据需要可酌情增减文字，单击此处添加内容简明扼要地阐述您的观点。"/>
  <p:tag name="KSO_WM_UNIT_USESOURCEFORMAT_APPLY" val="0"/>
</p:tagLst>
</file>

<file path=ppt/tags/tag93.xml><?xml version="1.0" encoding="utf-8"?>
<p:tagLst xmlns:a="http://schemas.openxmlformats.org/drawingml/2006/main" xmlns:r="http://schemas.openxmlformats.org/officeDocument/2006/relationships" xmlns:p="http://schemas.openxmlformats.org/presentationml/2006/main">
  <p:tag name="KSO_WM_SLIDE_ID" val="diagram20233335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custom"/>
  <p:tag name="KSO_WM_TEMPLATE_INDEX" val="20235971"/>
  <p:tag name="KSO_WM_SLIDE_TYPE" val="text"/>
  <p:tag name="KSO_WM_SLIDE_SUBTYPE" val="diag"/>
  <p:tag name="KSO_WM_SLIDE_SIZE" val="849.95*352.7"/>
  <p:tag name="KSO_WM_SLIDE_POSITION" val="54.75*140.35"/>
  <p:tag name="KSO_WM_SLIDE_LAYOUT" val="a_l"/>
  <p:tag name="KSO_WM_SLIDE_LAYOUT_CNT" val="1_1"/>
  <p:tag name="KSO_WM_SPECIAL_SOURCE" val="bdnull"/>
  <p:tag name="KSO_WM_DIAGRAM_GROUP_CODE" val="l1-1"/>
  <p:tag name="KSO_WM_SLIDE_DIAGTYPE" val="l"/>
</p:tagLst>
</file>

<file path=ppt/tags/tag9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33335_3*a*1"/>
  <p:tag name="KSO_WM_TEMPLATE_CATEGORY" val="diagram"/>
  <p:tag name="KSO_WM_TEMPLATE_INDEX" val="20233335"/>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5"/>
  <p:tag name="KSO_WM_UNIT_TEXT_FILL_TYPE" val="1"/>
  <p:tag name="KSO_WM_UNIT_USESOURCEFORMAT_APPLY" val="0"/>
</p:tagLst>
</file>

<file path=ppt/tags/tag95.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3335_1*l_h_i*1_1_1"/>
  <p:tag name="KSO_WM_TEMPLATE_CATEGORY" val="diagram"/>
  <p:tag name="KSO_WM_TEMPLATE_INDEX" val="20233335"/>
  <p:tag name="KSO_WM_UNIT_LAYERLEVEL" val="1_1_1"/>
  <p:tag name="KSO_WM_TAG_VERSION" val="3.0"/>
  <p:tag name="KSO_WM_BEAUTIFY_FLAG" val="#wm#"/>
  <p:tag name="KSO_WM_DIAGRAM_MAX_ITEMCNT" val="4"/>
  <p:tag name="KSO_WM_DIAGRAM_MIN_ITEMCNT" val="2"/>
  <p:tag name="KSO_WM_DIAGRAM_VIRTUALLY_FRAME" val="{&quot;height&quot;:380.3822937011719,&quot;width&quot;:850.40002441406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0"/>
</p:tagLst>
</file>

<file path=ppt/tags/tag96.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3335_1*l_h_f*1_1_1"/>
  <p:tag name="KSO_WM_TEMPLATE_CATEGORY" val="diagram"/>
  <p:tag name="KSO_WM_TEMPLATE_INDEX" val="20233335"/>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80.3822937011719,&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根据需要可酌情增减文字，以便观者准确地理解您传达的思想"/>
  <p:tag name="KSO_WM_UNIT_TEXT_FILL_FORE_SCHEMECOLOR_INDEX" val="1"/>
  <p:tag name="KSO_WM_UNIT_TEXT_FILL_TYPE" val="1"/>
  <p:tag name="KSO_WM_UNIT_TEXT_TYPE" val="1"/>
  <p:tag name="KSO_WM_UNIT_TEXT_LAYER_COUNT" val="1"/>
  <p:tag name="KSO_WM_UNIT_USESOURCEFORMAT_APPLY" val="0"/>
</p:tagLst>
</file>

<file path=ppt/tags/tag97.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3335_1*l_h_f*1_2_1"/>
  <p:tag name="KSO_WM_TEMPLATE_CATEGORY" val="diagram"/>
  <p:tag name="KSO_WM_TEMPLATE_INDEX" val="20233335"/>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80.3822937011719,&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根据需要可酌情增减文字，以便观者准确地理解您传达的思想"/>
  <p:tag name="KSO_WM_UNIT_TEXT_FILL_FORE_SCHEMECOLOR_INDEX" val="1"/>
  <p:tag name="KSO_WM_UNIT_TEXT_FILL_TYPE" val="1"/>
  <p:tag name="KSO_WM_UNIT_TEXT_TYPE" val="1"/>
  <p:tag name="KSO_WM_UNIT_TEXT_LAYER_COUNT" val="1"/>
  <p:tag name="KSO_WM_UNIT_USESOURCEFORMAT_APPLY" val="0"/>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a"/>
  <p:tag name="KSO_WM_UNIT_INDEX" val="1_1_1"/>
  <p:tag name="KSO_WM_UNIT_ID" val="diagram20233335_1*l_h_a*1_1_1"/>
  <p:tag name="KSO_WM_TEMPLATE_CATEGORY" val="diagram"/>
  <p:tag name="KSO_WM_TEMPLATE_INDEX" val="20233335"/>
  <p:tag name="KSO_WM_UNIT_LAYERLEVEL" val="1_1_1"/>
  <p:tag name="KSO_WM_TAG_VERSION" val="3.0"/>
  <p:tag name="KSO_WM_BEAUTIFY_FLAG" val="#wm#"/>
  <p:tag name="KSO_WM_UNIT_TEXT_FILL_FORE_SCHEMECOLOR_INDEX_BRIGHTNESS" val="0.15"/>
  <p:tag name="KSO_WM_UNIT_TEXT_FILL_TYPE" val="1"/>
  <p:tag name="KSO_WM_DIAGRAM_VERSION" val="3"/>
  <p:tag name="KSO_WM_DIAGRAM_COLOR_TRICK" val="1"/>
  <p:tag name="KSO_WM_DIAGRAM_COLOR_TEXT_CAN_REMOVE" val="n"/>
  <p:tag name="KSO_WM_DIAGRAM_GROUP_CODE" val="l1-1"/>
  <p:tag name="KSO_WM_UNIT_ISCONTENTSTITLE" val="0"/>
  <p:tag name="KSO_WM_UNIT_ISNUMDGMTITLE" val="0"/>
  <p:tag name="KSO_WM_UNIT_NOCLEAR" val="0"/>
  <p:tag name="KSO_WM_DIAGRAM_MAX_ITEMCNT" val="4"/>
  <p:tag name="KSO_WM_DIAGRAM_MIN_ITEMCNT" val="2"/>
  <p:tag name="KSO_WM_DIAGRAM_VIRTUALLY_FRAME" val="{&quot;height&quot;:380.3822937011719,&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8"/>
  <p:tag name="KSO_WM_UNIT_PRESET_TEXT" val="单击此处添加&#10;智能图形项标题"/>
  <p:tag name="KSO_WM_UNIT_TEXT_TYPE" val="1"/>
  <p:tag name="KSO_WM_UNIT_USESOURCEFORMAT_APPLY" val="0"/>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3335_1*l_h_i*1_2_1"/>
  <p:tag name="KSO_WM_TEMPLATE_CATEGORY" val="diagram"/>
  <p:tag name="KSO_WM_TEMPLATE_INDEX" val="20233335"/>
  <p:tag name="KSO_WM_UNIT_LAYERLEVEL" val="1_1_1"/>
  <p:tag name="KSO_WM_TAG_VERSION" val="3.0"/>
  <p:tag name="KSO_WM_DIAGRAM_MAX_ITEMCNT" val="4"/>
  <p:tag name="KSO_WM_DIAGRAM_MIN_ITEMCNT" val="2"/>
  <p:tag name="KSO_WM_DIAGRAM_VIRTUALLY_FRAME" val="{&quot;height&quot;:380.3822937011719,&quot;width&quot;:850.40002441406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0"/>
</p:tagLst>
</file>

<file path=ppt/tags/tag1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a"/>
  <p:tag name="KSO_WM_UNIT_INDEX" val="1_2_1"/>
  <p:tag name="KSO_WM_UNIT_ID" val="diagram20233335_1*l_h_a*1_2_1"/>
  <p:tag name="KSO_WM_TEMPLATE_CATEGORY" val="diagram"/>
  <p:tag name="KSO_WM_TEMPLATE_INDEX" val="20233335"/>
  <p:tag name="KSO_WM_UNIT_LAYERLEVEL" val="1_1_1"/>
  <p:tag name="KSO_WM_TAG_VERSION" val="3.0"/>
  <p:tag name="KSO_WM_BEAUTIFY_FLAG" val="#wm#"/>
  <p:tag name="KSO_WM_UNIT_TEXT_FILL_FORE_SCHEMECOLOR_INDEX_BRIGHTNESS" val="0.15"/>
  <p:tag name="KSO_WM_UNIT_TEXT_FILL_TYPE" val="1"/>
  <p:tag name="KSO_WM_DIAGRAM_VERSION" val="3"/>
  <p:tag name="KSO_WM_DIAGRAM_COLOR_TRICK" val="1"/>
  <p:tag name="KSO_WM_DIAGRAM_COLOR_TEXT_CAN_REMOVE" val="n"/>
  <p:tag name="KSO_WM_DIAGRAM_GROUP_CODE" val="l1-1"/>
  <p:tag name="KSO_WM_UNIT_ISCONTENTSTITLE" val="0"/>
  <p:tag name="KSO_WM_UNIT_ISNUMDGMTITLE" val="0"/>
  <p:tag name="KSO_WM_UNIT_NOCLEAR" val="0"/>
  <p:tag name="KSO_WM_DIAGRAM_MAX_ITEMCNT" val="4"/>
  <p:tag name="KSO_WM_DIAGRAM_MIN_ITEMCNT" val="2"/>
  <p:tag name="KSO_WM_DIAGRAM_VIRTUALLY_FRAME" val="{&quot;height&quot;:380.3822937011719,&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8"/>
  <p:tag name="KSO_WM_UNIT_PRESET_TEXT" val="单击此处添加&#10;智能图形项标题"/>
  <p:tag name="KSO_WM_UNIT_TEXT_TYPE" val="1"/>
  <p:tag name="KSO_WM_UNIT_USESOURCEFORMAT_APPLY" val="0"/>
</p:tagLst>
</file>

<file path=ppt/tags/tag101.xml><?xml version="1.0" encoding="utf-8"?>
<p:tagLst xmlns:a="http://schemas.openxmlformats.org/drawingml/2006/main" xmlns:r="http://schemas.openxmlformats.org/officeDocument/2006/relationships" xmlns:p="http://schemas.openxmlformats.org/presentationml/2006/main">
  <p:tag name="KSO_WM_SLIDE_ID" val="custom20233590_1"/>
  <p:tag name="KSO_WM_TEMPLATE_SUBCATEGORY" val="0"/>
  <p:tag name="KSO_WM_TEMPLATE_MASTER_TYPE" val="0"/>
  <p:tag name="KSO_WM_TEMPLATE_COLOR_TYPE" val="0"/>
  <p:tag name="KSO_WM_SLIDE_ITEM_CNT" val="2"/>
  <p:tag name="KSO_WM_SLIDE_INDEX" val="1"/>
  <p:tag name="KSO_WM_TAG_VERSION" val="3.0"/>
  <p:tag name="KSO_WM_BEAUTIFY_FLAG" val="#wm#"/>
  <p:tag name="KSO_WM_TEMPLATE_CATEGORY" val="custom"/>
  <p:tag name="KSO_WM_TEMPLATE_INDEX" val="20235971"/>
  <p:tag name="KSO_WM_SLIDE_TYPE" val="text"/>
  <p:tag name="KSO_WM_SLIDE_SUBTYPE" val="picTxt"/>
  <p:tag name="KSO_WM_SLIDE_SIZE" val="350.25*116.689"/>
  <p:tag name="KSO_WM_SLIDE_POSITION" val="531.675*377.364"/>
  <p:tag name="KSO_WM_SLIDE_LAYOUT" val="a_d_l"/>
  <p:tag name="KSO_WM_SLIDE_LAYOUT_CNT" val="1_1_1"/>
  <p:tag name="KSO_WM_SPECIAL_SOURCE" val="bdnull"/>
  <p:tag name="KSO_WM_DIAGRAM_GROUP_CODE" val="l1-1"/>
  <p:tag name="KSO_WM_SLIDE_DIAGTYPE" val="l"/>
</p:tagLst>
</file>

<file path=ppt/tags/tag102.xml><?xml version="1.0" encoding="utf-8"?>
<p:tagLst xmlns:a="http://schemas.openxmlformats.org/drawingml/2006/main" xmlns:r="http://schemas.openxmlformats.org/officeDocument/2006/relationships"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5971"/>
  <p:tag name="KSO_WM_TEMPLATE_CATEGORY" val="custom"/>
  <p:tag name="KSO_WM_SLIDE_INDEX" val="7"/>
  <p:tag name="KSO_WM_SLIDE_ID" val="custom20235971_7"/>
  <p:tag name="KSO_WM_TEMPLATE_MASTER_TYPE" val="0"/>
  <p:tag name="KSO_WM_SLIDE_LAYOUT" val="a_e"/>
  <p:tag name="KSO_WM_SLIDE_LAYOUT_CNT" val="1_1"/>
</p:tagLst>
</file>

<file path=ppt/tags/tag103.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ID" val="custom20235971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71"/>
  <p:tag name="KSO_WM_TEMPLATE_CATEGORY" val="custom"/>
  <p:tag name="KSO_WM_UNIT_ISCONTENTSTITLE" val="0"/>
  <p:tag name="KSO_WM_UNIT_PRESET_TEXT" val="添加章节标题"/>
  <p:tag name="KSO_WM_UNIT_TEXT_TYPE" val="1"/>
</p:tagLst>
</file>

<file path=ppt/tags/tag104.xml><?xml version="1.0" encoding="utf-8"?>
<p:tagLst xmlns:a="http://schemas.openxmlformats.org/drawingml/2006/main" xmlns:r="http://schemas.openxmlformats.org/officeDocument/2006/relationships" xmlns:p="http://schemas.openxmlformats.org/presentationml/2006/main">
  <p:tag name="KSO_WM_SLIDE_ID" val="custom20234969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971"/>
  <p:tag name="KSO_WM_SLIDE_TYPE" val="text"/>
  <p:tag name="KSO_WM_SLIDE_SUBTYPE" val="picTxt"/>
  <p:tag name="KSO_WM_SLIDE_SIZE" val="864*458"/>
  <p:tag name="KSO_WM_SLIDE_POSITION" val="47*28"/>
  <p:tag name="KSO_WM_SLIDE_LAYOUT" val="a_f"/>
  <p:tag name="KSO_WM_SLIDE_LAYOUT_CNT" val="1_1"/>
  <p:tag name="KSO_WM_SPECIAL_SOURCE" val="bdnull"/>
</p:tagLst>
</file>

<file path=ppt/tags/tag10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4969_1*a*1"/>
  <p:tag name="KSO_WM_TEMPLATE_CATEGORY" val="custom"/>
  <p:tag name="KSO_WM_TEMPLATE_INDEX" val="20234969"/>
  <p:tag name="KSO_WM_UNIT_LAYERLEVEL" val="1"/>
  <p:tag name="KSO_WM_TAG_VERSION" val="3.0"/>
  <p:tag name="KSO_WM_BEAUTIFY_FLAG" val="#wm#"/>
  <p:tag name="KSO_WM_UNIT_TEXT_TYPE" val="1"/>
  <p:tag name="KSO_WM_UNIT_PRESET_TEXT" val="单击此处添加标题"/>
</p:tagLst>
</file>

<file path=ppt/tags/tag106.xml><?xml version="1.0" encoding="utf-8"?>
<p:tagLst xmlns:a="http://schemas.openxmlformats.org/drawingml/2006/main" xmlns:r="http://schemas.openxmlformats.org/officeDocument/2006/relationships" xmlns:p="http://schemas.openxmlformats.org/presentationml/2006/main">
  <p:tag name="KSO_WM_SLIDE_ID" val="custom20234969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971"/>
  <p:tag name="KSO_WM_SLIDE_TYPE" val="text"/>
  <p:tag name="KSO_WM_SLIDE_SUBTYPE" val="picTxt"/>
  <p:tag name="KSO_WM_SLIDE_SIZE" val="864*458"/>
  <p:tag name="KSO_WM_SLIDE_POSITION" val="47*28"/>
  <p:tag name="KSO_WM_SLIDE_LAYOUT" val="a_f"/>
  <p:tag name="KSO_WM_SLIDE_LAYOUT_CNT" val="1_1"/>
  <p:tag name="KSO_WM_SPECIAL_SOURCE" val="bdnull"/>
</p:tagLst>
</file>

<file path=ppt/tags/tag10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4969_1*a*1"/>
  <p:tag name="KSO_WM_TEMPLATE_CATEGORY" val="custom"/>
  <p:tag name="KSO_WM_TEMPLATE_INDEX" val="20234969"/>
  <p:tag name="KSO_WM_UNIT_LAYERLEVEL" val="1"/>
  <p:tag name="KSO_WM_TAG_VERSION" val="3.0"/>
  <p:tag name="KSO_WM_BEAUTIFY_FLAG" val="#wm#"/>
  <p:tag name="KSO_WM_UNIT_TEXT_TYPE" val="1"/>
  <p:tag name="KSO_WM_UNIT_PRESET_TEXT" val="单击此处添加标题"/>
</p:tagLst>
</file>

<file path=ppt/tags/tag108.xml><?xml version="1.0" encoding="utf-8"?>
<p:tagLst xmlns:a="http://schemas.openxmlformats.org/drawingml/2006/main" xmlns:r="http://schemas.openxmlformats.org/officeDocument/2006/relationships" xmlns:p="http://schemas.openxmlformats.org/presentationml/2006/main">
  <p:tag name="KSO_WM_SLIDE_ID" val="custom20234969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971"/>
  <p:tag name="KSO_WM_SLIDE_TYPE" val="text"/>
  <p:tag name="KSO_WM_SLIDE_SUBTYPE" val="picTxt"/>
  <p:tag name="KSO_WM_SLIDE_SIZE" val="864*458"/>
  <p:tag name="KSO_WM_SLIDE_POSITION" val="47*28"/>
  <p:tag name="KSO_WM_SLIDE_LAYOUT" val="a_f"/>
  <p:tag name="KSO_WM_SLIDE_LAYOUT_CNT" val="1_1"/>
  <p:tag name="KSO_WM_SPECIAL_SOURCE" val="bdnull"/>
</p:tagLst>
</file>

<file path=ppt/tags/tag10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4969_1*a*1"/>
  <p:tag name="KSO_WM_TEMPLATE_CATEGORY" val="custom"/>
  <p:tag name="KSO_WM_TEMPLATE_INDEX" val="20234969"/>
  <p:tag name="KSO_WM_UNIT_LAYERLEVEL" val="1"/>
  <p:tag name="KSO_WM_TAG_VERSION" val="3.0"/>
  <p:tag name="KSO_WM_BEAUTIFY_FLAG" val="#wm#"/>
  <p:tag name="KSO_WM_UNIT_TEXT_TYPE" val="1"/>
  <p:tag name="KSO_WM_UNIT_PRESET_TEXT" val="单击此处添加标题"/>
</p:tagLst>
</file>

<file path=ppt/tags/tag110.xml><?xml version="1.0" encoding="utf-8"?>
<p:tagLst xmlns:a="http://schemas.openxmlformats.org/drawingml/2006/main" xmlns:r="http://schemas.openxmlformats.org/officeDocument/2006/relationships" xmlns:p="http://schemas.openxmlformats.org/presentationml/2006/main">
  <p:tag name="KSO_WM_SLIDE_ID" val="custom20234968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971"/>
  <p:tag name="KSO_WM_SLIDE_TYPE" val="text"/>
  <p:tag name="KSO_WM_SLIDE_SUBTYPE" val="picTxt"/>
  <p:tag name="KSO_WM_SLIDE_SIZE" val="860*468"/>
  <p:tag name="KSO_WM_SLIDE_POSITION" val="52*28"/>
  <p:tag name="KSO_WM_SLIDE_LAYOUT" val="a_f"/>
  <p:tag name="KSO_WM_SLIDE_LAYOUT_CNT" val="1_1"/>
  <p:tag name="KSO_WM_SPECIAL_SOURCE" val="bdnull"/>
</p:tagLst>
</file>

<file path=ppt/tags/tag11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4968_1*a*1"/>
  <p:tag name="KSO_WM_TEMPLATE_CATEGORY" val="custom"/>
  <p:tag name="KSO_WM_TEMPLATE_INDEX" val="20234968"/>
  <p:tag name="KSO_WM_UNIT_LAYERLEVEL" val="1"/>
  <p:tag name="KSO_WM_TAG_VERSION" val="3.0"/>
  <p:tag name="KSO_WM_BEAUTIFY_FLAG" val="#wm#"/>
  <p:tag name="KSO_WM_UNIT_TEXT_TYPE" val="1"/>
  <p:tag name="KSO_WM_UNIT_PRESET_TEXT" val="单击此处添加标题"/>
</p:tagLst>
</file>

<file path=ppt/tags/tag112.xml><?xml version="1.0" encoding="utf-8"?>
<p:tagLst xmlns:a="http://schemas.openxmlformats.org/drawingml/2006/main" xmlns:r="http://schemas.openxmlformats.org/officeDocument/2006/relationships"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340.157*239.584"/>
  <p:tag name="KSO_WM_SLIDE_POSITION" val="53.4751*216.572"/>
  <p:tag name="KSO_WM_SLIDE_LAYOUT" val="a_d_c"/>
  <p:tag name="KSO_WM_SLIDE_LAYOUT_CNT" val="1_1_1"/>
  <p:tag name="KSO_WM_SPECIAL_SOURCE" val="bdnull"/>
  <p:tag name="KSO_WM_TEMPLATE_INDEX" val="20235971"/>
  <p:tag name="KSO_WM_TEMPLATE_SUBCATEGORY" val="0"/>
  <p:tag name="KSO_WM_SLIDE_INDEX" val="1"/>
  <p:tag name="KSO_WM_TAG_VERSION" val="3.0"/>
  <p:tag name="KSO_WM_SLIDE_ID" val="custom20232423_1"/>
  <p:tag name="KSO_WM_SLIDE_ITEM_CNT" val="0"/>
</p:tagLst>
</file>

<file path=ppt/tags/tag113.xml><?xml version="1.0" encoding="utf-8"?>
<p:tagLst xmlns:a="http://schemas.openxmlformats.org/drawingml/2006/main" xmlns:r="http://schemas.openxmlformats.org/officeDocument/2006/relationships" xmlns:p="http://schemas.openxmlformats.org/presentationml/2006/main">
  <p:tag name="KSO_WM_SLIDE_ID" val="custom20234969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971"/>
  <p:tag name="KSO_WM_SLIDE_TYPE" val="text"/>
  <p:tag name="KSO_WM_SLIDE_SUBTYPE" val="picTxt"/>
  <p:tag name="KSO_WM_SLIDE_SIZE" val="864*458"/>
  <p:tag name="KSO_WM_SLIDE_POSITION" val="47*28"/>
  <p:tag name="KSO_WM_SLIDE_LAYOUT" val="a_f"/>
  <p:tag name="KSO_WM_SLIDE_LAYOUT_CNT" val="1_1"/>
  <p:tag name="KSO_WM_SPECIAL_SOURCE" val="bdnull"/>
</p:tagLst>
</file>

<file path=ppt/tags/tag11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4969_1*a*1"/>
  <p:tag name="KSO_WM_TEMPLATE_CATEGORY" val="custom"/>
  <p:tag name="KSO_WM_TEMPLATE_INDEX" val="20234969"/>
  <p:tag name="KSO_WM_UNIT_LAYERLEVEL" val="1"/>
  <p:tag name="KSO_WM_TAG_VERSION" val="3.0"/>
  <p:tag name="KSO_WM_BEAUTIFY_FLAG" val="#wm#"/>
  <p:tag name="KSO_WM_UNIT_TEXT_TYPE" val="1"/>
  <p:tag name="KSO_WM_UNIT_PRESET_TEXT" val="单击此处添加标题"/>
</p:tagLst>
</file>

<file path=ppt/tags/tag115.xml><?xml version="1.0" encoding="utf-8"?>
<p:tagLst xmlns:a="http://schemas.openxmlformats.org/drawingml/2006/main" xmlns:r="http://schemas.openxmlformats.org/officeDocument/2006/relationships"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4969_1*f*1"/>
  <p:tag name="KSO_WM_TEMPLATE_CATEGORY" val="custom"/>
  <p:tag name="KSO_WM_TEMPLATE_INDEX" val="20234969"/>
  <p:tag name="KSO_WM_UNIT_LAYERLEVEL" val="1"/>
  <p:tag name="KSO_WM_TAG_VERSION" val="3.0"/>
  <p:tag name="KSO_WM_BEAUTIFY_FLAG" val="#wm#"/>
  <p:tag name="KSO_WM_UNIT_TEXT_TYPE" val="1"/>
  <p:tag name="KSO_WM_UNIT_VALUE" val="432"/>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
</p:tagLst>
</file>

<file path=ppt/tags/tag116.xml><?xml version="1.0" encoding="utf-8"?>
<p:tagLst xmlns:a="http://schemas.openxmlformats.org/drawingml/2006/main" xmlns:r="http://schemas.openxmlformats.org/officeDocument/2006/relationships" xmlns:p="http://schemas.openxmlformats.org/presentationml/2006/main">
  <p:tag name="KSO_WM_SLIDE_ID" val="custom20234969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971"/>
  <p:tag name="KSO_WM_SLIDE_TYPE" val="text"/>
  <p:tag name="KSO_WM_SLIDE_SUBTYPE" val="picTxt"/>
  <p:tag name="KSO_WM_SLIDE_SIZE" val="864*458"/>
  <p:tag name="KSO_WM_SLIDE_POSITION" val="47*28"/>
  <p:tag name="KSO_WM_SLIDE_LAYOUT" val="a_f"/>
  <p:tag name="KSO_WM_SLIDE_LAYOUT_CNT" val="1_1"/>
  <p:tag name="KSO_WM_SPECIAL_SOURCE" val="bdnull"/>
</p:tagLst>
</file>

<file path=ppt/tags/tag11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4969_1*a*1"/>
  <p:tag name="KSO_WM_TEMPLATE_CATEGORY" val="custom"/>
  <p:tag name="KSO_WM_TEMPLATE_INDEX" val="20234969"/>
  <p:tag name="KSO_WM_UNIT_LAYERLEVEL" val="1"/>
  <p:tag name="KSO_WM_TAG_VERSION" val="3.0"/>
  <p:tag name="KSO_WM_BEAUTIFY_FLAG" val="#wm#"/>
  <p:tag name="KSO_WM_UNIT_TEXT_TYPE" val="1"/>
  <p:tag name="KSO_WM_UNIT_PRESET_TEXT" val="单击此处添加标题"/>
</p:tagLst>
</file>

<file path=ppt/tags/tag118.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c_f"/>
  <p:tag name="KSO_WM_UNIT_INDEX" val="1_1"/>
  <p:tag name="KSO_WM_UNIT_ID" val="custom20231754_1*c_f*1_1"/>
  <p:tag name="KSO_WM_TEMPLATE_CATEGORY" val="custom"/>
  <p:tag name="KSO_WM_TEMPLATE_INDEX" val="20231754"/>
  <p:tag name="KSO_WM_UNIT_LAYERLEVEL" val="1_1"/>
  <p:tag name="KSO_WM_TAG_VERSION" val="3.0"/>
  <p:tag name="KSO_WM_UNIT_TEXT_FILL_FORE_SCHEMECOLOR_INDEX_BRIGHTNESS" val="0.15"/>
  <p:tag name="KSO_WM_DIAGRAM_VERSION" val="3"/>
  <p:tag name="KSO_WM_DIAGRAM_COLOR_TRICK" val="1"/>
  <p:tag name="KSO_WM_DIAGRAM_COLOR_TEXT_CAN_REMOVE" val="n"/>
  <p:tag name="KSO_WM_DIAGRAM_MAX_ITEMCNT" val="3"/>
  <p:tag name="KSO_WM_DIAGRAM_MIN_ITEMCNT" val="1"/>
  <p:tag name="KSO_WM_DIAGRAM_VIRTUALLY_FRAME" val="{&quot;height&quot;:210.07504089595767,&quot;left&quot;:93.29999389648438,&quot;top&quot;:275.49999847412107,&quot;width&quot;:797.70001220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BEAUTIFY_FLAG" val="#wm#"/>
  <p:tag name="KSO_WM_UNIT_USESOURCEFORMAT_APPLY" val="1"/>
  <p:tag name="KSO_WM_UNIT_TEXT_LAYER_COUNT" val="1"/>
  <p:tag name="KSO_WM_UNIT_PRESET_TEXT" val="单击此处输入你的项正文，文字是您思想的提炼，请尽量言简意赅的阐述观点。单击此处输入你的项正文，文字是您思想的提炼。单击此处输入你的项正文，文字是您思想的提炼，请尽量言简意赅的阐述观点。单击此处输入你的项正文，文字是您思想的提炼。"/>
</p:tagLst>
</file>

<file path=ppt/tags/tag11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c_a"/>
  <p:tag name="KSO_WM_UNIT_INDEX" val="1_1"/>
  <p:tag name="KSO_WM_UNIT_ID" val="custom20231754_1*c_a*1_1"/>
  <p:tag name="KSO_WM_TEMPLATE_CATEGORY" val="custom"/>
  <p:tag name="KSO_WM_TEMPLATE_INDEX" val="20231754"/>
  <p:tag name="KSO_WM_UNIT_LAYERLEVEL" val="1_1"/>
  <p:tag name="KSO_WM_TAG_VERSION" val="3.0"/>
  <p:tag name="KSO_WM_UNIT_TEXT_FILL_FORE_SCHEMECOLOR_INDEX_BRIGHTNESS" val="0.15"/>
  <p:tag name="KSO_WM_DIAGRAM_VERSION" val="3"/>
  <p:tag name="KSO_WM_DIAGRAM_COLOR_TRICK" val="1"/>
  <p:tag name="KSO_WM_DIAGRAM_COLOR_TEXT_CAN_REMOVE" val="n"/>
  <p:tag name="KSO_WM_DIAGRAM_MAX_ITEMCNT" val="3"/>
  <p:tag name="KSO_WM_DIAGRAM_MIN_ITEMCNT" val="1"/>
  <p:tag name="KSO_WM_DIAGRAM_VIRTUALLY_FRAME" val="{&quot;height&quot;:210.07504089595767,&quot;left&quot;:93.29999389648438,&quot;top&quot;:275.49999847412107,&quot;width&quot;:797.70001220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BEAUTIFY_FLAG" val="#wm#"/>
  <p:tag name="KSO_WM_UNIT_USESOURCEFORMAT_APPLY" val="1"/>
  <p:tag name="KSO_WM_UNIT_PRESET_TEXT" val="单击添加标题"/>
</p:tagLst>
</file>

<file path=ppt/tags/tag120.xml><?xml version="1.0" encoding="utf-8"?>
<p:tagLst xmlns:a="http://schemas.openxmlformats.org/drawingml/2006/main" xmlns:r="http://schemas.openxmlformats.org/officeDocument/2006/relationships"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5971"/>
  <p:tag name="KSO_WM_TEMPLATE_CATEGORY" val="custom"/>
  <p:tag name="KSO_WM_SLIDE_INDEX" val="7"/>
  <p:tag name="KSO_WM_SLIDE_ID" val="custom20235971_7"/>
  <p:tag name="KSO_WM_TEMPLATE_MASTER_TYPE" val="0"/>
  <p:tag name="KSO_WM_SLIDE_LAYOUT" val="a_e"/>
  <p:tag name="KSO_WM_SLIDE_LAYOUT_CNT" val="1_1"/>
</p:tagLst>
</file>

<file path=ppt/tags/tag121.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ID" val="custom20235971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71"/>
  <p:tag name="KSO_WM_TEMPLATE_CATEGORY" val="custom"/>
  <p:tag name="KSO_WM_UNIT_ISCONTENTSTITLE" val="0"/>
  <p:tag name="KSO_WM_UNIT_PRESET_TEXT" val="添加章节标题"/>
  <p:tag name="KSO_WM_UNIT_TEXT_TYPE" val="1"/>
</p:tagLst>
</file>

<file path=ppt/tags/tag122.xml><?xml version="1.0" encoding="utf-8"?>
<p:tagLst xmlns:a="http://schemas.openxmlformats.org/drawingml/2006/main" xmlns:r="http://schemas.openxmlformats.org/officeDocument/2006/relationships" xmlns:p="http://schemas.openxmlformats.org/presentationml/2006/main">
  <p:tag name="KSO_WM_SLIDE_ID" val="diagram20233147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custom"/>
  <p:tag name="KSO_WM_TEMPLATE_INDEX" val="20235971"/>
  <p:tag name="KSO_WM_SLIDE_TYPE" val="text"/>
  <p:tag name="KSO_WM_SLIDE_SUBTYPE" val="diag"/>
  <p:tag name="KSO_WM_SLIDE_SIZE" val="812.941*336.878"/>
  <p:tag name="KSO_WM_SLIDE_POSITION" val="73.3256*155.822"/>
  <p:tag name="KSO_WM_SLIDE_LAYOUT" val="a_l"/>
  <p:tag name="KSO_WM_SLIDE_LAYOUT_CNT" val="1_1"/>
  <p:tag name="KSO_WM_SPECIAL_SOURCE" val="bdnull"/>
  <p:tag name="KSO_WM_DIAGRAM_GROUP_CODE" val="l1-1"/>
  <p:tag name="KSO_WM_SLIDE_DIAGTYPE" val="l"/>
</p:tagLst>
</file>

<file path=ppt/tags/tag12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3147_3*a*1"/>
  <p:tag name="KSO_WM_TEMPLATE_CATEGORY" val="diagram"/>
  <p:tag name="KSO_WM_TEMPLATE_INDEX" val="20233147"/>
  <p:tag name="KSO_WM_UNIT_LAYERLEVEL" val="1"/>
  <p:tag name="KSO_WM_TAG_VERSION" val="3.0"/>
  <p:tag name="KSO_WM_BEAUTIFY_FLAG" val="#wm#"/>
  <p:tag name="KSO_WM_UNIT_TEXT_TYPE" val="1"/>
  <p:tag name="KSO_WM_UNIT_PRESET_TEXT" val="单击此处添加标题"/>
  <p:tag name="KSO_WM_UNIT_TEXT_FILL_FORE_SCHEMECOLOR_INDEX" val="15"/>
  <p:tag name="KSO_WM_UNIT_TEXT_FILL_TYPE" val="1"/>
  <p:tag name="KSO_WM_UNIT_USESOURCEFORMAT_APPLY" val="0"/>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3147_2*l_h_d*1_1_1"/>
  <p:tag name="KSO_WM_TEMPLATE_CATEGORY" val="diagram"/>
  <p:tag name="KSO_WM_TEMPLATE_INDEX" val="20233147"/>
  <p:tag name="KSO_WM_UNIT_LAYERLEVEL" val="1_1_1"/>
  <p:tag name="KSO_WM_TAG_VERSION" val="3.0"/>
  <p:tag name="KSO_WM_UNIT_VALUE" val="735*689"/>
  <p:tag name="KSO_WM_DIAGRAM_GROUP_CODE" val="l1-1"/>
  <p:tag name="KSO_WM_UNIT_TYPE" val="l_h_d"/>
  <p:tag name="KSO_WM_UNIT_INDEX" val="1_1_1"/>
  <p:tag name="KSO_WM_DIAGRAM_VERSION" val="3"/>
  <p:tag name="KSO_WM_DIAGRAM_COLOR_TRICK" val="1"/>
  <p:tag name="KSO_WM_DIAGRAM_COLOR_TEXT_CAN_REMOVE" val="n"/>
  <p:tag name="KSO_WM_DIAGRAM_MAX_ITEMCNT" val="4"/>
  <p:tag name="KSO_WM_DIAGRAM_MIN_ITEMCNT" val="2"/>
  <p:tag name="KSO_WM_DIAGRAM_VIRTUALLY_FRAME" val="{&quot;height&quot;:365.1412658691406,&quot;width&quot;:812.9407348632812}"/>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PICTURE_SUBTYPE" val="b"/>
  <p:tag name="KSO_WM_UNIT_LINE_FORE_SCHEMECOLOR_INDEX" val="13"/>
  <p:tag name="MH_PIC_SOURCE_TYPE" val="generate_slide_ai*{&quot;ai_type&quot;:&quot;generate_ppt&quot;,&quot;id&quot;:&quot;&quot;}*ai_ai_ai_v2.0.9_ONLINE*1744895582893_0.117_b54dcfb17d7f-slide-26"/>
  <p:tag name="KSO_WM_UNIT_LINE_FILL_TYPE" val="2"/>
  <p:tag name="KSO_WM_UNIT_USESOURCEFORMAT_APPLY" val="0"/>
</p:tagLst>
</file>

<file path=ppt/tags/tag125.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3147_2*l_h_f*1_1_1"/>
  <p:tag name="KSO_WM_TEMPLATE_CATEGORY" val="diagram"/>
  <p:tag name="KSO_WM_TEMPLATE_INDEX" val="20233147"/>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5.1412658691406,&quot;width&quot;:812.94073486328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输入项正文，文字是您思想的提炼"/>
  <p:tag name="KSO_WM_UNIT_TEXT_FILL_FORE_SCHEMECOLOR_INDEX" val="1"/>
  <p:tag name="KSO_WM_UNIT_TEXT_FILL_TYPE" val="1"/>
  <p:tag name="KSO_WM_UNIT_USESOURCEFORMAT_APPLY" val="0"/>
</p:tagLst>
</file>

<file path=ppt/tags/tag12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3147_2*l_h_a*1_1_1"/>
  <p:tag name="KSO_WM_TEMPLATE_CATEGORY" val="diagram"/>
  <p:tag name="KSO_WM_TEMPLATE_INDEX" val="20233147"/>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5.1412658691406,&quot;width&quot;:812.94073486328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UNIT_USESOURCEFORMAT_APPLY" val="0"/>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3147_2*l_h_d*1_2_1"/>
  <p:tag name="KSO_WM_TEMPLATE_CATEGORY" val="diagram"/>
  <p:tag name="KSO_WM_TEMPLATE_INDEX" val="20233147"/>
  <p:tag name="KSO_WM_UNIT_LAYERLEVEL" val="1_1_1"/>
  <p:tag name="KSO_WM_TAG_VERSION" val="3.0"/>
  <p:tag name="KSO_WM_UNIT_VALUE" val="735*689"/>
  <p:tag name="KSO_WM_DIAGRAM_GROUP_CODE" val="l1-1"/>
  <p:tag name="KSO_WM_UNIT_TYPE" val="l_h_d"/>
  <p:tag name="KSO_WM_UNIT_INDEX" val="1_2_1"/>
  <p:tag name="KSO_WM_DIAGRAM_VERSION" val="3"/>
  <p:tag name="KSO_WM_DIAGRAM_COLOR_TRICK" val="1"/>
  <p:tag name="KSO_WM_DIAGRAM_COLOR_TEXT_CAN_REMOVE" val="n"/>
  <p:tag name="KSO_WM_DIAGRAM_MAX_ITEMCNT" val="4"/>
  <p:tag name="KSO_WM_DIAGRAM_MIN_ITEMCNT" val="2"/>
  <p:tag name="KSO_WM_DIAGRAM_VIRTUALLY_FRAME" val="{&quot;height&quot;:365.1412658691406,&quot;width&quot;:812.9407348632812}"/>
  <p:tag name="KSO_WM_DIAGRAM_COLOR_MATCH_VALUE" val="{&quot;shape&quot;:{&quot;fill&quot;:{&quot;solid&quot;:{&quot;brightness&quot;:0,&quot;colorType&quot;:1,&quot;foreColorIndex&quot;:5,&quot;transparency&quot;:0.5},&quot;type&quot;:1},&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PICTURE_SUBTYPE" val="b"/>
  <p:tag name="KSO_WM_UNIT_FILL_TYPE" val="1"/>
  <p:tag name="KSO_WM_UNIT_FILL_FORE_SCHEMECOLOR_INDEX" val="5"/>
  <p:tag name="KSO_WM_UNIT_FILL_FORE_SCHEMECOLOR_INDEX_BRIGHTNESS" val="0"/>
  <p:tag name="KSO_WM_UNIT_LINE_FORE_SCHEMECOLOR_INDEX" val="13"/>
  <p:tag name="MH_PIC_SOURCE_TYPE" val="generate_slide_ai*{&quot;ai_type&quot;:&quot;generate_ppt&quot;,&quot;id&quot;:&quot;&quot;}*ai_ai_ai_v2.0.9_ONLINE*1744895582893_0.117_b54dcfb17d7f-slide-26"/>
  <p:tag name="KSO_WM_UNIT_LINE_FILL_TYPE" val="2"/>
  <p:tag name="KSO_WM_UNIT_USESOURCEFORMAT_APPLY" val="0"/>
</p:tagLst>
</file>

<file path=ppt/tags/tag128.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3147_2*l_h_f*1_2_1"/>
  <p:tag name="KSO_WM_TEMPLATE_CATEGORY" val="diagram"/>
  <p:tag name="KSO_WM_TEMPLATE_INDEX" val="20233147"/>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5.1412658691406,&quot;width&quot;:812.94073486328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输入项正文，文字是您思想的提炼"/>
  <p:tag name="KSO_WM_UNIT_TEXT_FILL_FORE_SCHEMECOLOR_INDEX" val="1"/>
  <p:tag name="KSO_WM_UNIT_TEXT_FILL_TYPE" val="1"/>
  <p:tag name="KSO_WM_UNIT_USESOURCEFORMAT_APPLY" val="0"/>
</p:tagLst>
</file>

<file path=ppt/tags/tag12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3147_2*l_h_a*1_2_1"/>
  <p:tag name="KSO_WM_TEMPLATE_CATEGORY" val="diagram"/>
  <p:tag name="KSO_WM_TEMPLATE_INDEX" val="20233147"/>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5.1412658691406,&quot;width&quot;:812.94073486328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UNIT_USESOURCEFORMAT_APPLY" val="0"/>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3147_2*l_h_d*1_3_1"/>
  <p:tag name="KSO_WM_TEMPLATE_CATEGORY" val="diagram"/>
  <p:tag name="KSO_WM_TEMPLATE_INDEX" val="20233147"/>
  <p:tag name="KSO_WM_UNIT_LAYERLEVEL" val="1_1_1"/>
  <p:tag name="KSO_WM_TAG_VERSION" val="3.0"/>
  <p:tag name="KSO_WM_UNIT_VALUE" val="735*689"/>
  <p:tag name="KSO_WM_DIAGRAM_GROUP_CODE" val="l1-1"/>
  <p:tag name="KSO_WM_UNIT_TYPE" val="l_h_d"/>
  <p:tag name="KSO_WM_UNIT_INDEX" val="1_3_1"/>
  <p:tag name="KSO_WM_DIAGRAM_VERSION" val="3"/>
  <p:tag name="KSO_WM_DIAGRAM_COLOR_TRICK" val="1"/>
  <p:tag name="KSO_WM_DIAGRAM_COLOR_TEXT_CAN_REMOVE" val="n"/>
  <p:tag name="KSO_WM_DIAGRAM_MAX_ITEMCNT" val="4"/>
  <p:tag name="KSO_WM_DIAGRAM_MIN_ITEMCNT" val="2"/>
  <p:tag name="KSO_WM_DIAGRAM_VIRTUALLY_FRAME" val="{&quot;height&quot;:365.1412658691406,&quot;width&quot;:812.9407348632812}"/>
  <p:tag name="KSO_WM_DIAGRAM_COLOR_MATCH_VALUE" val="{&quot;shape&quot;:{&quot;fill&quot;:{&quot;solid&quot;:{&quot;brightness&quot;:0,&quot;colorType&quot;:1,&quot;foreColorIndex&quot;:5,&quot;transparency&quot;:0.5},&quot;type&quot;:1},&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PICTURE_SUBTYPE" val="b"/>
  <p:tag name="KSO_WM_UNIT_FILL_TYPE" val="1"/>
  <p:tag name="KSO_WM_UNIT_FILL_FORE_SCHEMECOLOR_INDEX" val="5"/>
  <p:tag name="KSO_WM_UNIT_FILL_FORE_SCHEMECOLOR_INDEX_BRIGHTNESS" val="0"/>
  <p:tag name="KSO_WM_UNIT_LINE_FORE_SCHEMECOLOR_INDEX" val="13"/>
  <p:tag name="MH_PIC_SOURCE_TYPE" val="generate_slide_ai*{&quot;ai_type&quot;:&quot;generate_ppt&quot;,&quot;id&quot;:&quot;&quot;}*ai_ai_ai_v2.0.9_ONLINE*1744895582893_0.117_b54dcfb17d7f-slide-26"/>
  <p:tag name="KSO_WM_UNIT_LINE_FILL_TYPE" val="2"/>
  <p:tag name="KSO_WM_UNIT_USESOURCEFORMAT_APPLY" val="0"/>
</p:tagLst>
</file>

<file path=ppt/tags/tag131.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3147_2*l_h_f*1_3_1"/>
  <p:tag name="KSO_WM_TEMPLATE_CATEGORY" val="diagram"/>
  <p:tag name="KSO_WM_TEMPLATE_INDEX" val="20233147"/>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5.1412658691406,&quot;width&quot;:812.94073486328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输入项正文，文字是您思想的提炼"/>
  <p:tag name="KSO_WM_UNIT_TEXT_FILL_FORE_SCHEMECOLOR_INDEX" val="1"/>
  <p:tag name="KSO_WM_UNIT_TEXT_FILL_TYPE" val="1"/>
  <p:tag name="KSO_WM_UNIT_USESOURCEFORMAT_APPLY" val="0"/>
</p:tagLst>
</file>

<file path=ppt/tags/tag13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3147_2*l_h_a*1_3_1"/>
  <p:tag name="KSO_WM_TEMPLATE_CATEGORY" val="diagram"/>
  <p:tag name="KSO_WM_TEMPLATE_INDEX" val="20233147"/>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5.1412658691406,&quot;width&quot;:812.94073486328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UNIT_USESOURCEFORMAT_APPLY" val="0"/>
</p:tagLst>
</file>

<file path=ppt/tags/tag133.xml><?xml version="1.0" encoding="utf-8"?>
<p:tagLst xmlns:a="http://schemas.openxmlformats.org/drawingml/2006/main" xmlns:r="http://schemas.openxmlformats.org/officeDocument/2006/relationships"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529.861*365.65"/>
  <p:tag name="KSO_WM_SLIDE_POSITION" val="78.5387*108.231"/>
  <p:tag name="KSO_WM_SLIDE_LAYOUT" val="a_d_l"/>
  <p:tag name="KSO_WM_SLIDE_LAYOUT_CNT" val="1_1_1"/>
  <p:tag name="KSO_WM_SPECIAL_SOURCE" val="bdnull"/>
  <p:tag name="KSO_WM_DIAGRAM_GROUP_CODE" val="l1-1"/>
  <p:tag name="KSO_WM_SLIDE_DIAGTYPE" val="l"/>
  <p:tag name="KSO_WM_TEMPLATE_INDEX" val="20235971"/>
  <p:tag name="KSO_WM_TEMPLATE_SUBCATEGORY" val="0"/>
  <p:tag name="KSO_WM_SLIDE_INDEX" val="1"/>
  <p:tag name="KSO_WM_TAG_VERSION" val="3.0"/>
  <p:tag name="KSO_WM_SLIDE_ID" val="custom20231717_1"/>
  <p:tag name="KSO_WM_SLIDE_ITEM_CNT" val="4"/>
</p:tagLst>
</file>

<file path=ppt/tags/tag13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UNIT_VALUE" val="30"/>
  <p:tag name="KSO_WM_TEMPLATE_INDEX" val="20231717"/>
  <p:tag name="KSO_WM_UNIT_ID" val="custom20231717_1*a*1"/>
  <p:tag name="KSO_WM_UNIT_PRESET_TEXT" val="单击此处添加标题"/>
  <p:tag name="KSO_WM_UNIT_TEXT_TYPE" val="1"/>
  <p:tag name="KSO_WM_UNIT_TEXT_FILL_FORE_SCHEMECOLOR_INDEX" val="15"/>
  <p:tag name="KSO_WM_UNIT_TEXT_FILL_TYPE" val="1"/>
  <p:tag name="KSO_WM_UNIT_USESOURCEFORMAT_APPLY" val="0"/>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wm#"/>
  <p:tag name="KSO_WM_UNIT_VALUE" val="1289*910"/>
  <p:tag name="KSO_WM_UNIT_HIGHLIGHT" val="0"/>
  <p:tag name="KSO_WM_UNIT_COMPATIBLE" val="0"/>
  <p:tag name="KSO_WM_UNIT_DIAGRAM_ISNUMVISUAL" val="0"/>
  <p:tag name="KSO_WM_UNIT_DIAGRAM_ISREFERUNIT" val="0"/>
  <p:tag name="KSO_WM_DIAGRAM_GROUP_CODE" val="l1-1"/>
  <p:tag name="KSO_WM_UNIT_TYPE" val="d"/>
  <p:tag name="KSO_WM_UNIT_INDEX" val="1"/>
  <p:tag name="KSO_WM_UNIT_ID" val="custom20231717_1*d*1"/>
  <p:tag name="KSO_WM_TEMPLATE_CATEGORY" val="custom"/>
  <p:tag name="KSO_WM_TEMPLATE_INDEX" val="20231717"/>
  <p:tag name="KSO_WM_UNIT_LAYERLEVEL" val="1"/>
  <p:tag name="KSO_WM_TAG_VERSION" val="3.0"/>
  <p:tag name="KSO_WM_UNIT_PICTURE_SUBTYPE" val="b"/>
  <p:tag name="MH_PIC_SOURCE_TYPE" val="generate_slide_ai*{&quot;ai_type&quot;:&quot;generate_ppt&quot;,&quot;id&quot;:&quot;&quot;}*ai_ai_ai_v2.0.9_ONLINE*1744895582893_0.117_b54dcfb17d7f-slide-27"/>
  <p:tag name="KSO_WM_UNIT_LINE_FORE_SCHEMECOLOR_INDEX" val="5"/>
  <p:tag name="KSO_WM_UNIT_LINE_FILL_TYPE" val="2"/>
  <p:tag name="KSO_WM_UNIT_SHADOW_SCHEMECOLOR_INDEX" val="5"/>
  <p:tag name="KSO_WM_UNIT_USESOURCEFORMAT_APPLY" val="0"/>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1678_2*l_h_i*1_2_1"/>
  <p:tag name="KSO_WM_TEMPLATE_CATEGORY" val="diagram"/>
  <p:tag name="KSO_WM_TEMPLATE_INDEX" val="20231678"/>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2_1"/>
  <p:tag name="KSO_WM_DIAGRAM_MAX_ITEMCNT" val="4"/>
  <p:tag name="KSO_WM_DIAGRAM_MIN_ITEMCNT" val="2"/>
  <p:tag name="KSO_WM_DIAGRAM_VIRTUALLY_FRAME" val="{&quot;height&quot;:365.65008544921875,&quot;width&quot;:558.4000854492188}"/>
  <p:tag name="KSO_WM_DIAGRAM_COLOR_MATCH_VALUE" val="{&quot;shape&quot;:{&quot;fill&quot;:{&quot;gradient&quot;:[{&quot;brightness&quot;:0.800000011920929,&quot;colorType&quot;:1,&quot;foreColorIndex&quot;:5,&quot;pos&quot;:0,&quot;transparency&quot;:1},{&quot;brightness&quot;:0.800000011920929,&quot;colorType&quot;:1,&quot;foreColorIndex&quot;:5,&quot;pos&quot;:1,&quot;transparency&quot;:0.5600000023841858}],&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2"/>
  <p:tag name="KSO_WM_UNIT_TEXT_FILL_TYPE" val="1"/>
  <p:tag name="KSO_WM_UNIT_USESOURCEFORMAT_APPLY" val="0"/>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wm#"/>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2_1"/>
  <p:tag name="KSO_WM_TEMPLATE_CATEGORY" val="diagram"/>
  <p:tag name="KSO_WM_TEMPLATE_INDEX" val="20231678"/>
  <p:tag name="KSO_WM_UNIT_LAYERLEVEL" val="1_1_1"/>
  <p:tag name="KSO_WM_TAG_VERSION" val="3.0"/>
  <p:tag name="KSO_WM_UNIT_VALUE" val="10"/>
  <p:tag name="KSO_WM_UNIT_TYPE" val="l_h_a"/>
  <p:tag name="KSO_WM_UNIT_ID" val="diagram20231678_2*l_h_a*1_2_1"/>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65008544921875,&quot;width&quot;:558.4000854492188}"/>
  <p:tag name="KSO_WM_DIAGRAM_COLOR_MATCH_VALUE" val="{&quot;shape&quot;:{&quot;fill&quot;:{&quot;solid&quot;:{&quot;brightness&quot;:0,&quot;colorType&quot;:1,&quot;foreColorIndex&quot;:5,&quot;transparency&quot;:0},&quot;type&quot;:1},&quot;glow&quot;:{&quot;colorType&quot;:0},&quot;line&quot;:{&quot;solidLine&quot;:{&quot;brightness&quot;:0.80000001192092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LINE_FORE_SCHEMECOLOR_INDEX" val="5"/>
  <p:tag name="KSO_WM_UNIT_TEXT_FILL_FORE_SCHEMECOLOR_INDEX" val="1"/>
  <p:tag name="KSO_WM_UNIT_TEXT_FILL_TYPE" val="1"/>
  <p:tag name="KSO_WM_UNIT_PRESET_TEXT" val="添加标题"/>
  <p:tag name="KSO_WM_UNIT_TEXT_TYPE" val="1"/>
  <p:tag name="KSO_WM_UNIT_LINE_FILL_TYPE" val="2"/>
  <p:tag name="KSO_WM_UNIT_USESOURCEFORMAT_APPLY" val="0"/>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1678_2*l_h_i*1_1_1"/>
  <p:tag name="KSO_WM_TEMPLATE_CATEGORY" val="diagram"/>
  <p:tag name="KSO_WM_TEMPLATE_INDEX" val="20231678"/>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1_1"/>
  <p:tag name="KSO_WM_DIAGRAM_MAX_ITEMCNT" val="4"/>
  <p:tag name="KSO_WM_DIAGRAM_MIN_ITEMCNT" val="2"/>
  <p:tag name="KSO_WM_DIAGRAM_VIRTUALLY_FRAME" val="{&quot;height&quot;:365.65008544921875,&quot;width&quot;:558.4000854492188}"/>
  <p:tag name="KSO_WM_DIAGRAM_COLOR_MATCH_VALUE" val="{&quot;shape&quot;:{&quot;fill&quot;:{&quot;gradient&quot;:[{&quot;brightness&quot;:0.800000011920929,&quot;colorType&quot;:1,&quot;foreColorIndex&quot;:5,&quot;pos&quot;:0,&quot;transparency&quot;:1},{&quot;brightness&quot;:0.800000011920929,&quot;colorType&quot;:1,&quot;foreColorIndex&quot;:5,&quot;pos&quot;:1,&quot;transparency&quot;:0.5600000023841858}],&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2"/>
  <p:tag name="KSO_WM_UNIT_TEXT_FILL_TYPE" val="1"/>
  <p:tag name="KSO_WM_UNIT_USESOURCEFORMAT_APPLY" val="0"/>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wm#"/>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1_1"/>
  <p:tag name="KSO_WM_TEMPLATE_CATEGORY" val="diagram"/>
  <p:tag name="KSO_WM_TEMPLATE_INDEX" val="20231678"/>
  <p:tag name="KSO_WM_UNIT_LAYERLEVEL" val="1_1_1"/>
  <p:tag name="KSO_WM_TAG_VERSION" val="3.0"/>
  <p:tag name="KSO_WM_UNIT_VALUE" val="10"/>
  <p:tag name="KSO_WM_UNIT_TYPE" val="l_h_a"/>
  <p:tag name="KSO_WM_UNIT_ID" val="diagram20231678_2*l_h_a*1_1_1"/>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65008544921875,&quot;width&quot;:558.4000854492188}"/>
  <p:tag name="KSO_WM_DIAGRAM_COLOR_MATCH_VALUE" val="{&quot;shape&quot;:{&quot;fill&quot;:{&quot;solid&quot;:{&quot;brightness&quot;:0,&quot;colorType&quot;:1,&quot;foreColorIndex&quot;:5,&quot;transparency&quot;:0},&quot;type&quot;:1},&quot;glow&quot;:{&quot;colorType&quot;:0},&quot;line&quot;:{&quot;solidLine&quot;:{&quot;brightness&quot;:0.80000001192092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LINE_FORE_SCHEMECOLOR_INDEX" val="5"/>
  <p:tag name="KSO_WM_UNIT_TEXT_FILL_FORE_SCHEMECOLOR_INDEX" val="1"/>
  <p:tag name="KSO_WM_UNIT_TEXT_FILL_TYPE" val="1"/>
  <p:tag name="KSO_WM_UNIT_PRESET_TEXT" val="添加标题"/>
  <p:tag name="KSO_WM_UNIT_TEXT_TYPE" val="1"/>
  <p:tag name="KSO_WM_UNIT_LINE_FILL_TYPE" val="2"/>
  <p:tag name="KSO_WM_UNIT_USESOURCEFORMAT_APPLY" val="0"/>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wm#"/>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678_2*l_h_f*1_1_1"/>
  <p:tag name="KSO_WM_TEMPLATE_CATEGORY" val="diagram"/>
  <p:tag name="KSO_WM_TEMPLATE_INDEX" val="20231678"/>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65008544921875,&quot;width&quot;:558.40008544921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您的)智能图形项正文，文字是您思想的提炼，请尽量言简意赅的阐述观点。"/>
  <p:tag name="KSO_WM_UNIT_TEXT_TYPE" val="1"/>
  <p:tag name="KSO_WM_UNIT_USESOURCEFORMAT_APPLY" val="0"/>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wm#"/>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1678_2*l_h_f*1_2_1"/>
  <p:tag name="KSO_WM_TEMPLATE_CATEGORY" val="diagram"/>
  <p:tag name="KSO_WM_TEMPLATE_INDEX" val="20231678"/>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65008544921875,&quot;width&quot;:558.40008544921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您的)智能图形项正文，文字是您思想的提炼，请尽量言简意赅的阐述观点。"/>
  <p:tag name="KSO_WM_UNIT_TEXT_TYPE" val="1"/>
  <p:tag name="KSO_WM_UNIT_USESOURCEFORMAT_APPLY" val="0"/>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1678_2*l_h_i*1_3_1"/>
  <p:tag name="KSO_WM_TEMPLATE_CATEGORY" val="diagram"/>
  <p:tag name="KSO_WM_TEMPLATE_INDEX" val="20231678"/>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3_1"/>
  <p:tag name="KSO_WM_DIAGRAM_MAX_ITEMCNT" val="4"/>
  <p:tag name="KSO_WM_DIAGRAM_MIN_ITEMCNT" val="2"/>
  <p:tag name="KSO_WM_DIAGRAM_VIRTUALLY_FRAME" val="{&quot;height&quot;:365.65008544921875,&quot;width&quot;:558.4000854492188}"/>
  <p:tag name="KSO_WM_DIAGRAM_COLOR_MATCH_VALUE" val="{&quot;shape&quot;:{&quot;fill&quot;:{&quot;gradient&quot;:[{&quot;brightness&quot;:0.800000011920929,&quot;colorType&quot;:1,&quot;foreColorIndex&quot;:5,&quot;pos&quot;:0,&quot;transparency&quot;:1},{&quot;brightness&quot;:0.800000011920929,&quot;colorType&quot;:1,&quot;foreColorIndex&quot;:5,&quot;pos&quot;:1,&quot;transparency&quot;:0.5600000023841858}],&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2"/>
  <p:tag name="KSO_WM_UNIT_TEXT_FILL_TYPE" val="1"/>
  <p:tag name="KSO_WM_UNIT_USESOURCEFORMAT_APPLY" val="0"/>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wm#"/>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3_1"/>
  <p:tag name="KSO_WM_TEMPLATE_CATEGORY" val="diagram"/>
  <p:tag name="KSO_WM_TEMPLATE_INDEX" val="20231678"/>
  <p:tag name="KSO_WM_UNIT_LAYERLEVEL" val="1_1_1"/>
  <p:tag name="KSO_WM_TAG_VERSION" val="3.0"/>
  <p:tag name="KSO_WM_UNIT_VALUE" val="10"/>
  <p:tag name="KSO_WM_UNIT_TYPE" val="l_h_a"/>
  <p:tag name="KSO_WM_UNIT_ID" val="diagram20231678_2*l_h_a*1_3_1"/>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65008544921875,&quot;width&quot;:558.4000854492188}"/>
  <p:tag name="KSO_WM_DIAGRAM_COLOR_MATCH_VALUE" val="{&quot;shape&quot;:{&quot;fill&quot;:{&quot;solid&quot;:{&quot;brightness&quot;:0,&quot;colorType&quot;:1,&quot;foreColorIndex&quot;:5,&quot;transparency&quot;:0},&quot;type&quot;:1},&quot;glow&quot;:{&quot;colorType&quot;:0},&quot;line&quot;:{&quot;solidLine&quot;:{&quot;brightness&quot;:0.80000001192092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LINE_FORE_SCHEMECOLOR_INDEX" val="5"/>
  <p:tag name="KSO_WM_UNIT_TEXT_FILL_FORE_SCHEMECOLOR_INDEX" val="1"/>
  <p:tag name="KSO_WM_UNIT_TEXT_FILL_TYPE" val="1"/>
  <p:tag name="KSO_WM_UNIT_PRESET_TEXT" val="添加标题"/>
  <p:tag name="KSO_WM_UNIT_TEXT_TYPE" val="1"/>
  <p:tag name="KSO_WM_UNIT_LINE_FILL_TYPE" val="2"/>
  <p:tag name="KSO_WM_UNIT_USESOURCEFORMAT_APPLY" val="0"/>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wm#"/>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1678_2*l_h_f*1_3_1"/>
  <p:tag name="KSO_WM_TEMPLATE_CATEGORY" val="diagram"/>
  <p:tag name="KSO_WM_TEMPLATE_INDEX" val="20231678"/>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65008544921875,&quot;width&quot;:558.40008544921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您的)智能图形项正文，文字是您思想的提炼，请尽量言简意赅的阐述观点。"/>
  <p:tag name="KSO_WM_UNIT_TEXT_TYPE" val="1"/>
  <p:tag name="KSO_WM_UNIT_USESOURCEFORMAT_APPLY" val="0"/>
</p:tagLst>
</file>

<file path=ppt/tags/tag145.xml><?xml version="1.0" encoding="utf-8"?>
<p:tagLst xmlns:a="http://schemas.openxmlformats.org/drawingml/2006/main" xmlns:r="http://schemas.openxmlformats.org/officeDocument/2006/relationships" xmlns:p="http://schemas.openxmlformats.org/presentationml/2006/main">
  <p:tag name="KSO_WM_SLIDE_ID" val="diagram20230968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custom"/>
  <p:tag name="KSO_WM_TEMPLATE_INDEX" val="20235971"/>
  <p:tag name="KSO_WM_SLIDE_TYPE" val="text"/>
  <p:tag name="KSO_WM_SLIDE_SUBTYPE" val="diag"/>
  <p:tag name="KSO_WM_SLIDE_SIZE" val="850.4*365.625"/>
  <p:tag name="KSO_WM_SLIDE_POSITION" val="54.8*111.5"/>
  <p:tag name="KSO_WM_SLIDE_LAYOUT" val="a_l"/>
  <p:tag name="KSO_WM_SLIDE_LAYOUT_CNT" val="1_1"/>
  <p:tag name="KSO_WM_SPECIAL_SOURCE" val="bdnull"/>
  <p:tag name="KSO_WM_DIAGRAM_GROUP_CODE" val="l1-1"/>
  <p:tag name="KSO_WM_SLIDE_DIAGTYPE" val="l"/>
</p:tagLst>
</file>

<file path=ppt/tags/tag14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0968_2*a*1"/>
  <p:tag name="KSO_WM_TEMPLATE_CATEGORY" val="diagram"/>
  <p:tag name="KSO_WM_TEMPLATE_INDEX" val="20230968"/>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5"/>
  <p:tag name="KSO_WM_UNIT_TEXT_FILL_TYPE" val="1"/>
  <p:tag name="KSO_WM_UNIT_USESOURCEFORMAT_APPLY" val="0"/>
</p:tagLst>
</file>

<file path=ppt/tags/tag147.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0968_1*l_h_i*1_1_1"/>
  <p:tag name="KSO_WM_TEMPLATE_CATEGORY" val="diagram"/>
  <p:tag name="KSO_WM_TEMPLATE_INDEX" val="20230968"/>
  <p:tag name="KSO_WM_UNIT_LAYERLEVEL" val="1_1_1"/>
  <p:tag name="KSO_WM_TAG_VERSION" val="3.0"/>
  <p:tag name="KSO_WM_BEAUTIFY_FLAG" val="#wm#"/>
  <p:tag name="KSO_WM_DIAGRAM_MAX_ITEMCNT" val="4"/>
  <p:tag name="KSO_WM_DIAGRAM_MIN_ITEMCNT" val="2"/>
  <p:tag name="KSO_WM_DIAGRAM_VIRTUALLY_FRAME" val="{&quot;height&quot;:366.2639465332031,&quot;width&quot;:850.4000244140625}"/>
  <p:tag name="KSO_WM_DIAGRAM_COLOR_MATCH_VALUE" val="{&quot;shape&quot;:{&quot;fill&quot;:{&quot;solid&quot;:{&quot;brightness&quot;:0.6000000238418579,&quot;colorType&quot;:1,&quot;foreColorIndex&quot;:13,&quot;transparency&quot;:0.8500000238418579},&quot;type&quot;:1},&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_BRIGHTNESS" val="-0.15"/>
  <p:tag name="KSO_WM_UNIT_SHADOW_SCHEMECOLOR_INDEX" val="14"/>
  <p:tag name="KSO_WM_UNIT_TEXT_FILL_FORE_SCHEMECOLOR_INDEX_BRIGHTNESS" val="0"/>
  <p:tag name="KSO_WM_UNIT_TEXT_FILL_FORE_SCHEMECOLOR_INDEX" val="2"/>
  <p:tag name="KSO_WM_UNIT_TEXT_FILL_TYPE" val="1"/>
  <p:tag name="KSO_WM_UNIT_FILL_TYPE" val="1"/>
  <p:tag name="KSO_WM_UNIT_FILL_FORE_SCHEMECOLOR_INDEX" val="13"/>
  <p:tag name="KSO_WM_UNIT_FILL_FORE_SCHEMECOLOR_INDEX_BRIGHTNESS" val="0.6"/>
  <p:tag name="KSO_WM_UNIT_LINE_FORE_SCHEMECOLOR_INDEX" val="13"/>
  <p:tag name="KSO_WM_UNIT_LINE_FILL_TYPE" val="2"/>
  <p:tag name="KSO_WM_UNIT_USESOURCEFORMAT_APPLY" val="0"/>
</p:tagLst>
</file>

<file path=ppt/tags/tag148.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VALUE" val="817*1399"/>
  <p:tag name="KSO_WM_UNIT_HIGHLIGHT" val="0"/>
  <p:tag name="KSO_WM_UNIT_COMPATIBLE" val="0"/>
  <p:tag name="KSO_WM_UNIT_DIAGRAM_ISNUMVISUAL" val="0"/>
  <p:tag name="KSO_WM_UNIT_DIAGRAM_ISREFERUNIT" val="0"/>
  <p:tag name="KSO_WM_DIAGRAM_GROUP_CODE" val="l1-1"/>
  <p:tag name="KSO_WM_UNIT_TYPE" val="l_h_d"/>
  <p:tag name="KSO_WM_UNIT_INDEX" val="1_1_1"/>
  <p:tag name="KSO_WM_UNIT_ID" val="diagram20230968_1*l_h_d*1_1_1"/>
  <p:tag name="KSO_WM_TEMPLATE_CATEGORY" val="diagram"/>
  <p:tag name="KSO_WM_TEMPLATE_INDEX" val="20230968"/>
  <p:tag name="KSO_WM_UNIT_LAYERLEVEL" val="1_1_1"/>
  <p:tag name="KSO_WM_TAG_VERSION" val="3.0"/>
  <p:tag name="KSO_WM_BEAUTIFY_FLAG" val="#wm#"/>
  <p:tag name="KSO_WM_DIAGRAM_MAX_ITEMCNT" val="4"/>
  <p:tag name="KSO_WM_DIAGRAM_MIN_ITEMCNT" val="2"/>
  <p:tag name="KSO_WM_DIAGRAM_VIRTUALLY_FRAME" val="{&quot;height&quot;:366.2639465332031,&quot;width&quot;:850.4000244140625}"/>
  <p:tag name="KSO_WM_DIAGRAM_COLOR_MATCH_VALUE" val="{&quot;shape&quot;:{&quot;fill&quot;:{&quot;solid&quot;:{&quot;brightness&quot;:0,&quot;colorType&quot;:1,&quot;foreColorIndex&quot;:5,&quot;transparency&quot;:0.8500000238418579},&quot;type&quot;:1},&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FILL_TYPE" val="1"/>
  <p:tag name="KSO_WM_UNIT_FILL_FORE_SCHEMECOLOR_INDEX" val="5"/>
  <p:tag name="KSO_WM_UNIT_FILL_FORE_SCHEMECOLOR_INDEX_BRIGHTNESS" val="0"/>
  <p:tag name="KSO_WM_UNIT_LINE_FORE_SCHEMECOLOR_INDEX" val="13"/>
  <p:tag name="KSO_WM_UNIT_PICTURE_SUBTYPE" val="b"/>
  <p:tag name="MH_PIC_SOURCE_TYPE" val="generate_slide_ai*{&quot;ai_type&quot;:&quot;generate_ppt&quot;,&quot;id&quot;:&quot;&quot;}*ai_ai_ai_v2.0.9_ONLINE*1744895582893_0.117_b54dcfb17d7f-slide-28"/>
  <p:tag name="KSO_WM_UNIT_LINE_FILL_TYPE" val="2"/>
  <p:tag name="KSO_WM_UNIT_USESOURCEFORMAT_APPLY" val="0"/>
</p:tagLst>
</file>

<file path=ppt/tags/tag14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0968_1*l_h_a*1_1_1"/>
  <p:tag name="KSO_WM_TEMPLATE_CATEGORY" val="diagram"/>
  <p:tag name="KSO_WM_TEMPLATE_INDEX" val="20230968"/>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6.2639465332031,&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_BRIGHTNESS" val="0"/>
  <p:tag name="KSO_WM_UNIT_PRESET_TEXT" val="添加标题"/>
  <p:tag name="KSO_WM_UNIT_TEXT_FILL_FORE_SCHEMECOLOR_INDEX" val="1"/>
  <p:tag name="KSO_WM_UNIT_TEXT_FILL_TYPE" val="1"/>
  <p:tag name="KSO_WM_UNIT_TEXT_TYPE" val="1"/>
  <p:tag name="KSO_WM_UNIT_USESOURCEFORMAT_APPLY" val="0"/>
</p:tagLst>
</file>

<file path=ppt/tags/tag150.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0968_1*l_h_f*1_1_1"/>
  <p:tag name="KSO_WM_TEMPLATE_CATEGORY" val="diagram"/>
  <p:tag name="KSO_WM_TEMPLATE_INDEX" val="20230968"/>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6.2639465332031,&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你的项正文，文字是您思想的提炼，请尽量言简意赅的阐述观点。"/>
  <p:tag name="KSO_WM_UNIT_TEXT_FILL_FORE_SCHEMECOLOR_INDEX" val="1"/>
  <p:tag name="KSO_WM_UNIT_TEXT_FILL_TYPE" val="1"/>
  <p:tag name="KSO_WM_UNIT_TEXT_TYPE" val="1"/>
  <p:tag name="KSO_WM_UNIT_TEXT_LAYER_COUNT" val="1"/>
  <p:tag name="KSO_WM_UNIT_USESOURCEFORMAT_APPLY" val="0"/>
</p:tagLst>
</file>

<file path=ppt/tags/tag151.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0968_1*l_h_i*1_2_1"/>
  <p:tag name="KSO_WM_TEMPLATE_CATEGORY" val="diagram"/>
  <p:tag name="KSO_WM_TEMPLATE_INDEX" val="20230968"/>
  <p:tag name="KSO_WM_UNIT_LAYERLEVEL" val="1_1_1"/>
  <p:tag name="KSO_WM_TAG_VERSION" val="3.0"/>
  <p:tag name="KSO_WM_BEAUTIFY_FLAG" val="#wm#"/>
  <p:tag name="KSO_WM_DIAGRAM_MAX_ITEMCNT" val="4"/>
  <p:tag name="KSO_WM_DIAGRAM_MIN_ITEMCNT" val="2"/>
  <p:tag name="KSO_WM_DIAGRAM_VIRTUALLY_FRAME" val="{&quot;height&quot;:366.2639465332031,&quot;width&quot;:850.4000244140625}"/>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_BRIGHTNESS" val="0"/>
  <p:tag name="KSO_WM_UNIT_SHADOW_SCHEMECOLOR_INDEX" val="5"/>
  <p:tag name="KSO_WM_UNIT_TEXT_FILL_FORE_SCHEMECOLOR_INDEX_BRIGHTNESS" val="0"/>
  <p:tag name="KSO_WM_UNIT_TEXT_FILL_FORE_SCHEMECOLOR_INDEX" val="2"/>
  <p:tag name="KSO_WM_UNIT_TEXT_FILL_TYPE" val="1"/>
  <p:tag name="KSO_WM_UNIT_FILL_TYPE" val="1"/>
  <p:tag name="KSO_WM_UNIT_FILL_FORE_SCHEMECOLOR_INDEX" val="5"/>
  <p:tag name="KSO_WM_UNIT_FILL_FORE_SCHEMECOLOR_INDEX_BRIGHTNESS" val="0"/>
  <p:tag name="KSO_WM_UNIT_LINE_FORE_SCHEMECOLOR_INDEX" val="5"/>
  <p:tag name="KSO_WM_UNIT_LINE_FILL_TYPE" val="2"/>
  <p:tag name="KSO_WM_UNIT_USESOURCEFORMAT_APPLY" val="0"/>
</p:tagLst>
</file>

<file path=ppt/tags/tag15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0968_1*l_h_a*1_2_1"/>
  <p:tag name="KSO_WM_TEMPLATE_CATEGORY" val="diagram"/>
  <p:tag name="KSO_WM_TEMPLATE_INDEX" val="20230968"/>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6.2639465332031,&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_BRIGHTNESS" val="0"/>
  <p:tag name="KSO_WM_UNIT_TEXT_FILL_TYPE" val="1"/>
  <p:tag name="KSO_WM_UNIT_PRESET_TEXT" val="添加标题"/>
  <p:tag name="KSO_WM_UNIT_TEXT_TYPE" val="1"/>
  <p:tag name="KSO_WM_UNIT_USESOURCEFORMAT_APPLY" val="0"/>
</p:tagLst>
</file>

<file path=ppt/tags/tag153.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0968_1*l_h_f*1_2_1"/>
  <p:tag name="KSO_WM_TEMPLATE_CATEGORY" val="diagram"/>
  <p:tag name="KSO_WM_TEMPLATE_INDEX" val="20230968"/>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6.2639465332031,&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_BRIGHTNESS" val="0"/>
  <p:tag name="KSO_WM_UNIT_TEXT_FILL_TYPE" val="1"/>
  <p:tag name="KSO_WM_UNIT_PRESET_TEXT" val="单击此处输入你的项正文，文字是您思想的提炼，请尽量言简意赅的阐述观点。"/>
  <p:tag name="KSO_WM_UNIT_TEXT_TYPE" val="1"/>
  <p:tag name="KSO_WM_UNIT_TEXT_LAYER_COUNT" val="1"/>
  <p:tag name="KSO_WM_UNIT_USESOURCEFORMAT_APPLY" val="0"/>
</p:tagLst>
</file>

<file path=ppt/tags/tag154.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VALUE" val="817*1399"/>
  <p:tag name="KSO_WM_UNIT_HIGHLIGHT" val="0"/>
  <p:tag name="KSO_WM_UNIT_COMPATIBLE" val="0"/>
  <p:tag name="KSO_WM_UNIT_DIAGRAM_ISNUMVISUAL" val="0"/>
  <p:tag name="KSO_WM_UNIT_DIAGRAM_ISREFERUNIT" val="0"/>
  <p:tag name="KSO_WM_DIAGRAM_GROUP_CODE" val="l1-1"/>
  <p:tag name="KSO_WM_UNIT_TYPE" val="l_h_d"/>
  <p:tag name="KSO_WM_UNIT_INDEX" val="1_2_1"/>
  <p:tag name="KSO_WM_UNIT_ID" val="diagram20230968_1*l_h_d*1_2_1"/>
  <p:tag name="KSO_WM_TEMPLATE_CATEGORY" val="diagram"/>
  <p:tag name="KSO_WM_TEMPLATE_INDEX" val="20230968"/>
  <p:tag name="KSO_WM_UNIT_LAYERLEVEL" val="1_1_1"/>
  <p:tag name="KSO_WM_TAG_VERSION" val="3.0"/>
  <p:tag name="KSO_WM_BEAUTIFY_FLAG" val="#wm#"/>
  <p:tag name="KSO_WM_DIAGRAM_MAX_ITEMCNT" val="4"/>
  <p:tag name="KSO_WM_DIAGRAM_MIN_ITEMCNT" val="2"/>
  <p:tag name="KSO_WM_DIAGRAM_VIRTUALLY_FRAME" val="{&quot;height&quot;:366.2639465332031,&quot;width&quot;:850.4000244140625}"/>
  <p:tag name="KSO_WM_DIAGRAM_COLOR_MATCH_VALUE" val="{&quot;shape&quot;:{&quot;fill&quot;:{&quot;solid&quot;:{&quot;brightness&quot;:0,&quot;colorType&quot;:1,&quot;foreColorIndex&quot;:5,&quot;transparency&quot;:0.8500000238418579},&quot;type&quot;:1},&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FILL_TYPE" val="1"/>
  <p:tag name="KSO_WM_UNIT_FILL_FORE_SCHEMECOLOR_INDEX" val="5"/>
  <p:tag name="KSO_WM_UNIT_FILL_FORE_SCHEMECOLOR_INDEX_BRIGHTNESS" val="0"/>
  <p:tag name="KSO_WM_UNIT_LINE_FORE_SCHEMECOLOR_INDEX" val="13"/>
  <p:tag name="KSO_WM_UNIT_PICTURE_SUBTYPE" val="b"/>
  <p:tag name="MH_PIC_SOURCE_TYPE" val="generate_slide_ai*{&quot;ai_type&quot;:&quot;generate_ppt&quot;,&quot;id&quot;:&quot;&quot;}*ai_ai_ai_v2.0.9_ONLINE*1744895582893_0.117_b54dcfb17d7f-slide-28"/>
  <p:tag name="KSO_WM_UNIT_LINE_FILL_TYPE" val="2"/>
  <p:tag name="KSO_WM_UNIT_USESOURCEFORMAT_APPLY" val="0"/>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MASTER_TYPE" val="0"/>
  <p:tag name="KSO_WM_TEMPLATE_COLOR_TYPE" val="0"/>
  <p:tag name="KSO_WM_DIAGRAM_GROUP_CODE" val="l1-1"/>
  <p:tag name="KSO_WM_SLIDE_DIAGTYPE" val="l"/>
  <p:tag name="KSO_WM_SLIDE_LAYOUT" val="a_d_l"/>
  <p:tag name="KSO_WM_SLIDE_LAYOUT_CNT" val="1_1_1"/>
  <p:tag name="KSO_WM_SLIDE_TYPE" val="text"/>
  <p:tag name="KSO_WM_SLIDE_SUBTYPE" val="picTxt"/>
  <p:tag name="KSO_WM_SLIDE_SIZE" val="850.447*57.5039"/>
  <p:tag name="KSO_WM_SLIDE_POSITION" val="54.75*401.016"/>
  <p:tag name="KSO_WM_TEMPLATE_INDEX" val="20235971"/>
  <p:tag name="KSO_WM_TEMPLATE_SUBCATEGORY" val="0"/>
  <p:tag name="KSO_WM_SLIDE_INDEX" val="1"/>
  <p:tag name="KSO_WM_TAG_VERSION" val="3.0"/>
  <p:tag name="KSO_WM_SLIDE_ID" val="custom20233270_1"/>
  <p:tag name="KSO_WM_SLIDE_ITEM_CNT" val="4"/>
</p:tagLst>
</file>

<file path=ppt/tags/tag156.xml><?xml version="1.0" encoding="utf-8"?>
<p:tagLst xmlns:a="http://schemas.openxmlformats.org/drawingml/2006/main" xmlns:r="http://schemas.openxmlformats.org/officeDocument/2006/relationships" xmlns:p="http://schemas.openxmlformats.org/presentationml/2006/main">
  <p:tag name="KSO_WM_UNIT_VALUE" val="952*3384"/>
  <p:tag name="KSO_WM_UNIT_HIGHLIGHT" val="0"/>
  <p:tag name="KSO_WM_UNIT_COMPATIBLE" val="0"/>
  <p:tag name="KSO_WM_UNIT_DIAGRAM_ISNUMVISUAL" val="0"/>
  <p:tag name="KSO_WM_UNIT_DIAGRAM_ISREFERUNIT" val="0"/>
  <p:tag name="KSO_WM_UNIT_TYPE" val="d"/>
  <p:tag name="KSO_WM_UNIT_INDEX" val="1"/>
  <p:tag name="KSO_WM_UNIT_ID" val="custom20232484_1*d*1"/>
  <p:tag name="KSO_WM_TEMPLATE_CATEGORY" val="custom"/>
  <p:tag name="KSO_WM_TEMPLATE_INDEX" val="20232484"/>
  <p:tag name="KSO_WM_UNIT_LAYERLEVEL" val="1"/>
  <p:tag name="KSO_WM_TAG_VERSION" val="3.0"/>
  <p:tag name="KSO_WM_BEAUTIFY_FLAG" val="#wm#"/>
  <p:tag name="KSO_WM_DIAGRAM_GROUP_CODE" val="l1-1"/>
  <p:tag name="KSO_WM_UNIT_LINE_FORE_SCHEMECOLOR_INDEX" val="1"/>
  <p:tag name="KSO_WM_UNIT_LINE_FILL_TYPE" val="2"/>
  <p:tag name="KSO_WM_UNIT_USESOURCEFORMAT_APPLY" val="0"/>
  <p:tag name="KSO_WM_UNIT_PICTURE_SUBTYPE" val="a"/>
  <p:tag name="MH_PIC_SOURCE_TYPE" val="generate_slide_ai*{&quot;ai_type&quot;:&quot;generate_ppt&quot;,&quot;id&quot;:&quot;&quot;}*auto_ai_ai_v2.0.9_ONLINE*1744895397080_0.117_0d3e96d1ddd7-slide-27"/>
  <p:tag name="KSO_WM_UNIT_FILL_FORE_SCHEMECOLOR_INDEX" val="5"/>
  <p:tag name="KSO_WM_UNIT_FILL_TYPE" val="1"/>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2484_1*i*1"/>
  <p:tag name="KSO_WM_TEMPLATE_CATEGORY" val="custom"/>
  <p:tag name="KSO_WM_TEMPLATE_INDEX" val="20232484"/>
  <p:tag name="KSO_WM_UNIT_LAYERLEVEL" val="1"/>
  <p:tag name="KSO_WM_TAG_VERSION" val="3.0"/>
  <p:tag name="KSO_WM_UNIT_FILL_FORE_SCHEMECOLOR_INDEX" val="2"/>
  <p:tag name="KSO_WM_UNIT_FILL_TYPE" val="1"/>
  <p:tag name="KSO_WM_UNIT_LINE_FORE_SCHEMECOLOR_INDEX" val="5"/>
  <p:tag name="KSO_WM_UNIT_LINE_FILL_TYPE" val="2"/>
  <p:tag name="KSO_WM_UNIT_SHADOW_SCHEMECOLOR_INDEX" val="5"/>
  <p:tag name="KSO_WM_UNIT_TEXT_FILL_FORE_SCHEMECOLOR_INDEX" val="13"/>
  <p:tag name="KSO_WM_UNIT_TEXT_FILL_TYPE" val="1"/>
  <p:tag name="KSO_WM_UNIT_USESOURCEFORMAT_APPLY" val="0"/>
</p:tagLst>
</file>

<file path=ppt/tags/tag158.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SUBTYPE" val="a"/>
  <p:tag name="KSO_WM_UNIT_NOCLEAR" val="0"/>
  <p:tag name="KSO_WM_UNIT_VALUE" val="138"/>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2476_3*l_h_f*1_1_1"/>
  <p:tag name="KSO_WM_TEMPLATE_CATEGORY" val="diagram"/>
  <p:tag name="KSO_WM_TEMPLATE_INDEX" val="20232476"/>
  <p:tag name="KSO_WM_UNIT_LAYERLEVEL" val="1_1_1"/>
  <p:tag name="KSO_WM_TAG_VERSION" val="3.0"/>
  <p:tag name="KSO_WM_BEAUTIFY_FLAG" val="#wm#"/>
  <p:tag name="KSO_WM_DIAGRAM_MAX_ITEMCNT" val="3"/>
  <p:tag name="KSO_WM_DIAGRAM_MIN_ITEMCNT" val="1"/>
  <p:tag name="KSO_WM_DIAGRAM_VIRTUALLY_FRAME" val="{&quot;height&quot;:132.14999389648438,&quot;width&quot;:74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000000&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TEXT_LAYER_COUNT" val="1"/>
  <p:tag name="KSO_WM_UNIT_PRESET_TEXT" val="单击此处输入你的项正文，请尽量言简意赅的阐述观点，单击此处输入你的项正文。"/>
  <p:tag name="KSO_WM_UNIT_USESOURCEFORMAT_APPLY" val="0"/>
</p:tagLst>
</file>

<file path=ppt/tags/tag159.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VALUE" val="41"/>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2476_3*l_h_a*1_1_1"/>
  <p:tag name="KSO_WM_TEMPLATE_CATEGORY" val="diagram"/>
  <p:tag name="KSO_WM_TEMPLATE_INDEX" val="20232476"/>
  <p:tag name="KSO_WM_UNIT_LAYERLEVEL" val="1_1_1"/>
  <p:tag name="KSO_WM_TAG_VERSION" val="3.0"/>
  <p:tag name="KSO_WM_BEAUTIFY_FLAG" val="#wm#"/>
  <p:tag name="KSO_WM_DIAGRAM_MAX_ITEMCNT" val="3"/>
  <p:tag name="KSO_WM_DIAGRAM_MIN_ITEMCNT" val="1"/>
  <p:tag name="KSO_WM_DIAGRAM_VIRTUALLY_FRAME" val="{&quot;height&quot;:132.14999389648438,&quot;width&quot;:74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此处添加项标题"/>
  <p:tag name="KSO_WM_UNIT_TEXT_FILL_FORE_SCHEMECOLOR_INDEX" val="1"/>
  <p:tag name="KSO_WM_UNIT_TEXT_FILL_TYPE" val="1"/>
  <p:tag name="KSO_WM_UNIT_USESOURCEFORMAT_APPLY" val="0"/>
</p:tagLst>
</file>

<file path=ppt/tags/tag160.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SUBTYPE" val="a"/>
  <p:tag name="KSO_WM_UNIT_NOCLEAR" val="0"/>
  <p:tag name="KSO_WM_UNIT_VALUE" val="138"/>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2476_3*l_h_f*1_3_1"/>
  <p:tag name="KSO_WM_TEMPLATE_CATEGORY" val="diagram"/>
  <p:tag name="KSO_WM_TEMPLATE_INDEX" val="20232476"/>
  <p:tag name="KSO_WM_UNIT_LAYERLEVEL" val="1_1_1"/>
  <p:tag name="KSO_WM_TAG_VERSION" val="3.0"/>
  <p:tag name="KSO_WM_BEAUTIFY_FLAG" val="#wm#"/>
  <p:tag name="KSO_WM_DIAGRAM_MAX_ITEMCNT" val="3"/>
  <p:tag name="KSO_WM_DIAGRAM_MIN_ITEMCNT" val="1"/>
  <p:tag name="KSO_WM_DIAGRAM_VIRTUALLY_FRAME" val="{&quot;height&quot;:132.14999389648438,&quot;width&quot;:74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000000&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TEXT_LAYER_COUNT" val="1"/>
  <p:tag name="KSO_WM_UNIT_PRESET_TEXT" val="单击此处输入你的项正文，请尽量言简意赅的阐述观点，单击此处输入你的项正文。"/>
  <p:tag name="KSO_WM_UNIT_USESOURCEFORMAT_APPLY" val="0"/>
</p:tagLst>
</file>

<file path=ppt/tags/tag161.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VALUE" val="41"/>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2476_3*l_h_a*1_3_1"/>
  <p:tag name="KSO_WM_TEMPLATE_CATEGORY" val="diagram"/>
  <p:tag name="KSO_WM_TEMPLATE_INDEX" val="20232476"/>
  <p:tag name="KSO_WM_UNIT_LAYERLEVEL" val="1_1_1"/>
  <p:tag name="KSO_WM_TAG_VERSION" val="3.0"/>
  <p:tag name="KSO_WM_BEAUTIFY_FLAG" val="#wm#"/>
  <p:tag name="KSO_WM_DIAGRAM_MAX_ITEMCNT" val="3"/>
  <p:tag name="KSO_WM_DIAGRAM_MIN_ITEMCNT" val="1"/>
  <p:tag name="KSO_WM_DIAGRAM_VIRTUALLY_FRAME" val="{&quot;height&quot;:132.14999389648438,&quot;width&quot;:74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此处添加项标题"/>
  <p:tag name="KSO_WM_UNIT_TEXT_FILL_FORE_SCHEMECOLOR_INDEX" val="1"/>
  <p:tag name="KSO_WM_UNIT_TEXT_FILL_TYPE" val="1"/>
  <p:tag name="KSO_WM_UNIT_USESOURCEFORMAT_APPLY" val="0"/>
</p:tagLst>
</file>

<file path=ppt/tags/tag162.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SUBTYPE" val="a"/>
  <p:tag name="KSO_WM_UNIT_NOCLEAR" val="0"/>
  <p:tag name="KSO_WM_UNIT_VALUE" val="138"/>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2476_3*l_h_f*1_2_1"/>
  <p:tag name="KSO_WM_TEMPLATE_CATEGORY" val="diagram"/>
  <p:tag name="KSO_WM_TEMPLATE_INDEX" val="20232476"/>
  <p:tag name="KSO_WM_UNIT_LAYERLEVEL" val="1_1_1"/>
  <p:tag name="KSO_WM_TAG_VERSION" val="3.0"/>
  <p:tag name="KSO_WM_BEAUTIFY_FLAG" val="#wm#"/>
  <p:tag name="KSO_WM_DIAGRAM_MAX_ITEMCNT" val="3"/>
  <p:tag name="KSO_WM_DIAGRAM_MIN_ITEMCNT" val="1"/>
  <p:tag name="KSO_WM_DIAGRAM_VIRTUALLY_FRAME" val="{&quot;height&quot;:132.14999389648438,&quot;width&quot;:74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000000&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TEXT_LAYER_COUNT" val="1"/>
  <p:tag name="KSO_WM_UNIT_PRESET_TEXT" val="单击此处输入你的项正文，请尽量言简意赅的阐述观点，单击此处输入你的项正文。"/>
  <p:tag name="KSO_WM_UNIT_USESOURCEFORMAT_APPLY" val="0"/>
</p:tagLst>
</file>

<file path=ppt/tags/tag163.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VALUE" val="41"/>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2476_3*l_h_a*1_2_1"/>
  <p:tag name="KSO_WM_TEMPLATE_CATEGORY" val="diagram"/>
  <p:tag name="KSO_WM_TEMPLATE_INDEX" val="20232476"/>
  <p:tag name="KSO_WM_UNIT_LAYERLEVEL" val="1_1_1"/>
  <p:tag name="KSO_WM_TAG_VERSION" val="3.0"/>
  <p:tag name="KSO_WM_BEAUTIFY_FLAG" val="#wm#"/>
  <p:tag name="KSO_WM_DIAGRAM_MAX_ITEMCNT" val="3"/>
  <p:tag name="KSO_WM_DIAGRAM_MIN_ITEMCNT" val="1"/>
  <p:tag name="KSO_WM_DIAGRAM_VIRTUALLY_FRAME" val="{&quot;height&quot;:132.14999389648438,&quot;width&quot;:74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此处添加项标题"/>
  <p:tag name="KSO_WM_UNIT_TEXT_FILL_FORE_SCHEMECOLOR_INDEX" val="1"/>
  <p:tag name="KSO_WM_UNIT_TEXT_FILL_TYPE" val="1"/>
  <p:tag name="KSO_WM_UNIT_USESOURCEFORMAT_APPLY" val="0"/>
</p:tagLst>
</file>

<file path=ppt/tags/tag164.xml><?xml version="1.0" encoding="utf-8"?>
<p:tagLst xmlns:a="http://schemas.openxmlformats.org/drawingml/2006/main" xmlns:r="http://schemas.openxmlformats.org/officeDocument/2006/relationships" xmlns:p="http://schemas.openxmlformats.org/presentationml/2006/main">
  <p:tag name="KSO_WM_SLIDE_ID" val="diagram20233315_2"/>
  <p:tag name="KSO_WM_TEMPLATE_SUBCATEGORY" val="0"/>
  <p:tag name="KSO_WM_TEMPLATE_MASTER_TYPE" val="0"/>
  <p:tag name="KSO_WM_TEMPLATE_COLOR_TYPE" val="0"/>
  <p:tag name="KSO_WM_SLIDE_ITEM_CNT" val="4"/>
  <p:tag name="KSO_WM_SLIDE_INDEX" val="2"/>
  <p:tag name="KSO_WM_TAG_VERSION" val="3.0"/>
  <p:tag name="KSO_WM_BEAUTIFY_FLAG" val="#wm#"/>
  <p:tag name="KSO_WM_TEMPLATE_CATEGORY" val="custom"/>
  <p:tag name="KSO_WM_TEMPLATE_INDEX" val="20235971"/>
  <p:tag name="KSO_WM_SLIDE_TYPE" val="text"/>
  <p:tag name="KSO_WM_SLIDE_SUBTYPE" val="diag"/>
  <p:tag name="KSO_WM_SLIDE_SIZE" val="850.394*297.555"/>
  <p:tag name="KSO_WM_SLIDE_POSITION" val="54.8032*139.28"/>
  <p:tag name="KSO_WM_SLIDE_LAYOUT" val="a_l"/>
  <p:tag name="KSO_WM_SLIDE_LAYOUT_CNT" val="1_1"/>
  <p:tag name="KSO_WM_SPECIAL_SOURCE" val="bdnull"/>
  <p:tag name="KSO_WM_DIAGRAM_GROUP_CODE" val="l1-1"/>
  <p:tag name="KSO_WM_SLIDE_DIAGTYPE" val="l"/>
</p:tagLst>
</file>

<file path=ppt/tags/tag16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3315_2*a*1"/>
  <p:tag name="KSO_WM_TEMPLATE_CATEGORY" val="diagram"/>
  <p:tag name="KSO_WM_TEMPLATE_INDEX" val="20233315"/>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5"/>
  <p:tag name="KSO_WM_UNIT_TEXT_FILL_TYPE" val="1"/>
  <p:tag name="KSO_WM_UNIT_USESOURCEFORMAT_APPLY" val="0"/>
</p:tagLst>
</file>

<file path=ppt/tags/tag166.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3315_1*l_h_f*1_1_1"/>
  <p:tag name="KSO_WM_TEMPLATE_CATEGORY" val="diagram"/>
  <p:tag name="KSO_WM_TEMPLATE_INDEX" val="20233315"/>
  <p:tag name="KSO_WM_UNIT_LAYERLEVEL" val="1_1_1"/>
  <p:tag name="KSO_WM_TAG_VERSION" val="3.0"/>
  <p:tag name="KSO_WM_BEAUTIFY_FLAG" val="#wm#"/>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32"/>
  <p:tag name="KSO_WM_DIAGRAM_VERSION" val="3"/>
  <p:tag name="KSO_WM_DIAGRAM_COLOR_TRICK" val="1"/>
  <p:tag name="KSO_WM_DIAGRAM_COLOR_TEXT_CAN_REMOVE" val="n"/>
  <p:tag name="KSO_WM_UNIT_PRESET_TEXT" val="单击此处添加内容，简明扼要地阐述观点。根据需要酌情增减文字"/>
  <p:tag name="KSO_WM_UNIT_TEXT_FILL_FORE_SCHEMECOLOR_INDEX" val="1"/>
  <p:tag name="KSO_WM_UNIT_TEXT_FILL_TYPE" val="1"/>
  <p:tag name="KSO_WM_UNIT_TEXT_TYPE" val="1"/>
  <p:tag name="KSO_WM_UNIT_TEXT_LAYER_COUNT" val="1"/>
  <p:tag name="KSO_WM_UNIT_USESOURCEFORMAT_APPLY" val="0"/>
</p:tagLst>
</file>

<file path=ppt/tags/tag16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3315_1*l_h_a*1_1_1"/>
  <p:tag name="KSO_WM_TEMPLATE_CATEGORY" val="diagram"/>
  <p:tag name="KSO_WM_TEMPLATE_INDEX" val="20233315"/>
  <p:tag name="KSO_WM_UNIT_LAYERLEVEL" val="1_1_1"/>
  <p:tag name="KSO_WM_TAG_VERSION" val="3.0"/>
  <p:tag name="KSO_WM_BEAUTIFY_FLAG" val="#wm#"/>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2"/>
  <p:tag name="KSO_WM_DIAGRAM_VERSION" val="3"/>
  <p:tag name="KSO_WM_DIAGRAM_COLOR_TRICK" val="1"/>
  <p:tag name="KSO_WM_DIAGRAM_COLOR_TEXT_CAN_REMOVE" val="n"/>
  <p:tag name="KSO_WM_UNIT_PRESET_TEXT" val="此处添加项标题"/>
  <p:tag name="KSO_WM_UNIT_TEXT_FILL_FORE_SCHEMECOLOR_INDEX" val="1"/>
  <p:tag name="KSO_WM_UNIT_TEXT_FILL_TYPE" val="1"/>
  <p:tag name="KSO_WM_UNIT_TEXT_TYPE" val="1"/>
  <p:tag name="KSO_WM_UNIT_USESOURCEFORMAT_APPLY" val="0"/>
</p:tagLst>
</file>

<file path=ppt/tags/tag168.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3315_1*l_h_f*1_3_1"/>
  <p:tag name="KSO_WM_TEMPLATE_CATEGORY" val="diagram"/>
  <p:tag name="KSO_WM_TEMPLATE_INDEX" val="20233315"/>
  <p:tag name="KSO_WM_UNIT_LAYERLEVEL" val="1_1_1"/>
  <p:tag name="KSO_WM_TAG_VERSION" val="3.0"/>
  <p:tag name="KSO_WM_BEAUTIFY_FLAG" val="#wm#"/>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32"/>
  <p:tag name="KSO_WM_DIAGRAM_VERSION" val="3"/>
  <p:tag name="KSO_WM_DIAGRAM_COLOR_TRICK" val="1"/>
  <p:tag name="KSO_WM_DIAGRAM_COLOR_TEXT_CAN_REMOVE" val="n"/>
  <p:tag name="KSO_WM_UNIT_PRESET_TEXT" val="单击此处添加内容，简明扼要地阐述观点。根据需要酌情增减文字"/>
  <p:tag name="KSO_WM_UNIT_TEXT_FILL_FORE_SCHEMECOLOR_INDEX" val="1"/>
  <p:tag name="KSO_WM_UNIT_TEXT_FILL_TYPE" val="1"/>
  <p:tag name="KSO_WM_UNIT_TEXT_TYPE" val="1"/>
  <p:tag name="KSO_WM_UNIT_TEXT_LAYER_COUNT" val="1"/>
  <p:tag name="KSO_WM_UNIT_USESOURCEFORMAT_APPLY" val="0"/>
</p:tagLst>
</file>

<file path=ppt/tags/tag16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3315_1*l_h_a*1_3_1"/>
  <p:tag name="KSO_WM_TEMPLATE_CATEGORY" val="diagram"/>
  <p:tag name="KSO_WM_TEMPLATE_INDEX" val="20233315"/>
  <p:tag name="KSO_WM_UNIT_LAYERLEVEL" val="1_1_1"/>
  <p:tag name="KSO_WM_TAG_VERSION" val="3.0"/>
  <p:tag name="KSO_WM_BEAUTIFY_FLAG" val="#wm#"/>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VALUE" val="12"/>
  <p:tag name="KSO_WM_UNIT_PRESET_TEXT" val="此处添加项标题"/>
  <p:tag name="KSO_WM_UNIT_TEXT_FILL_FORE_SCHEMECOLOR_INDEX" val="1"/>
  <p:tag name="KSO_WM_UNIT_TEXT_FILL_TYPE" val="1"/>
  <p:tag name="KSO_WM_UNIT_TEXT_TYPE" val="1"/>
  <p:tag name="KSO_WM_UNIT_USESOURCEFORMAT_APPLY" val="0"/>
</p:tagLst>
</file>

<file path=ppt/tags/tag170.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3315_1*l_h_f*1_2_1"/>
  <p:tag name="KSO_WM_TEMPLATE_CATEGORY" val="diagram"/>
  <p:tag name="KSO_WM_TEMPLATE_INDEX" val="20233315"/>
  <p:tag name="KSO_WM_UNIT_LAYERLEVEL" val="1_1_1"/>
  <p:tag name="KSO_WM_TAG_VERSION" val="3.0"/>
  <p:tag name="KSO_WM_BEAUTIFY_FLAG" val="#wm#"/>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32"/>
  <p:tag name="KSO_WM_DIAGRAM_VERSION" val="3"/>
  <p:tag name="KSO_WM_DIAGRAM_COLOR_TRICK" val="1"/>
  <p:tag name="KSO_WM_DIAGRAM_COLOR_TEXT_CAN_REMOVE" val="n"/>
  <p:tag name="KSO_WM_UNIT_PRESET_TEXT" val="单击此处添加内容，简明扼要地阐述观点。根据需要酌情增减文字&#10;"/>
  <p:tag name="KSO_WM_UNIT_TEXT_FILL_FORE_SCHEMECOLOR_INDEX" val="1"/>
  <p:tag name="KSO_WM_UNIT_TEXT_FILL_TYPE" val="1"/>
  <p:tag name="KSO_WM_UNIT_TEXT_TYPE" val="1"/>
  <p:tag name="KSO_WM_UNIT_TEXT_LAYER_COUNT" val="1"/>
  <p:tag name="KSO_WM_UNIT_USESOURCEFORMAT_APPLY" val="0"/>
</p:tagLst>
</file>

<file path=ppt/tags/tag17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3315_1*l_h_a*1_2_1"/>
  <p:tag name="KSO_WM_TEMPLATE_CATEGORY" val="diagram"/>
  <p:tag name="KSO_WM_TEMPLATE_INDEX" val="20233315"/>
  <p:tag name="KSO_WM_UNIT_LAYERLEVEL" val="1_1_1"/>
  <p:tag name="KSO_WM_TAG_VERSION" val="3.0"/>
  <p:tag name="KSO_WM_BEAUTIFY_FLAG" val="#wm#"/>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VALUE" val="12"/>
  <p:tag name="KSO_WM_UNIT_PRESET_TEXT" val="此处添加项标题"/>
  <p:tag name="KSO_WM_UNIT_TEXT_FILL_FORE_SCHEMECOLOR_INDEX" val="1"/>
  <p:tag name="KSO_WM_UNIT_TEXT_FILL_TYPE" val="1"/>
  <p:tag name="KSO_WM_UNIT_TEXT_TYPE" val="1"/>
  <p:tag name="KSO_WM_UNIT_USESOURCEFORMAT_APPLY" val="0"/>
</p:tagLst>
</file>

<file path=ppt/tags/tag1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15_1*l_h_d*1_1_1"/>
  <p:tag name="KSO_WM_TEMPLATE_CATEGORY" val="diagram"/>
  <p:tag name="KSO_WM_TEMPLATE_INDEX" val="20233315"/>
  <p:tag name="KSO_WM_UNIT_LAYERLEVEL" val="1_1_1"/>
  <p:tag name="KSO_WM_TAG_VERSION" val="3.0"/>
  <p:tag name="KSO_WM_BEAUTIFY_FLAG" val="#wm#"/>
  <p:tag name="KSO_WM_UNIT_VALUE" val="450*450"/>
  <p:tag name="KSO_WM_UNIT_TYPE" val="l_h_d"/>
  <p:tag name="KSO_WM_UNIT_INDEX" val="1_1_1"/>
  <p:tag name="KSO_WM_DIAGRAM_VERSION" val="3"/>
  <p:tag name="KSO_WM_DIAGRAM_COLOR_TRICK" val="1"/>
  <p:tag name="KSO_WM_DIAGRAM_COLOR_TEXT_CAN_REMOVE" val="n"/>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UNIT_PICTURE_SUBTYPE" val="b"/>
  <p:tag name="MH_PIC_SOURCE_TYPE" val="generate_slide_ai*{&quot;ai_type&quot;:&quot;generate_ppt&quot;,&quot;id&quot;:&quot;&quot;}*ai_ai_ai_v2.0.9_ONLINE*1744895582893_0.117_b54dcfb17d7f-slide-30"/>
  <p:tag name="KSO_WM_UNIT_LINE_FILL_TYPE" val="2"/>
  <p:tag name="KSO_WM_UNIT_USESOURCEFORMAT_APPLY" val="0"/>
</p:tagLst>
</file>

<file path=ppt/tags/tag1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15_1*l_h_d*1_2_1"/>
  <p:tag name="KSO_WM_TEMPLATE_CATEGORY" val="diagram"/>
  <p:tag name="KSO_WM_TEMPLATE_INDEX" val="20233315"/>
  <p:tag name="KSO_WM_UNIT_LAYERLEVEL" val="1_1_1"/>
  <p:tag name="KSO_WM_TAG_VERSION" val="3.0"/>
  <p:tag name="KSO_WM_BEAUTIFY_FLAG" val="#wm#"/>
  <p:tag name="KSO_WM_UNIT_VALUE" val="450*450"/>
  <p:tag name="KSO_WM_UNIT_TYPE" val="l_h_d"/>
  <p:tag name="KSO_WM_UNIT_INDEX" val="1_2_1"/>
  <p:tag name="KSO_WM_DIAGRAM_VERSION" val="3"/>
  <p:tag name="KSO_WM_DIAGRAM_COLOR_TRICK" val="1"/>
  <p:tag name="KSO_WM_DIAGRAM_COLOR_TEXT_CAN_REMOVE" val="n"/>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UNIT_PICTURE_SUBTYPE" val="b"/>
  <p:tag name="MH_PIC_SOURCE_TYPE" val="generate_slide_ai*{&quot;ai_type&quot;:&quot;generate_ppt&quot;,&quot;id&quot;:&quot;&quot;}*ai_ai_ai_v2.0.9_ONLINE*1744895582893_0.117_b54dcfb17d7f-slide-30"/>
  <p:tag name="KSO_WM_UNIT_LINE_FILL_TYPE" val="2"/>
  <p:tag name="KSO_WM_UNIT_USESOURCEFORMAT_APPLY" val="0"/>
</p:tagLst>
</file>

<file path=ppt/tags/tag1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15_1*l_h_d*1_3_1"/>
  <p:tag name="KSO_WM_TEMPLATE_CATEGORY" val="diagram"/>
  <p:tag name="KSO_WM_TEMPLATE_INDEX" val="20233315"/>
  <p:tag name="KSO_WM_UNIT_LAYERLEVEL" val="1_1_1"/>
  <p:tag name="KSO_WM_TAG_VERSION" val="3.0"/>
  <p:tag name="KSO_WM_BEAUTIFY_FLAG" val="#wm#"/>
  <p:tag name="KSO_WM_UNIT_VALUE" val="450*450"/>
  <p:tag name="KSO_WM_UNIT_TYPE" val="l_h_d"/>
  <p:tag name="KSO_WM_UNIT_INDEX" val="1_3_1"/>
  <p:tag name="KSO_WM_DIAGRAM_VERSION" val="3"/>
  <p:tag name="KSO_WM_DIAGRAM_COLOR_TRICK" val="1"/>
  <p:tag name="KSO_WM_DIAGRAM_COLOR_TEXT_CAN_REMOVE" val="n"/>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UNIT_PICTURE_SUBTYPE" val="b"/>
  <p:tag name="MH_PIC_SOURCE_TYPE" val="generate_slide_ai*{&quot;ai_type&quot;:&quot;generate_ppt&quot;,&quot;id&quot;:&quot;&quot;}*ai_ai_ai_v2.0.9_ONLINE*1744895582893_0.117_b54dcfb17d7f-slide-30"/>
  <p:tag name="KSO_WM_UNIT_LINE_FILL_TYPE" val="2"/>
  <p:tag name="KSO_WM_UNIT_USESOURCEFORMAT_APPLY" val="0"/>
</p:tagLst>
</file>

<file path=ppt/tags/tag1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15_1*l_h_i*1_1_1"/>
  <p:tag name="KSO_WM_TEMPLATE_CATEGORY" val="diagram"/>
  <p:tag name="KSO_WM_TEMPLATE_INDEX" val="20233315"/>
  <p:tag name="KSO_WM_UNIT_LAYERLEVEL" val="1_1_1"/>
  <p:tag name="KSO_WM_TAG_VERSION" val="3.0"/>
  <p:tag name="KSO_WM_BEAUTIFY_FLAG" val="#wm#"/>
  <p:tag name="KSO_WM_UNIT_SUBTYPE" val="d"/>
  <p:tag name="KSO_WM_UNIT_TYPE" val="l_h_i"/>
  <p:tag name="KSO_WM_UNIT_INDEX" val="1_1_1"/>
  <p:tag name="KSO_WM_DIAGRAM_VERSION" val="3"/>
  <p:tag name="KSO_WM_DIAGRAM_COLOR_TRICK" val="1"/>
  <p:tag name="KSO_WM_DIAGRAM_COLOR_TEXT_CAN_REMOVE" val="n"/>
  <p:tag name="KSO_WM_DIAGRAM_MAX_ITEMCNT" val="4"/>
  <p:tag name="KSO_WM_DIAGRAM_MIN_ITEMCNT" val="3"/>
  <p:tag name="KSO_WM_DIAGRAM_VIRTUALLY_FRAME" val="{&quot;height&quot;:305.4681091308594,&quot;width&quot;:850.3937988281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0"/>
</p:tagLst>
</file>

<file path=ppt/tags/tag1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15_1*l_h_i*1_2_1"/>
  <p:tag name="KSO_WM_TEMPLATE_CATEGORY" val="diagram"/>
  <p:tag name="KSO_WM_TEMPLATE_INDEX" val="20233315"/>
  <p:tag name="KSO_WM_UNIT_LAYERLEVEL" val="1_1_1"/>
  <p:tag name="KSO_WM_TAG_VERSION" val="3.0"/>
  <p:tag name="KSO_WM_BEAUTIFY_FLAG" val="#wm#"/>
  <p:tag name="KSO_WM_UNIT_SUBTYPE" val="d"/>
  <p:tag name="KSO_WM_UNIT_TYPE" val="l_h_i"/>
  <p:tag name="KSO_WM_UNIT_INDEX" val="1_2_1"/>
  <p:tag name="KSO_WM_DIAGRAM_VERSION" val="3"/>
  <p:tag name="KSO_WM_DIAGRAM_COLOR_TRICK" val="1"/>
  <p:tag name="KSO_WM_DIAGRAM_COLOR_TEXT_CAN_REMOVE" val="n"/>
  <p:tag name="KSO_WM_DIAGRAM_MAX_ITEMCNT" val="4"/>
  <p:tag name="KSO_WM_DIAGRAM_MIN_ITEMCNT" val="3"/>
  <p:tag name="KSO_WM_DIAGRAM_VIRTUALLY_FRAME" val="{&quot;height&quot;:305.4681091308594,&quot;width&quot;:850.3937988281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0"/>
</p:tagLst>
</file>

<file path=ppt/tags/tag1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15_1*l_h_i*1_3_1"/>
  <p:tag name="KSO_WM_TEMPLATE_CATEGORY" val="diagram"/>
  <p:tag name="KSO_WM_TEMPLATE_INDEX" val="20233315"/>
  <p:tag name="KSO_WM_UNIT_LAYERLEVEL" val="1_1_1"/>
  <p:tag name="KSO_WM_TAG_VERSION" val="3.0"/>
  <p:tag name="KSO_WM_BEAUTIFY_FLAG" val="#wm#"/>
  <p:tag name="KSO_WM_UNIT_SUBTYPE" val="d"/>
  <p:tag name="KSO_WM_UNIT_TYPE" val="l_h_i"/>
  <p:tag name="KSO_WM_UNIT_INDEX" val="1_3_1"/>
  <p:tag name="KSO_WM_DIAGRAM_VERSION" val="3"/>
  <p:tag name="KSO_WM_DIAGRAM_COLOR_TRICK" val="1"/>
  <p:tag name="KSO_WM_DIAGRAM_COLOR_TEXT_CAN_REMOVE" val="n"/>
  <p:tag name="KSO_WM_DIAGRAM_MAX_ITEMCNT" val="4"/>
  <p:tag name="KSO_WM_DIAGRAM_MIN_ITEMCNT" val="3"/>
  <p:tag name="KSO_WM_DIAGRAM_VIRTUALLY_FRAME" val="{&quot;height&quot;:305.4681091308594,&quot;width&quot;:850.3937988281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0"/>
</p:tagLst>
</file>

<file path=ppt/tags/tag178.xml><?xml version="1.0" encoding="utf-8"?>
<p:tagLst xmlns:a="http://schemas.openxmlformats.org/drawingml/2006/main" xmlns:r="http://schemas.openxmlformats.org/officeDocument/2006/relationships"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5971"/>
  <p:tag name="KSO_WM_TEMPLATE_CATEGORY" val="custom"/>
  <p:tag name="KSO_WM_SLIDE_INDEX" val="7"/>
  <p:tag name="KSO_WM_SLIDE_ID" val="custom20235971_7"/>
  <p:tag name="KSO_WM_TEMPLATE_MASTER_TYPE" val="0"/>
  <p:tag name="KSO_WM_SLIDE_LAYOUT" val="a_e"/>
  <p:tag name="KSO_WM_SLIDE_LAYOUT_CNT" val="1_1"/>
</p:tagLst>
</file>

<file path=ppt/tags/tag179.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ID" val="custom20235971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71"/>
  <p:tag name="KSO_WM_TEMPLATE_CATEGORY" val="custom"/>
  <p:tag name="KSO_WM_UNIT_ISCONTENTSTITLE" val="0"/>
  <p:tag name="KSO_WM_UNIT_PRESET_TEXT" val="添加章节标题"/>
  <p:tag name="KSO_WM_UNIT_TEXT_TYPE" val="1"/>
</p:tagLst>
</file>

<file path=ppt/tags/tag180.xml><?xml version="1.0" encoding="utf-8"?>
<p:tagLst xmlns:a="http://schemas.openxmlformats.org/drawingml/2006/main" xmlns:r="http://schemas.openxmlformats.org/officeDocument/2006/relationships"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5971"/>
  <p:tag name="KSO_WM_TEMPLATE_CATEGORY" val="custom"/>
  <p:tag name="KSO_WM_SLIDE_INDEX" val="7"/>
  <p:tag name="KSO_WM_SLIDE_ID" val="custom20235971_7"/>
  <p:tag name="KSO_WM_TEMPLATE_MASTER_TYPE" val="0"/>
  <p:tag name="KSO_WM_SLIDE_LAYOUT" val="a_e"/>
  <p:tag name="KSO_WM_SLIDE_LAYOUT_CNT" val="1_1"/>
</p:tagLst>
</file>

<file path=ppt/tags/tag181.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ID" val="custom20235971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71"/>
  <p:tag name="KSO_WM_TEMPLATE_CATEGORY" val="custom"/>
  <p:tag name="KSO_WM_UNIT_ISCONTENTSTITLE" val="0"/>
  <p:tag name="KSO_WM_UNIT_PRESET_TEXT" val="添加章节标题"/>
  <p:tag name="KSO_WM_UNIT_TEXT_TYPE" val="1"/>
</p:tagLst>
</file>

<file path=ppt/tags/tag182.xml><?xml version="1.0" encoding="utf-8"?>
<p:tagLst xmlns:a="http://schemas.openxmlformats.org/drawingml/2006/main" xmlns:r="http://schemas.openxmlformats.org/officeDocument/2006/relationships"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5971"/>
  <p:tag name="KSO_WM_TEMPLATE_CATEGORY" val="custom"/>
  <p:tag name="KSO_WM_SLIDE_INDEX" val="7"/>
  <p:tag name="KSO_WM_SLIDE_ID" val="custom20235971_7"/>
  <p:tag name="KSO_WM_TEMPLATE_MASTER_TYPE" val="0"/>
  <p:tag name="KSO_WM_SLIDE_LAYOUT" val="a_e"/>
  <p:tag name="KSO_WM_SLIDE_LAYOUT_CNT" val="1_1"/>
</p:tagLst>
</file>

<file path=ppt/tags/tag183.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ID" val="custom20235971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71"/>
  <p:tag name="KSO_WM_TEMPLATE_CATEGORY" val="custom"/>
  <p:tag name="KSO_WM_UNIT_ISCONTENTSTITLE" val="0"/>
  <p:tag name="KSO_WM_UNIT_PRESET_TEXT" val="添加章节标题"/>
  <p:tag name="KSO_WM_UNIT_TEXT_TYPE" val="1"/>
</p:tagLst>
</file>

<file path=ppt/tags/tag184.xml><?xml version="1.0" encoding="utf-8"?>
<p:tagLst xmlns:a="http://schemas.openxmlformats.org/drawingml/2006/main" xmlns:r="http://schemas.openxmlformats.org/officeDocument/2006/relationships"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5971"/>
  <p:tag name="KSO_WM_TEMPLATE_CATEGORY" val="custom"/>
  <p:tag name="KSO_WM_SLIDE_INDEX" val="7"/>
  <p:tag name="KSO_WM_SLIDE_ID" val="custom20235971_7"/>
  <p:tag name="KSO_WM_TEMPLATE_MASTER_TYPE" val="0"/>
  <p:tag name="KSO_WM_SLIDE_LAYOUT" val="a_e"/>
  <p:tag name="KSO_WM_SLIDE_LAYOUT_CNT" val="1_1"/>
</p:tagLst>
</file>

<file path=ppt/tags/tag185.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ID" val="custom20235971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71"/>
  <p:tag name="KSO_WM_TEMPLATE_CATEGORY" val="custom"/>
  <p:tag name="KSO_WM_UNIT_ISCONTENTSTITLE" val="0"/>
  <p:tag name="KSO_WM_UNIT_PRESET_TEXT" val="添加章节标题"/>
  <p:tag name="KSO_WM_UNIT_TEXT_TYPE" val="1"/>
</p:tagLst>
</file>

<file path=ppt/tags/tag186.xml><?xml version="1.0" encoding="utf-8"?>
<p:tagLst xmlns:a="http://schemas.openxmlformats.org/drawingml/2006/main" xmlns:r="http://schemas.openxmlformats.org/officeDocument/2006/relationships" xmlns:p="http://schemas.openxmlformats.org/presentationml/2006/main">
  <p:tag name="KSO_WM_SLIDE_TYPE" val="endPage"/>
  <p:tag name="KSO_WM_TEMPLATE_SUBCATEGORY" val="29"/>
  <p:tag name="KSO_WM_TEMPLATE_COLOR_TYPE" val="0"/>
  <p:tag name="KSO_WM_TAG_VERSION" val="3.0"/>
  <p:tag name="KSO_WM_SLIDE_SUBTYPE" val="pureTxt"/>
  <p:tag name="KSO_WM_SLIDE_ITEM_CNT" val="0"/>
  <p:tag name="KSO_WM_BEAUTIFY_FLAG" val="#wm#"/>
  <p:tag name="KSO_WM_TEMPLATE_INDEX" val="20235971"/>
  <p:tag name="KSO_WM_TEMPLATE_CATEGORY" val="custom"/>
  <p:tag name="KSO_WM_SLIDE_INDEX" val="9"/>
  <p:tag name="KSO_WM_SLIDE_ID" val="custom20235971_9"/>
  <p:tag name="KSO_WM_TEMPLATE_MASTER_TYPE" val="0"/>
  <p:tag name="KSO_WM_SLIDE_LAYOUT" val="a_f"/>
  <p:tag name="KSO_WM_SLIDE_LAYOUT_CNT" val="1_2"/>
</p:tagLst>
</file>

<file path=ppt/theme/theme1.xml><?xml version="1.0" encoding="utf-8"?>
<a:theme xmlns:a="http://schemas.openxmlformats.org/drawingml/2006/main" name="标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教学PPT字体">
      <a:majorFont>
        <a:latin typeface="Times New Roman"/>
        <a:ea typeface="楷体"/>
        <a:cs typeface=""/>
      </a:majorFont>
      <a:minorFont>
        <a:latin typeface="Times New Roman"/>
        <a:ea typeface="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233</TotalTime>
  <Words>1536</Words>
  <Application>Microsoft Office PowerPoint</Application>
  <PresentationFormat>自定义</PresentationFormat>
  <Paragraphs>157</Paragraphs>
  <Slides>43</Slides>
  <Notes>13</Notes>
  <HiddenSlides>0</HiddenSlides>
  <MMClips>0</MMClips>
  <ScaleCrop>false</ScaleCrop>
  <HeadingPairs>
    <vt:vector size="4" baseType="variant">
      <vt:variant>
        <vt:lpstr>主题</vt:lpstr>
      </vt:variant>
      <vt:variant>
        <vt:i4>1</vt:i4>
      </vt:variant>
      <vt:variant>
        <vt:lpstr>幻灯片标题</vt:lpstr>
      </vt:variant>
      <vt:variant>
        <vt:i4>43</vt:i4>
      </vt:variant>
    </vt:vector>
  </HeadingPairs>
  <TitlesOfParts>
    <vt:vector size="44" baseType="lpstr">
      <vt:lpstr>标题</vt:lpstr>
      <vt:lpstr>人工智能导论   第5章 AI大模型</vt:lpstr>
      <vt:lpstr>幻灯片 2</vt:lpstr>
      <vt:lpstr>5.1  AI 大模型概述</vt:lpstr>
      <vt:lpstr>5.1.1 AI大模型的相关概念</vt:lpstr>
      <vt:lpstr>5.1.2 AI大模型的发展历程</vt:lpstr>
      <vt:lpstr>5.1.3 AI大模型的构建流程</vt:lpstr>
      <vt:lpstr>5.1.3 AI大模型的构建流程</vt:lpstr>
      <vt:lpstr>5.2  AI 大模型核心技术</vt:lpstr>
      <vt:lpstr>5.2.1 基于Transformer 的模型基座</vt:lpstr>
      <vt:lpstr>5.2.2 提示学习与指令微调</vt:lpstr>
      <vt:lpstr>5.2.2 提示学习与指令微调</vt:lpstr>
      <vt:lpstr>5.2.3 基于人工反馈的强化学习</vt:lpstr>
      <vt:lpstr>5.2.4 思维链方法与集成学习</vt:lpstr>
      <vt:lpstr>5.2.4 思维链方法与集成学习</vt:lpstr>
      <vt:lpstr>5.2.5 AI大模型的推理与评价</vt:lpstr>
      <vt:lpstr>5.2.6 多模态 AI 大模型</vt:lpstr>
      <vt:lpstr>5.3 典型 AI 大模型简介</vt:lpstr>
      <vt:lpstr>DeepSeek模型迭代及发展历程</vt:lpstr>
      <vt:lpstr>5.3.1 OpenAI：GPT </vt:lpstr>
      <vt:lpstr>5.3.2 谷歌：PaLM 和 Gemini模型</vt:lpstr>
      <vt:lpstr>5.3.3 Meta：LLaMA</vt:lpstr>
      <vt:lpstr>5.3.4 百度：文心大模型</vt:lpstr>
      <vt:lpstr>5.3.5 科大讯飞：星火认知大模型</vt:lpstr>
      <vt:lpstr>5.3.6 智谱：GLM</vt:lpstr>
      <vt:lpstr>5.4 AI 大模型应用开发基础</vt:lpstr>
      <vt:lpstr>5.4.1 AI大模型应用技术架构</vt:lpstr>
      <vt:lpstr>5.4.2 提示工程与指令调优</vt:lpstr>
      <vt:lpstr>5.4.2 提示工程与指令调优</vt:lpstr>
      <vt:lpstr>5.4.3 AI大模型API 函数调用</vt:lpstr>
      <vt:lpstr>5.4.4 基于向量数据库的检索增强生成技术</vt:lpstr>
      <vt:lpstr>5.4.5 开发工具：LangChain、Semantic Kernel、AutoGPT</vt:lpstr>
      <vt:lpstr>5.4.6 AI大模型应用产品的部署</vt:lpstr>
      <vt:lpstr>5.5 AI 大模型的典型应用</vt:lpstr>
      <vt:lpstr>5.5.1 自然语言处理</vt:lpstr>
      <vt:lpstr>5.5.2 计算机视觉</vt:lpstr>
      <vt:lpstr>5.5.3 语音识别与合成</vt:lpstr>
      <vt:lpstr>5.5.4 智能推荐</vt:lpstr>
      <vt:lpstr>5.5.5 自动编程</vt:lpstr>
      <vt:lpstr>课后习题</vt:lpstr>
      <vt:lpstr>课后习题</vt:lpstr>
      <vt:lpstr>课后习题</vt:lpstr>
      <vt:lpstr>课后习题</vt:lpstr>
      <vt:lpstr>幻灯片 43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Administrator</dc:creator>
  <cp:lastModifiedBy>Administrator</cp:lastModifiedBy>
  <cp:revision>266</cp:revision>
  <dcterms:created xsi:type="dcterms:W3CDTF">2019-06-19T02:08:00Z</dcterms:created>
  <dcterms:modified xsi:type="dcterms:W3CDTF">2025-04-25T05:14:51Z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2052-12.1.0.20784</vt:lpwstr>
  </property>
  <property fmtid="{D5CDD505-2E9C-101B-9397-08002B2CF9AE}" pid="3" name="ICV">
    <vt:lpwstr>E9235014589D4F6AA25DB39DAA8D06FB_11</vt:lpwstr>
  </property>
</Properties>
</file>